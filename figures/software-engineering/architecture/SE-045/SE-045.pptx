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c9421b426449bc" /><Relationship Type="http://schemas.openxmlformats.org/officeDocument/2006/relationships/extended-properties" Target="/docProps/app.xml" Id="R8e1ca518ea3449d8" /><Relationship Type="http://schemas.openxmlformats.org/officeDocument/2006/relationships/officeDocument" Target="/ppt/presentation.xml" Id="R934aeb09131243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45d5776d524729"/>
  </p:sldMasterIdLst>
  <p:notesMasterIdLst>
    <p:notesMasterId xmlns:r="http://schemas.openxmlformats.org/officeDocument/2006/relationships" r:id="R6d39557a29b64f21"/>
  </p:notesMasterIdLst>
  <p:sldIdLst>
    <p:sldId xmlns:r="http://schemas.openxmlformats.org/officeDocument/2006/relationships" id="256" r:id="R39a5ceaefe984bae"/>
  </p:sldIdLst>
  <p:sldSz cx="11630025" cy="3543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d9779db5654aa3" /><Relationship Type="http://schemas.openxmlformats.org/officeDocument/2006/relationships/slideMaster" Target="/ppt/slideMasters/slideMaster1.xml" Id="R1e45d5776d524729" /><Relationship Type="http://schemas.openxmlformats.org/officeDocument/2006/relationships/notesMaster" Target="/ppt/notesMasters/notesMaster1.xml" Id="R6d39557a29b64f21" /><Relationship Type="http://schemas.openxmlformats.org/officeDocument/2006/relationships/presProps" Target="/ppt/presProps.xml" Id="Rf0014ae070064e38" /><Relationship Type="http://schemas.openxmlformats.org/officeDocument/2006/relationships/tableStyles" Target="/ppt/tableStyles.xml" Id="R37c4ab37e7af4477" /><Relationship Type="http://schemas.openxmlformats.org/officeDocument/2006/relationships/slide" Target="/ppt/slides/slide1.xml" Id="R39a5ceaefe984b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0f86dd713448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b62364ac0145bb" /><Relationship Type="http://schemas.openxmlformats.org/officeDocument/2006/relationships/notesMaster" Target="/ppt/notesMasters/notesMaster1.xml" Id="Rff6af8ee6a7e4007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素材ID：SE-045</ns1:t>
            </ns1:r>
          </ns1:p>
          <ns1:p>
            <ns1:r>
              <ns1:t>论文：LeGEND: A Top-Down Approach to Scenario Generation of Autonomous Driving Systems Assisted by Large Language Models</ns1:t>
            </ns1:r>
          </ns1:p>
          <ns1:p>
            <ns1:r>
              <ns1:t>会议：ASE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2，PDF第4页</ns1:t>
            </ns1:r>
          </ns1:p>
          <ns1:p>
            <ns1:r>
              <ns1:t>类型：系统架构</ns1:t>
            </ns1:r>
          </ns1:p>
          <ns1:p>
            <ns1:r>
              <ns1:t>借鉴点：提取、转换与多目标搜索三段嵌套模块，下方渐变箭头对齐Functional、Logical、Concrete三个抽象层次。</ns1:t>
            </ns1:r>
          </ns1:p>
          <ns1:p>
            <ns1:r>
              <ns1:t>论文URL：https://arxiv.org/pdf/2409.10066</ns1:t>
            </ns1:r>
          </ns1:p>
          <ns1:p>
            <ns1:r>
              <ns1:t>官方获奖URL：https://conf.researchr.org/info/ase-2024/awards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f46f2cd1e41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6fba94703b4549" /><Relationship Type="http://schemas.openxmlformats.org/officeDocument/2006/relationships/slideLayout" Target="/ppt/slideLayouts/slideLayout1.xml" Id="R20f11fa58b2e47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f11fa58b2e47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67361c8c04f10" /><Relationship Type="http://schemas.openxmlformats.org/officeDocument/2006/relationships/image" Target="/ppt/media/image.png" Id="R2526246265a44504" /><Relationship Type="http://schemas.openxmlformats.org/officeDocument/2006/relationships/image" Target="/ppt/media/image2.png" Id="R259e54467418450a" /><Relationship Type="http://schemas.openxmlformats.org/officeDocument/2006/relationships/image" Target="/ppt/media/image3.png" Id="Rc797b2cb618a4511" /><Relationship Type="http://schemas.openxmlformats.org/officeDocument/2006/relationships/image" Target="/ppt/media/image4.png" Id="R991182eca79644c5" /><Relationship Type="http://schemas.openxmlformats.org/officeDocument/2006/relationships/image" Target="/ppt/media/image5.png" Id="Rd9130cabe53f4781" /><Relationship Type="http://schemas.openxmlformats.org/officeDocument/2006/relationships/notesSlide" Target="/ppt/notesSlides/notesSlide1.xml" Id="R7d885de1f62d4b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8DF15F-DB0F-4E85-B5EC-1775B669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51" y="48184"/>
            <a:ext cx="11531096" cy="3426964"/>
          </a:xfrm>
          <a:custGeom xmlns:a="http://schemas.openxmlformats.org/drawingml/2006/main">
            <a:pathLst>
              <a:path w="11531096" h="3426964">
                <a:moveTo>
                  <a:pt x="11531096" y="3426964"/>
                </a:moveTo>
                <a:lnTo>
                  <a:pt x="0" y="3426964"/>
                </a:lnTo>
                <a:lnTo>
                  <a:pt x="0" y="0"/>
                </a:lnTo>
                <a:lnTo>
                  <a:pt x="11531096" y="0"/>
                </a:lnTo>
                <a:lnTo>
                  <a:pt x="11531096" y="342696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42596A-FCEA-40EF-9D17-333F802E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440" y="88447"/>
            <a:ext cx="17400" cy="2959387"/>
          </a:xfrm>
          <a:custGeom xmlns:a="http://schemas.openxmlformats.org/drawingml/2006/main">
            <a:pathLst>
              <a:path w="17400" h="2959387">
                <a:moveTo>
                  <a:pt x="17400" y="0"/>
                </a:moveTo>
                <a:lnTo>
                  <a:pt x="17400" y="69601"/>
                </a:lnTo>
                <a:lnTo>
                  <a:pt x="0" y="69601"/>
                </a:lnTo>
                <a:lnTo>
                  <a:pt x="0" y="0"/>
                </a:lnTo>
                <a:lnTo>
                  <a:pt x="17400" y="0"/>
                </a:lnTo>
                <a:close/>
                <a:moveTo>
                  <a:pt x="17400" y="121801"/>
                </a:moveTo>
                <a:lnTo>
                  <a:pt x="17400" y="191402"/>
                </a:lnTo>
                <a:lnTo>
                  <a:pt x="0" y="191402"/>
                </a:lnTo>
                <a:lnTo>
                  <a:pt x="0" y="121801"/>
                </a:lnTo>
                <a:lnTo>
                  <a:pt x="17400" y="121801"/>
                </a:lnTo>
                <a:close/>
                <a:moveTo>
                  <a:pt x="17400" y="243602"/>
                </a:moveTo>
                <a:lnTo>
                  <a:pt x="17400" y="313203"/>
                </a:lnTo>
                <a:lnTo>
                  <a:pt x="0" y="313203"/>
                </a:lnTo>
                <a:lnTo>
                  <a:pt x="0" y="243602"/>
                </a:lnTo>
                <a:lnTo>
                  <a:pt x="17400" y="243602"/>
                </a:lnTo>
                <a:close/>
                <a:moveTo>
                  <a:pt x="17400" y="365404"/>
                </a:moveTo>
                <a:lnTo>
                  <a:pt x="17400" y="435004"/>
                </a:lnTo>
                <a:lnTo>
                  <a:pt x="0" y="435004"/>
                </a:lnTo>
                <a:lnTo>
                  <a:pt x="0" y="365404"/>
                </a:lnTo>
                <a:lnTo>
                  <a:pt x="17400" y="365404"/>
                </a:lnTo>
                <a:close/>
                <a:moveTo>
                  <a:pt x="17400" y="487205"/>
                </a:moveTo>
                <a:lnTo>
                  <a:pt x="17400" y="556806"/>
                </a:lnTo>
                <a:lnTo>
                  <a:pt x="0" y="556806"/>
                </a:lnTo>
                <a:lnTo>
                  <a:pt x="0" y="487205"/>
                </a:lnTo>
                <a:lnTo>
                  <a:pt x="17400" y="487205"/>
                </a:lnTo>
                <a:close/>
                <a:moveTo>
                  <a:pt x="17400" y="609006"/>
                </a:moveTo>
                <a:lnTo>
                  <a:pt x="17400" y="678607"/>
                </a:lnTo>
                <a:lnTo>
                  <a:pt x="0" y="678607"/>
                </a:lnTo>
                <a:lnTo>
                  <a:pt x="0" y="609006"/>
                </a:lnTo>
                <a:lnTo>
                  <a:pt x="17400" y="609006"/>
                </a:lnTo>
                <a:close/>
                <a:moveTo>
                  <a:pt x="17400" y="730807"/>
                </a:moveTo>
                <a:lnTo>
                  <a:pt x="17400" y="800408"/>
                </a:lnTo>
                <a:lnTo>
                  <a:pt x="0" y="800408"/>
                </a:lnTo>
                <a:lnTo>
                  <a:pt x="0" y="730807"/>
                </a:lnTo>
                <a:lnTo>
                  <a:pt x="17400" y="730807"/>
                </a:lnTo>
                <a:close/>
                <a:moveTo>
                  <a:pt x="17400" y="852609"/>
                </a:moveTo>
                <a:lnTo>
                  <a:pt x="17400" y="922209"/>
                </a:lnTo>
                <a:lnTo>
                  <a:pt x="0" y="922209"/>
                </a:lnTo>
                <a:lnTo>
                  <a:pt x="0" y="852609"/>
                </a:lnTo>
                <a:lnTo>
                  <a:pt x="17400" y="852609"/>
                </a:lnTo>
                <a:close/>
                <a:moveTo>
                  <a:pt x="17400" y="974410"/>
                </a:moveTo>
                <a:lnTo>
                  <a:pt x="17400" y="1044010"/>
                </a:lnTo>
                <a:lnTo>
                  <a:pt x="0" y="1044010"/>
                </a:lnTo>
                <a:lnTo>
                  <a:pt x="0" y="974410"/>
                </a:lnTo>
                <a:lnTo>
                  <a:pt x="17400" y="974410"/>
                </a:lnTo>
                <a:close/>
                <a:moveTo>
                  <a:pt x="17400" y="1096211"/>
                </a:moveTo>
                <a:lnTo>
                  <a:pt x="17400" y="1165812"/>
                </a:lnTo>
                <a:lnTo>
                  <a:pt x="0" y="1165812"/>
                </a:lnTo>
                <a:lnTo>
                  <a:pt x="0" y="1096211"/>
                </a:lnTo>
                <a:lnTo>
                  <a:pt x="17400" y="1096211"/>
                </a:lnTo>
                <a:close/>
                <a:moveTo>
                  <a:pt x="17400" y="1218012"/>
                </a:moveTo>
                <a:lnTo>
                  <a:pt x="17400" y="1287613"/>
                </a:lnTo>
                <a:lnTo>
                  <a:pt x="0" y="1287613"/>
                </a:lnTo>
                <a:lnTo>
                  <a:pt x="0" y="1218012"/>
                </a:lnTo>
                <a:lnTo>
                  <a:pt x="17400" y="1218012"/>
                </a:lnTo>
                <a:close/>
                <a:moveTo>
                  <a:pt x="17400" y="1339813"/>
                </a:moveTo>
                <a:lnTo>
                  <a:pt x="17400" y="1409414"/>
                </a:lnTo>
                <a:lnTo>
                  <a:pt x="0" y="1409414"/>
                </a:lnTo>
                <a:lnTo>
                  <a:pt x="0" y="1339813"/>
                </a:lnTo>
                <a:lnTo>
                  <a:pt x="17400" y="1339813"/>
                </a:lnTo>
                <a:close/>
                <a:moveTo>
                  <a:pt x="17400" y="1461615"/>
                </a:moveTo>
                <a:lnTo>
                  <a:pt x="17400" y="1531215"/>
                </a:lnTo>
                <a:lnTo>
                  <a:pt x="0" y="1531215"/>
                </a:lnTo>
                <a:lnTo>
                  <a:pt x="0" y="1461615"/>
                </a:lnTo>
                <a:lnTo>
                  <a:pt x="17400" y="1461615"/>
                </a:lnTo>
                <a:close/>
                <a:moveTo>
                  <a:pt x="17400" y="1583416"/>
                </a:moveTo>
                <a:lnTo>
                  <a:pt x="17400" y="1653017"/>
                </a:lnTo>
                <a:lnTo>
                  <a:pt x="0" y="1653017"/>
                </a:lnTo>
                <a:lnTo>
                  <a:pt x="0" y="1583416"/>
                </a:lnTo>
                <a:lnTo>
                  <a:pt x="17400" y="1583416"/>
                </a:lnTo>
                <a:close/>
                <a:moveTo>
                  <a:pt x="17400" y="1705217"/>
                </a:moveTo>
                <a:lnTo>
                  <a:pt x="17400" y="1774818"/>
                </a:lnTo>
                <a:lnTo>
                  <a:pt x="0" y="1774818"/>
                </a:lnTo>
                <a:lnTo>
                  <a:pt x="0" y="1705217"/>
                </a:lnTo>
                <a:lnTo>
                  <a:pt x="17400" y="1705217"/>
                </a:lnTo>
                <a:close/>
                <a:moveTo>
                  <a:pt x="17400" y="1827018"/>
                </a:moveTo>
                <a:lnTo>
                  <a:pt x="17400" y="1896619"/>
                </a:lnTo>
                <a:lnTo>
                  <a:pt x="0" y="1896619"/>
                </a:lnTo>
                <a:lnTo>
                  <a:pt x="0" y="1827018"/>
                </a:lnTo>
                <a:lnTo>
                  <a:pt x="17400" y="1827018"/>
                </a:lnTo>
                <a:close/>
                <a:moveTo>
                  <a:pt x="17400" y="1948820"/>
                </a:moveTo>
                <a:lnTo>
                  <a:pt x="17400" y="2018420"/>
                </a:lnTo>
                <a:lnTo>
                  <a:pt x="0" y="2018420"/>
                </a:lnTo>
                <a:lnTo>
                  <a:pt x="0" y="1948820"/>
                </a:lnTo>
                <a:lnTo>
                  <a:pt x="17400" y="1948820"/>
                </a:lnTo>
                <a:close/>
                <a:moveTo>
                  <a:pt x="17400" y="2070621"/>
                </a:moveTo>
                <a:lnTo>
                  <a:pt x="17400" y="2140221"/>
                </a:lnTo>
                <a:lnTo>
                  <a:pt x="0" y="2140221"/>
                </a:lnTo>
                <a:lnTo>
                  <a:pt x="0" y="2070621"/>
                </a:lnTo>
                <a:lnTo>
                  <a:pt x="17400" y="2070621"/>
                </a:lnTo>
                <a:close/>
                <a:moveTo>
                  <a:pt x="17400" y="2192422"/>
                </a:moveTo>
                <a:lnTo>
                  <a:pt x="17400" y="2262023"/>
                </a:lnTo>
                <a:lnTo>
                  <a:pt x="0" y="2262023"/>
                </a:lnTo>
                <a:lnTo>
                  <a:pt x="0" y="2192422"/>
                </a:lnTo>
                <a:lnTo>
                  <a:pt x="17400" y="2192422"/>
                </a:lnTo>
                <a:close/>
                <a:moveTo>
                  <a:pt x="17400" y="2314223"/>
                </a:moveTo>
                <a:lnTo>
                  <a:pt x="17400" y="2383824"/>
                </a:lnTo>
                <a:lnTo>
                  <a:pt x="0" y="2383824"/>
                </a:lnTo>
                <a:lnTo>
                  <a:pt x="0" y="2314223"/>
                </a:lnTo>
                <a:lnTo>
                  <a:pt x="17400" y="2314223"/>
                </a:lnTo>
                <a:close/>
                <a:moveTo>
                  <a:pt x="17400" y="2436024"/>
                </a:moveTo>
                <a:lnTo>
                  <a:pt x="17400" y="2505625"/>
                </a:lnTo>
                <a:lnTo>
                  <a:pt x="0" y="2505625"/>
                </a:lnTo>
                <a:lnTo>
                  <a:pt x="0" y="2436024"/>
                </a:lnTo>
                <a:lnTo>
                  <a:pt x="17400" y="2436024"/>
                </a:lnTo>
                <a:close/>
                <a:moveTo>
                  <a:pt x="17400" y="2557826"/>
                </a:moveTo>
                <a:lnTo>
                  <a:pt x="17400" y="2627426"/>
                </a:lnTo>
                <a:lnTo>
                  <a:pt x="0" y="2627426"/>
                </a:lnTo>
                <a:lnTo>
                  <a:pt x="0" y="2557826"/>
                </a:lnTo>
                <a:lnTo>
                  <a:pt x="17400" y="2557826"/>
                </a:lnTo>
                <a:close/>
                <a:moveTo>
                  <a:pt x="17400" y="2679627"/>
                </a:moveTo>
                <a:lnTo>
                  <a:pt x="17400" y="2749228"/>
                </a:lnTo>
                <a:lnTo>
                  <a:pt x="0" y="2749228"/>
                </a:lnTo>
                <a:lnTo>
                  <a:pt x="0" y="2679627"/>
                </a:lnTo>
                <a:lnTo>
                  <a:pt x="17400" y="2679627"/>
                </a:lnTo>
                <a:close/>
                <a:moveTo>
                  <a:pt x="17400" y="2801428"/>
                </a:moveTo>
                <a:lnTo>
                  <a:pt x="17400" y="2871029"/>
                </a:lnTo>
                <a:lnTo>
                  <a:pt x="0" y="2871029"/>
                </a:lnTo>
                <a:lnTo>
                  <a:pt x="0" y="2801428"/>
                </a:lnTo>
                <a:lnTo>
                  <a:pt x="17400" y="2801428"/>
                </a:lnTo>
                <a:close/>
                <a:moveTo>
                  <a:pt x="17400" y="2923229"/>
                </a:moveTo>
                <a:lnTo>
                  <a:pt x="17400" y="2959387"/>
                </a:lnTo>
                <a:lnTo>
                  <a:pt x="0" y="2959387"/>
                </a:lnTo>
                <a:lnTo>
                  <a:pt x="0" y="2923229"/>
                </a:lnTo>
                <a:lnTo>
                  <a:pt x="17400" y="29232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86BF31-07B1-40E8-868C-5A82C0B0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725" y="88413"/>
            <a:ext cx="29580" cy="2959457"/>
          </a:xfrm>
          <a:custGeom xmlns:a="http://schemas.openxmlformats.org/drawingml/2006/main">
            <a:pathLst>
              <a:path w="29580" h="2959457">
                <a:moveTo>
                  <a:pt x="17400" y="0"/>
                </a:moveTo>
                <a:lnTo>
                  <a:pt x="17696" y="69601"/>
                </a:lnTo>
                <a:lnTo>
                  <a:pt x="296" y="69670"/>
                </a:lnTo>
                <a:lnTo>
                  <a:pt x="0" y="70"/>
                </a:lnTo>
                <a:lnTo>
                  <a:pt x="17400" y="0"/>
                </a:lnTo>
                <a:close/>
                <a:moveTo>
                  <a:pt x="17905" y="121801"/>
                </a:moveTo>
                <a:lnTo>
                  <a:pt x="18201" y="191402"/>
                </a:lnTo>
                <a:lnTo>
                  <a:pt x="800" y="191472"/>
                </a:lnTo>
                <a:lnTo>
                  <a:pt x="505" y="121871"/>
                </a:lnTo>
                <a:lnTo>
                  <a:pt x="17905" y="121801"/>
                </a:lnTo>
                <a:close/>
                <a:moveTo>
                  <a:pt x="18409" y="243602"/>
                </a:moveTo>
                <a:lnTo>
                  <a:pt x="18688" y="313186"/>
                </a:lnTo>
                <a:lnTo>
                  <a:pt x="1288" y="313273"/>
                </a:lnTo>
                <a:lnTo>
                  <a:pt x="1009" y="243672"/>
                </a:lnTo>
                <a:lnTo>
                  <a:pt x="18409" y="243602"/>
                </a:lnTo>
                <a:close/>
                <a:moveTo>
                  <a:pt x="18914" y="365386"/>
                </a:moveTo>
                <a:lnTo>
                  <a:pt x="19192" y="434987"/>
                </a:lnTo>
                <a:lnTo>
                  <a:pt x="1792" y="435074"/>
                </a:lnTo>
                <a:lnTo>
                  <a:pt x="1514" y="365473"/>
                </a:lnTo>
                <a:lnTo>
                  <a:pt x="18914" y="365386"/>
                </a:lnTo>
                <a:close/>
                <a:moveTo>
                  <a:pt x="19419" y="487187"/>
                </a:moveTo>
                <a:lnTo>
                  <a:pt x="19697" y="556788"/>
                </a:lnTo>
                <a:lnTo>
                  <a:pt x="2297" y="556858"/>
                </a:lnTo>
                <a:lnTo>
                  <a:pt x="2018" y="487274"/>
                </a:lnTo>
                <a:lnTo>
                  <a:pt x="19419" y="487187"/>
                </a:lnTo>
                <a:close/>
                <a:moveTo>
                  <a:pt x="19906" y="608989"/>
                </a:moveTo>
                <a:lnTo>
                  <a:pt x="20202" y="678589"/>
                </a:lnTo>
                <a:lnTo>
                  <a:pt x="2801" y="678659"/>
                </a:lnTo>
                <a:lnTo>
                  <a:pt x="2506" y="609058"/>
                </a:lnTo>
                <a:lnTo>
                  <a:pt x="19906" y="608989"/>
                </a:lnTo>
                <a:close/>
                <a:moveTo>
                  <a:pt x="20410" y="730790"/>
                </a:moveTo>
                <a:lnTo>
                  <a:pt x="20706" y="800391"/>
                </a:lnTo>
                <a:lnTo>
                  <a:pt x="3306" y="800460"/>
                </a:lnTo>
                <a:lnTo>
                  <a:pt x="3010" y="730860"/>
                </a:lnTo>
                <a:lnTo>
                  <a:pt x="20410" y="730790"/>
                </a:lnTo>
                <a:close/>
                <a:moveTo>
                  <a:pt x="20915" y="852591"/>
                </a:moveTo>
                <a:lnTo>
                  <a:pt x="21211" y="922192"/>
                </a:lnTo>
                <a:lnTo>
                  <a:pt x="3811" y="922261"/>
                </a:lnTo>
                <a:lnTo>
                  <a:pt x="3515" y="852661"/>
                </a:lnTo>
                <a:lnTo>
                  <a:pt x="20915" y="852591"/>
                </a:lnTo>
                <a:close/>
                <a:moveTo>
                  <a:pt x="21420" y="974392"/>
                </a:moveTo>
                <a:lnTo>
                  <a:pt x="21698" y="1043993"/>
                </a:lnTo>
                <a:lnTo>
                  <a:pt x="4298" y="1044063"/>
                </a:lnTo>
                <a:lnTo>
                  <a:pt x="4019" y="974462"/>
                </a:lnTo>
                <a:lnTo>
                  <a:pt x="21420" y="974392"/>
                </a:lnTo>
                <a:close/>
                <a:moveTo>
                  <a:pt x="21924" y="1096194"/>
                </a:moveTo>
                <a:lnTo>
                  <a:pt x="22203" y="1165794"/>
                </a:lnTo>
                <a:lnTo>
                  <a:pt x="4802" y="1165864"/>
                </a:lnTo>
                <a:lnTo>
                  <a:pt x="4524" y="1096263"/>
                </a:lnTo>
                <a:lnTo>
                  <a:pt x="21924" y="1096194"/>
                </a:lnTo>
                <a:close/>
                <a:moveTo>
                  <a:pt x="22411" y="1217995"/>
                </a:moveTo>
                <a:lnTo>
                  <a:pt x="22707" y="1287596"/>
                </a:lnTo>
                <a:lnTo>
                  <a:pt x="5307" y="1287665"/>
                </a:lnTo>
                <a:lnTo>
                  <a:pt x="5011" y="1218064"/>
                </a:lnTo>
                <a:lnTo>
                  <a:pt x="22411" y="1217995"/>
                </a:lnTo>
                <a:close/>
                <a:moveTo>
                  <a:pt x="22916" y="1339796"/>
                </a:moveTo>
                <a:lnTo>
                  <a:pt x="23212" y="1409397"/>
                </a:lnTo>
                <a:lnTo>
                  <a:pt x="5812" y="1409466"/>
                </a:lnTo>
                <a:lnTo>
                  <a:pt x="5516" y="1339866"/>
                </a:lnTo>
                <a:lnTo>
                  <a:pt x="22916" y="1339796"/>
                </a:lnTo>
                <a:close/>
                <a:moveTo>
                  <a:pt x="23421" y="1461597"/>
                </a:moveTo>
                <a:lnTo>
                  <a:pt x="23716" y="1531198"/>
                </a:lnTo>
                <a:lnTo>
                  <a:pt x="6316" y="1531268"/>
                </a:lnTo>
                <a:lnTo>
                  <a:pt x="6020" y="1461667"/>
                </a:lnTo>
                <a:lnTo>
                  <a:pt x="23421" y="1461597"/>
                </a:lnTo>
                <a:close/>
                <a:moveTo>
                  <a:pt x="23925" y="1583399"/>
                </a:moveTo>
                <a:lnTo>
                  <a:pt x="24204" y="1652999"/>
                </a:lnTo>
                <a:lnTo>
                  <a:pt x="6803" y="1653069"/>
                </a:lnTo>
                <a:lnTo>
                  <a:pt x="6525" y="1583468"/>
                </a:lnTo>
                <a:lnTo>
                  <a:pt x="23925" y="1583399"/>
                </a:lnTo>
                <a:close/>
                <a:moveTo>
                  <a:pt x="24430" y="1705200"/>
                </a:moveTo>
                <a:lnTo>
                  <a:pt x="24708" y="1774800"/>
                </a:lnTo>
                <a:lnTo>
                  <a:pt x="7308" y="1774870"/>
                </a:lnTo>
                <a:lnTo>
                  <a:pt x="7030" y="1705269"/>
                </a:lnTo>
                <a:lnTo>
                  <a:pt x="24430" y="1705200"/>
                </a:lnTo>
                <a:close/>
                <a:moveTo>
                  <a:pt x="24934" y="1827001"/>
                </a:moveTo>
                <a:lnTo>
                  <a:pt x="25213" y="1896602"/>
                </a:lnTo>
                <a:lnTo>
                  <a:pt x="7813" y="1896671"/>
                </a:lnTo>
                <a:lnTo>
                  <a:pt x="7534" y="1827071"/>
                </a:lnTo>
                <a:lnTo>
                  <a:pt x="24934" y="1827001"/>
                </a:lnTo>
                <a:close/>
                <a:moveTo>
                  <a:pt x="25422" y="1948802"/>
                </a:moveTo>
                <a:lnTo>
                  <a:pt x="25717" y="2018403"/>
                </a:lnTo>
                <a:lnTo>
                  <a:pt x="8317" y="2018472"/>
                </a:lnTo>
                <a:lnTo>
                  <a:pt x="8021" y="1948872"/>
                </a:lnTo>
                <a:lnTo>
                  <a:pt x="25422" y="1948802"/>
                </a:lnTo>
                <a:close/>
                <a:moveTo>
                  <a:pt x="25926" y="2070603"/>
                </a:moveTo>
                <a:lnTo>
                  <a:pt x="26222" y="2140204"/>
                </a:lnTo>
                <a:lnTo>
                  <a:pt x="8822" y="2140274"/>
                </a:lnTo>
                <a:lnTo>
                  <a:pt x="8526" y="2070673"/>
                </a:lnTo>
                <a:lnTo>
                  <a:pt x="25926" y="2070603"/>
                </a:lnTo>
                <a:close/>
                <a:moveTo>
                  <a:pt x="26431" y="2192405"/>
                </a:moveTo>
                <a:lnTo>
                  <a:pt x="26709" y="2262005"/>
                </a:lnTo>
                <a:lnTo>
                  <a:pt x="9309" y="2262075"/>
                </a:lnTo>
                <a:lnTo>
                  <a:pt x="9031" y="2192474"/>
                </a:lnTo>
                <a:lnTo>
                  <a:pt x="26431" y="2192405"/>
                </a:lnTo>
                <a:close/>
                <a:moveTo>
                  <a:pt x="26935" y="2314206"/>
                </a:moveTo>
                <a:lnTo>
                  <a:pt x="27214" y="2383789"/>
                </a:lnTo>
                <a:lnTo>
                  <a:pt x="9814" y="2383876"/>
                </a:lnTo>
                <a:lnTo>
                  <a:pt x="9535" y="2314275"/>
                </a:lnTo>
                <a:lnTo>
                  <a:pt x="26935" y="2314206"/>
                </a:lnTo>
                <a:close/>
                <a:moveTo>
                  <a:pt x="27440" y="2435990"/>
                </a:moveTo>
                <a:lnTo>
                  <a:pt x="27718" y="2505590"/>
                </a:lnTo>
                <a:lnTo>
                  <a:pt x="10318" y="2505677"/>
                </a:lnTo>
                <a:lnTo>
                  <a:pt x="10040" y="2436077"/>
                </a:lnTo>
                <a:lnTo>
                  <a:pt x="27440" y="2435990"/>
                </a:lnTo>
                <a:close/>
                <a:moveTo>
                  <a:pt x="27927" y="2557791"/>
                </a:moveTo>
                <a:lnTo>
                  <a:pt x="28223" y="2627392"/>
                </a:lnTo>
                <a:lnTo>
                  <a:pt x="10823" y="2627461"/>
                </a:lnTo>
                <a:lnTo>
                  <a:pt x="10527" y="2557878"/>
                </a:lnTo>
                <a:lnTo>
                  <a:pt x="27927" y="2557791"/>
                </a:lnTo>
                <a:close/>
                <a:moveTo>
                  <a:pt x="28432" y="2679592"/>
                </a:moveTo>
                <a:lnTo>
                  <a:pt x="28728" y="2749193"/>
                </a:lnTo>
                <a:lnTo>
                  <a:pt x="11328" y="2749262"/>
                </a:lnTo>
                <a:lnTo>
                  <a:pt x="11032" y="2679662"/>
                </a:lnTo>
                <a:lnTo>
                  <a:pt x="28432" y="2679592"/>
                </a:lnTo>
                <a:close/>
                <a:moveTo>
                  <a:pt x="28936" y="2801393"/>
                </a:moveTo>
                <a:lnTo>
                  <a:pt x="29215" y="2870994"/>
                </a:lnTo>
                <a:lnTo>
                  <a:pt x="11815" y="2871064"/>
                </a:lnTo>
                <a:lnTo>
                  <a:pt x="11536" y="2801463"/>
                </a:lnTo>
                <a:lnTo>
                  <a:pt x="28936" y="2801393"/>
                </a:lnTo>
                <a:close/>
                <a:moveTo>
                  <a:pt x="29441" y="2923195"/>
                </a:moveTo>
                <a:lnTo>
                  <a:pt x="29580" y="2959387"/>
                </a:lnTo>
                <a:lnTo>
                  <a:pt x="12180" y="2959457"/>
                </a:lnTo>
                <a:lnTo>
                  <a:pt x="12041" y="2923264"/>
                </a:lnTo>
                <a:lnTo>
                  <a:pt x="29441" y="292319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FB5F72-6C8B-4855-8716-96B0AE2F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279" y="493976"/>
            <a:ext cx="1800222" cy="1998236"/>
          </a:xfrm>
          <a:custGeom xmlns:a="http://schemas.openxmlformats.org/drawingml/2006/main">
            <a:pathLst>
              <a:path w="1800222" h="1998236">
                <a:moveTo>
                  <a:pt x="0" y="148249"/>
                </a:moveTo>
                <a:cubicBezTo>
                  <a:pt x="174" y="66869"/>
                  <a:pt x="66521" y="522"/>
                  <a:pt x="148249" y="0"/>
                </a:cubicBezTo>
                <a:lnTo>
                  <a:pt x="1651625" y="0"/>
                </a:lnTo>
                <a:cubicBezTo>
                  <a:pt x="1733875" y="522"/>
                  <a:pt x="1800222" y="66869"/>
                  <a:pt x="1799874" y="148249"/>
                </a:cubicBezTo>
                <a:lnTo>
                  <a:pt x="1799874" y="1849987"/>
                </a:lnTo>
                <a:cubicBezTo>
                  <a:pt x="1800222" y="1930845"/>
                  <a:pt x="1733875" y="1997192"/>
                  <a:pt x="1651625" y="1998236"/>
                </a:cubicBezTo>
                <a:lnTo>
                  <a:pt x="148249" y="1998236"/>
                </a:lnTo>
                <a:cubicBezTo>
                  <a:pt x="66521" y="1997192"/>
                  <a:pt x="174" y="1930845"/>
                  <a:pt x="0" y="1849987"/>
                </a:cubicBezTo>
                <a:lnTo>
                  <a:pt x="0" y="148249"/>
                </a:lnTo>
              </a:path>
            </a:pathLst>
          </a:custGeom>
          <a:solidFill xmlns:a="http://schemas.openxmlformats.org/drawingml/2006/main">
            <a:srgbClr val="DAD7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Phase1:Extraction">
            <a:extLst xmlns:a="http://schemas.openxmlformats.org/drawingml/2006/main">
              <a:ext uri="{FF2B5EF4-FFF2-40B4-BE49-F238E27FC236}">
                <a16:creationId xmlns:a16="http://schemas.microsoft.com/office/drawing/2014/main" id="{D84A6E46-2472-4AD0-9E12-4898E499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45" y="89457"/>
            <a:ext cx="1907032" cy="152523"/>
          </a:xfrm>
          <a:custGeom xmlns:a="http://schemas.openxmlformats.org/drawingml/2006/main">
            <a:pathLst>
              <a:path w="1907032" h="152523">
                <a:moveTo>
                  <a:pt x="0" y="150077"/>
                </a:moveTo>
                <a:lnTo>
                  <a:pt x="0" y="612"/>
                </a:lnTo>
                <a:lnTo>
                  <a:pt x="48428" y="612"/>
                </a:lnTo>
                <a:cubicBezTo>
                  <a:pt x="66780" y="612"/>
                  <a:pt x="78743" y="1358"/>
                  <a:pt x="84316" y="2852"/>
                </a:cubicBezTo>
                <a:cubicBezTo>
                  <a:pt x="92880" y="5092"/>
                  <a:pt x="100051" y="9964"/>
                  <a:pt x="105828" y="17466"/>
                </a:cubicBezTo>
                <a:cubicBezTo>
                  <a:pt x="111606" y="24968"/>
                  <a:pt x="114495" y="34660"/>
                  <a:pt x="114495" y="46542"/>
                </a:cubicBezTo>
                <a:cubicBezTo>
                  <a:pt x="114495" y="55707"/>
                  <a:pt x="112829" y="63413"/>
                  <a:pt x="109499" y="69660"/>
                </a:cubicBezTo>
                <a:cubicBezTo>
                  <a:pt x="106168" y="75907"/>
                  <a:pt x="101937" y="80812"/>
                  <a:pt x="96805" y="84377"/>
                </a:cubicBezTo>
                <a:cubicBezTo>
                  <a:pt x="91674" y="87941"/>
                  <a:pt x="86457" y="90301"/>
                  <a:pt x="81156" y="91456"/>
                </a:cubicBezTo>
                <a:cubicBezTo>
                  <a:pt x="73951" y="92881"/>
                  <a:pt x="63517" y="93594"/>
                  <a:pt x="49856" y="93594"/>
                </a:cubicBezTo>
                <a:lnTo>
                  <a:pt x="30178" y="93594"/>
                </a:lnTo>
                <a:lnTo>
                  <a:pt x="30178" y="150077"/>
                </a:lnTo>
                <a:lnTo>
                  <a:pt x="0" y="150077"/>
                </a:lnTo>
                <a:moveTo>
                  <a:pt x="30178" y="25896"/>
                </a:moveTo>
                <a:lnTo>
                  <a:pt x="30178" y="68309"/>
                </a:lnTo>
                <a:lnTo>
                  <a:pt x="46695" y="68309"/>
                </a:lnTo>
                <a:cubicBezTo>
                  <a:pt x="58590" y="68309"/>
                  <a:pt x="66542" y="67528"/>
                  <a:pt x="70552" y="65964"/>
                </a:cubicBezTo>
                <a:cubicBezTo>
                  <a:pt x="74562" y="64401"/>
                  <a:pt x="77706" y="61954"/>
                  <a:pt x="79983" y="58624"/>
                </a:cubicBezTo>
                <a:cubicBezTo>
                  <a:pt x="82260" y="55293"/>
                  <a:pt x="83398" y="51419"/>
                  <a:pt x="83398" y="47001"/>
                </a:cubicBezTo>
                <a:cubicBezTo>
                  <a:pt x="83398" y="41563"/>
                  <a:pt x="81801" y="37077"/>
                  <a:pt x="78607" y="33543"/>
                </a:cubicBezTo>
                <a:cubicBezTo>
                  <a:pt x="75412" y="30009"/>
                  <a:pt x="71368" y="27799"/>
                  <a:pt x="66474" y="26916"/>
                </a:cubicBezTo>
                <a:cubicBezTo>
                  <a:pt x="62872" y="26236"/>
                  <a:pt x="55633" y="25896"/>
                  <a:pt x="44758" y="25896"/>
                </a:cubicBezTo>
                <a:lnTo>
                  <a:pt x="30178" y="25896"/>
                </a:lnTo>
                <a:close/>
                <a:moveTo>
                  <a:pt x="167545" y="612"/>
                </a:moveTo>
                <a:lnTo>
                  <a:pt x="167545" y="55641"/>
                </a:lnTo>
                <a:cubicBezTo>
                  <a:pt x="176789" y="44783"/>
                  <a:pt x="187834" y="39354"/>
                  <a:pt x="200680" y="39354"/>
                </a:cubicBezTo>
                <a:cubicBezTo>
                  <a:pt x="207273" y="39354"/>
                  <a:pt x="213220" y="40578"/>
                  <a:pt x="218522" y="43025"/>
                </a:cubicBezTo>
                <a:cubicBezTo>
                  <a:pt x="223823" y="45472"/>
                  <a:pt x="227817" y="48598"/>
                  <a:pt x="230501" y="52404"/>
                </a:cubicBezTo>
                <a:cubicBezTo>
                  <a:pt x="233186" y="56211"/>
                  <a:pt x="235021" y="60425"/>
                  <a:pt x="236007" y="65047"/>
                </a:cubicBezTo>
                <a:cubicBezTo>
                  <a:pt x="236993" y="69669"/>
                  <a:pt x="237485" y="76839"/>
                  <a:pt x="237485" y="86559"/>
                </a:cubicBezTo>
                <a:lnTo>
                  <a:pt x="237485" y="150077"/>
                </a:lnTo>
                <a:lnTo>
                  <a:pt x="208836" y="150077"/>
                </a:lnTo>
                <a:lnTo>
                  <a:pt x="208836" y="92947"/>
                </a:lnTo>
                <a:cubicBezTo>
                  <a:pt x="208836" y="81609"/>
                  <a:pt x="208292" y="74413"/>
                  <a:pt x="207205" y="71358"/>
                </a:cubicBezTo>
                <a:cubicBezTo>
                  <a:pt x="206117" y="68302"/>
                  <a:pt x="204197" y="65874"/>
                  <a:pt x="201445" y="64075"/>
                </a:cubicBezTo>
                <a:cubicBezTo>
                  <a:pt x="198692" y="62276"/>
                  <a:pt x="195242" y="61376"/>
                  <a:pt x="191096" y="61376"/>
                </a:cubicBezTo>
                <a:cubicBezTo>
                  <a:pt x="186338" y="61376"/>
                  <a:pt x="182090" y="62531"/>
                  <a:pt x="178352" y="64840"/>
                </a:cubicBezTo>
                <a:cubicBezTo>
                  <a:pt x="174614" y="67148"/>
                  <a:pt x="171878" y="70628"/>
                  <a:pt x="170145" y="75277"/>
                </a:cubicBezTo>
                <a:cubicBezTo>
                  <a:pt x="168411" y="79927"/>
                  <a:pt x="167545" y="86801"/>
                  <a:pt x="167545" y="95901"/>
                </a:cubicBezTo>
                <a:lnTo>
                  <a:pt x="167545" y="150077"/>
                </a:lnTo>
                <a:lnTo>
                  <a:pt x="138896" y="150077"/>
                </a:lnTo>
                <a:lnTo>
                  <a:pt x="138896" y="612"/>
                </a:lnTo>
                <a:lnTo>
                  <a:pt x="167545" y="612"/>
                </a:lnTo>
                <a:close/>
                <a:moveTo>
                  <a:pt x="288299" y="75242"/>
                </a:moveTo>
                <a:lnTo>
                  <a:pt x="262301" y="70552"/>
                </a:lnTo>
                <a:cubicBezTo>
                  <a:pt x="265224" y="59947"/>
                  <a:pt x="270253" y="52096"/>
                  <a:pt x="277390" y="47001"/>
                </a:cubicBezTo>
                <a:cubicBezTo>
                  <a:pt x="284527" y="41903"/>
                  <a:pt x="295130" y="39354"/>
                  <a:pt x="309200" y="39354"/>
                </a:cubicBezTo>
                <a:cubicBezTo>
                  <a:pt x="321978" y="39354"/>
                  <a:pt x="331494" y="40867"/>
                  <a:pt x="337747" y="43891"/>
                </a:cubicBezTo>
                <a:cubicBezTo>
                  <a:pt x="344000" y="46916"/>
                  <a:pt x="348401" y="50756"/>
                  <a:pt x="350950" y="55412"/>
                </a:cubicBezTo>
                <a:cubicBezTo>
                  <a:pt x="353499" y="60068"/>
                  <a:pt x="354773" y="68615"/>
                  <a:pt x="354773" y="81054"/>
                </a:cubicBezTo>
                <a:lnTo>
                  <a:pt x="354467" y="114495"/>
                </a:lnTo>
                <a:cubicBezTo>
                  <a:pt x="354467" y="124010"/>
                  <a:pt x="354926" y="131028"/>
                  <a:pt x="355844" y="135548"/>
                </a:cubicBezTo>
                <a:cubicBezTo>
                  <a:pt x="356761" y="140068"/>
                  <a:pt x="358478" y="144911"/>
                  <a:pt x="360992" y="150077"/>
                </a:cubicBezTo>
                <a:lnTo>
                  <a:pt x="332649" y="150077"/>
                </a:lnTo>
                <a:cubicBezTo>
                  <a:pt x="331902" y="148173"/>
                  <a:pt x="330984" y="145353"/>
                  <a:pt x="329896" y="141614"/>
                </a:cubicBezTo>
                <a:cubicBezTo>
                  <a:pt x="329421" y="139915"/>
                  <a:pt x="329081" y="138794"/>
                  <a:pt x="328877" y="138250"/>
                </a:cubicBezTo>
                <a:cubicBezTo>
                  <a:pt x="323983" y="143008"/>
                  <a:pt x="318749" y="146576"/>
                  <a:pt x="313176" y="148955"/>
                </a:cubicBezTo>
                <a:cubicBezTo>
                  <a:pt x="307602" y="151334"/>
                  <a:pt x="301655" y="152523"/>
                  <a:pt x="295334" y="152523"/>
                </a:cubicBezTo>
                <a:cubicBezTo>
                  <a:pt x="284187" y="152523"/>
                  <a:pt x="275402" y="149512"/>
                  <a:pt x="268979" y="143488"/>
                </a:cubicBezTo>
                <a:cubicBezTo>
                  <a:pt x="262556" y="137464"/>
                  <a:pt x="259344" y="129849"/>
                  <a:pt x="259344" y="120644"/>
                </a:cubicBezTo>
                <a:cubicBezTo>
                  <a:pt x="259344" y="114552"/>
                  <a:pt x="260806" y="109121"/>
                  <a:pt x="263728" y="104350"/>
                </a:cubicBezTo>
                <a:cubicBezTo>
                  <a:pt x="266651" y="99577"/>
                  <a:pt x="270746" y="95922"/>
                  <a:pt x="276014" y="93384"/>
                </a:cubicBezTo>
                <a:cubicBezTo>
                  <a:pt x="281281" y="90845"/>
                  <a:pt x="288877" y="88629"/>
                  <a:pt x="298800" y="86734"/>
                </a:cubicBezTo>
                <a:cubicBezTo>
                  <a:pt x="312190" y="84230"/>
                  <a:pt x="321468" y="81895"/>
                  <a:pt x="326634" y="79728"/>
                </a:cubicBezTo>
                <a:lnTo>
                  <a:pt x="326634" y="76842"/>
                </a:lnTo>
                <a:cubicBezTo>
                  <a:pt x="326634" y="71274"/>
                  <a:pt x="325275" y="67306"/>
                  <a:pt x="322556" y="64935"/>
                </a:cubicBezTo>
                <a:cubicBezTo>
                  <a:pt x="319837" y="62563"/>
                  <a:pt x="314705" y="61376"/>
                  <a:pt x="307161" y="61376"/>
                </a:cubicBezTo>
                <a:cubicBezTo>
                  <a:pt x="302063" y="61376"/>
                  <a:pt x="298087" y="62402"/>
                  <a:pt x="295232" y="64454"/>
                </a:cubicBezTo>
                <a:cubicBezTo>
                  <a:pt x="292377" y="66504"/>
                  <a:pt x="290066" y="70100"/>
                  <a:pt x="288299" y="75242"/>
                </a:cubicBezTo>
                <a:moveTo>
                  <a:pt x="326634" y="98488"/>
                </a:moveTo>
                <a:cubicBezTo>
                  <a:pt x="322964" y="99696"/>
                  <a:pt x="317152" y="101141"/>
                  <a:pt x="309200" y="102821"/>
                </a:cubicBezTo>
                <a:cubicBezTo>
                  <a:pt x="301247" y="104499"/>
                  <a:pt x="296048" y="106144"/>
                  <a:pt x="293601" y="107756"/>
                </a:cubicBezTo>
                <a:cubicBezTo>
                  <a:pt x="289862" y="110375"/>
                  <a:pt x="287993" y="113699"/>
                  <a:pt x="287993" y="117728"/>
                </a:cubicBezTo>
                <a:cubicBezTo>
                  <a:pt x="287993" y="121692"/>
                  <a:pt x="289489" y="125118"/>
                  <a:pt x="292479" y="128007"/>
                </a:cubicBezTo>
                <a:cubicBezTo>
                  <a:pt x="295470" y="130893"/>
                  <a:pt x="299276" y="132336"/>
                  <a:pt x="303898" y="132336"/>
                </a:cubicBezTo>
                <a:cubicBezTo>
                  <a:pt x="309064" y="132336"/>
                  <a:pt x="313992" y="130657"/>
                  <a:pt x="318681" y="127299"/>
                </a:cubicBezTo>
                <a:cubicBezTo>
                  <a:pt x="322148" y="124748"/>
                  <a:pt x="324425" y="121625"/>
                  <a:pt x="325512" y="117929"/>
                </a:cubicBezTo>
                <a:cubicBezTo>
                  <a:pt x="326260" y="115512"/>
                  <a:pt x="326634" y="110912"/>
                  <a:pt x="326634" y="104130"/>
                </a:cubicBezTo>
                <a:lnTo>
                  <a:pt x="326634" y="98488"/>
                </a:lnTo>
                <a:close/>
                <a:moveTo>
                  <a:pt x="372506" y="119286"/>
                </a:moveTo>
                <a:lnTo>
                  <a:pt x="401257" y="114800"/>
                </a:lnTo>
                <a:cubicBezTo>
                  <a:pt x="402481" y="120340"/>
                  <a:pt x="404962" y="124545"/>
                  <a:pt x="408700" y="127417"/>
                </a:cubicBezTo>
                <a:cubicBezTo>
                  <a:pt x="412438" y="130289"/>
                  <a:pt x="417672" y="131725"/>
                  <a:pt x="424401" y="131725"/>
                </a:cubicBezTo>
                <a:cubicBezTo>
                  <a:pt x="431810" y="131725"/>
                  <a:pt x="437383" y="130367"/>
                  <a:pt x="441121" y="127653"/>
                </a:cubicBezTo>
                <a:cubicBezTo>
                  <a:pt x="443636" y="125752"/>
                  <a:pt x="444894" y="123206"/>
                  <a:pt x="444894" y="120016"/>
                </a:cubicBezTo>
                <a:cubicBezTo>
                  <a:pt x="444894" y="117843"/>
                  <a:pt x="444214" y="116044"/>
                  <a:pt x="442855" y="114619"/>
                </a:cubicBezTo>
                <a:cubicBezTo>
                  <a:pt x="441427" y="113262"/>
                  <a:pt x="438233" y="112006"/>
                  <a:pt x="433271" y="110853"/>
                </a:cubicBezTo>
                <a:cubicBezTo>
                  <a:pt x="410161" y="105764"/>
                  <a:pt x="395514" y="101114"/>
                  <a:pt x="389329" y="96904"/>
                </a:cubicBezTo>
                <a:cubicBezTo>
                  <a:pt x="380765" y="91063"/>
                  <a:pt x="376483" y="82948"/>
                  <a:pt x="376483" y="72559"/>
                </a:cubicBezTo>
                <a:cubicBezTo>
                  <a:pt x="376483" y="63188"/>
                  <a:pt x="380187" y="55311"/>
                  <a:pt x="387596" y="48928"/>
                </a:cubicBezTo>
                <a:cubicBezTo>
                  <a:pt x="395004" y="42546"/>
                  <a:pt x="406491" y="39354"/>
                  <a:pt x="422056" y="39354"/>
                </a:cubicBezTo>
                <a:cubicBezTo>
                  <a:pt x="436873" y="39354"/>
                  <a:pt x="447884" y="41759"/>
                  <a:pt x="455089" y="46568"/>
                </a:cubicBezTo>
                <a:cubicBezTo>
                  <a:pt x="462294" y="51376"/>
                  <a:pt x="467256" y="58488"/>
                  <a:pt x="469974" y="67901"/>
                </a:cubicBezTo>
                <a:lnTo>
                  <a:pt x="442957" y="72999"/>
                </a:lnTo>
                <a:cubicBezTo>
                  <a:pt x="441801" y="68785"/>
                  <a:pt x="439609" y="65557"/>
                  <a:pt x="436381" y="63314"/>
                </a:cubicBezTo>
                <a:cubicBezTo>
                  <a:pt x="433152" y="61071"/>
                  <a:pt x="428547" y="59949"/>
                  <a:pt x="422566" y="59949"/>
                </a:cubicBezTo>
                <a:cubicBezTo>
                  <a:pt x="415021" y="59949"/>
                  <a:pt x="409618" y="61002"/>
                  <a:pt x="406355" y="63106"/>
                </a:cubicBezTo>
                <a:cubicBezTo>
                  <a:pt x="404180" y="64598"/>
                  <a:pt x="403093" y="66531"/>
                  <a:pt x="403093" y="68908"/>
                </a:cubicBezTo>
                <a:cubicBezTo>
                  <a:pt x="403093" y="70943"/>
                  <a:pt x="404044" y="72673"/>
                  <a:pt x="405947" y="74098"/>
                </a:cubicBezTo>
                <a:cubicBezTo>
                  <a:pt x="408530" y="75999"/>
                  <a:pt x="417451" y="78681"/>
                  <a:pt x="432710" y="82143"/>
                </a:cubicBezTo>
                <a:cubicBezTo>
                  <a:pt x="447969" y="85605"/>
                  <a:pt x="458624" y="89852"/>
                  <a:pt x="464673" y="94884"/>
                </a:cubicBezTo>
                <a:cubicBezTo>
                  <a:pt x="470654" y="99986"/>
                  <a:pt x="473645" y="107093"/>
                  <a:pt x="473645" y="116205"/>
                </a:cubicBezTo>
                <a:cubicBezTo>
                  <a:pt x="473645" y="126135"/>
                  <a:pt x="469499" y="134671"/>
                  <a:pt x="461206" y="141812"/>
                </a:cubicBezTo>
                <a:cubicBezTo>
                  <a:pt x="452914" y="148953"/>
                  <a:pt x="440646" y="152523"/>
                  <a:pt x="424401" y="152523"/>
                </a:cubicBezTo>
                <a:cubicBezTo>
                  <a:pt x="409652" y="152523"/>
                  <a:pt x="397978" y="149542"/>
                  <a:pt x="389380" y="143580"/>
                </a:cubicBezTo>
                <a:cubicBezTo>
                  <a:pt x="380782" y="137616"/>
                  <a:pt x="375157" y="129518"/>
                  <a:pt x="372506" y="119286"/>
                </a:cubicBezTo>
                <a:close/>
                <a:moveTo>
                  <a:pt x="561013" y="115616"/>
                </a:moveTo>
                <a:lnTo>
                  <a:pt x="589560" y="120510"/>
                </a:lnTo>
                <a:cubicBezTo>
                  <a:pt x="585890" y="130943"/>
                  <a:pt x="580095" y="138887"/>
                  <a:pt x="572177" y="144342"/>
                </a:cubicBezTo>
                <a:cubicBezTo>
                  <a:pt x="564258" y="149796"/>
                  <a:pt x="554352" y="152523"/>
                  <a:pt x="542457" y="152523"/>
                </a:cubicBezTo>
                <a:cubicBezTo>
                  <a:pt x="523630" y="152523"/>
                  <a:pt x="509696" y="146372"/>
                  <a:pt x="500656" y="134070"/>
                </a:cubicBezTo>
                <a:cubicBezTo>
                  <a:pt x="493519" y="124214"/>
                  <a:pt x="489951" y="111776"/>
                  <a:pt x="489951" y="96754"/>
                </a:cubicBezTo>
                <a:cubicBezTo>
                  <a:pt x="489951" y="78811"/>
                  <a:pt x="494641" y="64758"/>
                  <a:pt x="504021" y="54596"/>
                </a:cubicBezTo>
                <a:cubicBezTo>
                  <a:pt x="513400" y="44435"/>
                  <a:pt x="525261" y="39354"/>
                  <a:pt x="539603" y="39354"/>
                </a:cubicBezTo>
                <a:cubicBezTo>
                  <a:pt x="555711" y="39354"/>
                  <a:pt x="568422" y="44673"/>
                  <a:pt x="577733" y="55310"/>
                </a:cubicBezTo>
                <a:cubicBezTo>
                  <a:pt x="587045" y="65947"/>
                  <a:pt x="591497" y="82243"/>
                  <a:pt x="591089" y="104197"/>
                </a:cubicBezTo>
                <a:lnTo>
                  <a:pt x="519314" y="104197"/>
                </a:lnTo>
                <a:cubicBezTo>
                  <a:pt x="519518" y="112693"/>
                  <a:pt x="521829" y="119303"/>
                  <a:pt x="526247" y="124027"/>
                </a:cubicBezTo>
                <a:cubicBezTo>
                  <a:pt x="530665" y="128751"/>
                  <a:pt x="536170" y="131113"/>
                  <a:pt x="542763" y="131113"/>
                </a:cubicBezTo>
                <a:cubicBezTo>
                  <a:pt x="547249" y="131113"/>
                  <a:pt x="551021" y="129890"/>
                  <a:pt x="554080" y="127443"/>
                </a:cubicBezTo>
                <a:cubicBezTo>
                  <a:pt x="557139" y="124996"/>
                  <a:pt x="559450" y="121054"/>
                  <a:pt x="561013" y="115616"/>
                </a:cubicBezTo>
                <a:moveTo>
                  <a:pt x="562644" y="86661"/>
                </a:moveTo>
                <a:cubicBezTo>
                  <a:pt x="562440" y="78403"/>
                  <a:pt x="560299" y="72124"/>
                  <a:pt x="556221" y="67825"/>
                </a:cubicBezTo>
                <a:cubicBezTo>
                  <a:pt x="552143" y="63526"/>
                  <a:pt x="547181" y="61376"/>
                  <a:pt x="541336" y="61376"/>
                </a:cubicBezTo>
                <a:cubicBezTo>
                  <a:pt x="535083" y="61376"/>
                  <a:pt x="529917" y="63644"/>
                  <a:pt x="525839" y="68179"/>
                </a:cubicBezTo>
                <a:cubicBezTo>
                  <a:pt x="521761" y="72716"/>
                  <a:pt x="519755" y="78876"/>
                  <a:pt x="519823" y="86661"/>
                </a:cubicBezTo>
                <a:lnTo>
                  <a:pt x="562644" y="86661"/>
                </a:lnTo>
                <a:close/>
                <a:moveTo>
                  <a:pt x="739501" y="150077"/>
                </a:moveTo>
                <a:lnTo>
                  <a:pt x="710851" y="150077"/>
                </a:lnTo>
                <a:lnTo>
                  <a:pt x="710851" y="42225"/>
                </a:lnTo>
                <a:cubicBezTo>
                  <a:pt x="700384" y="52051"/>
                  <a:pt x="688048" y="59318"/>
                  <a:pt x="673842" y="64027"/>
                </a:cubicBezTo>
                <a:lnTo>
                  <a:pt x="673842" y="37927"/>
                </a:lnTo>
                <a:cubicBezTo>
                  <a:pt x="681319" y="35474"/>
                  <a:pt x="689441" y="30823"/>
                  <a:pt x="698209" y="23975"/>
                </a:cubicBezTo>
                <a:cubicBezTo>
                  <a:pt x="706977" y="17125"/>
                  <a:pt x="712992" y="9133"/>
                  <a:pt x="716255" y="0"/>
                </a:cubicBezTo>
                <a:lnTo>
                  <a:pt x="739501" y="0"/>
                </a:lnTo>
                <a:lnTo>
                  <a:pt x="739501" y="150077"/>
                </a:lnTo>
                <a:close/>
                <a:moveTo>
                  <a:pt x="793529" y="70552"/>
                </a:moveTo>
                <a:lnTo>
                  <a:pt x="793529" y="41801"/>
                </a:lnTo>
                <a:lnTo>
                  <a:pt x="822178" y="41801"/>
                </a:lnTo>
                <a:lnTo>
                  <a:pt x="822178" y="70552"/>
                </a:lnTo>
                <a:lnTo>
                  <a:pt x="793529" y="70552"/>
                </a:lnTo>
                <a:moveTo>
                  <a:pt x="793529" y="150077"/>
                </a:moveTo>
                <a:lnTo>
                  <a:pt x="793529" y="121325"/>
                </a:lnTo>
                <a:lnTo>
                  <a:pt x="822178" y="121325"/>
                </a:lnTo>
                <a:lnTo>
                  <a:pt x="822178" y="150077"/>
                </a:lnTo>
                <a:lnTo>
                  <a:pt x="793529" y="150077"/>
                </a:lnTo>
                <a:close/>
                <a:moveTo>
                  <a:pt x="916119" y="150077"/>
                </a:moveTo>
                <a:lnTo>
                  <a:pt x="916119" y="612"/>
                </a:lnTo>
                <a:lnTo>
                  <a:pt x="1026943" y="612"/>
                </a:lnTo>
                <a:lnTo>
                  <a:pt x="1026943" y="25896"/>
                </a:lnTo>
                <a:lnTo>
                  <a:pt x="946298" y="25896"/>
                </a:lnTo>
                <a:lnTo>
                  <a:pt x="946298" y="58929"/>
                </a:lnTo>
                <a:lnTo>
                  <a:pt x="1021336" y="58929"/>
                </a:lnTo>
                <a:lnTo>
                  <a:pt x="1021336" y="84214"/>
                </a:lnTo>
                <a:lnTo>
                  <a:pt x="946298" y="84214"/>
                </a:lnTo>
                <a:lnTo>
                  <a:pt x="946298" y="124792"/>
                </a:lnTo>
                <a:lnTo>
                  <a:pt x="1029798" y="124792"/>
                </a:lnTo>
                <a:lnTo>
                  <a:pt x="1029798" y="150077"/>
                </a:lnTo>
                <a:lnTo>
                  <a:pt x="916119" y="150077"/>
                </a:lnTo>
                <a:close/>
                <a:moveTo>
                  <a:pt x="1041352" y="150077"/>
                </a:moveTo>
                <a:lnTo>
                  <a:pt x="1080401" y="94308"/>
                </a:lnTo>
                <a:lnTo>
                  <a:pt x="1042984" y="41801"/>
                </a:lnTo>
                <a:lnTo>
                  <a:pt x="1077954" y="41801"/>
                </a:lnTo>
                <a:lnTo>
                  <a:pt x="1097121" y="71572"/>
                </a:lnTo>
                <a:lnTo>
                  <a:pt x="1117308" y="41801"/>
                </a:lnTo>
                <a:lnTo>
                  <a:pt x="1150953" y="41801"/>
                </a:lnTo>
                <a:lnTo>
                  <a:pt x="1114250" y="93084"/>
                </a:lnTo>
                <a:lnTo>
                  <a:pt x="1154318" y="150077"/>
                </a:lnTo>
                <a:lnTo>
                  <a:pt x="1119143" y="150077"/>
                </a:lnTo>
                <a:lnTo>
                  <a:pt x="1097121" y="116534"/>
                </a:lnTo>
                <a:lnTo>
                  <a:pt x="1074895" y="150077"/>
                </a:lnTo>
                <a:lnTo>
                  <a:pt x="1041352" y="150077"/>
                </a:lnTo>
                <a:close/>
                <a:moveTo>
                  <a:pt x="1220480" y="41801"/>
                </a:moveTo>
                <a:lnTo>
                  <a:pt x="1220480" y="64639"/>
                </a:lnTo>
                <a:lnTo>
                  <a:pt x="1200904" y="64639"/>
                </a:lnTo>
                <a:lnTo>
                  <a:pt x="1200904" y="108205"/>
                </a:lnTo>
                <a:cubicBezTo>
                  <a:pt x="1200904" y="117028"/>
                  <a:pt x="1201091" y="122170"/>
                  <a:pt x="1201465" y="123629"/>
                </a:cubicBezTo>
                <a:cubicBezTo>
                  <a:pt x="1201839" y="125086"/>
                  <a:pt x="1202689" y="126290"/>
                  <a:pt x="1204014" y="127242"/>
                </a:cubicBezTo>
                <a:cubicBezTo>
                  <a:pt x="1205339" y="128191"/>
                  <a:pt x="1206954" y="128666"/>
                  <a:pt x="1208857" y="128666"/>
                </a:cubicBezTo>
                <a:cubicBezTo>
                  <a:pt x="1211508" y="128666"/>
                  <a:pt x="1215348" y="127749"/>
                  <a:pt x="1220378" y="125913"/>
                </a:cubicBezTo>
                <a:lnTo>
                  <a:pt x="1222824" y="148222"/>
                </a:lnTo>
                <a:cubicBezTo>
                  <a:pt x="1216163" y="151090"/>
                  <a:pt x="1208619" y="152523"/>
                  <a:pt x="1200191" y="152523"/>
                </a:cubicBezTo>
                <a:cubicBezTo>
                  <a:pt x="1195025" y="152523"/>
                  <a:pt x="1190369" y="151657"/>
                  <a:pt x="1186223" y="149924"/>
                </a:cubicBezTo>
                <a:cubicBezTo>
                  <a:pt x="1182077" y="148190"/>
                  <a:pt x="1179035" y="145947"/>
                  <a:pt x="1177098" y="143195"/>
                </a:cubicBezTo>
                <a:cubicBezTo>
                  <a:pt x="1175161" y="140442"/>
                  <a:pt x="1173819" y="136721"/>
                  <a:pt x="1173071" y="132031"/>
                </a:cubicBezTo>
                <a:cubicBezTo>
                  <a:pt x="1172459" y="128700"/>
                  <a:pt x="1172153" y="121971"/>
                  <a:pt x="1172153" y="111844"/>
                </a:cubicBezTo>
                <a:lnTo>
                  <a:pt x="1172153" y="64639"/>
                </a:lnTo>
                <a:lnTo>
                  <a:pt x="1159001" y="64639"/>
                </a:lnTo>
                <a:lnTo>
                  <a:pt x="1159001" y="41801"/>
                </a:lnTo>
                <a:lnTo>
                  <a:pt x="1172153" y="41801"/>
                </a:lnTo>
                <a:lnTo>
                  <a:pt x="1172153" y="20187"/>
                </a:lnTo>
                <a:lnTo>
                  <a:pt x="1200904" y="3263"/>
                </a:lnTo>
                <a:lnTo>
                  <a:pt x="1200904" y="41801"/>
                </a:lnTo>
                <a:lnTo>
                  <a:pt x="1220480" y="41801"/>
                </a:lnTo>
                <a:close/>
                <a:moveTo>
                  <a:pt x="1267854" y="150077"/>
                </a:moveTo>
                <a:lnTo>
                  <a:pt x="1239205" y="150077"/>
                </a:lnTo>
                <a:lnTo>
                  <a:pt x="1239205" y="41801"/>
                </a:lnTo>
                <a:lnTo>
                  <a:pt x="1265815" y="41801"/>
                </a:lnTo>
                <a:lnTo>
                  <a:pt x="1265815" y="57196"/>
                </a:lnTo>
                <a:cubicBezTo>
                  <a:pt x="1270369" y="49924"/>
                  <a:pt x="1274464" y="45132"/>
                  <a:pt x="1278100" y="42821"/>
                </a:cubicBezTo>
                <a:cubicBezTo>
                  <a:pt x="1281737" y="40510"/>
                  <a:pt x="1285866" y="39354"/>
                  <a:pt x="1290488" y="39354"/>
                </a:cubicBezTo>
                <a:cubicBezTo>
                  <a:pt x="1297013" y="39354"/>
                  <a:pt x="1303300" y="41155"/>
                  <a:pt x="1309349" y="44758"/>
                </a:cubicBezTo>
                <a:lnTo>
                  <a:pt x="1300479" y="69737"/>
                </a:lnTo>
                <a:cubicBezTo>
                  <a:pt x="1295653" y="66610"/>
                  <a:pt x="1291167" y="65047"/>
                  <a:pt x="1287021" y="65047"/>
                </a:cubicBezTo>
                <a:cubicBezTo>
                  <a:pt x="1283011" y="65047"/>
                  <a:pt x="1279613" y="66151"/>
                  <a:pt x="1276826" y="68360"/>
                </a:cubicBezTo>
                <a:cubicBezTo>
                  <a:pt x="1274039" y="70569"/>
                  <a:pt x="1271847" y="74562"/>
                  <a:pt x="1270250" y="80340"/>
                </a:cubicBezTo>
                <a:cubicBezTo>
                  <a:pt x="1268653" y="86117"/>
                  <a:pt x="1267854" y="98216"/>
                  <a:pt x="1267854" y="116636"/>
                </a:cubicBezTo>
                <a:lnTo>
                  <a:pt x="1267854" y="150077"/>
                </a:lnTo>
                <a:close/>
                <a:moveTo>
                  <a:pt x="1342749" y="75242"/>
                </a:moveTo>
                <a:lnTo>
                  <a:pt x="1316751" y="70552"/>
                </a:lnTo>
                <a:cubicBezTo>
                  <a:pt x="1319673" y="59947"/>
                  <a:pt x="1324703" y="52096"/>
                  <a:pt x="1331840" y="47001"/>
                </a:cubicBezTo>
                <a:cubicBezTo>
                  <a:pt x="1338977" y="41903"/>
                  <a:pt x="1349580" y="39354"/>
                  <a:pt x="1363650" y="39354"/>
                </a:cubicBezTo>
                <a:cubicBezTo>
                  <a:pt x="1376428" y="39354"/>
                  <a:pt x="1385944" y="40867"/>
                  <a:pt x="1392197" y="43891"/>
                </a:cubicBezTo>
                <a:cubicBezTo>
                  <a:pt x="1398450" y="46916"/>
                  <a:pt x="1402851" y="50756"/>
                  <a:pt x="1405400" y="55412"/>
                </a:cubicBezTo>
                <a:cubicBezTo>
                  <a:pt x="1407949" y="60068"/>
                  <a:pt x="1409223" y="68615"/>
                  <a:pt x="1409223" y="81054"/>
                </a:cubicBezTo>
                <a:lnTo>
                  <a:pt x="1408917" y="114495"/>
                </a:lnTo>
                <a:cubicBezTo>
                  <a:pt x="1408917" y="124010"/>
                  <a:pt x="1409376" y="131028"/>
                  <a:pt x="1410294" y="135548"/>
                </a:cubicBezTo>
                <a:cubicBezTo>
                  <a:pt x="1411211" y="140068"/>
                  <a:pt x="1412928" y="144911"/>
                  <a:pt x="1415442" y="150077"/>
                </a:cubicBezTo>
                <a:lnTo>
                  <a:pt x="1387099" y="150077"/>
                </a:lnTo>
                <a:cubicBezTo>
                  <a:pt x="1386351" y="148173"/>
                  <a:pt x="1385434" y="145353"/>
                  <a:pt x="1384346" y="141614"/>
                </a:cubicBezTo>
                <a:cubicBezTo>
                  <a:pt x="1383871" y="139915"/>
                  <a:pt x="1383531" y="138794"/>
                  <a:pt x="1383327" y="138250"/>
                </a:cubicBezTo>
                <a:cubicBezTo>
                  <a:pt x="1378433" y="143008"/>
                  <a:pt x="1373199" y="146576"/>
                  <a:pt x="1367626" y="148955"/>
                </a:cubicBezTo>
                <a:cubicBezTo>
                  <a:pt x="1362052" y="151334"/>
                  <a:pt x="1356105" y="152523"/>
                  <a:pt x="1349784" y="152523"/>
                </a:cubicBezTo>
                <a:cubicBezTo>
                  <a:pt x="1338637" y="152523"/>
                  <a:pt x="1329852" y="149512"/>
                  <a:pt x="1323429" y="143488"/>
                </a:cubicBezTo>
                <a:cubicBezTo>
                  <a:pt x="1317006" y="137464"/>
                  <a:pt x="1313794" y="129849"/>
                  <a:pt x="1313794" y="120644"/>
                </a:cubicBezTo>
                <a:cubicBezTo>
                  <a:pt x="1313794" y="114552"/>
                  <a:pt x="1315255" y="109121"/>
                  <a:pt x="1318178" y="104350"/>
                </a:cubicBezTo>
                <a:cubicBezTo>
                  <a:pt x="1321101" y="99577"/>
                  <a:pt x="1325196" y="95922"/>
                  <a:pt x="1330464" y="93384"/>
                </a:cubicBezTo>
                <a:cubicBezTo>
                  <a:pt x="1335731" y="90845"/>
                  <a:pt x="1343327" y="88629"/>
                  <a:pt x="1353250" y="86734"/>
                </a:cubicBezTo>
                <a:cubicBezTo>
                  <a:pt x="1366640" y="84230"/>
                  <a:pt x="1375918" y="81895"/>
                  <a:pt x="1381084" y="79728"/>
                </a:cubicBezTo>
                <a:lnTo>
                  <a:pt x="1381084" y="76842"/>
                </a:lnTo>
                <a:cubicBezTo>
                  <a:pt x="1381084" y="71274"/>
                  <a:pt x="1379724" y="67306"/>
                  <a:pt x="1377006" y="64935"/>
                </a:cubicBezTo>
                <a:cubicBezTo>
                  <a:pt x="1374287" y="62563"/>
                  <a:pt x="1369155" y="61376"/>
                  <a:pt x="1361611" y="61376"/>
                </a:cubicBezTo>
                <a:cubicBezTo>
                  <a:pt x="1356513" y="61376"/>
                  <a:pt x="1352537" y="62402"/>
                  <a:pt x="1349682" y="64454"/>
                </a:cubicBezTo>
                <a:cubicBezTo>
                  <a:pt x="1346827" y="66504"/>
                  <a:pt x="1344516" y="70100"/>
                  <a:pt x="1342749" y="75242"/>
                </a:cubicBezTo>
                <a:moveTo>
                  <a:pt x="1381084" y="98488"/>
                </a:moveTo>
                <a:cubicBezTo>
                  <a:pt x="1377413" y="99696"/>
                  <a:pt x="1371602" y="101141"/>
                  <a:pt x="1363650" y="102821"/>
                </a:cubicBezTo>
                <a:cubicBezTo>
                  <a:pt x="1355697" y="104499"/>
                  <a:pt x="1350498" y="106144"/>
                  <a:pt x="1348051" y="107756"/>
                </a:cubicBezTo>
                <a:cubicBezTo>
                  <a:pt x="1344312" y="110375"/>
                  <a:pt x="1342443" y="113699"/>
                  <a:pt x="1342443" y="117728"/>
                </a:cubicBezTo>
                <a:cubicBezTo>
                  <a:pt x="1342443" y="121692"/>
                  <a:pt x="1343939" y="125118"/>
                  <a:pt x="1346929" y="128007"/>
                </a:cubicBezTo>
                <a:cubicBezTo>
                  <a:pt x="1349920" y="130893"/>
                  <a:pt x="1353726" y="132336"/>
                  <a:pt x="1358348" y="132336"/>
                </a:cubicBezTo>
                <a:cubicBezTo>
                  <a:pt x="1363514" y="132336"/>
                  <a:pt x="1368442" y="130657"/>
                  <a:pt x="1373131" y="127299"/>
                </a:cubicBezTo>
                <a:cubicBezTo>
                  <a:pt x="1376598" y="124748"/>
                  <a:pt x="1378875" y="121625"/>
                  <a:pt x="1379962" y="117929"/>
                </a:cubicBezTo>
                <a:cubicBezTo>
                  <a:pt x="1380710" y="115512"/>
                  <a:pt x="1381084" y="110912"/>
                  <a:pt x="1381084" y="104130"/>
                </a:cubicBezTo>
                <a:lnTo>
                  <a:pt x="1381084" y="98488"/>
                </a:lnTo>
                <a:close/>
                <a:moveTo>
                  <a:pt x="1531460" y="73815"/>
                </a:moveTo>
                <a:lnTo>
                  <a:pt x="1503219" y="78913"/>
                </a:lnTo>
                <a:cubicBezTo>
                  <a:pt x="1502267" y="73305"/>
                  <a:pt x="1500109" y="69082"/>
                  <a:pt x="1496744" y="66245"/>
                </a:cubicBezTo>
                <a:cubicBezTo>
                  <a:pt x="1493380" y="63407"/>
                  <a:pt x="1489013" y="61988"/>
                  <a:pt x="1483643" y="61988"/>
                </a:cubicBezTo>
                <a:cubicBezTo>
                  <a:pt x="1476507" y="61988"/>
                  <a:pt x="1470814" y="64445"/>
                  <a:pt x="1466566" y="69357"/>
                </a:cubicBezTo>
                <a:cubicBezTo>
                  <a:pt x="1462318" y="74270"/>
                  <a:pt x="1460194" y="82486"/>
                  <a:pt x="1460194" y="94005"/>
                </a:cubicBezTo>
                <a:cubicBezTo>
                  <a:pt x="1460194" y="106813"/>
                  <a:pt x="1462352" y="115860"/>
                  <a:pt x="1466668" y="121147"/>
                </a:cubicBezTo>
                <a:cubicBezTo>
                  <a:pt x="1470984" y="126432"/>
                  <a:pt x="1476778" y="129074"/>
                  <a:pt x="1484051" y="129074"/>
                </a:cubicBezTo>
                <a:cubicBezTo>
                  <a:pt x="1489489" y="129074"/>
                  <a:pt x="1493941" y="127528"/>
                  <a:pt x="1497407" y="124435"/>
                </a:cubicBezTo>
                <a:cubicBezTo>
                  <a:pt x="1500874" y="121342"/>
                  <a:pt x="1503320" y="116024"/>
                  <a:pt x="1504748" y="108479"/>
                </a:cubicBezTo>
                <a:lnTo>
                  <a:pt x="1532887" y="113373"/>
                </a:lnTo>
                <a:cubicBezTo>
                  <a:pt x="1529964" y="126287"/>
                  <a:pt x="1524357" y="136041"/>
                  <a:pt x="1516065" y="142634"/>
                </a:cubicBezTo>
                <a:cubicBezTo>
                  <a:pt x="1507772" y="149227"/>
                  <a:pt x="1496659" y="152523"/>
                  <a:pt x="1482726" y="152523"/>
                </a:cubicBezTo>
                <a:cubicBezTo>
                  <a:pt x="1466889" y="152523"/>
                  <a:pt x="1454264" y="147528"/>
                  <a:pt x="1444850" y="137536"/>
                </a:cubicBezTo>
                <a:cubicBezTo>
                  <a:pt x="1435436" y="127545"/>
                  <a:pt x="1430729" y="113713"/>
                  <a:pt x="1430729" y="96041"/>
                </a:cubicBezTo>
                <a:cubicBezTo>
                  <a:pt x="1430729" y="78165"/>
                  <a:pt x="1435453" y="64248"/>
                  <a:pt x="1444901" y="54291"/>
                </a:cubicBezTo>
                <a:cubicBezTo>
                  <a:pt x="1454348" y="44333"/>
                  <a:pt x="1467127" y="39354"/>
                  <a:pt x="1483235" y="39354"/>
                </a:cubicBezTo>
                <a:cubicBezTo>
                  <a:pt x="1496422" y="39354"/>
                  <a:pt x="1506906" y="42192"/>
                  <a:pt x="1514688" y="47867"/>
                </a:cubicBezTo>
                <a:cubicBezTo>
                  <a:pt x="1522471" y="53543"/>
                  <a:pt x="1528061" y="62192"/>
                  <a:pt x="1531460" y="73815"/>
                </a:cubicBezTo>
                <a:close/>
                <a:moveTo>
                  <a:pt x="1602413" y="41801"/>
                </a:moveTo>
                <a:lnTo>
                  <a:pt x="1602413" y="64639"/>
                </a:lnTo>
                <a:lnTo>
                  <a:pt x="1582838" y="64639"/>
                </a:lnTo>
                <a:lnTo>
                  <a:pt x="1582838" y="108205"/>
                </a:lnTo>
                <a:cubicBezTo>
                  <a:pt x="1582838" y="117028"/>
                  <a:pt x="1583024" y="122170"/>
                  <a:pt x="1583398" y="123629"/>
                </a:cubicBezTo>
                <a:cubicBezTo>
                  <a:pt x="1583772" y="125086"/>
                  <a:pt x="1584622" y="126290"/>
                  <a:pt x="1585947" y="127242"/>
                </a:cubicBezTo>
                <a:cubicBezTo>
                  <a:pt x="1587273" y="128191"/>
                  <a:pt x="1588887" y="128666"/>
                  <a:pt x="1590790" y="128666"/>
                </a:cubicBezTo>
                <a:cubicBezTo>
                  <a:pt x="1593441" y="128666"/>
                  <a:pt x="1597281" y="127749"/>
                  <a:pt x="1602311" y="125913"/>
                </a:cubicBezTo>
                <a:lnTo>
                  <a:pt x="1604758" y="148222"/>
                </a:lnTo>
                <a:cubicBezTo>
                  <a:pt x="1598097" y="151090"/>
                  <a:pt x="1590552" y="152523"/>
                  <a:pt x="1582124" y="152523"/>
                </a:cubicBezTo>
                <a:cubicBezTo>
                  <a:pt x="1576958" y="152523"/>
                  <a:pt x="1572302" y="151657"/>
                  <a:pt x="1568156" y="149924"/>
                </a:cubicBezTo>
                <a:cubicBezTo>
                  <a:pt x="1564010" y="148190"/>
                  <a:pt x="1560968" y="145947"/>
                  <a:pt x="1559031" y="143195"/>
                </a:cubicBezTo>
                <a:cubicBezTo>
                  <a:pt x="1557094" y="140442"/>
                  <a:pt x="1555752" y="136721"/>
                  <a:pt x="1555004" y="132031"/>
                </a:cubicBezTo>
                <a:cubicBezTo>
                  <a:pt x="1554392" y="128700"/>
                  <a:pt x="1554086" y="121971"/>
                  <a:pt x="1554086" y="111844"/>
                </a:cubicBezTo>
                <a:lnTo>
                  <a:pt x="1554086" y="64639"/>
                </a:lnTo>
                <a:lnTo>
                  <a:pt x="1540934" y="64639"/>
                </a:lnTo>
                <a:lnTo>
                  <a:pt x="1540934" y="41801"/>
                </a:lnTo>
                <a:lnTo>
                  <a:pt x="1554086" y="41801"/>
                </a:lnTo>
                <a:lnTo>
                  <a:pt x="1554086" y="20187"/>
                </a:lnTo>
                <a:lnTo>
                  <a:pt x="1582838" y="3263"/>
                </a:lnTo>
                <a:lnTo>
                  <a:pt x="1582838" y="41801"/>
                </a:lnTo>
                <a:lnTo>
                  <a:pt x="1602413" y="41801"/>
                </a:lnTo>
                <a:close/>
                <a:moveTo>
                  <a:pt x="1622362" y="27120"/>
                </a:moveTo>
                <a:lnTo>
                  <a:pt x="1622362" y="612"/>
                </a:lnTo>
                <a:lnTo>
                  <a:pt x="1651011" y="612"/>
                </a:lnTo>
                <a:lnTo>
                  <a:pt x="1651011" y="27120"/>
                </a:lnTo>
                <a:lnTo>
                  <a:pt x="1622362" y="27120"/>
                </a:lnTo>
                <a:moveTo>
                  <a:pt x="1622362" y="150077"/>
                </a:moveTo>
                <a:lnTo>
                  <a:pt x="1622362" y="41801"/>
                </a:lnTo>
                <a:lnTo>
                  <a:pt x="1651011" y="41801"/>
                </a:lnTo>
                <a:lnTo>
                  <a:pt x="1651011" y="150077"/>
                </a:lnTo>
                <a:lnTo>
                  <a:pt x="1622362" y="150077"/>
                </a:lnTo>
                <a:close/>
                <a:moveTo>
                  <a:pt x="1674025" y="94410"/>
                </a:moveTo>
                <a:cubicBezTo>
                  <a:pt x="1674025" y="84894"/>
                  <a:pt x="1676370" y="75684"/>
                  <a:pt x="1681060" y="66780"/>
                </a:cubicBezTo>
                <a:cubicBezTo>
                  <a:pt x="1685750" y="57876"/>
                  <a:pt x="1692394" y="51079"/>
                  <a:pt x="1700992" y="46389"/>
                </a:cubicBezTo>
                <a:cubicBezTo>
                  <a:pt x="1709590" y="41699"/>
                  <a:pt x="1719191" y="39354"/>
                  <a:pt x="1729794" y="39354"/>
                </a:cubicBezTo>
                <a:cubicBezTo>
                  <a:pt x="1746175" y="39354"/>
                  <a:pt x="1759599" y="44673"/>
                  <a:pt x="1770066" y="55310"/>
                </a:cubicBezTo>
                <a:cubicBezTo>
                  <a:pt x="1780533" y="65947"/>
                  <a:pt x="1785767" y="79388"/>
                  <a:pt x="1785767" y="95633"/>
                </a:cubicBezTo>
                <a:cubicBezTo>
                  <a:pt x="1785767" y="112014"/>
                  <a:pt x="1780483" y="125591"/>
                  <a:pt x="1769913" y="136364"/>
                </a:cubicBezTo>
                <a:cubicBezTo>
                  <a:pt x="1759344" y="147137"/>
                  <a:pt x="1746039" y="152523"/>
                  <a:pt x="1729998" y="152523"/>
                </a:cubicBezTo>
                <a:cubicBezTo>
                  <a:pt x="1720075" y="152523"/>
                  <a:pt x="1710610" y="150280"/>
                  <a:pt x="1701604" y="145794"/>
                </a:cubicBezTo>
                <a:cubicBezTo>
                  <a:pt x="1692598" y="141308"/>
                  <a:pt x="1685750" y="134732"/>
                  <a:pt x="1681060" y="126066"/>
                </a:cubicBezTo>
                <a:cubicBezTo>
                  <a:pt x="1676370" y="117400"/>
                  <a:pt x="1674025" y="106848"/>
                  <a:pt x="1674025" y="94410"/>
                </a:cubicBezTo>
                <a:moveTo>
                  <a:pt x="1703388" y="95939"/>
                </a:moveTo>
                <a:cubicBezTo>
                  <a:pt x="1703388" y="106644"/>
                  <a:pt x="1705937" y="114843"/>
                  <a:pt x="1711035" y="120535"/>
                </a:cubicBezTo>
                <a:cubicBezTo>
                  <a:pt x="1716132" y="126228"/>
                  <a:pt x="1722420" y="129074"/>
                  <a:pt x="1729896" y="129074"/>
                </a:cubicBezTo>
                <a:cubicBezTo>
                  <a:pt x="1737373" y="129074"/>
                  <a:pt x="1743643" y="126228"/>
                  <a:pt x="1748707" y="120535"/>
                </a:cubicBezTo>
                <a:cubicBezTo>
                  <a:pt x="1753771" y="114843"/>
                  <a:pt x="1756302" y="106576"/>
                  <a:pt x="1756302" y="95735"/>
                </a:cubicBezTo>
                <a:cubicBezTo>
                  <a:pt x="1756302" y="85166"/>
                  <a:pt x="1753771" y="77035"/>
                  <a:pt x="1748707" y="71342"/>
                </a:cubicBezTo>
                <a:cubicBezTo>
                  <a:pt x="1743643" y="65650"/>
                  <a:pt x="1737373" y="62804"/>
                  <a:pt x="1729896" y="62804"/>
                </a:cubicBezTo>
                <a:cubicBezTo>
                  <a:pt x="1722420" y="62804"/>
                  <a:pt x="1716132" y="65650"/>
                  <a:pt x="1711035" y="71342"/>
                </a:cubicBezTo>
                <a:cubicBezTo>
                  <a:pt x="1705937" y="77035"/>
                  <a:pt x="1703388" y="85234"/>
                  <a:pt x="1703388" y="95939"/>
                </a:cubicBezTo>
                <a:close/>
                <a:moveTo>
                  <a:pt x="1907032" y="150077"/>
                </a:moveTo>
                <a:lnTo>
                  <a:pt x="1878382" y="150077"/>
                </a:lnTo>
                <a:lnTo>
                  <a:pt x="1878382" y="94881"/>
                </a:lnTo>
                <a:cubicBezTo>
                  <a:pt x="1878382" y="83203"/>
                  <a:pt x="1877771" y="75650"/>
                  <a:pt x="1876547" y="72222"/>
                </a:cubicBezTo>
                <a:cubicBezTo>
                  <a:pt x="1875324" y="68794"/>
                  <a:pt x="1873336" y="66129"/>
                  <a:pt x="1870583" y="64228"/>
                </a:cubicBezTo>
                <a:cubicBezTo>
                  <a:pt x="1867830" y="62327"/>
                  <a:pt x="1864517" y="61376"/>
                  <a:pt x="1860642" y="61376"/>
                </a:cubicBezTo>
                <a:cubicBezTo>
                  <a:pt x="1855681" y="61376"/>
                  <a:pt x="1851229" y="62735"/>
                  <a:pt x="1847286" y="65451"/>
                </a:cubicBezTo>
                <a:cubicBezTo>
                  <a:pt x="1843344" y="68166"/>
                  <a:pt x="1840642" y="71764"/>
                  <a:pt x="1839181" y="76246"/>
                </a:cubicBezTo>
                <a:cubicBezTo>
                  <a:pt x="1837720" y="80725"/>
                  <a:pt x="1836989" y="89008"/>
                  <a:pt x="1836989" y="101094"/>
                </a:cubicBezTo>
                <a:lnTo>
                  <a:pt x="1836989" y="150077"/>
                </a:lnTo>
                <a:lnTo>
                  <a:pt x="1808340" y="150077"/>
                </a:lnTo>
                <a:lnTo>
                  <a:pt x="1808340" y="41801"/>
                </a:lnTo>
                <a:lnTo>
                  <a:pt x="1834950" y="41801"/>
                </a:lnTo>
                <a:lnTo>
                  <a:pt x="1834950" y="57706"/>
                </a:lnTo>
                <a:cubicBezTo>
                  <a:pt x="1844398" y="45472"/>
                  <a:pt x="1856292" y="39354"/>
                  <a:pt x="1870634" y="39354"/>
                </a:cubicBezTo>
                <a:cubicBezTo>
                  <a:pt x="1876955" y="39354"/>
                  <a:pt x="1882733" y="40493"/>
                  <a:pt x="1887966" y="42770"/>
                </a:cubicBezTo>
                <a:cubicBezTo>
                  <a:pt x="1893200" y="45047"/>
                  <a:pt x="1897159" y="47952"/>
                  <a:pt x="1899844" y="51487"/>
                </a:cubicBezTo>
                <a:cubicBezTo>
                  <a:pt x="1902529" y="55021"/>
                  <a:pt x="1904398" y="59031"/>
                  <a:pt x="1905451" y="63517"/>
                </a:cubicBezTo>
                <a:cubicBezTo>
                  <a:pt x="1906505" y="68003"/>
                  <a:pt x="1907032" y="74427"/>
                  <a:pt x="1907032" y="82787"/>
                </a:cubicBezTo>
                <a:lnTo>
                  <a:pt x="1907032" y="150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Phase2:Conversion">
            <a:extLst xmlns:a="http://schemas.openxmlformats.org/drawingml/2006/main">
              <a:ext uri="{FF2B5EF4-FFF2-40B4-BE49-F238E27FC236}">
                <a16:creationId xmlns:a16="http://schemas.microsoft.com/office/drawing/2014/main" id="{F3489926-A4F5-4FBC-BB79-EB1A470A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529" y="81223"/>
            <a:ext cx="2034922" cy="154766"/>
          </a:xfrm>
          <a:custGeom xmlns:a="http://schemas.openxmlformats.org/drawingml/2006/main">
            <a:pathLst>
              <a:path w="2034922" h="154766">
                <a:moveTo>
                  <a:pt x="0" y="152116"/>
                </a:moveTo>
                <a:lnTo>
                  <a:pt x="0" y="2651"/>
                </a:lnTo>
                <a:lnTo>
                  <a:pt x="48428" y="2651"/>
                </a:lnTo>
                <a:cubicBezTo>
                  <a:pt x="66780" y="2651"/>
                  <a:pt x="78743" y="3397"/>
                  <a:pt x="84316" y="4891"/>
                </a:cubicBezTo>
                <a:cubicBezTo>
                  <a:pt x="92880" y="7131"/>
                  <a:pt x="100051" y="12003"/>
                  <a:pt x="105828" y="19505"/>
                </a:cubicBezTo>
                <a:cubicBezTo>
                  <a:pt x="111606" y="27007"/>
                  <a:pt x="114495" y="36699"/>
                  <a:pt x="114495" y="48581"/>
                </a:cubicBezTo>
                <a:cubicBezTo>
                  <a:pt x="114495" y="57746"/>
                  <a:pt x="112829" y="65452"/>
                  <a:pt x="109499" y="71699"/>
                </a:cubicBezTo>
                <a:cubicBezTo>
                  <a:pt x="106168" y="77946"/>
                  <a:pt x="101937" y="82852"/>
                  <a:pt x="96805" y="86416"/>
                </a:cubicBezTo>
                <a:cubicBezTo>
                  <a:pt x="91674" y="89980"/>
                  <a:pt x="86457" y="92340"/>
                  <a:pt x="81156" y="93495"/>
                </a:cubicBezTo>
                <a:cubicBezTo>
                  <a:pt x="73951" y="94920"/>
                  <a:pt x="63517" y="95633"/>
                  <a:pt x="49856" y="95633"/>
                </a:cubicBezTo>
                <a:lnTo>
                  <a:pt x="30178" y="95633"/>
                </a:lnTo>
                <a:lnTo>
                  <a:pt x="30178" y="152116"/>
                </a:lnTo>
                <a:lnTo>
                  <a:pt x="0" y="152116"/>
                </a:lnTo>
                <a:moveTo>
                  <a:pt x="30178" y="27935"/>
                </a:moveTo>
                <a:lnTo>
                  <a:pt x="30178" y="70348"/>
                </a:lnTo>
                <a:lnTo>
                  <a:pt x="46695" y="70348"/>
                </a:lnTo>
                <a:cubicBezTo>
                  <a:pt x="58590" y="70348"/>
                  <a:pt x="66542" y="69567"/>
                  <a:pt x="70552" y="68003"/>
                </a:cubicBezTo>
                <a:cubicBezTo>
                  <a:pt x="74562" y="66440"/>
                  <a:pt x="77706" y="63993"/>
                  <a:pt x="79983" y="60663"/>
                </a:cubicBezTo>
                <a:cubicBezTo>
                  <a:pt x="82260" y="57332"/>
                  <a:pt x="83398" y="53458"/>
                  <a:pt x="83398" y="49040"/>
                </a:cubicBezTo>
                <a:cubicBezTo>
                  <a:pt x="83398" y="43602"/>
                  <a:pt x="81801" y="39116"/>
                  <a:pt x="78607" y="35582"/>
                </a:cubicBezTo>
                <a:cubicBezTo>
                  <a:pt x="75412" y="32048"/>
                  <a:pt x="71368" y="29839"/>
                  <a:pt x="66474" y="28955"/>
                </a:cubicBezTo>
                <a:cubicBezTo>
                  <a:pt x="62872" y="28275"/>
                  <a:pt x="55633" y="27935"/>
                  <a:pt x="44758" y="27935"/>
                </a:cubicBezTo>
                <a:lnTo>
                  <a:pt x="30178" y="27935"/>
                </a:lnTo>
                <a:close/>
                <a:moveTo>
                  <a:pt x="167545" y="2651"/>
                </a:moveTo>
                <a:lnTo>
                  <a:pt x="167545" y="57681"/>
                </a:lnTo>
                <a:cubicBezTo>
                  <a:pt x="176788" y="46822"/>
                  <a:pt x="187834" y="41393"/>
                  <a:pt x="200680" y="41393"/>
                </a:cubicBezTo>
                <a:cubicBezTo>
                  <a:pt x="207273" y="41393"/>
                  <a:pt x="213220" y="42617"/>
                  <a:pt x="218522" y="45064"/>
                </a:cubicBezTo>
                <a:cubicBezTo>
                  <a:pt x="223823" y="47511"/>
                  <a:pt x="227817" y="50637"/>
                  <a:pt x="230501" y="54444"/>
                </a:cubicBezTo>
                <a:cubicBezTo>
                  <a:pt x="233186" y="58250"/>
                  <a:pt x="235021" y="62464"/>
                  <a:pt x="236007" y="67086"/>
                </a:cubicBezTo>
                <a:cubicBezTo>
                  <a:pt x="236992" y="71708"/>
                  <a:pt x="237485" y="78879"/>
                  <a:pt x="237485" y="88598"/>
                </a:cubicBezTo>
                <a:lnTo>
                  <a:pt x="237485" y="152116"/>
                </a:lnTo>
                <a:lnTo>
                  <a:pt x="208836" y="152116"/>
                </a:lnTo>
                <a:lnTo>
                  <a:pt x="208836" y="94986"/>
                </a:lnTo>
                <a:cubicBezTo>
                  <a:pt x="208836" y="83648"/>
                  <a:pt x="208292" y="76452"/>
                  <a:pt x="207205" y="73397"/>
                </a:cubicBezTo>
                <a:cubicBezTo>
                  <a:pt x="206117" y="70341"/>
                  <a:pt x="204197" y="67913"/>
                  <a:pt x="201444" y="66114"/>
                </a:cubicBezTo>
                <a:cubicBezTo>
                  <a:pt x="198692" y="64315"/>
                  <a:pt x="195242" y="63415"/>
                  <a:pt x="191096" y="63415"/>
                </a:cubicBezTo>
                <a:cubicBezTo>
                  <a:pt x="186338" y="63415"/>
                  <a:pt x="182090" y="64570"/>
                  <a:pt x="178352" y="66879"/>
                </a:cubicBezTo>
                <a:cubicBezTo>
                  <a:pt x="174613" y="69188"/>
                  <a:pt x="171878" y="72667"/>
                  <a:pt x="170144" y="77316"/>
                </a:cubicBezTo>
                <a:cubicBezTo>
                  <a:pt x="168411" y="81966"/>
                  <a:pt x="167545" y="88840"/>
                  <a:pt x="167545" y="97940"/>
                </a:cubicBezTo>
                <a:lnTo>
                  <a:pt x="167545" y="152116"/>
                </a:lnTo>
                <a:lnTo>
                  <a:pt x="138896" y="152116"/>
                </a:lnTo>
                <a:lnTo>
                  <a:pt x="138896" y="2651"/>
                </a:lnTo>
                <a:lnTo>
                  <a:pt x="167545" y="2651"/>
                </a:lnTo>
                <a:close/>
                <a:moveTo>
                  <a:pt x="288300" y="77281"/>
                </a:moveTo>
                <a:lnTo>
                  <a:pt x="262301" y="72591"/>
                </a:lnTo>
                <a:cubicBezTo>
                  <a:pt x="265224" y="61986"/>
                  <a:pt x="270254" y="54136"/>
                  <a:pt x="277390" y="49040"/>
                </a:cubicBezTo>
                <a:cubicBezTo>
                  <a:pt x="284527" y="43942"/>
                  <a:pt x="295130" y="41393"/>
                  <a:pt x="309200" y="41393"/>
                </a:cubicBezTo>
                <a:cubicBezTo>
                  <a:pt x="321978" y="41393"/>
                  <a:pt x="331494" y="42906"/>
                  <a:pt x="337747" y="45930"/>
                </a:cubicBezTo>
                <a:cubicBezTo>
                  <a:pt x="344001" y="48955"/>
                  <a:pt x="348402" y="52795"/>
                  <a:pt x="350950" y="57451"/>
                </a:cubicBezTo>
                <a:cubicBezTo>
                  <a:pt x="353499" y="62107"/>
                  <a:pt x="354774" y="70654"/>
                  <a:pt x="354774" y="83093"/>
                </a:cubicBezTo>
                <a:lnTo>
                  <a:pt x="354468" y="116534"/>
                </a:lnTo>
                <a:cubicBezTo>
                  <a:pt x="354468" y="126049"/>
                  <a:pt x="354927" y="133067"/>
                  <a:pt x="355844" y="137587"/>
                </a:cubicBezTo>
                <a:cubicBezTo>
                  <a:pt x="356762" y="142107"/>
                  <a:pt x="358478" y="146950"/>
                  <a:pt x="360993" y="152116"/>
                </a:cubicBezTo>
                <a:lnTo>
                  <a:pt x="332650" y="152116"/>
                </a:lnTo>
                <a:cubicBezTo>
                  <a:pt x="331902" y="150212"/>
                  <a:pt x="330984" y="147392"/>
                  <a:pt x="329897" y="143653"/>
                </a:cubicBezTo>
                <a:cubicBezTo>
                  <a:pt x="329421" y="141954"/>
                  <a:pt x="329081" y="140833"/>
                  <a:pt x="328877" y="140289"/>
                </a:cubicBezTo>
                <a:cubicBezTo>
                  <a:pt x="323984" y="145047"/>
                  <a:pt x="318750" y="148615"/>
                  <a:pt x="313176" y="150994"/>
                </a:cubicBezTo>
                <a:cubicBezTo>
                  <a:pt x="307603" y="153373"/>
                  <a:pt x="301656" y="154562"/>
                  <a:pt x="295334" y="154562"/>
                </a:cubicBezTo>
                <a:cubicBezTo>
                  <a:pt x="284187" y="154562"/>
                  <a:pt x="275402" y="151551"/>
                  <a:pt x="268979" y="145527"/>
                </a:cubicBezTo>
                <a:cubicBezTo>
                  <a:pt x="262556" y="139503"/>
                  <a:pt x="259345" y="131888"/>
                  <a:pt x="259345" y="122683"/>
                </a:cubicBezTo>
                <a:cubicBezTo>
                  <a:pt x="259345" y="116591"/>
                  <a:pt x="260806" y="111160"/>
                  <a:pt x="263729" y="106389"/>
                </a:cubicBezTo>
                <a:cubicBezTo>
                  <a:pt x="266651" y="101616"/>
                  <a:pt x="270746" y="97961"/>
                  <a:pt x="276014" y="95423"/>
                </a:cubicBezTo>
                <a:cubicBezTo>
                  <a:pt x="281282" y="92884"/>
                  <a:pt x="288877" y="90668"/>
                  <a:pt x="298801" y="88773"/>
                </a:cubicBezTo>
                <a:cubicBezTo>
                  <a:pt x="312191" y="86269"/>
                  <a:pt x="321469" y="83934"/>
                  <a:pt x="326634" y="81767"/>
                </a:cubicBezTo>
                <a:lnTo>
                  <a:pt x="326634" y="78881"/>
                </a:lnTo>
                <a:cubicBezTo>
                  <a:pt x="326634" y="73314"/>
                  <a:pt x="325275" y="69345"/>
                  <a:pt x="322556" y="66974"/>
                </a:cubicBezTo>
                <a:cubicBezTo>
                  <a:pt x="319837" y="64602"/>
                  <a:pt x="314706" y="63415"/>
                  <a:pt x="307161" y="63415"/>
                </a:cubicBezTo>
                <a:cubicBezTo>
                  <a:pt x="302063" y="63415"/>
                  <a:pt x="298087" y="64441"/>
                  <a:pt x="295232" y="66493"/>
                </a:cubicBezTo>
                <a:cubicBezTo>
                  <a:pt x="292378" y="68543"/>
                  <a:pt x="290067" y="72139"/>
                  <a:pt x="288300" y="77281"/>
                </a:cubicBezTo>
                <a:moveTo>
                  <a:pt x="326634" y="100527"/>
                </a:moveTo>
                <a:cubicBezTo>
                  <a:pt x="322964" y="101735"/>
                  <a:pt x="317153" y="103180"/>
                  <a:pt x="309200" y="104860"/>
                </a:cubicBezTo>
                <a:cubicBezTo>
                  <a:pt x="301248" y="106538"/>
                  <a:pt x="296048" y="108183"/>
                  <a:pt x="293601" y="109795"/>
                </a:cubicBezTo>
                <a:cubicBezTo>
                  <a:pt x="289863" y="112414"/>
                  <a:pt x="287994" y="115738"/>
                  <a:pt x="287994" y="119767"/>
                </a:cubicBezTo>
                <a:cubicBezTo>
                  <a:pt x="287994" y="123731"/>
                  <a:pt x="289489" y="127157"/>
                  <a:pt x="292480" y="130046"/>
                </a:cubicBezTo>
                <a:cubicBezTo>
                  <a:pt x="295470" y="132932"/>
                  <a:pt x="299277" y="134376"/>
                  <a:pt x="303899" y="134376"/>
                </a:cubicBezTo>
                <a:cubicBezTo>
                  <a:pt x="309064" y="134376"/>
                  <a:pt x="313992" y="132697"/>
                  <a:pt x="318682" y="129338"/>
                </a:cubicBezTo>
                <a:cubicBezTo>
                  <a:pt x="322148" y="126787"/>
                  <a:pt x="324425" y="123664"/>
                  <a:pt x="325513" y="119968"/>
                </a:cubicBezTo>
                <a:cubicBezTo>
                  <a:pt x="326260" y="117551"/>
                  <a:pt x="326634" y="112951"/>
                  <a:pt x="326634" y="106169"/>
                </a:cubicBezTo>
                <a:lnTo>
                  <a:pt x="326634" y="100527"/>
                </a:lnTo>
                <a:close/>
                <a:moveTo>
                  <a:pt x="372507" y="121325"/>
                </a:moveTo>
                <a:lnTo>
                  <a:pt x="401258" y="116839"/>
                </a:lnTo>
                <a:cubicBezTo>
                  <a:pt x="402481" y="122379"/>
                  <a:pt x="404962" y="126585"/>
                  <a:pt x="408700" y="129456"/>
                </a:cubicBezTo>
                <a:cubicBezTo>
                  <a:pt x="412439" y="132328"/>
                  <a:pt x="417672" y="133764"/>
                  <a:pt x="424401" y="133764"/>
                </a:cubicBezTo>
                <a:cubicBezTo>
                  <a:pt x="431810" y="133764"/>
                  <a:pt x="437384" y="132407"/>
                  <a:pt x="441122" y="129692"/>
                </a:cubicBezTo>
                <a:cubicBezTo>
                  <a:pt x="443637" y="127791"/>
                  <a:pt x="444894" y="125245"/>
                  <a:pt x="444894" y="122055"/>
                </a:cubicBezTo>
                <a:cubicBezTo>
                  <a:pt x="444894" y="119882"/>
                  <a:pt x="444215" y="118083"/>
                  <a:pt x="442855" y="116658"/>
                </a:cubicBezTo>
                <a:cubicBezTo>
                  <a:pt x="441428" y="115301"/>
                  <a:pt x="438233" y="114045"/>
                  <a:pt x="433271" y="112892"/>
                </a:cubicBezTo>
                <a:cubicBezTo>
                  <a:pt x="410162" y="107803"/>
                  <a:pt x="395514" y="103153"/>
                  <a:pt x="389329" y="98943"/>
                </a:cubicBezTo>
                <a:cubicBezTo>
                  <a:pt x="380765" y="93102"/>
                  <a:pt x="376483" y="84987"/>
                  <a:pt x="376483" y="74599"/>
                </a:cubicBezTo>
                <a:cubicBezTo>
                  <a:pt x="376483" y="65227"/>
                  <a:pt x="380187" y="57350"/>
                  <a:pt x="387596" y="50968"/>
                </a:cubicBezTo>
                <a:cubicBezTo>
                  <a:pt x="395005" y="44585"/>
                  <a:pt x="406491" y="41393"/>
                  <a:pt x="422056" y="41393"/>
                </a:cubicBezTo>
                <a:cubicBezTo>
                  <a:pt x="436874" y="41393"/>
                  <a:pt x="447885" y="43798"/>
                  <a:pt x="455090" y="48607"/>
                </a:cubicBezTo>
                <a:cubicBezTo>
                  <a:pt x="462294" y="53415"/>
                  <a:pt x="467256" y="60527"/>
                  <a:pt x="469975" y="69941"/>
                </a:cubicBezTo>
                <a:lnTo>
                  <a:pt x="442957" y="75038"/>
                </a:lnTo>
                <a:cubicBezTo>
                  <a:pt x="441802" y="70824"/>
                  <a:pt x="439610" y="67596"/>
                  <a:pt x="436381" y="65353"/>
                </a:cubicBezTo>
                <a:cubicBezTo>
                  <a:pt x="433152" y="63110"/>
                  <a:pt x="428548" y="61988"/>
                  <a:pt x="422566" y="61988"/>
                </a:cubicBezTo>
                <a:cubicBezTo>
                  <a:pt x="415022" y="61988"/>
                  <a:pt x="409618" y="63041"/>
                  <a:pt x="406356" y="65146"/>
                </a:cubicBezTo>
                <a:cubicBezTo>
                  <a:pt x="404181" y="66637"/>
                  <a:pt x="403093" y="68571"/>
                  <a:pt x="403093" y="70947"/>
                </a:cubicBezTo>
                <a:cubicBezTo>
                  <a:pt x="403093" y="72982"/>
                  <a:pt x="404045" y="74712"/>
                  <a:pt x="405948" y="76137"/>
                </a:cubicBezTo>
                <a:cubicBezTo>
                  <a:pt x="408531" y="78038"/>
                  <a:pt x="417452" y="80720"/>
                  <a:pt x="432711" y="84182"/>
                </a:cubicBezTo>
                <a:cubicBezTo>
                  <a:pt x="447970" y="87644"/>
                  <a:pt x="458624" y="91891"/>
                  <a:pt x="464673" y="96923"/>
                </a:cubicBezTo>
                <a:cubicBezTo>
                  <a:pt x="470655" y="102025"/>
                  <a:pt x="473645" y="109132"/>
                  <a:pt x="473645" y="118245"/>
                </a:cubicBezTo>
                <a:cubicBezTo>
                  <a:pt x="473645" y="128174"/>
                  <a:pt x="469499" y="136710"/>
                  <a:pt x="461207" y="143851"/>
                </a:cubicBezTo>
                <a:cubicBezTo>
                  <a:pt x="452915" y="150992"/>
                  <a:pt x="440646" y="154562"/>
                  <a:pt x="424401" y="154562"/>
                </a:cubicBezTo>
                <a:cubicBezTo>
                  <a:pt x="409652" y="154562"/>
                  <a:pt x="397978" y="151581"/>
                  <a:pt x="389380" y="145619"/>
                </a:cubicBezTo>
                <a:cubicBezTo>
                  <a:pt x="380782" y="139655"/>
                  <a:pt x="375158" y="131557"/>
                  <a:pt x="372507" y="121325"/>
                </a:cubicBezTo>
                <a:close/>
                <a:moveTo>
                  <a:pt x="561013" y="117655"/>
                </a:moveTo>
                <a:lnTo>
                  <a:pt x="589560" y="122549"/>
                </a:lnTo>
                <a:cubicBezTo>
                  <a:pt x="585890" y="132982"/>
                  <a:pt x="580095" y="140926"/>
                  <a:pt x="572177" y="146381"/>
                </a:cubicBezTo>
                <a:cubicBezTo>
                  <a:pt x="564258" y="151835"/>
                  <a:pt x="554352" y="154562"/>
                  <a:pt x="542457" y="154562"/>
                </a:cubicBezTo>
                <a:cubicBezTo>
                  <a:pt x="523630" y="154562"/>
                  <a:pt x="509696" y="148411"/>
                  <a:pt x="500656" y="136109"/>
                </a:cubicBezTo>
                <a:cubicBezTo>
                  <a:pt x="493519" y="126253"/>
                  <a:pt x="489951" y="113815"/>
                  <a:pt x="489951" y="98794"/>
                </a:cubicBezTo>
                <a:cubicBezTo>
                  <a:pt x="489951" y="80850"/>
                  <a:pt x="494641" y="66797"/>
                  <a:pt x="504020" y="56636"/>
                </a:cubicBezTo>
                <a:cubicBezTo>
                  <a:pt x="513400" y="46474"/>
                  <a:pt x="525261" y="41393"/>
                  <a:pt x="539602" y="41393"/>
                </a:cubicBezTo>
                <a:cubicBezTo>
                  <a:pt x="555711" y="41393"/>
                  <a:pt x="568421" y="46712"/>
                  <a:pt x="577733" y="57349"/>
                </a:cubicBezTo>
                <a:cubicBezTo>
                  <a:pt x="587045" y="67986"/>
                  <a:pt x="591497" y="84282"/>
                  <a:pt x="591089" y="106236"/>
                </a:cubicBezTo>
                <a:lnTo>
                  <a:pt x="519314" y="106236"/>
                </a:lnTo>
                <a:cubicBezTo>
                  <a:pt x="519517" y="114732"/>
                  <a:pt x="521828" y="121342"/>
                  <a:pt x="526246" y="126066"/>
                </a:cubicBezTo>
                <a:cubicBezTo>
                  <a:pt x="530664" y="130790"/>
                  <a:pt x="536170" y="133152"/>
                  <a:pt x="542763" y="133152"/>
                </a:cubicBezTo>
                <a:cubicBezTo>
                  <a:pt x="547249" y="133152"/>
                  <a:pt x="551021" y="131929"/>
                  <a:pt x="554080" y="129482"/>
                </a:cubicBezTo>
                <a:cubicBezTo>
                  <a:pt x="557139" y="127035"/>
                  <a:pt x="559449" y="123093"/>
                  <a:pt x="561013" y="117655"/>
                </a:cubicBezTo>
                <a:moveTo>
                  <a:pt x="562644" y="88700"/>
                </a:moveTo>
                <a:cubicBezTo>
                  <a:pt x="562440" y="80442"/>
                  <a:pt x="560299" y="74163"/>
                  <a:pt x="556221" y="69864"/>
                </a:cubicBezTo>
                <a:cubicBezTo>
                  <a:pt x="552143" y="65565"/>
                  <a:pt x="547181" y="63415"/>
                  <a:pt x="541336" y="63415"/>
                </a:cubicBezTo>
                <a:cubicBezTo>
                  <a:pt x="535082" y="63415"/>
                  <a:pt x="529917" y="65683"/>
                  <a:pt x="525839" y="70218"/>
                </a:cubicBezTo>
                <a:cubicBezTo>
                  <a:pt x="521760" y="74755"/>
                  <a:pt x="519755" y="80915"/>
                  <a:pt x="519823" y="88700"/>
                </a:cubicBezTo>
                <a:lnTo>
                  <a:pt x="562644" y="88700"/>
                </a:lnTo>
                <a:close/>
                <a:moveTo>
                  <a:pt x="762950" y="125404"/>
                </a:moveTo>
                <a:lnTo>
                  <a:pt x="762950" y="152116"/>
                </a:lnTo>
                <a:lnTo>
                  <a:pt x="662525" y="152116"/>
                </a:lnTo>
                <a:cubicBezTo>
                  <a:pt x="663613" y="142065"/>
                  <a:pt x="666875" y="132540"/>
                  <a:pt x="672313" y="123543"/>
                </a:cubicBezTo>
                <a:cubicBezTo>
                  <a:pt x="677750" y="114543"/>
                  <a:pt x="688489" y="102606"/>
                  <a:pt x="704530" y="87732"/>
                </a:cubicBezTo>
                <a:cubicBezTo>
                  <a:pt x="717444" y="75712"/>
                  <a:pt x="725363" y="67563"/>
                  <a:pt x="728286" y="63285"/>
                </a:cubicBezTo>
                <a:cubicBezTo>
                  <a:pt x="732228" y="57376"/>
                  <a:pt x="734199" y="51535"/>
                  <a:pt x="734199" y="45761"/>
                </a:cubicBezTo>
                <a:cubicBezTo>
                  <a:pt x="734199" y="39377"/>
                  <a:pt x="732483" y="34470"/>
                  <a:pt x="729050" y="31042"/>
                </a:cubicBezTo>
                <a:cubicBezTo>
                  <a:pt x="725618" y="27612"/>
                  <a:pt x="720877" y="25896"/>
                  <a:pt x="714828" y="25896"/>
                </a:cubicBezTo>
                <a:cubicBezTo>
                  <a:pt x="708846" y="25896"/>
                  <a:pt x="704088" y="27706"/>
                  <a:pt x="700554" y="31325"/>
                </a:cubicBezTo>
                <a:cubicBezTo>
                  <a:pt x="697020" y="34943"/>
                  <a:pt x="694981" y="40949"/>
                  <a:pt x="694437" y="49346"/>
                </a:cubicBezTo>
                <a:lnTo>
                  <a:pt x="665890" y="46478"/>
                </a:lnTo>
                <a:cubicBezTo>
                  <a:pt x="667589" y="30641"/>
                  <a:pt x="672924" y="19276"/>
                  <a:pt x="681896" y="12381"/>
                </a:cubicBezTo>
                <a:cubicBezTo>
                  <a:pt x="690868" y="5486"/>
                  <a:pt x="702083" y="2039"/>
                  <a:pt x="715541" y="2039"/>
                </a:cubicBezTo>
                <a:cubicBezTo>
                  <a:pt x="730291" y="2039"/>
                  <a:pt x="741879" y="6012"/>
                  <a:pt x="750308" y="13958"/>
                </a:cubicBezTo>
                <a:cubicBezTo>
                  <a:pt x="758736" y="21904"/>
                  <a:pt x="762950" y="31785"/>
                  <a:pt x="762950" y="43601"/>
                </a:cubicBezTo>
                <a:cubicBezTo>
                  <a:pt x="762950" y="50326"/>
                  <a:pt x="761743" y="56728"/>
                  <a:pt x="759331" y="62807"/>
                </a:cubicBezTo>
                <a:cubicBezTo>
                  <a:pt x="756918" y="68884"/>
                  <a:pt x="753094" y="75250"/>
                  <a:pt x="747861" y="81904"/>
                </a:cubicBezTo>
                <a:cubicBezTo>
                  <a:pt x="744394" y="86320"/>
                  <a:pt x="738141" y="92671"/>
                  <a:pt x="729101" y="100957"/>
                </a:cubicBezTo>
                <a:cubicBezTo>
                  <a:pt x="720061" y="109241"/>
                  <a:pt x="714335" y="114741"/>
                  <a:pt x="711922" y="117458"/>
                </a:cubicBezTo>
                <a:cubicBezTo>
                  <a:pt x="709509" y="120174"/>
                  <a:pt x="707555" y="122823"/>
                  <a:pt x="706060" y="125404"/>
                </a:cubicBezTo>
                <a:lnTo>
                  <a:pt x="762950" y="125404"/>
                </a:lnTo>
                <a:close/>
                <a:moveTo>
                  <a:pt x="793529" y="72591"/>
                </a:moveTo>
                <a:lnTo>
                  <a:pt x="793529" y="43840"/>
                </a:lnTo>
                <a:lnTo>
                  <a:pt x="822178" y="43840"/>
                </a:lnTo>
                <a:lnTo>
                  <a:pt x="822178" y="72591"/>
                </a:lnTo>
                <a:lnTo>
                  <a:pt x="793529" y="72591"/>
                </a:lnTo>
                <a:moveTo>
                  <a:pt x="793529" y="152116"/>
                </a:moveTo>
                <a:lnTo>
                  <a:pt x="793529" y="123365"/>
                </a:lnTo>
                <a:lnTo>
                  <a:pt x="822178" y="123365"/>
                </a:lnTo>
                <a:lnTo>
                  <a:pt x="822178" y="152116"/>
                </a:lnTo>
                <a:lnTo>
                  <a:pt x="793529" y="152116"/>
                </a:lnTo>
                <a:close/>
                <a:moveTo>
                  <a:pt x="1011752" y="97060"/>
                </a:moveTo>
                <a:lnTo>
                  <a:pt x="1041013" y="106236"/>
                </a:lnTo>
                <a:cubicBezTo>
                  <a:pt x="1036527" y="122653"/>
                  <a:pt x="1029068" y="134846"/>
                  <a:pt x="1018634" y="142815"/>
                </a:cubicBezTo>
                <a:cubicBezTo>
                  <a:pt x="1008201" y="150783"/>
                  <a:pt x="994964" y="154766"/>
                  <a:pt x="978923" y="154766"/>
                </a:cubicBezTo>
                <a:cubicBezTo>
                  <a:pt x="959076" y="154766"/>
                  <a:pt x="942763" y="147978"/>
                  <a:pt x="929985" y="134401"/>
                </a:cubicBezTo>
                <a:cubicBezTo>
                  <a:pt x="917207" y="120822"/>
                  <a:pt x="910818" y="102259"/>
                  <a:pt x="910818" y="78712"/>
                </a:cubicBezTo>
                <a:cubicBezTo>
                  <a:pt x="910818" y="53801"/>
                  <a:pt x="917241" y="34455"/>
                  <a:pt x="930087" y="20674"/>
                </a:cubicBezTo>
                <a:cubicBezTo>
                  <a:pt x="942933" y="6891"/>
                  <a:pt x="959824" y="0"/>
                  <a:pt x="980758" y="0"/>
                </a:cubicBezTo>
                <a:cubicBezTo>
                  <a:pt x="999042" y="0"/>
                  <a:pt x="1013893" y="5416"/>
                  <a:pt x="1025312" y="16249"/>
                </a:cubicBezTo>
                <a:cubicBezTo>
                  <a:pt x="1032109" y="22653"/>
                  <a:pt x="1037207" y="31850"/>
                  <a:pt x="1040605" y="43840"/>
                </a:cubicBezTo>
                <a:lnTo>
                  <a:pt x="1010733" y="50977"/>
                </a:lnTo>
                <a:cubicBezTo>
                  <a:pt x="1008966" y="43229"/>
                  <a:pt x="1005278" y="37111"/>
                  <a:pt x="999671" y="32625"/>
                </a:cubicBezTo>
                <a:cubicBezTo>
                  <a:pt x="994063" y="28139"/>
                  <a:pt x="987249" y="25896"/>
                  <a:pt x="979229" y="25896"/>
                </a:cubicBezTo>
                <a:cubicBezTo>
                  <a:pt x="968150" y="25896"/>
                  <a:pt x="959161" y="29873"/>
                  <a:pt x="952262" y="37825"/>
                </a:cubicBezTo>
                <a:cubicBezTo>
                  <a:pt x="945363" y="45777"/>
                  <a:pt x="941914" y="58658"/>
                  <a:pt x="941914" y="76466"/>
                </a:cubicBezTo>
                <a:cubicBezTo>
                  <a:pt x="941914" y="95361"/>
                  <a:pt x="945312" y="108819"/>
                  <a:pt x="952109" y="116839"/>
                </a:cubicBezTo>
                <a:cubicBezTo>
                  <a:pt x="958906" y="124860"/>
                  <a:pt x="967742" y="128870"/>
                  <a:pt x="978617" y="128870"/>
                </a:cubicBezTo>
                <a:cubicBezTo>
                  <a:pt x="986638" y="128870"/>
                  <a:pt x="993537" y="126314"/>
                  <a:pt x="999314" y="121201"/>
                </a:cubicBezTo>
                <a:cubicBezTo>
                  <a:pt x="1005091" y="116086"/>
                  <a:pt x="1009237" y="108040"/>
                  <a:pt x="1011752" y="97060"/>
                </a:cubicBezTo>
                <a:close/>
                <a:moveTo>
                  <a:pt x="1059800" y="96449"/>
                </a:moveTo>
                <a:cubicBezTo>
                  <a:pt x="1059800" y="86933"/>
                  <a:pt x="1062145" y="77723"/>
                  <a:pt x="1066835" y="68819"/>
                </a:cubicBezTo>
                <a:cubicBezTo>
                  <a:pt x="1071525" y="59915"/>
                  <a:pt x="1078169" y="53118"/>
                  <a:pt x="1086767" y="48428"/>
                </a:cubicBezTo>
                <a:cubicBezTo>
                  <a:pt x="1095365" y="43738"/>
                  <a:pt x="1104966" y="41393"/>
                  <a:pt x="1115569" y="41393"/>
                </a:cubicBezTo>
                <a:cubicBezTo>
                  <a:pt x="1131949" y="41393"/>
                  <a:pt x="1145373" y="46712"/>
                  <a:pt x="1155841" y="57349"/>
                </a:cubicBezTo>
                <a:cubicBezTo>
                  <a:pt x="1166308" y="67986"/>
                  <a:pt x="1171542" y="81427"/>
                  <a:pt x="1171542" y="97672"/>
                </a:cubicBezTo>
                <a:cubicBezTo>
                  <a:pt x="1171542" y="114053"/>
                  <a:pt x="1166257" y="127630"/>
                  <a:pt x="1155688" y="138403"/>
                </a:cubicBezTo>
                <a:cubicBezTo>
                  <a:pt x="1145118" y="149176"/>
                  <a:pt x="1131813" y="154562"/>
                  <a:pt x="1115773" y="154562"/>
                </a:cubicBezTo>
                <a:cubicBezTo>
                  <a:pt x="1105849" y="154562"/>
                  <a:pt x="1096384" y="152319"/>
                  <a:pt x="1087378" y="147834"/>
                </a:cubicBezTo>
                <a:cubicBezTo>
                  <a:pt x="1078372" y="143348"/>
                  <a:pt x="1071525" y="136771"/>
                  <a:pt x="1066835" y="128105"/>
                </a:cubicBezTo>
                <a:cubicBezTo>
                  <a:pt x="1062145" y="119439"/>
                  <a:pt x="1059800" y="108887"/>
                  <a:pt x="1059800" y="96449"/>
                </a:cubicBezTo>
                <a:moveTo>
                  <a:pt x="1089163" y="97978"/>
                </a:moveTo>
                <a:cubicBezTo>
                  <a:pt x="1089163" y="108683"/>
                  <a:pt x="1091711" y="116882"/>
                  <a:pt x="1096809" y="122574"/>
                </a:cubicBezTo>
                <a:cubicBezTo>
                  <a:pt x="1101907" y="128267"/>
                  <a:pt x="1108194" y="131113"/>
                  <a:pt x="1115671" y="131113"/>
                </a:cubicBezTo>
                <a:cubicBezTo>
                  <a:pt x="1123147" y="131113"/>
                  <a:pt x="1129418" y="128267"/>
                  <a:pt x="1134481" y="122574"/>
                </a:cubicBezTo>
                <a:cubicBezTo>
                  <a:pt x="1139545" y="116882"/>
                  <a:pt x="1142077" y="108615"/>
                  <a:pt x="1142077" y="97774"/>
                </a:cubicBezTo>
                <a:cubicBezTo>
                  <a:pt x="1142077" y="87205"/>
                  <a:pt x="1139545" y="79074"/>
                  <a:pt x="1134481" y="73381"/>
                </a:cubicBezTo>
                <a:cubicBezTo>
                  <a:pt x="1129418" y="67689"/>
                  <a:pt x="1123147" y="64843"/>
                  <a:pt x="1115671" y="64843"/>
                </a:cubicBezTo>
                <a:cubicBezTo>
                  <a:pt x="1108194" y="64843"/>
                  <a:pt x="1101907" y="67689"/>
                  <a:pt x="1096809" y="73381"/>
                </a:cubicBezTo>
                <a:cubicBezTo>
                  <a:pt x="1091711" y="79074"/>
                  <a:pt x="1089163" y="87273"/>
                  <a:pt x="1089163" y="97978"/>
                </a:cubicBezTo>
                <a:close/>
                <a:moveTo>
                  <a:pt x="1292806" y="152116"/>
                </a:moveTo>
                <a:lnTo>
                  <a:pt x="1264157" y="152116"/>
                </a:lnTo>
                <a:lnTo>
                  <a:pt x="1264157" y="96920"/>
                </a:lnTo>
                <a:cubicBezTo>
                  <a:pt x="1264157" y="85242"/>
                  <a:pt x="1263545" y="77689"/>
                  <a:pt x="1262322" y="74261"/>
                </a:cubicBezTo>
                <a:cubicBezTo>
                  <a:pt x="1261098" y="70833"/>
                  <a:pt x="1259110" y="68168"/>
                  <a:pt x="1256358" y="66267"/>
                </a:cubicBezTo>
                <a:cubicBezTo>
                  <a:pt x="1253605" y="64366"/>
                  <a:pt x="1250291" y="63415"/>
                  <a:pt x="1246417" y="63415"/>
                </a:cubicBezTo>
                <a:cubicBezTo>
                  <a:pt x="1241455" y="63415"/>
                  <a:pt x="1237003" y="64774"/>
                  <a:pt x="1233061" y="67490"/>
                </a:cubicBezTo>
                <a:cubicBezTo>
                  <a:pt x="1229119" y="70205"/>
                  <a:pt x="1226417" y="73803"/>
                  <a:pt x="1224956" y="78285"/>
                </a:cubicBezTo>
                <a:cubicBezTo>
                  <a:pt x="1223494" y="82764"/>
                  <a:pt x="1222764" y="91047"/>
                  <a:pt x="1222764" y="103133"/>
                </a:cubicBezTo>
                <a:lnTo>
                  <a:pt x="1222764" y="152116"/>
                </a:lnTo>
                <a:lnTo>
                  <a:pt x="1194115" y="152116"/>
                </a:lnTo>
                <a:lnTo>
                  <a:pt x="1194115" y="43840"/>
                </a:lnTo>
                <a:lnTo>
                  <a:pt x="1220725" y="43840"/>
                </a:lnTo>
                <a:lnTo>
                  <a:pt x="1220725" y="59745"/>
                </a:lnTo>
                <a:cubicBezTo>
                  <a:pt x="1230172" y="47511"/>
                  <a:pt x="1242067" y="41393"/>
                  <a:pt x="1256409" y="41393"/>
                </a:cubicBezTo>
                <a:cubicBezTo>
                  <a:pt x="1262730" y="41393"/>
                  <a:pt x="1268507" y="42532"/>
                  <a:pt x="1273741" y="44809"/>
                </a:cubicBezTo>
                <a:cubicBezTo>
                  <a:pt x="1278974" y="47086"/>
                  <a:pt x="1282934" y="49992"/>
                  <a:pt x="1285618" y="53526"/>
                </a:cubicBezTo>
                <a:cubicBezTo>
                  <a:pt x="1288303" y="57060"/>
                  <a:pt x="1290172" y="61071"/>
                  <a:pt x="1291226" y="65557"/>
                </a:cubicBezTo>
                <a:cubicBezTo>
                  <a:pt x="1292279" y="70042"/>
                  <a:pt x="1292806" y="76466"/>
                  <a:pt x="1292806" y="84826"/>
                </a:cubicBezTo>
                <a:lnTo>
                  <a:pt x="1292806" y="152116"/>
                </a:lnTo>
                <a:close/>
                <a:moveTo>
                  <a:pt x="1351980" y="152116"/>
                </a:moveTo>
                <a:lnTo>
                  <a:pt x="1308343" y="43840"/>
                </a:lnTo>
                <a:lnTo>
                  <a:pt x="1338420" y="43840"/>
                </a:lnTo>
                <a:lnTo>
                  <a:pt x="1358811" y="99099"/>
                </a:lnTo>
                <a:lnTo>
                  <a:pt x="1364724" y="117553"/>
                </a:lnTo>
                <a:cubicBezTo>
                  <a:pt x="1366287" y="112863"/>
                  <a:pt x="1367273" y="109771"/>
                  <a:pt x="1367681" y="108275"/>
                </a:cubicBezTo>
                <a:cubicBezTo>
                  <a:pt x="1368632" y="105217"/>
                  <a:pt x="1369652" y="102158"/>
                  <a:pt x="1370739" y="99099"/>
                </a:cubicBezTo>
                <a:lnTo>
                  <a:pt x="1391334" y="43840"/>
                </a:lnTo>
                <a:lnTo>
                  <a:pt x="1420799" y="43840"/>
                </a:lnTo>
                <a:lnTo>
                  <a:pt x="1377774" y="152116"/>
                </a:lnTo>
                <a:lnTo>
                  <a:pt x="1351980" y="152116"/>
                </a:lnTo>
                <a:close/>
                <a:moveTo>
                  <a:pt x="1500623" y="117655"/>
                </a:moveTo>
                <a:lnTo>
                  <a:pt x="1529170" y="122549"/>
                </a:lnTo>
                <a:cubicBezTo>
                  <a:pt x="1525500" y="132982"/>
                  <a:pt x="1519705" y="140926"/>
                  <a:pt x="1511787" y="146381"/>
                </a:cubicBezTo>
                <a:cubicBezTo>
                  <a:pt x="1503868" y="151835"/>
                  <a:pt x="1493962" y="154562"/>
                  <a:pt x="1482067" y="154562"/>
                </a:cubicBezTo>
                <a:cubicBezTo>
                  <a:pt x="1463240" y="154562"/>
                  <a:pt x="1449306" y="148411"/>
                  <a:pt x="1440266" y="136109"/>
                </a:cubicBezTo>
                <a:cubicBezTo>
                  <a:pt x="1433129" y="126253"/>
                  <a:pt x="1429561" y="113815"/>
                  <a:pt x="1429561" y="98794"/>
                </a:cubicBezTo>
                <a:cubicBezTo>
                  <a:pt x="1429561" y="80850"/>
                  <a:pt x="1434251" y="66797"/>
                  <a:pt x="1443630" y="56636"/>
                </a:cubicBezTo>
                <a:cubicBezTo>
                  <a:pt x="1453010" y="46474"/>
                  <a:pt x="1464871" y="41393"/>
                  <a:pt x="1479212" y="41393"/>
                </a:cubicBezTo>
                <a:cubicBezTo>
                  <a:pt x="1495321" y="41393"/>
                  <a:pt x="1508031" y="46712"/>
                  <a:pt x="1517343" y="57349"/>
                </a:cubicBezTo>
                <a:cubicBezTo>
                  <a:pt x="1526655" y="67986"/>
                  <a:pt x="1531107" y="84282"/>
                  <a:pt x="1530699" y="106236"/>
                </a:cubicBezTo>
                <a:lnTo>
                  <a:pt x="1458924" y="106236"/>
                </a:lnTo>
                <a:cubicBezTo>
                  <a:pt x="1459127" y="114732"/>
                  <a:pt x="1461438" y="121342"/>
                  <a:pt x="1465856" y="126066"/>
                </a:cubicBezTo>
                <a:cubicBezTo>
                  <a:pt x="1470274" y="130790"/>
                  <a:pt x="1475780" y="133152"/>
                  <a:pt x="1482373" y="133152"/>
                </a:cubicBezTo>
                <a:cubicBezTo>
                  <a:pt x="1486859" y="133152"/>
                  <a:pt x="1490631" y="131929"/>
                  <a:pt x="1493690" y="129482"/>
                </a:cubicBezTo>
                <a:cubicBezTo>
                  <a:pt x="1496749" y="127035"/>
                  <a:pt x="1499059" y="123093"/>
                  <a:pt x="1500623" y="117655"/>
                </a:cubicBezTo>
                <a:moveTo>
                  <a:pt x="1502254" y="88700"/>
                </a:moveTo>
                <a:cubicBezTo>
                  <a:pt x="1502050" y="80442"/>
                  <a:pt x="1499909" y="74163"/>
                  <a:pt x="1495831" y="69864"/>
                </a:cubicBezTo>
                <a:cubicBezTo>
                  <a:pt x="1491753" y="65565"/>
                  <a:pt x="1486791" y="63415"/>
                  <a:pt x="1480946" y="63415"/>
                </a:cubicBezTo>
                <a:cubicBezTo>
                  <a:pt x="1474692" y="63415"/>
                  <a:pt x="1469527" y="65683"/>
                  <a:pt x="1465449" y="70218"/>
                </a:cubicBezTo>
                <a:cubicBezTo>
                  <a:pt x="1461370" y="74755"/>
                  <a:pt x="1459365" y="80915"/>
                  <a:pt x="1459433" y="88700"/>
                </a:cubicBezTo>
                <a:lnTo>
                  <a:pt x="1502254" y="88700"/>
                </a:lnTo>
                <a:close/>
                <a:moveTo>
                  <a:pt x="1581058" y="152116"/>
                </a:moveTo>
                <a:lnTo>
                  <a:pt x="1552409" y="152116"/>
                </a:lnTo>
                <a:lnTo>
                  <a:pt x="1552409" y="43840"/>
                </a:lnTo>
                <a:lnTo>
                  <a:pt x="1579019" y="43840"/>
                </a:lnTo>
                <a:lnTo>
                  <a:pt x="1579019" y="59235"/>
                </a:lnTo>
                <a:cubicBezTo>
                  <a:pt x="1583573" y="51963"/>
                  <a:pt x="1587668" y="47171"/>
                  <a:pt x="1591304" y="44860"/>
                </a:cubicBezTo>
                <a:cubicBezTo>
                  <a:pt x="1594940" y="42549"/>
                  <a:pt x="1599070" y="41393"/>
                  <a:pt x="1603692" y="41393"/>
                </a:cubicBezTo>
                <a:cubicBezTo>
                  <a:pt x="1610217" y="41393"/>
                  <a:pt x="1616504" y="43195"/>
                  <a:pt x="1622553" y="46797"/>
                </a:cubicBezTo>
                <a:lnTo>
                  <a:pt x="1613683" y="71776"/>
                </a:lnTo>
                <a:cubicBezTo>
                  <a:pt x="1608857" y="68649"/>
                  <a:pt x="1604371" y="67086"/>
                  <a:pt x="1600225" y="67086"/>
                </a:cubicBezTo>
                <a:cubicBezTo>
                  <a:pt x="1596215" y="67086"/>
                  <a:pt x="1592816" y="68190"/>
                  <a:pt x="1590030" y="70399"/>
                </a:cubicBezTo>
                <a:cubicBezTo>
                  <a:pt x="1587243" y="72608"/>
                  <a:pt x="1585051" y="76602"/>
                  <a:pt x="1583454" y="82379"/>
                </a:cubicBezTo>
                <a:cubicBezTo>
                  <a:pt x="1581856" y="88156"/>
                  <a:pt x="1581058" y="100255"/>
                  <a:pt x="1581058" y="118675"/>
                </a:cubicBezTo>
                <a:lnTo>
                  <a:pt x="1581058" y="152116"/>
                </a:lnTo>
                <a:close/>
                <a:moveTo>
                  <a:pt x="1624449" y="121325"/>
                </a:moveTo>
                <a:lnTo>
                  <a:pt x="1653200" y="116839"/>
                </a:lnTo>
                <a:cubicBezTo>
                  <a:pt x="1654423" y="122379"/>
                  <a:pt x="1656904" y="126585"/>
                  <a:pt x="1660643" y="129456"/>
                </a:cubicBezTo>
                <a:cubicBezTo>
                  <a:pt x="1664381" y="132328"/>
                  <a:pt x="1669615" y="133764"/>
                  <a:pt x="1676344" y="133764"/>
                </a:cubicBezTo>
                <a:cubicBezTo>
                  <a:pt x="1683752" y="133764"/>
                  <a:pt x="1689326" y="132407"/>
                  <a:pt x="1693064" y="129692"/>
                </a:cubicBezTo>
                <a:cubicBezTo>
                  <a:pt x="1695579" y="127791"/>
                  <a:pt x="1696836" y="125245"/>
                  <a:pt x="1696836" y="122055"/>
                </a:cubicBezTo>
                <a:cubicBezTo>
                  <a:pt x="1696836" y="119882"/>
                  <a:pt x="1696157" y="118083"/>
                  <a:pt x="1694797" y="116658"/>
                </a:cubicBezTo>
                <a:cubicBezTo>
                  <a:pt x="1693370" y="115301"/>
                  <a:pt x="1690175" y="114045"/>
                  <a:pt x="1685214" y="112892"/>
                </a:cubicBezTo>
                <a:cubicBezTo>
                  <a:pt x="1662104" y="107803"/>
                  <a:pt x="1647457" y="103153"/>
                  <a:pt x="1641271" y="98943"/>
                </a:cubicBezTo>
                <a:cubicBezTo>
                  <a:pt x="1632707" y="93102"/>
                  <a:pt x="1628425" y="84987"/>
                  <a:pt x="1628425" y="74599"/>
                </a:cubicBezTo>
                <a:cubicBezTo>
                  <a:pt x="1628425" y="65227"/>
                  <a:pt x="1632129" y="57350"/>
                  <a:pt x="1639538" y="50968"/>
                </a:cubicBezTo>
                <a:cubicBezTo>
                  <a:pt x="1646947" y="44585"/>
                  <a:pt x="1658434" y="41393"/>
                  <a:pt x="1673999" y="41393"/>
                </a:cubicBezTo>
                <a:cubicBezTo>
                  <a:pt x="1688816" y="41393"/>
                  <a:pt x="1699827" y="43798"/>
                  <a:pt x="1707032" y="48607"/>
                </a:cubicBezTo>
                <a:cubicBezTo>
                  <a:pt x="1714237" y="53415"/>
                  <a:pt x="1719198" y="60527"/>
                  <a:pt x="1721917" y="69941"/>
                </a:cubicBezTo>
                <a:lnTo>
                  <a:pt x="1694899" y="75038"/>
                </a:lnTo>
                <a:cubicBezTo>
                  <a:pt x="1693744" y="70824"/>
                  <a:pt x="1691552" y="67596"/>
                  <a:pt x="1688323" y="65353"/>
                </a:cubicBezTo>
                <a:cubicBezTo>
                  <a:pt x="1685095" y="63110"/>
                  <a:pt x="1680490" y="61988"/>
                  <a:pt x="1674508" y="61988"/>
                </a:cubicBezTo>
                <a:cubicBezTo>
                  <a:pt x="1666964" y="61988"/>
                  <a:pt x="1661560" y="63041"/>
                  <a:pt x="1658298" y="65146"/>
                </a:cubicBezTo>
                <a:cubicBezTo>
                  <a:pt x="1656123" y="66637"/>
                  <a:pt x="1655035" y="68571"/>
                  <a:pt x="1655035" y="70947"/>
                </a:cubicBezTo>
                <a:cubicBezTo>
                  <a:pt x="1655035" y="72982"/>
                  <a:pt x="1655987" y="74712"/>
                  <a:pt x="1657890" y="76137"/>
                </a:cubicBezTo>
                <a:cubicBezTo>
                  <a:pt x="1660473" y="78038"/>
                  <a:pt x="1669394" y="80720"/>
                  <a:pt x="1684653" y="84182"/>
                </a:cubicBezTo>
                <a:cubicBezTo>
                  <a:pt x="1699912" y="87644"/>
                  <a:pt x="1710566" y="91891"/>
                  <a:pt x="1716616" y="96923"/>
                </a:cubicBezTo>
                <a:cubicBezTo>
                  <a:pt x="1722597" y="102025"/>
                  <a:pt x="1725587" y="109132"/>
                  <a:pt x="1725587" y="118245"/>
                </a:cubicBezTo>
                <a:cubicBezTo>
                  <a:pt x="1725587" y="128174"/>
                  <a:pt x="1721441" y="136710"/>
                  <a:pt x="1713149" y="143851"/>
                </a:cubicBezTo>
                <a:cubicBezTo>
                  <a:pt x="1704857" y="150992"/>
                  <a:pt x="1692588" y="154562"/>
                  <a:pt x="1676344" y="154562"/>
                </a:cubicBezTo>
                <a:cubicBezTo>
                  <a:pt x="1661594" y="154562"/>
                  <a:pt x="1649920" y="151581"/>
                  <a:pt x="1641322" y="145619"/>
                </a:cubicBezTo>
                <a:cubicBezTo>
                  <a:pt x="1632724" y="139655"/>
                  <a:pt x="1627100" y="131557"/>
                  <a:pt x="1624449" y="121325"/>
                </a:cubicBezTo>
                <a:close/>
                <a:moveTo>
                  <a:pt x="1750253" y="29159"/>
                </a:moveTo>
                <a:lnTo>
                  <a:pt x="1750253" y="2651"/>
                </a:lnTo>
                <a:lnTo>
                  <a:pt x="1778902" y="2651"/>
                </a:lnTo>
                <a:lnTo>
                  <a:pt x="1778902" y="29159"/>
                </a:lnTo>
                <a:lnTo>
                  <a:pt x="1750253" y="29159"/>
                </a:lnTo>
                <a:moveTo>
                  <a:pt x="1750253" y="152116"/>
                </a:moveTo>
                <a:lnTo>
                  <a:pt x="1750253" y="43840"/>
                </a:lnTo>
                <a:lnTo>
                  <a:pt x="1778902" y="43840"/>
                </a:lnTo>
                <a:lnTo>
                  <a:pt x="1778902" y="152116"/>
                </a:lnTo>
                <a:lnTo>
                  <a:pt x="1750253" y="152116"/>
                </a:lnTo>
                <a:close/>
                <a:moveTo>
                  <a:pt x="1801917" y="96449"/>
                </a:moveTo>
                <a:cubicBezTo>
                  <a:pt x="1801917" y="86933"/>
                  <a:pt x="1804262" y="77723"/>
                  <a:pt x="1808952" y="68819"/>
                </a:cubicBezTo>
                <a:cubicBezTo>
                  <a:pt x="1813642" y="59915"/>
                  <a:pt x="1820286" y="53118"/>
                  <a:pt x="1828884" y="48428"/>
                </a:cubicBezTo>
                <a:cubicBezTo>
                  <a:pt x="1837482" y="43738"/>
                  <a:pt x="1847083" y="41393"/>
                  <a:pt x="1857686" y="41393"/>
                </a:cubicBezTo>
                <a:cubicBezTo>
                  <a:pt x="1874066" y="41393"/>
                  <a:pt x="1887490" y="46712"/>
                  <a:pt x="1897958" y="57349"/>
                </a:cubicBezTo>
                <a:cubicBezTo>
                  <a:pt x="1908425" y="67986"/>
                  <a:pt x="1913659" y="81427"/>
                  <a:pt x="1913659" y="97672"/>
                </a:cubicBezTo>
                <a:cubicBezTo>
                  <a:pt x="1913659" y="114053"/>
                  <a:pt x="1908374" y="127630"/>
                  <a:pt x="1897805" y="138403"/>
                </a:cubicBezTo>
                <a:cubicBezTo>
                  <a:pt x="1887235" y="149176"/>
                  <a:pt x="1873930" y="154562"/>
                  <a:pt x="1857890" y="154562"/>
                </a:cubicBezTo>
                <a:cubicBezTo>
                  <a:pt x="1847966" y="154562"/>
                  <a:pt x="1838501" y="152319"/>
                  <a:pt x="1829495" y="147834"/>
                </a:cubicBezTo>
                <a:cubicBezTo>
                  <a:pt x="1820489" y="143348"/>
                  <a:pt x="1813642" y="136771"/>
                  <a:pt x="1808952" y="128105"/>
                </a:cubicBezTo>
                <a:cubicBezTo>
                  <a:pt x="1804262" y="119439"/>
                  <a:pt x="1801917" y="108887"/>
                  <a:pt x="1801917" y="96449"/>
                </a:cubicBezTo>
                <a:moveTo>
                  <a:pt x="1831280" y="97978"/>
                </a:moveTo>
                <a:cubicBezTo>
                  <a:pt x="1831280" y="108683"/>
                  <a:pt x="1833829" y="116882"/>
                  <a:pt x="1838926" y="122574"/>
                </a:cubicBezTo>
                <a:cubicBezTo>
                  <a:pt x="1844024" y="128267"/>
                  <a:pt x="1850311" y="131113"/>
                  <a:pt x="1857788" y="131113"/>
                </a:cubicBezTo>
                <a:cubicBezTo>
                  <a:pt x="1865264" y="131113"/>
                  <a:pt x="1871535" y="128267"/>
                  <a:pt x="1876598" y="122574"/>
                </a:cubicBezTo>
                <a:cubicBezTo>
                  <a:pt x="1881662" y="116882"/>
                  <a:pt x="1884194" y="108615"/>
                  <a:pt x="1884194" y="97774"/>
                </a:cubicBezTo>
                <a:cubicBezTo>
                  <a:pt x="1884194" y="87205"/>
                  <a:pt x="1881662" y="79074"/>
                  <a:pt x="1876598" y="73381"/>
                </a:cubicBezTo>
                <a:cubicBezTo>
                  <a:pt x="1871535" y="67689"/>
                  <a:pt x="1865264" y="64843"/>
                  <a:pt x="1857788" y="64843"/>
                </a:cubicBezTo>
                <a:cubicBezTo>
                  <a:pt x="1850311" y="64843"/>
                  <a:pt x="1844024" y="67689"/>
                  <a:pt x="1838926" y="73381"/>
                </a:cubicBezTo>
                <a:cubicBezTo>
                  <a:pt x="1833829" y="79074"/>
                  <a:pt x="1831280" y="87273"/>
                  <a:pt x="1831280" y="97978"/>
                </a:cubicBezTo>
                <a:close/>
                <a:moveTo>
                  <a:pt x="2034922" y="152116"/>
                </a:moveTo>
                <a:lnTo>
                  <a:pt x="2006273" y="152116"/>
                </a:lnTo>
                <a:lnTo>
                  <a:pt x="2006273" y="96920"/>
                </a:lnTo>
                <a:cubicBezTo>
                  <a:pt x="2006273" y="85242"/>
                  <a:pt x="2005662" y="77689"/>
                  <a:pt x="2004438" y="74261"/>
                </a:cubicBezTo>
                <a:cubicBezTo>
                  <a:pt x="2003215" y="70833"/>
                  <a:pt x="2001227" y="68168"/>
                  <a:pt x="1998474" y="66267"/>
                </a:cubicBezTo>
                <a:cubicBezTo>
                  <a:pt x="1995721" y="64366"/>
                  <a:pt x="1992408" y="63415"/>
                  <a:pt x="1988533" y="63415"/>
                </a:cubicBezTo>
                <a:cubicBezTo>
                  <a:pt x="1983572" y="63415"/>
                  <a:pt x="1979120" y="64774"/>
                  <a:pt x="1975177" y="67490"/>
                </a:cubicBezTo>
                <a:cubicBezTo>
                  <a:pt x="1971235" y="70205"/>
                  <a:pt x="1968533" y="73803"/>
                  <a:pt x="1967072" y="78285"/>
                </a:cubicBezTo>
                <a:cubicBezTo>
                  <a:pt x="1965611" y="82764"/>
                  <a:pt x="1964880" y="91047"/>
                  <a:pt x="1964880" y="103133"/>
                </a:cubicBezTo>
                <a:lnTo>
                  <a:pt x="1964880" y="152116"/>
                </a:lnTo>
                <a:lnTo>
                  <a:pt x="1936231" y="152116"/>
                </a:lnTo>
                <a:lnTo>
                  <a:pt x="1936231" y="43840"/>
                </a:lnTo>
                <a:lnTo>
                  <a:pt x="1962841" y="43840"/>
                </a:lnTo>
                <a:lnTo>
                  <a:pt x="1962841" y="59745"/>
                </a:lnTo>
                <a:cubicBezTo>
                  <a:pt x="1972289" y="47511"/>
                  <a:pt x="1984183" y="41393"/>
                  <a:pt x="1998525" y="41393"/>
                </a:cubicBezTo>
                <a:cubicBezTo>
                  <a:pt x="2004846" y="41393"/>
                  <a:pt x="2010623" y="42532"/>
                  <a:pt x="2015857" y="44809"/>
                </a:cubicBezTo>
                <a:cubicBezTo>
                  <a:pt x="2021091" y="47086"/>
                  <a:pt x="2025050" y="49992"/>
                  <a:pt x="2027735" y="53526"/>
                </a:cubicBezTo>
                <a:cubicBezTo>
                  <a:pt x="2030419" y="57060"/>
                  <a:pt x="2032289" y="61071"/>
                  <a:pt x="2033342" y="65557"/>
                </a:cubicBezTo>
                <a:cubicBezTo>
                  <a:pt x="2034396" y="70042"/>
                  <a:pt x="2034922" y="76466"/>
                  <a:pt x="2034922" y="84826"/>
                </a:cubicBezTo>
                <a:lnTo>
                  <a:pt x="2034922" y="1521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Phase3:Multi-objectiveSearch">
            <a:extLst xmlns:a="http://schemas.openxmlformats.org/drawingml/2006/main">
              <a:ext uri="{FF2B5EF4-FFF2-40B4-BE49-F238E27FC236}">
                <a16:creationId xmlns:a16="http://schemas.microsoft.com/office/drawing/2014/main" id="{14A09A3D-CC4F-4447-9043-1554FBCE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340" y="81380"/>
            <a:ext cx="3102424" cy="196160"/>
          </a:xfrm>
          <a:custGeom xmlns:a="http://schemas.openxmlformats.org/drawingml/2006/main">
            <a:pathLst>
              <a:path w="3102424" h="196160">
                <a:moveTo>
                  <a:pt x="0" y="152116"/>
                </a:moveTo>
                <a:lnTo>
                  <a:pt x="0" y="2651"/>
                </a:lnTo>
                <a:lnTo>
                  <a:pt x="48428" y="2651"/>
                </a:lnTo>
                <a:cubicBezTo>
                  <a:pt x="66780" y="2651"/>
                  <a:pt x="78743" y="3397"/>
                  <a:pt x="84316" y="4891"/>
                </a:cubicBezTo>
                <a:cubicBezTo>
                  <a:pt x="92880" y="7131"/>
                  <a:pt x="100051" y="12003"/>
                  <a:pt x="105828" y="19505"/>
                </a:cubicBezTo>
                <a:cubicBezTo>
                  <a:pt x="111606" y="27007"/>
                  <a:pt x="114495" y="36699"/>
                  <a:pt x="114495" y="48581"/>
                </a:cubicBezTo>
                <a:cubicBezTo>
                  <a:pt x="114495" y="57746"/>
                  <a:pt x="112829" y="65452"/>
                  <a:pt x="109499" y="71699"/>
                </a:cubicBezTo>
                <a:cubicBezTo>
                  <a:pt x="106168" y="77946"/>
                  <a:pt x="101937" y="82852"/>
                  <a:pt x="96805" y="86416"/>
                </a:cubicBezTo>
                <a:cubicBezTo>
                  <a:pt x="91674" y="89980"/>
                  <a:pt x="86457" y="92340"/>
                  <a:pt x="81156" y="93495"/>
                </a:cubicBezTo>
                <a:cubicBezTo>
                  <a:pt x="73951" y="94920"/>
                  <a:pt x="63517" y="95633"/>
                  <a:pt x="49856" y="95633"/>
                </a:cubicBezTo>
                <a:lnTo>
                  <a:pt x="30178" y="95633"/>
                </a:lnTo>
                <a:lnTo>
                  <a:pt x="30178" y="152116"/>
                </a:lnTo>
                <a:lnTo>
                  <a:pt x="0" y="152116"/>
                </a:lnTo>
                <a:moveTo>
                  <a:pt x="30178" y="27935"/>
                </a:moveTo>
                <a:lnTo>
                  <a:pt x="30178" y="70348"/>
                </a:lnTo>
                <a:lnTo>
                  <a:pt x="46695" y="70348"/>
                </a:lnTo>
                <a:cubicBezTo>
                  <a:pt x="58590" y="70348"/>
                  <a:pt x="66542" y="69567"/>
                  <a:pt x="70552" y="68003"/>
                </a:cubicBezTo>
                <a:cubicBezTo>
                  <a:pt x="74562" y="66440"/>
                  <a:pt x="77706" y="63993"/>
                  <a:pt x="79983" y="60663"/>
                </a:cubicBezTo>
                <a:cubicBezTo>
                  <a:pt x="82260" y="57332"/>
                  <a:pt x="83398" y="53458"/>
                  <a:pt x="83398" y="49040"/>
                </a:cubicBezTo>
                <a:cubicBezTo>
                  <a:pt x="83398" y="43602"/>
                  <a:pt x="81801" y="39116"/>
                  <a:pt x="78607" y="35582"/>
                </a:cubicBezTo>
                <a:cubicBezTo>
                  <a:pt x="75412" y="32048"/>
                  <a:pt x="71368" y="29839"/>
                  <a:pt x="66474" y="28955"/>
                </a:cubicBezTo>
                <a:cubicBezTo>
                  <a:pt x="62872" y="28275"/>
                  <a:pt x="55633" y="27935"/>
                  <a:pt x="44758" y="27935"/>
                </a:cubicBezTo>
                <a:lnTo>
                  <a:pt x="30178" y="27935"/>
                </a:lnTo>
                <a:close/>
                <a:moveTo>
                  <a:pt x="167544" y="2651"/>
                </a:moveTo>
                <a:lnTo>
                  <a:pt x="167544" y="57681"/>
                </a:lnTo>
                <a:cubicBezTo>
                  <a:pt x="176788" y="46822"/>
                  <a:pt x="187833" y="41393"/>
                  <a:pt x="200679" y="41393"/>
                </a:cubicBezTo>
                <a:cubicBezTo>
                  <a:pt x="207273" y="41393"/>
                  <a:pt x="213220" y="42617"/>
                  <a:pt x="218521" y="45064"/>
                </a:cubicBezTo>
                <a:cubicBezTo>
                  <a:pt x="223823" y="47511"/>
                  <a:pt x="227816" y="50637"/>
                  <a:pt x="230501" y="54444"/>
                </a:cubicBezTo>
                <a:cubicBezTo>
                  <a:pt x="233186" y="58250"/>
                  <a:pt x="235021" y="62464"/>
                  <a:pt x="236007" y="67086"/>
                </a:cubicBezTo>
                <a:cubicBezTo>
                  <a:pt x="236992" y="71708"/>
                  <a:pt x="237485" y="78879"/>
                  <a:pt x="237485" y="88598"/>
                </a:cubicBezTo>
                <a:lnTo>
                  <a:pt x="237485" y="152116"/>
                </a:lnTo>
                <a:lnTo>
                  <a:pt x="208836" y="152116"/>
                </a:lnTo>
                <a:lnTo>
                  <a:pt x="208836" y="94986"/>
                </a:lnTo>
                <a:cubicBezTo>
                  <a:pt x="208836" y="83648"/>
                  <a:pt x="208292" y="76452"/>
                  <a:pt x="207205" y="73397"/>
                </a:cubicBezTo>
                <a:cubicBezTo>
                  <a:pt x="206117" y="70341"/>
                  <a:pt x="204197" y="67913"/>
                  <a:pt x="201444" y="66114"/>
                </a:cubicBezTo>
                <a:cubicBezTo>
                  <a:pt x="198691" y="64315"/>
                  <a:pt x="195242" y="63415"/>
                  <a:pt x="191096" y="63415"/>
                </a:cubicBezTo>
                <a:cubicBezTo>
                  <a:pt x="186338" y="63415"/>
                  <a:pt x="182090" y="64570"/>
                  <a:pt x="178352" y="66879"/>
                </a:cubicBezTo>
                <a:cubicBezTo>
                  <a:pt x="174613" y="69188"/>
                  <a:pt x="171877" y="72667"/>
                  <a:pt x="170144" y="77316"/>
                </a:cubicBezTo>
                <a:cubicBezTo>
                  <a:pt x="168411" y="81966"/>
                  <a:pt x="167544" y="88840"/>
                  <a:pt x="167544" y="97940"/>
                </a:cubicBezTo>
                <a:lnTo>
                  <a:pt x="167544" y="152116"/>
                </a:lnTo>
                <a:lnTo>
                  <a:pt x="138895" y="152116"/>
                </a:lnTo>
                <a:lnTo>
                  <a:pt x="138895" y="2651"/>
                </a:lnTo>
                <a:lnTo>
                  <a:pt x="167544" y="2651"/>
                </a:lnTo>
                <a:close/>
                <a:moveTo>
                  <a:pt x="288298" y="77281"/>
                </a:moveTo>
                <a:lnTo>
                  <a:pt x="262300" y="72591"/>
                </a:lnTo>
                <a:cubicBezTo>
                  <a:pt x="265223" y="61986"/>
                  <a:pt x="270253" y="54136"/>
                  <a:pt x="277389" y="49040"/>
                </a:cubicBezTo>
                <a:cubicBezTo>
                  <a:pt x="284526" y="43942"/>
                  <a:pt x="295129" y="41393"/>
                  <a:pt x="309199" y="41393"/>
                </a:cubicBezTo>
                <a:cubicBezTo>
                  <a:pt x="321977" y="41393"/>
                  <a:pt x="331493" y="42906"/>
                  <a:pt x="337746" y="45930"/>
                </a:cubicBezTo>
                <a:cubicBezTo>
                  <a:pt x="343999" y="48955"/>
                  <a:pt x="348400" y="52795"/>
                  <a:pt x="350949" y="57451"/>
                </a:cubicBezTo>
                <a:cubicBezTo>
                  <a:pt x="353498" y="62107"/>
                  <a:pt x="354773" y="70654"/>
                  <a:pt x="354773" y="83093"/>
                </a:cubicBezTo>
                <a:lnTo>
                  <a:pt x="354467" y="116534"/>
                </a:lnTo>
                <a:cubicBezTo>
                  <a:pt x="354467" y="126049"/>
                  <a:pt x="354925" y="133067"/>
                  <a:pt x="355843" y="137587"/>
                </a:cubicBezTo>
                <a:cubicBezTo>
                  <a:pt x="356761" y="142107"/>
                  <a:pt x="358477" y="146950"/>
                  <a:pt x="360992" y="152116"/>
                </a:cubicBezTo>
                <a:lnTo>
                  <a:pt x="332648" y="152116"/>
                </a:lnTo>
                <a:cubicBezTo>
                  <a:pt x="331901" y="150212"/>
                  <a:pt x="330983" y="147392"/>
                  <a:pt x="329896" y="143653"/>
                </a:cubicBezTo>
                <a:cubicBezTo>
                  <a:pt x="329420" y="141954"/>
                  <a:pt x="329080" y="140833"/>
                  <a:pt x="328876" y="140289"/>
                </a:cubicBezTo>
                <a:cubicBezTo>
                  <a:pt x="323982" y="145047"/>
                  <a:pt x="318749" y="148615"/>
                  <a:pt x="313175" y="150994"/>
                </a:cubicBezTo>
                <a:cubicBezTo>
                  <a:pt x="307602" y="153373"/>
                  <a:pt x="301654" y="154562"/>
                  <a:pt x="295333" y="154562"/>
                </a:cubicBezTo>
                <a:cubicBezTo>
                  <a:pt x="284186" y="154562"/>
                  <a:pt x="275401" y="151551"/>
                  <a:pt x="268978" y="145527"/>
                </a:cubicBezTo>
                <a:cubicBezTo>
                  <a:pt x="262555" y="139503"/>
                  <a:pt x="259343" y="131888"/>
                  <a:pt x="259343" y="122683"/>
                </a:cubicBezTo>
                <a:cubicBezTo>
                  <a:pt x="259343" y="116591"/>
                  <a:pt x="260805" y="111160"/>
                  <a:pt x="263727" y="106389"/>
                </a:cubicBezTo>
                <a:cubicBezTo>
                  <a:pt x="266650" y="101616"/>
                  <a:pt x="270745" y="97961"/>
                  <a:pt x="276013" y="95423"/>
                </a:cubicBezTo>
                <a:cubicBezTo>
                  <a:pt x="281281" y="92884"/>
                  <a:pt x="288876" y="90668"/>
                  <a:pt x="298800" y="88773"/>
                </a:cubicBezTo>
                <a:cubicBezTo>
                  <a:pt x="312190" y="86269"/>
                  <a:pt x="321467" y="83934"/>
                  <a:pt x="326633" y="81767"/>
                </a:cubicBezTo>
                <a:lnTo>
                  <a:pt x="326633" y="78881"/>
                </a:lnTo>
                <a:cubicBezTo>
                  <a:pt x="326633" y="73314"/>
                  <a:pt x="325274" y="69345"/>
                  <a:pt x="322555" y="66974"/>
                </a:cubicBezTo>
                <a:cubicBezTo>
                  <a:pt x="319836" y="64602"/>
                  <a:pt x="314705" y="63415"/>
                  <a:pt x="307160" y="63415"/>
                </a:cubicBezTo>
                <a:cubicBezTo>
                  <a:pt x="302062" y="63415"/>
                  <a:pt x="298086" y="64441"/>
                  <a:pt x="295231" y="66493"/>
                </a:cubicBezTo>
                <a:cubicBezTo>
                  <a:pt x="292377" y="68543"/>
                  <a:pt x="290066" y="72139"/>
                  <a:pt x="288298" y="77281"/>
                </a:cubicBezTo>
                <a:moveTo>
                  <a:pt x="326633" y="100527"/>
                </a:moveTo>
                <a:cubicBezTo>
                  <a:pt x="322963" y="101735"/>
                  <a:pt x="317151" y="103180"/>
                  <a:pt x="309199" y="104860"/>
                </a:cubicBezTo>
                <a:cubicBezTo>
                  <a:pt x="301247" y="106538"/>
                  <a:pt x="296047" y="108183"/>
                  <a:pt x="293600" y="109795"/>
                </a:cubicBezTo>
                <a:cubicBezTo>
                  <a:pt x="289862" y="112414"/>
                  <a:pt x="287993" y="115738"/>
                  <a:pt x="287993" y="119767"/>
                </a:cubicBezTo>
                <a:cubicBezTo>
                  <a:pt x="287993" y="123731"/>
                  <a:pt x="289488" y="127157"/>
                  <a:pt x="292479" y="130046"/>
                </a:cubicBezTo>
                <a:cubicBezTo>
                  <a:pt x="295469" y="132932"/>
                  <a:pt x="299275" y="134376"/>
                  <a:pt x="303897" y="134376"/>
                </a:cubicBezTo>
                <a:cubicBezTo>
                  <a:pt x="309063" y="134376"/>
                  <a:pt x="313991" y="132697"/>
                  <a:pt x="318681" y="129338"/>
                </a:cubicBezTo>
                <a:cubicBezTo>
                  <a:pt x="322147" y="126787"/>
                  <a:pt x="324424" y="123664"/>
                  <a:pt x="325512" y="119968"/>
                </a:cubicBezTo>
                <a:cubicBezTo>
                  <a:pt x="326259" y="117551"/>
                  <a:pt x="326633" y="112951"/>
                  <a:pt x="326633" y="106169"/>
                </a:cubicBezTo>
                <a:lnTo>
                  <a:pt x="326633" y="100527"/>
                </a:lnTo>
                <a:close/>
                <a:moveTo>
                  <a:pt x="372506" y="121325"/>
                </a:moveTo>
                <a:lnTo>
                  <a:pt x="401257" y="116839"/>
                </a:lnTo>
                <a:cubicBezTo>
                  <a:pt x="402481" y="122379"/>
                  <a:pt x="404962" y="126585"/>
                  <a:pt x="408700" y="129456"/>
                </a:cubicBezTo>
                <a:cubicBezTo>
                  <a:pt x="412438" y="132328"/>
                  <a:pt x="417672" y="133764"/>
                  <a:pt x="424401" y="133764"/>
                </a:cubicBezTo>
                <a:cubicBezTo>
                  <a:pt x="431810" y="133764"/>
                  <a:pt x="437383" y="132407"/>
                  <a:pt x="441121" y="129692"/>
                </a:cubicBezTo>
                <a:cubicBezTo>
                  <a:pt x="443636" y="127791"/>
                  <a:pt x="444894" y="125245"/>
                  <a:pt x="444894" y="122055"/>
                </a:cubicBezTo>
                <a:cubicBezTo>
                  <a:pt x="444894" y="119882"/>
                  <a:pt x="444214" y="118083"/>
                  <a:pt x="442855" y="116658"/>
                </a:cubicBezTo>
                <a:cubicBezTo>
                  <a:pt x="441427" y="115301"/>
                  <a:pt x="438233" y="114045"/>
                  <a:pt x="433271" y="112892"/>
                </a:cubicBezTo>
                <a:cubicBezTo>
                  <a:pt x="410161" y="107803"/>
                  <a:pt x="395514" y="103153"/>
                  <a:pt x="389329" y="98943"/>
                </a:cubicBezTo>
                <a:cubicBezTo>
                  <a:pt x="380764" y="93102"/>
                  <a:pt x="376482" y="84987"/>
                  <a:pt x="376482" y="74599"/>
                </a:cubicBezTo>
                <a:cubicBezTo>
                  <a:pt x="376482" y="65227"/>
                  <a:pt x="380187" y="57350"/>
                  <a:pt x="387595" y="50968"/>
                </a:cubicBezTo>
                <a:cubicBezTo>
                  <a:pt x="395004" y="44585"/>
                  <a:pt x="406491" y="41393"/>
                  <a:pt x="422056" y="41393"/>
                </a:cubicBezTo>
                <a:cubicBezTo>
                  <a:pt x="436873" y="41393"/>
                  <a:pt x="447884" y="43798"/>
                  <a:pt x="455089" y="48607"/>
                </a:cubicBezTo>
                <a:cubicBezTo>
                  <a:pt x="462294" y="53415"/>
                  <a:pt x="467256" y="60527"/>
                  <a:pt x="469974" y="69941"/>
                </a:cubicBezTo>
                <a:lnTo>
                  <a:pt x="442957" y="75038"/>
                </a:lnTo>
                <a:cubicBezTo>
                  <a:pt x="441801" y="70824"/>
                  <a:pt x="439609" y="67596"/>
                  <a:pt x="436380" y="65353"/>
                </a:cubicBezTo>
                <a:cubicBezTo>
                  <a:pt x="433152" y="63110"/>
                  <a:pt x="428547" y="61988"/>
                  <a:pt x="422566" y="61988"/>
                </a:cubicBezTo>
                <a:cubicBezTo>
                  <a:pt x="415021" y="61988"/>
                  <a:pt x="409618" y="63041"/>
                  <a:pt x="406355" y="65146"/>
                </a:cubicBezTo>
                <a:cubicBezTo>
                  <a:pt x="404180" y="66637"/>
                  <a:pt x="403092" y="68571"/>
                  <a:pt x="403092" y="70947"/>
                </a:cubicBezTo>
                <a:cubicBezTo>
                  <a:pt x="403092" y="72982"/>
                  <a:pt x="404044" y="74712"/>
                  <a:pt x="405947" y="76137"/>
                </a:cubicBezTo>
                <a:cubicBezTo>
                  <a:pt x="408530" y="78038"/>
                  <a:pt x="417451" y="80720"/>
                  <a:pt x="432710" y="84182"/>
                </a:cubicBezTo>
                <a:cubicBezTo>
                  <a:pt x="447969" y="87644"/>
                  <a:pt x="458623" y="91891"/>
                  <a:pt x="464673" y="96923"/>
                </a:cubicBezTo>
                <a:cubicBezTo>
                  <a:pt x="470654" y="102025"/>
                  <a:pt x="473645" y="109132"/>
                  <a:pt x="473645" y="118245"/>
                </a:cubicBezTo>
                <a:cubicBezTo>
                  <a:pt x="473645" y="128174"/>
                  <a:pt x="469499" y="136710"/>
                  <a:pt x="461206" y="143851"/>
                </a:cubicBezTo>
                <a:cubicBezTo>
                  <a:pt x="452914" y="150992"/>
                  <a:pt x="440646" y="154562"/>
                  <a:pt x="424401" y="154562"/>
                </a:cubicBezTo>
                <a:cubicBezTo>
                  <a:pt x="409651" y="154562"/>
                  <a:pt x="397978" y="151581"/>
                  <a:pt x="389380" y="145619"/>
                </a:cubicBezTo>
                <a:cubicBezTo>
                  <a:pt x="380781" y="139655"/>
                  <a:pt x="375157" y="131557"/>
                  <a:pt x="372506" y="121325"/>
                </a:cubicBezTo>
                <a:close/>
                <a:moveTo>
                  <a:pt x="561013" y="117655"/>
                </a:moveTo>
                <a:lnTo>
                  <a:pt x="589561" y="122549"/>
                </a:lnTo>
                <a:cubicBezTo>
                  <a:pt x="585890" y="132982"/>
                  <a:pt x="580096" y="140926"/>
                  <a:pt x="572177" y="146381"/>
                </a:cubicBezTo>
                <a:cubicBezTo>
                  <a:pt x="564259" y="151835"/>
                  <a:pt x="554352" y="154562"/>
                  <a:pt x="542458" y="154562"/>
                </a:cubicBezTo>
                <a:cubicBezTo>
                  <a:pt x="523630" y="154562"/>
                  <a:pt x="509696" y="148411"/>
                  <a:pt x="500656" y="136109"/>
                </a:cubicBezTo>
                <a:cubicBezTo>
                  <a:pt x="493520" y="126253"/>
                  <a:pt x="489951" y="113815"/>
                  <a:pt x="489951" y="98794"/>
                </a:cubicBezTo>
                <a:cubicBezTo>
                  <a:pt x="489951" y="80850"/>
                  <a:pt x="494641" y="66797"/>
                  <a:pt x="504021" y="56636"/>
                </a:cubicBezTo>
                <a:cubicBezTo>
                  <a:pt x="513401" y="46474"/>
                  <a:pt x="525261" y="41393"/>
                  <a:pt x="539603" y="41393"/>
                </a:cubicBezTo>
                <a:cubicBezTo>
                  <a:pt x="555712" y="41393"/>
                  <a:pt x="568422" y="46712"/>
                  <a:pt x="577734" y="57349"/>
                </a:cubicBezTo>
                <a:cubicBezTo>
                  <a:pt x="587046" y="67986"/>
                  <a:pt x="591498" y="84282"/>
                  <a:pt x="591090" y="106236"/>
                </a:cubicBezTo>
                <a:lnTo>
                  <a:pt x="519314" y="106236"/>
                </a:lnTo>
                <a:cubicBezTo>
                  <a:pt x="519518" y="114732"/>
                  <a:pt x="521829" y="121342"/>
                  <a:pt x="526247" y="126066"/>
                </a:cubicBezTo>
                <a:cubicBezTo>
                  <a:pt x="530665" y="130790"/>
                  <a:pt x="536171" y="133152"/>
                  <a:pt x="542764" y="133152"/>
                </a:cubicBezTo>
                <a:cubicBezTo>
                  <a:pt x="547250" y="133152"/>
                  <a:pt x="551022" y="131929"/>
                  <a:pt x="554080" y="129482"/>
                </a:cubicBezTo>
                <a:cubicBezTo>
                  <a:pt x="557139" y="127035"/>
                  <a:pt x="559450" y="123093"/>
                  <a:pt x="561013" y="117655"/>
                </a:cubicBezTo>
                <a:moveTo>
                  <a:pt x="562645" y="88700"/>
                </a:moveTo>
                <a:cubicBezTo>
                  <a:pt x="562441" y="80442"/>
                  <a:pt x="560300" y="74163"/>
                  <a:pt x="556221" y="69864"/>
                </a:cubicBezTo>
                <a:cubicBezTo>
                  <a:pt x="552143" y="65565"/>
                  <a:pt x="547182" y="63415"/>
                  <a:pt x="541336" y="63415"/>
                </a:cubicBezTo>
                <a:cubicBezTo>
                  <a:pt x="535083" y="63415"/>
                  <a:pt x="529917" y="65683"/>
                  <a:pt x="525839" y="70218"/>
                </a:cubicBezTo>
                <a:cubicBezTo>
                  <a:pt x="521761" y="74755"/>
                  <a:pt x="519756" y="80915"/>
                  <a:pt x="519824" y="88700"/>
                </a:cubicBezTo>
                <a:lnTo>
                  <a:pt x="562645" y="88700"/>
                </a:lnTo>
                <a:close/>
                <a:moveTo>
                  <a:pt x="665176" y="112455"/>
                </a:moveTo>
                <a:lnTo>
                  <a:pt x="692908" y="109091"/>
                </a:lnTo>
                <a:cubicBezTo>
                  <a:pt x="693792" y="116160"/>
                  <a:pt x="696171" y="121563"/>
                  <a:pt x="700045" y="125302"/>
                </a:cubicBezTo>
                <a:cubicBezTo>
                  <a:pt x="703919" y="129040"/>
                  <a:pt x="708609" y="130909"/>
                  <a:pt x="714114" y="130909"/>
                </a:cubicBezTo>
                <a:cubicBezTo>
                  <a:pt x="720028" y="130909"/>
                  <a:pt x="725007" y="128666"/>
                  <a:pt x="729051" y="124180"/>
                </a:cubicBezTo>
                <a:cubicBezTo>
                  <a:pt x="733095" y="119694"/>
                  <a:pt x="735117" y="113645"/>
                  <a:pt x="735117" y="106032"/>
                </a:cubicBezTo>
                <a:cubicBezTo>
                  <a:pt x="735117" y="98828"/>
                  <a:pt x="733180" y="93118"/>
                  <a:pt x="729306" y="88904"/>
                </a:cubicBezTo>
                <a:cubicBezTo>
                  <a:pt x="725431" y="84690"/>
                  <a:pt x="720708" y="82583"/>
                  <a:pt x="715134" y="82583"/>
                </a:cubicBezTo>
                <a:cubicBezTo>
                  <a:pt x="711464" y="82583"/>
                  <a:pt x="707080" y="83297"/>
                  <a:pt x="701982" y="84724"/>
                </a:cubicBezTo>
                <a:lnTo>
                  <a:pt x="705143" y="61580"/>
                </a:lnTo>
                <a:cubicBezTo>
                  <a:pt x="712891" y="61784"/>
                  <a:pt x="718804" y="60107"/>
                  <a:pt x="722883" y="56549"/>
                </a:cubicBezTo>
                <a:cubicBezTo>
                  <a:pt x="726961" y="52990"/>
                  <a:pt x="729000" y="48261"/>
                  <a:pt x="729000" y="42365"/>
                </a:cubicBezTo>
                <a:cubicBezTo>
                  <a:pt x="729000" y="37350"/>
                  <a:pt x="727504" y="33352"/>
                  <a:pt x="724514" y="30370"/>
                </a:cubicBezTo>
                <a:cubicBezTo>
                  <a:pt x="721523" y="27387"/>
                  <a:pt x="717547" y="25896"/>
                  <a:pt x="712585" y="25896"/>
                </a:cubicBezTo>
                <a:cubicBezTo>
                  <a:pt x="707691" y="25896"/>
                  <a:pt x="703511" y="27596"/>
                  <a:pt x="700045" y="30994"/>
                </a:cubicBezTo>
                <a:cubicBezTo>
                  <a:pt x="696578" y="34393"/>
                  <a:pt x="694471" y="39354"/>
                  <a:pt x="693724" y="45879"/>
                </a:cubicBezTo>
                <a:lnTo>
                  <a:pt x="667318" y="41393"/>
                </a:lnTo>
                <a:cubicBezTo>
                  <a:pt x="669153" y="32283"/>
                  <a:pt x="671922" y="25005"/>
                  <a:pt x="675627" y="19559"/>
                </a:cubicBezTo>
                <a:cubicBezTo>
                  <a:pt x="679331" y="14113"/>
                  <a:pt x="684497" y="9832"/>
                  <a:pt x="691124" y="6716"/>
                </a:cubicBezTo>
                <a:cubicBezTo>
                  <a:pt x="697751" y="3598"/>
                  <a:pt x="705177" y="2039"/>
                  <a:pt x="713401" y="2039"/>
                </a:cubicBezTo>
                <a:cubicBezTo>
                  <a:pt x="727470" y="2039"/>
                  <a:pt x="738753" y="6531"/>
                  <a:pt x="747250" y="15516"/>
                </a:cubicBezTo>
                <a:cubicBezTo>
                  <a:pt x="754250" y="22870"/>
                  <a:pt x="757751" y="31175"/>
                  <a:pt x="757751" y="40431"/>
                </a:cubicBezTo>
                <a:cubicBezTo>
                  <a:pt x="757751" y="53568"/>
                  <a:pt x="750580" y="64052"/>
                  <a:pt x="736239" y="71881"/>
                </a:cubicBezTo>
                <a:cubicBezTo>
                  <a:pt x="744803" y="73716"/>
                  <a:pt x="751651" y="77828"/>
                  <a:pt x="756782" y="84217"/>
                </a:cubicBezTo>
                <a:cubicBezTo>
                  <a:pt x="761914" y="90606"/>
                  <a:pt x="764480" y="98321"/>
                  <a:pt x="764480" y="107361"/>
                </a:cubicBezTo>
                <a:cubicBezTo>
                  <a:pt x="764480" y="120477"/>
                  <a:pt x="759688" y="131657"/>
                  <a:pt x="750104" y="140901"/>
                </a:cubicBezTo>
                <a:cubicBezTo>
                  <a:pt x="740521" y="150144"/>
                  <a:pt x="728592" y="154766"/>
                  <a:pt x="714318" y="154766"/>
                </a:cubicBezTo>
                <a:cubicBezTo>
                  <a:pt x="700792" y="154766"/>
                  <a:pt x="689578" y="150866"/>
                  <a:pt x="680674" y="143064"/>
                </a:cubicBezTo>
                <a:cubicBezTo>
                  <a:pt x="671770" y="135262"/>
                  <a:pt x="666604" y="125060"/>
                  <a:pt x="665176" y="112455"/>
                </a:cubicBezTo>
                <a:close/>
                <a:moveTo>
                  <a:pt x="793530" y="72591"/>
                </a:moveTo>
                <a:lnTo>
                  <a:pt x="793530" y="43840"/>
                </a:lnTo>
                <a:lnTo>
                  <a:pt x="822179" y="43840"/>
                </a:lnTo>
                <a:lnTo>
                  <a:pt x="822179" y="72591"/>
                </a:lnTo>
                <a:lnTo>
                  <a:pt x="793530" y="72591"/>
                </a:lnTo>
                <a:moveTo>
                  <a:pt x="793530" y="152116"/>
                </a:moveTo>
                <a:lnTo>
                  <a:pt x="793530" y="123365"/>
                </a:lnTo>
                <a:lnTo>
                  <a:pt x="822179" y="123365"/>
                </a:lnTo>
                <a:lnTo>
                  <a:pt x="822179" y="152116"/>
                </a:lnTo>
                <a:lnTo>
                  <a:pt x="793530" y="152116"/>
                </a:lnTo>
                <a:close/>
                <a:moveTo>
                  <a:pt x="915712" y="152116"/>
                </a:moveTo>
                <a:lnTo>
                  <a:pt x="915712" y="2651"/>
                </a:lnTo>
                <a:lnTo>
                  <a:pt x="960878" y="2651"/>
                </a:lnTo>
                <a:lnTo>
                  <a:pt x="987997" y="104605"/>
                </a:lnTo>
                <a:lnTo>
                  <a:pt x="1014811" y="2651"/>
                </a:lnTo>
                <a:lnTo>
                  <a:pt x="1060079" y="2651"/>
                </a:lnTo>
                <a:lnTo>
                  <a:pt x="1060079" y="152116"/>
                </a:lnTo>
                <a:lnTo>
                  <a:pt x="1032042" y="152116"/>
                </a:lnTo>
                <a:lnTo>
                  <a:pt x="1032042" y="34460"/>
                </a:lnTo>
                <a:lnTo>
                  <a:pt x="1002373" y="152116"/>
                </a:lnTo>
                <a:lnTo>
                  <a:pt x="973316" y="152116"/>
                </a:lnTo>
                <a:lnTo>
                  <a:pt x="943749" y="34460"/>
                </a:lnTo>
                <a:lnTo>
                  <a:pt x="943749" y="152116"/>
                </a:lnTo>
                <a:lnTo>
                  <a:pt x="915712" y="152116"/>
                </a:lnTo>
                <a:close/>
                <a:moveTo>
                  <a:pt x="1161183" y="152116"/>
                </a:moveTo>
                <a:lnTo>
                  <a:pt x="1161183" y="135905"/>
                </a:lnTo>
                <a:cubicBezTo>
                  <a:pt x="1157241" y="141682"/>
                  <a:pt x="1152059" y="146236"/>
                  <a:pt x="1145635" y="149567"/>
                </a:cubicBezTo>
                <a:cubicBezTo>
                  <a:pt x="1139212" y="152897"/>
                  <a:pt x="1132432" y="154562"/>
                  <a:pt x="1125296" y="154562"/>
                </a:cubicBezTo>
                <a:cubicBezTo>
                  <a:pt x="1118023" y="154562"/>
                  <a:pt x="1111498" y="152965"/>
                  <a:pt x="1105720" y="149771"/>
                </a:cubicBezTo>
                <a:cubicBezTo>
                  <a:pt x="1099943" y="146576"/>
                  <a:pt x="1095763" y="142090"/>
                  <a:pt x="1093180" y="136313"/>
                </a:cubicBezTo>
                <a:cubicBezTo>
                  <a:pt x="1090597" y="130535"/>
                  <a:pt x="1089306" y="122549"/>
                  <a:pt x="1089306" y="112353"/>
                </a:cubicBezTo>
                <a:lnTo>
                  <a:pt x="1089306" y="43840"/>
                </a:lnTo>
                <a:lnTo>
                  <a:pt x="1117955" y="43840"/>
                </a:lnTo>
                <a:lnTo>
                  <a:pt x="1117955" y="93479"/>
                </a:lnTo>
                <a:cubicBezTo>
                  <a:pt x="1117955" y="108670"/>
                  <a:pt x="1118482" y="117978"/>
                  <a:pt x="1119535" y="121402"/>
                </a:cubicBezTo>
                <a:cubicBezTo>
                  <a:pt x="1120589" y="124826"/>
                  <a:pt x="1122509" y="127538"/>
                  <a:pt x="1125296" y="129539"/>
                </a:cubicBezTo>
                <a:cubicBezTo>
                  <a:pt x="1128082" y="131540"/>
                  <a:pt x="1131617" y="132540"/>
                  <a:pt x="1135899" y="132540"/>
                </a:cubicBezTo>
                <a:cubicBezTo>
                  <a:pt x="1140793" y="132540"/>
                  <a:pt x="1145177" y="131201"/>
                  <a:pt x="1149051" y="128523"/>
                </a:cubicBezTo>
                <a:cubicBezTo>
                  <a:pt x="1152925" y="125844"/>
                  <a:pt x="1155576" y="122521"/>
                  <a:pt x="1157003" y="118554"/>
                </a:cubicBezTo>
                <a:cubicBezTo>
                  <a:pt x="1158431" y="114586"/>
                  <a:pt x="1159144" y="104872"/>
                  <a:pt x="1159144" y="89411"/>
                </a:cubicBezTo>
                <a:lnTo>
                  <a:pt x="1159144" y="43840"/>
                </a:lnTo>
                <a:lnTo>
                  <a:pt x="1187793" y="43840"/>
                </a:lnTo>
                <a:lnTo>
                  <a:pt x="1187793" y="152116"/>
                </a:lnTo>
                <a:lnTo>
                  <a:pt x="1161183" y="152116"/>
                </a:lnTo>
                <a:close/>
                <a:moveTo>
                  <a:pt x="1217808" y="152116"/>
                </a:moveTo>
                <a:lnTo>
                  <a:pt x="1217808" y="2651"/>
                </a:lnTo>
                <a:lnTo>
                  <a:pt x="1246457" y="2651"/>
                </a:lnTo>
                <a:lnTo>
                  <a:pt x="1246457" y="152116"/>
                </a:lnTo>
                <a:lnTo>
                  <a:pt x="1217808" y="152116"/>
                </a:lnTo>
                <a:close/>
                <a:moveTo>
                  <a:pt x="1325750" y="43840"/>
                </a:moveTo>
                <a:lnTo>
                  <a:pt x="1325750" y="66678"/>
                </a:lnTo>
                <a:lnTo>
                  <a:pt x="1306174" y="66678"/>
                </a:lnTo>
                <a:lnTo>
                  <a:pt x="1306174" y="110244"/>
                </a:lnTo>
                <a:cubicBezTo>
                  <a:pt x="1306174" y="119068"/>
                  <a:pt x="1306361" y="124209"/>
                  <a:pt x="1306735" y="125668"/>
                </a:cubicBezTo>
                <a:cubicBezTo>
                  <a:pt x="1307109" y="127125"/>
                  <a:pt x="1307959" y="128329"/>
                  <a:pt x="1309284" y="129281"/>
                </a:cubicBezTo>
                <a:cubicBezTo>
                  <a:pt x="1310609" y="130230"/>
                  <a:pt x="1312224" y="130705"/>
                  <a:pt x="1314127" y="130705"/>
                </a:cubicBezTo>
                <a:cubicBezTo>
                  <a:pt x="1316778" y="130705"/>
                  <a:pt x="1320618" y="129788"/>
                  <a:pt x="1325648" y="127952"/>
                </a:cubicBezTo>
                <a:lnTo>
                  <a:pt x="1328095" y="150261"/>
                </a:lnTo>
                <a:cubicBezTo>
                  <a:pt x="1321434" y="153129"/>
                  <a:pt x="1313889" y="154562"/>
                  <a:pt x="1305461" y="154562"/>
                </a:cubicBezTo>
                <a:cubicBezTo>
                  <a:pt x="1300295" y="154562"/>
                  <a:pt x="1295639" y="153696"/>
                  <a:pt x="1291493" y="151963"/>
                </a:cubicBezTo>
                <a:cubicBezTo>
                  <a:pt x="1287347" y="150229"/>
                  <a:pt x="1284305" y="147986"/>
                  <a:pt x="1282368" y="145234"/>
                </a:cubicBezTo>
                <a:cubicBezTo>
                  <a:pt x="1280431" y="142481"/>
                  <a:pt x="1279089" y="138760"/>
                  <a:pt x="1278341" y="134070"/>
                </a:cubicBezTo>
                <a:cubicBezTo>
                  <a:pt x="1277729" y="130739"/>
                  <a:pt x="1277423" y="124010"/>
                  <a:pt x="1277423" y="113883"/>
                </a:cubicBezTo>
                <a:lnTo>
                  <a:pt x="1277423" y="66678"/>
                </a:lnTo>
                <a:lnTo>
                  <a:pt x="1264271" y="66678"/>
                </a:lnTo>
                <a:lnTo>
                  <a:pt x="1264271" y="43840"/>
                </a:lnTo>
                <a:lnTo>
                  <a:pt x="1277423" y="43840"/>
                </a:lnTo>
                <a:lnTo>
                  <a:pt x="1277423" y="22226"/>
                </a:lnTo>
                <a:lnTo>
                  <a:pt x="1306174" y="5302"/>
                </a:lnTo>
                <a:lnTo>
                  <a:pt x="1306174" y="43840"/>
                </a:lnTo>
                <a:lnTo>
                  <a:pt x="1325750" y="43840"/>
                </a:lnTo>
                <a:close/>
                <a:moveTo>
                  <a:pt x="1345699" y="29159"/>
                </a:moveTo>
                <a:lnTo>
                  <a:pt x="1345699" y="2651"/>
                </a:lnTo>
                <a:lnTo>
                  <a:pt x="1374348" y="2651"/>
                </a:lnTo>
                <a:lnTo>
                  <a:pt x="1374348" y="29159"/>
                </a:lnTo>
                <a:lnTo>
                  <a:pt x="1345699" y="29159"/>
                </a:lnTo>
                <a:moveTo>
                  <a:pt x="1345699" y="152116"/>
                </a:moveTo>
                <a:lnTo>
                  <a:pt x="1345699" y="43840"/>
                </a:lnTo>
                <a:lnTo>
                  <a:pt x="1374348" y="43840"/>
                </a:lnTo>
                <a:lnTo>
                  <a:pt x="1374348" y="152116"/>
                </a:lnTo>
                <a:lnTo>
                  <a:pt x="1345699" y="152116"/>
                </a:lnTo>
                <a:close/>
                <a:moveTo>
                  <a:pt x="1400726" y="112150"/>
                </a:moveTo>
                <a:lnTo>
                  <a:pt x="1400726" y="83398"/>
                </a:lnTo>
                <a:lnTo>
                  <a:pt x="1457005" y="83398"/>
                </a:lnTo>
                <a:lnTo>
                  <a:pt x="1457005" y="112150"/>
                </a:lnTo>
                <a:lnTo>
                  <a:pt x="1400726" y="112150"/>
                </a:lnTo>
                <a:close/>
                <a:moveTo>
                  <a:pt x="1466962" y="96449"/>
                </a:moveTo>
                <a:cubicBezTo>
                  <a:pt x="1466962" y="86933"/>
                  <a:pt x="1469307" y="77723"/>
                  <a:pt x="1473997" y="68819"/>
                </a:cubicBezTo>
                <a:cubicBezTo>
                  <a:pt x="1478687" y="59915"/>
                  <a:pt x="1485331" y="53118"/>
                  <a:pt x="1493929" y="48428"/>
                </a:cubicBezTo>
                <a:cubicBezTo>
                  <a:pt x="1502527" y="43738"/>
                  <a:pt x="1512128" y="41393"/>
                  <a:pt x="1522731" y="41393"/>
                </a:cubicBezTo>
                <a:cubicBezTo>
                  <a:pt x="1539111" y="41393"/>
                  <a:pt x="1552535" y="46712"/>
                  <a:pt x="1563003" y="57349"/>
                </a:cubicBezTo>
                <a:cubicBezTo>
                  <a:pt x="1573470" y="67986"/>
                  <a:pt x="1578704" y="81427"/>
                  <a:pt x="1578704" y="97672"/>
                </a:cubicBezTo>
                <a:cubicBezTo>
                  <a:pt x="1578704" y="114053"/>
                  <a:pt x="1573419" y="127630"/>
                  <a:pt x="1562850" y="138403"/>
                </a:cubicBezTo>
                <a:cubicBezTo>
                  <a:pt x="1552280" y="149176"/>
                  <a:pt x="1538975" y="154562"/>
                  <a:pt x="1522935" y="154562"/>
                </a:cubicBezTo>
                <a:cubicBezTo>
                  <a:pt x="1513011" y="154562"/>
                  <a:pt x="1503546" y="152319"/>
                  <a:pt x="1494540" y="147834"/>
                </a:cubicBezTo>
                <a:cubicBezTo>
                  <a:pt x="1485534" y="143348"/>
                  <a:pt x="1478687" y="136771"/>
                  <a:pt x="1473997" y="128105"/>
                </a:cubicBezTo>
                <a:cubicBezTo>
                  <a:pt x="1469307" y="119439"/>
                  <a:pt x="1466962" y="108887"/>
                  <a:pt x="1466962" y="96449"/>
                </a:cubicBezTo>
                <a:moveTo>
                  <a:pt x="1496325" y="97978"/>
                </a:moveTo>
                <a:cubicBezTo>
                  <a:pt x="1496325" y="108683"/>
                  <a:pt x="1498873" y="116882"/>
                  <a:pt x="1503971" y="122574"/>
                </a:cubicBezTo>
                <a:cubicBezTo>
                  <a:pt x="1509069" y="128267"/>
                  <a:pt x="1515356" y="131113"/>
                  <a:pt x="1522833" y="131113"/>
                </a:cubicBezTo>
                <a:cubicBezTo>
                  <a:pt x="1530309" y="131113"/>
                  <a:pt x="1536580" y="128267"/>
                  <a:pt x="1541643" y="122574"/>
                </a:cubicBezTo>
                <a:cubicBezTo>
                  <a:pt x="1546707" y="116882"/>
                  <a:pt x="1549239" y="108615"/>
                  <a:pt x="1549239" y="97774"/>
                </a:cubicBezTo>
                <a:cubicBezTo>
                  <a:pt x="1549239" y="87205"/>
                  <a:pt x="1546707" y="79074"/>
                  <a:pt x="1541643" y="73381"/>
                </a:cubicBezTo>
                <a:cubicBezTo>
                  <a:pt x="1536580" y="67689"/>
                  <a:pt x="1530309" y="64843"/>
                  <a:pt x="1522833" y="64843"/>
                </a:cubicBezTo>
                <a:cubicBezTo>
                  <a:pt x="1515356" y="64843"/>
                  <a:pt x="1509069" y="67689"/>
                  <a:pt x="1503971" y="73381"/>
                </a:cubicBezTo>
                <a:cubicBezTo>
                  <a:pt x="1498873" y="79074"/>
                  <a:pt x="1496325" y="87273"/>
                  <a:pt x="1496325" y="97978"/>
                </a:cubicBezTo>
                <a:close/>
                <a:moveTo>
                  <a:pt x="1600257" y="152116"/>
                </a:moveTo>
                <a:lnTo>
                  <a:pt x="1600257" y="2651"/>
                </a:lnTo>
                <a:lnTo>
                  <a:pt x="1628906" y="2651"/>
                </a:lnTo>
                <a:lnTo>
                  <a:pt x="1628906" y="56483"/>
                </a:lnTo>
                <a:cubicBezTo>
                  <a:pt x="1637742" y="46423"/>
                  <a:pt x="1648209" y="41393"/>
                  <a:pt x="1660308" y="41393"/>
                </a:cubicBezTo>
                <a:cubicBezTo>
                  <a:pt x="1673494" y="41393"/>
                  <a:pt x="1684403" y="46168"/>
                  <a:pt x="1693035" y="55718"/>
                </a:cubicBezTo>
                <a:cubicBezTo>
                  <a:pt x="1701667" y="65268"/>
                  <a:pt x="1705983" y="78980"/>
                  <a:pt x="1705983" y="96856"/>
                </a:cubicBezTo>
                <a:cubicBezTo>
                  <a:pt x="1705983" y="115344"/>
                  <a:pt x="1701582" y="129584"/>
                  <a:pt x="1692780" y="139575"/>
                </a:cubicBezTo>
                <a:cubicBezTo>
                  <a:pt x="1683978" y="149567"/>
                  <a:pt x="1673290" y="154562"/>
                  <a:pt x="1660716" y="154562"/>
                </a:cubicBezTo>
                <a:cubicBezTo>
                  <a:pt x="1654530" y="154562"/>
                  <a:pt x="1648430" y="153016"/>
                  <a:pt x="1642415" y="149924"/>
                </a:cubicBezTo>
                <a:cubicBezTo>
                  <a:pt x="1636400" y="146831"/>
                  <a:pt x="1631217" y="142260"/>
                  <a:pt x="1626867" y="136211"/>
                </a:cubicBezTo>
                <a:lnTo>
                  <a:pt x="1626867" y="152116"/>
                </a:lnTo>
                <a:lnTo>
                  <a:pt x="1600257" y="152116"/>
                </a:lnTo>
                <a:moveTo>
                  <a:pt x="1628702" y="95687"/>
                </a:moveTo>
                <a:cubicBezTo>
                  <a:pt x="1628702" y="106885"/>
                  <a:pt x="1630469" y="115165"/>
                  <a:pt x="1634004" y="120526"/>
                </a:cubicBezTo>
                <a:cubicBezTo>
                  <a:pt x="1638965" y="128128"/>
                  <a:pt x="1645558" y="131929"/>
                  <a:pt x="1653783" y="131929"/>
                </a:cubicBezTo>
                <a:cubicBezTo>
                  <a:pt x="1660104" y="131929"/>
                  <a:pt x="1665490" y="129231"/>
                  <a:pt x="1669942" y="123836"/>
                </a:cubicBezTo>
                <a:cubicBezTo>
                  <a:pt x="1674394" y="118441"/>
                  <a:pt x="1676620" y="109941"/>
                  <a:pt x="1676620" y="98335"/>
                </a:cubicBezTo>
                <a:cubicBezTo>
                  <a:pt x="1676620" y="85981"/>
                  <a:pt x="1674377" y="77073"/>
                  <a:pt x="1669892" y="71610"/>
                </a:cubicBezTo>
                <a:cubicBezTo>
                  <a:pt x="1665406" y="66147"/>
                  <a:pt x="1659662" y="63415"/>
                  <a:pt x="1652661" y="63415"/>
                </a:cubicBezTo>
                <a:cubicBezTo>
                  <a:pt x="1645796" y="63415"/>
                  <a:pt x="1640087" y="66080"/>
                  <a:pt x="1635533" y="71409"/>
                </a:cubicBezTo>
                <a:cubicBezTo>
                  <a:pt x="1630979" y="76736"/>
                  <a:pt x="1628702" y="84829"/>
                  <a:pt x="1628702" y="95687"/>
                </a:cubicBezTo>
                <a:close/>
                <a:moveTo>
                  <a:pt x="1728759" y="29159"/>
                </a:moveTo>
                <a:lnTo>
                  <a:pt x="1728759" y="2651"/>
                </a:lnTo>
                <a:lnTo>
                  <a:pt x="1757409" y="2651"/>
                </a:lnTo>
                <a:lnTo>
                  <a:pt x="1757409" y="29159"/>
                </a:lnTo>
                <a:lnTo>
                  <a:pt x="1728759" y="29159"/>
                </a:lnTo>
                <a:moveTo>
                  <a:pt x="1757409" y="43840"/>
                </a:moveTo>
                <a:lnTo>
                  <a:pt x="1757409" y="148821"/>
                </a:lnTo>
                <a:cubicBezTo>
                  <a:pt x="1757409" y="162627"/>
                  <a:pt x="1756508" y="172370"/>
                  <a:pt x="1754707" y="178050"/>
                </a:cubicBezTo>
                <a:cubicBezTo>
                  <a:pt x="1752906" y="183730"/>
                  <a:pt x="1749439" y="188168"/>
                  <a:pt x="1744307" y="191365"/>
                </a:cubicBezTo>
                <a:cubicBezTo>
                  <a:pt x="1739176" y="194561"/>
                  <a:pt x="1732634" y="196160"/>
                  <a:pt x="1724681" y="196160"/>
                </a:cubicBezTo>
                <a:cubicBezTo>
                  <a:pt x="1721827" y="196160"/>
                  <a:pt x="1718751" y="195904"/>
                  <a:pt x="1715454" y="195392"/>
                </a:cubicBezTo>
                <a:cubicBezTo>
                  <a:pt x="1712158" y="194880"/>
                  <a:pt x="1708606" y="194112"/>
                  <a:pt x="1704800" y="193088"/>
                </a:cubicBezTo>
                <a:lnTo>
                  <a:pt x="1709796" y="168530"/>
                </a:lnTo>
                <a:cubicBezTo>
                  <a:pt x="1711155" y="168802"/>
                  <a:pt x="1712430" y="169023"/>
                  <a:pt x="1713619" y="169193"/>
                </a:cubicBezTo>
                <a:cubicBezTo>
                  <a:pt x="1714809" y="169363"/>
                  <a:pt x="1715913" y="169448"/>
                  <a:pt x="1716933" y="169448"/>
                </a:cubicBezTo>
                <a:cubicBezTo>
                  <a:pt x="1719855" y="169448"/>
                  <a:pt x="1722251" y="168819"/>
                  <a:pt x="1724120" y="167562"/>
                </a:cubicBezTo>
                <a:cubicBezTo>
                  <a:pt x="1725990" y="166304"/>
                  <a:pt x="1727230" y="164792"/>
                  <a:pt x="1727842" y="163025"/>
                </a:cubicBezTo>
                <a:cubicBezTo>
                  <a:pt x="1728454" y="161257"/>
                  <a:pt x="1728759" y="155956"/>
                  <a:pt x="1728759" y="147120"/>
                </a:cubicBezTo>
                <a:lnTo>
                  <a:pt x="1728759" y="43840"/>
                </a:lnTo>
                <a:lnTo>
                  <a:pt x="1757409" y="43840"/>
                </a:lnTo>
                <a:close/>
                <a:moveTo>
                  <a:pt x="1850363" y="117655"/>
                </a:moveTo>
                <a:lnTo>
                  <a:pt x="1878911" y="122549"/>
                </a:lnTo>
                <a:cubicBezTo>
                  <a:pt x="1875240" y="132982"/>
                  <a:pt x="1869446" y="140926"/>
                  <a:pt x="1861527" y="146381"/>
                </a:cubicBezTo>
                <a:cubicBezTo>
                  <a:pt x="1853609" y="151835"/>
                  <a:pt x="1843702" y="154562"/>
                  <a:pt x="1831808" y="154562"/>
                </a:cubicBezTo>
                <a:cubicBezTo>
                  <a:pt x="1812980" y="154562"/>
                  <a:pt x="1799046" y="148411"/>
                  <a:pt x="1790006" y="136109"/>
                </a:cubicBezTo>
                <a:cubicBezTo>
                  <a:pt x="1782870" y="126253"/>
                  <a:pt x="1779301" y="113815"/>
                  <a:pt x="1779301" y="98794"/>
                </a:cubicBezTo>
                <a:cubicBezTo>
                  <a:pt x="1779301" y="80850"/>
                  <a:pt x="1783991" y="66797"/>
                  <a:pt x="1793371" y="56636"/>
                </a:cubicBezTo>
                <a:cubicBezTo>
                  <a:pt x="1802751" y="46474"/>
                  <a:pt x="1814611" y="41393"/>
                  <a:pt x="1828953" y="41393"/>
                </a:cubicBezTo>
                <a:cubicBezTo>
                  <a:pt x="1845062" y="41393"/>
                  <a:pt x="1857772" y="46712"/>
                  <a:pt x="1867084" y="57349"/>
                </a:cubicBezTo>
                <a:cubicBezTo>
                  <a:pt x="1876396" y="67986"/>
                  <a:pt x="1880848" y="84282"/>
                  <a:pt x="1880440" y="106236"/>
                </a:cubicBezTo>
                <a:lnTo>
                  <a:pt x="1808664" y="106236"/>
                </a:lnTo>
                <a:cubicBezTo>
                  <a:pt x="1808868" y="114732"/>
                  <a:pt x="1811179" y="121342"/>
                  <a:pt x="1815597" y="126066"/>
                </a:cubicBezTo>
                <a:cubicBezTo>
                  <a:pt x="1820015" y="130790"/>
                  <a:pt x="1825521" y="133152"/>
                  <a:pt x="1832114" y="133152"/>
                </a:cubicBezTo>
                <a:cubicBezTo>
                  <a:pt x="1836600" y="133152"/>
                  <a:pt x="1840372" y="131929"/>
                  <a:pt x="1843430" y="129482"/>
                </a:cubicBezTo>
                <a:cubicBezTo>
                  <a:pt x="1846489" y="127035"/>
                  <a:pt x="1848800" y="123093"/>
                  <a:pt x="1850363" y="117655"/>
                </a:cubicBezTo>
                <a:moveTo>
                  <a:pt x="1851995" y="88700"/>
                </a:moveTo>
                <a:cubicBezTo>
                  <a:pt x="1851791" y="80442"/>
                  <a:pt x="1849650" y="74163"/>
                  <a:pt x="1845572" y="69864"/>
                </a:cubicBezTo>
                <a:cubicBezTo>
                  <a:pt x="1841493" y="65565"/>
                  <a:pt x="1836532" y="63415"/>
                  <a:pt x="1830686" y="63415"/>
                </a:cubicBezTo>
                <a:cubicBezTo>
                  <a:pt x="1824433" y="63415"/>
                  <a:pt x="1819267" y="65683"/>
                  <a:pt x="1815189" y="70218"/>
                </a:cubicBezTo>
                <a:cubicBezTo>
                  <a:pt x="1811111" y="74755"/>
                  <a:pt x="1809106" y="80915"/>
                  <a:pt x="1809174" y="88700"/>
                </a:cubicBezTo>
                <a:lnTo>
                  <a:pt x="1851995" y="88700"/>
                </a:lnTo>
                <a:close/>
                <a:moveTo>
                  <a:pt x="1997783" y="75854"/>
                </a:moveTo>
                <a:lnTo>
                  <a:pt x="1969542" y="80952"/>
                </a:lnTo>
                <a:cubicBezTo>
                  <a:pt x="1968590" y="75344"/>
                  <a:pt x="1966432" y="71122"/>
                  <a:pt x="1963068" y="68284"/>
                </a:cubicBezTo>
                <a:cubicBezTo>
                  <a:pt x="1959703" y="65446"/>
                  <a:pt x="1955336" y="64027"/>
                  <a:pt x="1949966" y="64027"/>
                </a:cubicBezTo>
                <a:cubicBezTo>
                  <a:pt x="1942830" y="64027"/>
                  <a:pt x="1937137" y="66484"/>
                  <a:pt x="1932889" y="71397"/>
                </a:cubicBezTo>
                <a:cubicBezTo>
                  <a:pt x="1928641" y="76309"/>
                  <a:pt x="1926517" y="84525"/>
                  <a:pt x="1926517" y="96044"/>
                </a:cubicBezTo>
                <a:cubicBezTo>
                  <a:pt x="1926517" y="108852"/>
                  <a:pt x="1928675" y="117899"/>
                  <a:pt x="1932991" y="123186"/>
                </a:cubicBezTo>
                <a:cubicBezTo>
                  <a:pt x="1937307" y="128471"/>
                  <a:pt x="1943102" y="131113"/>
                  <a:pt x="1950374" y="131113"/>
                </a:cubicBezTo>
                <a:cubicBezTo>
                  <a:pt x="1955812" y="131113"/>
                  <a:pt x="1960264" y="129567"/>
                  <a:pt x="1963730" y="126474"/>
                </a:cubicBezTo>
                <a:cubicBezTo>
                  <a:pt x="1967197" y="123382"/>
                  <a:pt x="1969644" y="118063"/>
                  <a:pt x="1971071" y="110518"/>
                </a:cubicBezTo>
                <a:lnTo>
                  <a:pt x="1999210" y="115412"/>
                </a:lnTo>
                <a:cubicBezTo>
                  <a:pt x="1996288" y="128326"/>
                  <a:pt x="1990680" y="138080"/>
                  <a:pt x="1982388" y="144673"/>
                </a:cubicBezTo>
                <a:cubicBezTo>
                  <a:pt x="1974096" y="151266"/>
                  <a:pt x="1962983" y="154562"/>
                  <a:pt x="1949049" y="154562"/>
                </a:cubicBezTo>
                <a:cubicBezTo>
                  <a:pt x="1933212" y="154562"/>
                  <a:pt x="1920587" y="149567"/>
                  <a:pt x="1911173" y="139575"/>
                </a:cubicBezTo>
                <a:cubicBezTo>
                  <a:pt x="1901759" y="129584"/>
                  <a:pt x="1897052" y="115752"/>
                  <a:pt x="1897052" y="98080"/>
                </a:cubicBezTo>
                <a:cubicBezTo>
                  <a:pt x="1897052" y="80204"/>
                  <a:pt x="1901776" y="66287"/>
                  <a:pt x="1911224" y="56330"/>
                </a:cubicBezTo>
                <a:cubicBezTo>
                  <a:pt x="1920672" y="46372"/>
                  <a:pt x="1933450" y="41393"/>
                  <a:pt x="1949559" y="41393"/>
                </a:cubicBezTo>
                <a:cubicBezTo>
                  <a:pt x="1962745" y="41393"/>
                  <a:pt x="1973229" y="44231"/>
                  <a:pt x="1981012" y="49907"/>
                </a:cubicBezTo>
                <a:cubicBezTo>
                  <a:pt x="1988794" y="55582"/>
                  <a:pt x="1994384" y="64231"/>
                  <a:pt x="1997783" y="75854"/>
                </a:cubicBezTo>
                <a:close/>
                <a:moveTo>
                  <a:pt x="2068736" y="43840"/>
                </a:moveTo>
                <a:lnTo>
                  <a:pt x="2068736" y="66678"/>
                </a:lnTo>
                <a:lnTo>
                  <a:pt x="2049161" y="66678"/>
                </a:lnTo>
                <a:lnTo>
                  <a:pt x="2049161" y="110244"/>
                </a:lnTo>
                <a:cubicBezTo>
                  <a:pt x="2049161" y="119068"/>
                  <a:pt x="2049348" y="124209"/>
                  <a:pt x="2049722" y="125668"/>
                </a:cubicBezTo>
                <a:cubicBezTo>
                  <a:pt x="2050096" y="127125"/>
                  <a:pt x="2050945" y="128329"/>
                  <a:pt x="2052271" y="129281"/>
                </a:cubicBezTo>
                <a:cubicBezTo>
                  <a:pt x="2053596" y="130230"/>
                  <a:pt x="2055210" y="130705"/>
                  <a:pt x="2057113" y="130705"/>
                </a:cubicBezTo>
                <a:cubicBezTo>
                  <a:pt x="2059764" y="130705"/>
                  <a:pt x="2063604" y="129788"/>
                  <a:pt x="2068634" y="127952"/>
                </a:cubicBezTo>
                <a:lnTo>
                  <a:pt x="2071081" y="150261"/>
                </a:lnTo>
                <a:cubicBezTo>
                  <a:pt x="2064420" y="153129"/>
                  <a:pt x="2056875" y="154562"/>
                  <a:pt x="2048447" y="154562"/>
                </a:cubicBezTo>
                <a:cubicBezTo>
                  <a:pt x="2043282" y="154562"/>
                  <a:pt x="2038626" y="153696"/>
                  <a:pt x="2034480" y="151963"/>
                </a:cubicBezTo>
                <a:cubicBezTo>
                  <a:pt x="2030333" y="150229"/>
                  <a:pt x="2027292" y="147986"/>
                  <a:pt x="2025355" y="145234"/>
                </a:cubicBezTo>
                <a:cubicBezTo>
                  <a:pt x="2023418" y="142481"/>
                  <a:pt x="2022075" y="138760"/>
                  <a:pt x="2021327" y="134070"/>
                </a:cubicBezTo>
                <a:cubicBezTo>
                  <a:pt x="2020716" y="130739"/>
                  <a:pt x="2020410" y="124010"/>
                  <a:pt x="2020410" y="113883"/>
                </a:cubicBezTo>
                <a:lnTo>
                  <a:pt x="2020410" y="66678"/>
                </a:lnTo>
                <a:lnTo>
                  <a:pt x="2007258" y="66678"/>
                </a:lnTo>
                <a:lnTo>
                  <a:pt x="2007258" y="43840"/>
                </a:lnTo>
                <a:lnTo>
                  <a:pt x="2020410" y="43840"/>
                </a:lnTo>
                <a:lnTo>
                  <a:pt x="2020410" y="22226"/>
                </a:lnTo>
                <a:lnTo>
                  <a:pt x="2049161" y="5302"/>
                </a:lnTo>
                <a:lnTo>
                  <a:pt x="2049161" y="43840"/>
                </a:lnTo>
                <a:lnTo>
                  <a:pt x="2068736" y="43840"/>
                </a:lnTo>
                <a:close/>
                <a:moveTo>
                  <a:pt x="2088685" y="29159"/>
                </a:moveTo>
                <a:lnTo>
                  <a:pt x="2088685" y="2651"/>
                </a:lnTo>
                <a:lnTo>
                  <a:pt x="2117335" y="2651"/>
                </a:lnTo>
                <a:lnTo>
                  <a:pt x="2117335" y="29159"/>
                </a:lnTo>
                <a:lnTo>
                  <a:pt x="2088685" y="29159"/>
                </a:lnTo>
                <a:moveTo>
                  <a:pt x="2088685" y="152116"/>
                </a:moveTo>
                <a:lnTo>
                  <a:pt x="2088685" y="43840"/>
                </a:lnTo>
                <a:lnTo>
                  <a:pt x="2117335" y="43840"/>
                </a:lnTo>
                <a:lnTo>
                  <a:pt x="2117335" y="152116"/>
                </a:lnTo>
                <a:lnTo>
                  <a:pt x="2088685" y="152116"/>
                </a:lnTo>
                <a:close/>
                <a:moveTo>
                  <a:pt x="2176746" y="152116"/>
                </a:moveTo>
                <a:lnTo>
                  <a:pt x="2133110" y="43840"/>
                </a:lnTo>
                <a:lnTo>
                  <a:pt x="2163186" y="43840"/>
                </a:lnTo>
                <a:lnTo>
                  <a:pt x="2183577" y="99099"/>
                </a:lnTo>
                <a:lnTo>
                  <a:pt x="2189490" y="117553"/>
                </a:lnTo>
                <a:cubicBezTo>
                  <a:pt x="2191053" y="112863"/>
                  <a:pt x="2192039" y="109771"/>
                  <a:pt x="2192447" y="108275"/>
                </a:cubicBezTo>
                <a:cubicBezTo>
                  <a:pt x="2193398" y="105217"/>
                  <a:pt x="2194418" y="102158"/>
                  <a:pt x="2195505" y="99099"/>
                </a:cubicBezTo>
                <a:lnTo>
                  <a:pt x="2216100" y="43840"/>
                </a:lnTo>
                <a:lnTo>
                  <a:pt x="2245565" y="43840"/>
                </a:lnTo>
                <a:lnTo>
                  <a:pt x="2202540" y="152116"/>
                </a:lnTo>
                <a:lnTo>
                  <a:pt x="2176746" y="152116"/>
                </a:lnTo>
                <a:close/>
                <a:moveTo>
                  <a:pt x="2325389" y="117655"/>
                </a:moveTo>
                <a:lnTo>
                  <a:pt x="2353936" y="122549"/>
                </a:lnTo>
                <a:cubicBezTo>
                  <a:pt x="2350266" y="132982"/>
                  <a:pt x="2344471" y="140926"/>
                  <a:pt x="2336553" y="146381"/>
                </a:cubicBezTo>
                <a:cubicBezTo>
                  <a:pt x="2328634" y="151835"/>
                  <a:pt x="2318728" y="154562"/>
                  <a:pt x="2306833" y="154562"/>
                </a:cubicBezTo>
                <a:cubicBezTo>
                  <a:pt x="2288006" y="154562"/>
                  <a:pt x="2274072" y="148411"/>
                  <a:pt x="2265032" y="136109"/>
                </a:cubicBezTo>
                <a:cubicBezTo>
                  <a:pt x="2257895" y="126253"/>
                  <a:pt x="2254327" y="113815"/>
                  <a:pt x="2254327" y="98794"/>
                </a:cubicBezTo>
                <a:cubicBezTo>
                  <a:pt x="2254327" y="80850"/>
                  <a:pt x="2259017" y="66797"/>
                  <a:pt x="2268396" y="56636"/>
                </a:cubicBezTo>
                <a:cubicBezTo>
                  <a:pt x="2277776" y="46474"/>
                  <a:pt x="2289637" y="41393"/>
                  <a:pt x="2303978" y="41393"/>
                </a:cubicBezTo>
                <a:cubicBezTo>
                  <a:pt x="2320087" y="41393"/>
                  <a:pt x="2332797" y="46712"/>
                  <a:pt x="2342109" y="57349"/>
                </a:cubicBezTo>
                <a:cubicBezTo>
                  <a:pt x="2351421" y="67986"/>
                  <a:pt x="2355873" y="84282"/>
                  <a:pt x="2355465" y="106236"/>
                </a:cubicBezTo>
                <a:lnTo>
                  <a:pt x="2283689" y="106236"/>
                </a:lnTo>
                <a:cubicBezTo>
                  <a:pt x="2283893" y="114732"/>
                  <a:pt x="2286204" y="121342"/>
                  <a:pt x="2290622" y="126066"/>
                </a:cubicBezTo>
                <a:cubicBezTo>
                  <a:pt x="2295040" y="130790"/>
                  <a:pt x="2300546" y="133152"/>
                  <a:pt x="2307139" y="133152"/>
                </a:cubicBezTo>
                <a:cubicBezTo>
                  <a:pt x="2311625" y="133152"/>
                  <a:pt x="2315397" y="131929"/>
                  <a:pt x="2318456" y="129482"/>
                </a:cubicBezTo>
                <a:cubicBezTo>
                  <a:pt x="2321514" y="127035"/>
                  <a:pt x="2323825" y="123093"/>
                  <a:pt x="2325389" y="117655"/>
                </a:cubicBezTo>
                <a:moveTo>
                  <a:pt x="2327020" y="88700"/>
                </a:moveTo>
                <a:cubicBezTo>
                  <a:pt x="2326816" y="80442"/>
                  <a:pt x="2324675" y="74163"/>
                  <a:pt x="2320597" y="69864"/>
                </a:cubicBezTo>
                <a:cubicBezTo>
                  <a:pt x="2316519" y="65565"/>
                  <a:pt x="2311557" y="63415"/>
                  <a:pt x="2305712" y="63415"/>
                </a:cubicBezTo>
                <a:cubicBezTo>
                  <a:pt x="2299458" y="63415"/>
                  <a:pt x="2294293" y="65683"/>
                  <a:pt x="2290215" y="70218"/>
                </a:cubicBezTo>
                <a:cubicBezTo>
                  <a:pt x="2286136" y="74755"/>
                  <a:pt x="2284131" y="80915"/>
                  <a:pt x="2284199" y="88700"/>
                </a:cubicBezTo>
                <a:lnTo>
                  <a:pt x="2327020" y="88700"/>
                </a:lnTo>
                <a:close/>
                <a:moveTo>
                  <a:pt x="2429246" y="103585"/>
                </a:moveTo>
                <a:lnTo>
                  <a:pt x="2458609" y="100731"/>
                </a:lnTo>
                <a:cubicBezTo>
                  <a:pt x="2460376" y="110622"/>
                  <a:pt x="2463961" y="117888"/>
                  <a:pt x="2469365" y="122527"/>
                </a:cubicBezTo>
                <a:cubicBezTo>
                  <a:pt x="2474769" y="127163"/>
                  <a:pt x="2482058" y="129482"/>
                  <a:pt x="2491234" y="129482"/>
                </a:cubicBezTo>
                <a:cubicBezTo>
                  <a:pt x="2500954" y="129482"/>
                  <a:pt x="2508277" y="127419"/>
                  <a:pt x="2513205" y="123294"/>
                </a:cubicBezTo>
                <a:cubicBezTo>
                  <a:pt x="2518133" y="119170"/>
                  <a:pt x="2520597" y="114345"/>
                  <a:pt x="2520597" y="108820"/>
                </a:cubicBezTo>
                <a:cubicBezTo>
                  <a:pt x="2520597" y="105275"/>
                  <a:pt x="2519560" y="102259"/>
                  <a:pt x="2517487" y="99772"/>
                </a:cubicBezTo>
                <a:cubicBezTo>
                  <a:pt x="2515414" y="97282"/>
                  <a:pt x="2511795" y="95117"/>
                  <a:pt x="2506629" y="93275"/>
                </a:cubicBezTo>
                <a:cubicBezTo>
                  <a:pt x="2503095" y="92050"/>
                  <a:pt x="2495040" y="89870"/>
                  <a:pt x="2482466" y="86737"/>
                </a:cubicBezTo>
                <a:cubicBezTo>
                  <a:pt x="2466289" y="82719"/>
                  <a:pt x="2454938" y="77780"/>
                  <a:pt x="2448413" y="71922"/>
                </a:cubicBezTo>
                <a:cubicBezTo>
                  <a:pt x="2439238" y="63681"/>
                  <a:pt x="2434650" y="53635"/>
                  <a:pt x="2434650" y="41785"/>
                </a:cubicBezTo>
                <a:cubicBezTo>
                  <a:pt x="2434650" y="34158"/>
                  <a:pt x="2436808" y="27024"/>
                  <a:pt x="2441124" y="20384"/>
                </a:cubicBezTo>
                <a:cubicBezTo>
                  <a:pt x="2445440" y="13743"/>
                  <a:pt x="2451659" y="8685"/>
                  <a:pt x="2459781" y="5212"/>
                </a:cubicBezTo>
                <a:cubicBezTo>
                  <a:pt x="2467904" y="1737"/>
                  <a:pt x="2477708" y="0"/>
                  <a:pt x="2489195" y="0"/>
                </a:cubicBezTo>
                <a:cubicBezTo>
                  <a:pt x="2507955" y="0"/>
                  <a:pt x="2522075" y="4131"/>
                  <a:pt x="2531557" y="12394"/>
                </a:cubicBezTo>
                <a:cubicBezTo>
                  <a:pt x="2541039" y="20654"/>
                  <a:pt x="2546017" y="31680"/>
                  <a:pt x="2546493" y="45472"/>
                </a:cubicBezTo>
                <a:lnTo>
                  <a:pt x="2516315" y="46695"/>
                </a:lnTo>
                <a:cubicBezTo>
                  <a:pt x="2515023" y="39014"/>
                  <a:pt x="2512254" y="33492"/>
                  <a:pt x="2508006" y="30127"/>
                </a:cubicBezTo>
                <a:cubicBezTo>
                  <a:pt x="2503758" y="26763"/>
                  <a:pt x="2497385" y="25081"/>
                  <a:pt x="2488889" y="25081"/>
                </a:cubicBezTo>
                <a:cubicBezTo>
                  <a:pt x="2480121" y="25081"/>
                  <a:pt x="2473256" y="26883"/>
                  <a:pt x="2468294" y="30487"/>
                </a:cubicBezTo>
                <a:cubicBezTo>
                  <a:pt x="2465100" y="32798"/>
                  <a:pt x="2463503" y="35892"/>
                  <a:pt x="2463503" y="39768"/>
                </a:cubicBezTo>
                <a:cubicBezTo>
                  <a:pt x="2463503" y="43305"/>
                  <a:pt x="2464998" y="46331"/>
                  <a:pt x="2467989" y="48846"/>
                </a:cubicBezTo>
                <a:cubicBezTo>
                  <a:pt x="2471795" y="52042"/>
                  <a:pt x="2481039" y="55377"/>
                  <a:pt x="2495720" y="58850"/>
                </a:cubicBezTo>
                <a:cubicBezTo>
                  <a:pt x="2510402" y="62323"/>
                  <a:pt x="2521260" y="65915"/>
                  <a:pt x="2528294" y="69628"/>
                </a:cubicBezTo>
                <a:cubicBezTo>
                  <a:pt x="2535329" y="73339"/>
                  <a:pt x="2540835" y="78412"/>
                  <a:pt x="2544811" y="84848"/>
                </a:cubicBezTo>
                <a:cubicBezTo>
                  <a:pt x="2548787" y="91282"/>
                  <a:pt x="2550775" y="99232"/>
                  <a:pt x="2550775" y="108699"/>
                </a:cubicBezTo>
                <a:cubicBezTo>
                  <a:pt x="2550775" y="117278"/>
                  <a:pt x="2548396" y="125313"/>
                  <a:pt x="2543639" y="132805"/>
                </a:cubicBezTo>
                <a:cubicBezTo>
                  <a:pt x="2538881" y="140296"/>
                  <a:pt x="2532152" y="145863"/>
                  <a:pt x="2523452" y="149506"/>
                </a:cubicBezTo>
                <a:cubicBezTo>
                  <a:pt x="2514752" y="153149"/>
                  <a:pt x="2503910" y="154970"/>
                  <a:pt x="2490928" y="154970"/>
                </a:cubicBezTo>
                <a:cubicBezTo>
                  <a:pt x="2472033" y="154970"/>
                  <a:pt x="2457521" y="150595"/>
                  <a:pt x="2447394" y="141844"/>
                </a:cubicBezTo>
                <a:cubicBezTo>
                  <a:pt x="2437266" y="133093"/>
                  <a:pt x="2431217" y="120340"/>
                  <a:pt x="2429246" y="103585"/>
                </a:cubicBezTo>
                <a:close/>
                <a:moveTo>
                  <a:pt x="2638592" y="117655"/>
                </a:moveTo>
                <a:lnTo>
                  <a:pt x="2667140" y="122549"/>
                </a:lnTo>
                <a:cubicBezTo>
                  <a:pt x="2663469" y="132982"/>
                  <a:pt x="2657675" y="140926"/>
                  <a:pt x="2649756" y="146381"/>
                </a:cubicBezTo>
                <a:cubicBezTo>
                  <a:pt x="2641838" y="151835"/>
                  <a:pt x="2631931" y="154562"/>
                  <a:pt x="2620037" y="154562"/>
                </a:cubicBezTo>
                <a:cubicBezTo>
                  <a:pt x="2601209" y="154562"/>
                  <a:pt x="2587276" y="148411"/>
                  <a:pt x="2578236" y="136109"/>
                </a:cubicBezTo>
                <a:cubicBezTo>
                  <a:pt x="2571099" y="126253"/>
                  <a:pt x="2567530" y="113815"/>
                  <a:pt x="2567530" y="98794"/>
                </a:cubicBezTo>
                <a:cubicBezTo>
                  <a:pt x="2567530" y="80850"/>
                  <a:pt x="2572220" y="66797"/>
                  <a:pt x="2581600" y="56636"/>
                </a:cubicBezTo>
                <a:cubicBezTo>
                  <a:pt x="2590980" y="46474"/>
                  <a:pt x="2602841" y="41393"/>
                  <a:pt x="2617182" y="41393"/>
                </a:cubicBezTo>
                <a:cubicBezTo>
                  <a:pt x="2633291" y="41393"/>
                  <a:pt x="2646001" y="46712"/>
                  <a:pt x="2655313" y="57349"/>
                </a:cubicBezTo>
                <a:cubicBezTo>
                  <a:pt x="2664625" y="67986"/>
                  <a:pt x="2669077" y="84282"/>
                  <a:pt x="2668669" y="106236"/>
                </a:cubicBezTo>
                <a:lnTo>
                  <a:pt x="2596893" y="106236"/>
                </a:lnTo>
                <a:cubicBezTo>
                  <a:pt x="2597097" y="114732"/>
                  <a:pt x="2599408" y="121342"/>
                  <a:pt x="2603826" y="126066"/>
                </a:cubicBezTo>
                <a:cubicBezTo>
                  <a:pt x="2608244" y="130790"/>
                  <a:pt x="2613750" y="133152"/>
                  <a:pt x="2620343" y="133152"/>
                </a:cubicBezTo>
                <a:cubicBezTo>
                  <a:pt x="2624829" y="133152"/>
                  <a:pt x="2628601" y="131929"/>
                  <a:pt x="2631660" y="129482"/>
                </a:cubicBezTo>
                <a:cubicBezTo>
                  <a:pt x="2634718" y="127035"/>
                  <a:pt x="2637029" y="123093"/>
                  <a:pt x="2638592" y="117655"/>
                </a:cubicBezTo>
                <a:moveTo>
                  <a:pt x="2640224" y="88700"/>
                </a:moveTo>
                <a:cubicBezTo>
                  <a:pt x="2640020" y="80442"/>
                  <a:pt x="2637879" y="74163"/>
                  <a:pt x="2633801" y="69864"/>
                </a:cubicBezTo>
                <a:cubicBezTo>
                  <a:pt x="2629722" y="65565"/>
                  <a:pt x="2624761" y="63415"/>
                  <a:pt x="2618915" y="63415"/>
                </a:cubicBezTo>
                <a:cubicBezTo>
                  <a:pt x="2612662" y="63415"/>
                  <a:pt x="2607496" y="65683"/>
                  <a:pt x="2603418" y="70218"/>
                </a:cubicBezTo>
                <a:cubicBezTo>
                  <a:pt x="2599340" y="74755"/>
                  <a:pt x="2597335" y="80915"/>
                  <a:pt x="2597403" y="88700"/>
                </a:cubicBezTo>
                <a:lnTo>
                  <a:pt x="2640224" y="88700"/>
                </a:lnTo>
                <a:close/>
                <a:moveTo>
                  <a:pt x="2713011" y="77281"/>
                </a:moveTo>
                <a:lnTo>
                  <a:pt x="2687013" y="72591"/>
                </a:lnTo>
                <a:cubicBezTo>
                  <a:pt x="2689936" y="61986"/>
                  <a:pt x="2694966" y="54136"/>
                  <a:pt x="2702102" y="49040"/>
                </a:cubicBezTo>
                <a:cubicBezTo>
                  <a:pt x="2709239" y="43942"/>
                  <a:pt x="2719842" y="41393"/>
                  <a:pt x="2733912" y="41393"/>
                </a:cubicBezTo>
                <a:cubicBezTo>
                  <a:pt x="2746690" y="41393"/>
                  <a:pt x="2756206" y="42906"/>
                  <a:pt x="2762459" y="45930"/>
                </a:cubicBezTo>
                <a:cubicBezTo>
                  <a:pt x="2768712" y="48955"/>
                  <a:pt x="2773113" y="52795"/>
                  <a:pt x="2775662" y="57451"/>
                </a:cubicBezTo>
                <a:cubicBezTo>
                  <a:pt x="2778211" y="62107"/>
                  <a:pt x="2779486" y="70654"/>
                  <a:pt x="2779486" y="83093"/>
                </a:cubicBezTo>
                <a:lnTo>
                  <a:pt x="2779180" y="116534"/>
                </a:lnTo>
                <a:cubicBezTo>
                  <a:pt x="2779180" y="126049"/>
                  <a:pt x="2779639" y="133067"/>
                  <a:pt x="2780556" y="137587"/>
                </a:cubicBezTo>
                <a:cubicBezTo>
                  <a:pt x="2781474" y="142107"/>
                  <a:pt x="2783190" y="146950"/>
                  <a:pt x="2785705" y="152116"/>
                </a:cubicBezTo>
                <a:lnTo>
                  <a:pt x="2757362" y="152116"/>
                </a:lnTo>
                <a:cubicBezTo>
                  <a:pt x="2756614" y="150212"/>
                  <a:pt x="2755696" y="147392"/>
                  <a:pt x="2754609" y="143653"/>
                </a:cubicBezTo>
                <a:cubicBezTo>
                  <a:pt x="2754133" y="141954"/>
                  <a:pt x="2753793" y="140833"/>
                  <a:pt x="2753589" y="140289"/>
                </a:cubicBezTo>
                <a:cubicBezTo>
                  <a:pt x="2748695" y="145047"/>
                  <a:pt x="2743462" y="148615"/>
                  <a:pt x="2737888" y="150994"/>
                </a:cubicBezTo>
                <a:cubicBezTo>
                  <a:pt x="2732315" y="153373"/>
                  <a:pt x="2726367" y="154562"/>
                  <a:pt x="2720046" y="154562"/>
                </a:cubicBezTo>
                <a:cubicBezTo>
                  <a:pt x="2708899" y="154562"/>
                  <a:pt x="2700114" y="151551"/>
                  <a:pt x="2693691" y="145527"/>
                </a:cubicBezTo>
                <a:cubicBezTo>
                  <a:pt x="2687268" y="139503"/>
                  <a:pt x="2684056" y="131888"/>
                  <a:pt x="2684056" y="122683"/>
                </a:cubicBezTo>
                <a:cubicBezTo>
                  <a:pt x="2684056" y="116591"/>
                  <a:pt x="2685518" y="111160"/>
                  <a:pt x="2688441" y="106389"/>
                </a:cubicBezTo>
                <a:cubicBezTo>
                  <a:pt x="2691363" y="101616"/>
                  <a:pt x="2695458" y="97961"/>
                  <a:pt x="2700726" y="95423"/>
                </a:cubicBezTo>
                <a:cubicBezTo>
                  <a:pt x="2705994" y="92884"/>
                  <a:pt x="2713589" y="90668"/>
                  <a:pt x="2723513" y="88773"/>
                </a:cubicBezTo>
                <a:cubicBezTo>
                  <a:pt x="2736903" y="86269"/>
                  <a:pt x="2746181" y="83934"/>
                  <a:pt x="2751346" y="81767"/>
                </a:cubicBezTo>
                <a:lnTo>
                  <a:pt x="2751346" y="78881"/>
                </a:lnTo>
                <a:cubicBezTo>
                  <a:pt x="2751346" y="73314"/>
                  <a:pt x="2749987" y="69345"/>
                  <a:pt x="2747268" y="66974"/>
                </a:cubicBezTo>
                <a:cubicBezTo>
                  <a:pt x="2744549" y="64602"/>
                  <a:pt x="2739418" y="63415"/>
                  <a:pt x="2731873" y="63415"/>
                </a:cubicBezTo>
                <a:cubicBezTo>
                  <a:pt x="2726775" y="63415"/>
                  <a:pt x="2722799" y="64441"/>
                  <a:pt x="2719944" y="66493"/>
                </a:cubicBezTo>
                <a:cubicBezTo>
                  <a:pt x="2717090" y="68543"/>
                  <a:pt x="2714779" y="72139"/>
                  <a:pt x="2713011" y="77281"/>
                </a:cubicBezTo>
                <a:moveTo>
                  <a:pt x="2751346" y="100527"/>
                </a:moveTo>
                <a:cubicBezTo>
                  <a:pt x="2747676" y="101735"/>
                  <a:pt x="2741864" y="103180"/>
                  <a:pt x="2733912" y="104860"/>
                </a:cubicBezTo>
                <a:cubicBezTo>
                  <a:pt x="2725960" y="106538"/>
                  <a:pt x="2720760" y="108183"/>
                  <a:pt x="2718313" y="109795"/>
                </a:cubicBezTo>
                <a:cubicBezTo>
                  <a:pt x="2714575" y="112414"/>
                  <a:pt x="2712706" y="115738"/>
                  <a:pt x="2712706" y="119767"/>
                </a:cubicBezTo>
                <a:cubicBezTo>
                  <a:pt x="2712706" y="123731"/>
                  <a:pt x="2714201" y="127157"/>
                  <a:pt x="2717192" y="130046"/>
                </a:cubicBezTo>
                <a:cubicBezTo>
                  <a:pt x="2720182" y="132932"/>
                  <a:pt x="2723989" y="134376"/>
                  <a:pt x="2728610" y="134376"/>
                </a:cubicBezTo>
                <a:cubicBezTo>
                  <a:pt x="2733776" y="134376"/>
                  <a:pt x="2738704" y="132697"/>
                  <a:pt x="2743394" y="129338"/>
                </a:cubicBezTo>
                <a:cubicBezTo>
                  <a:pt x="2746860" y="126787"/>
                  <a:pt x="2749137" y="123664"/>
                  <a:pt x="2750225" y="119968"/>
                </a:cubicBezTo>
                <a:cubicBezTo>
                  <a:pt x="2750972" y="117551"/>
                  <a:pt x="2751346" y="112951"/>
                  <a:pt x="2751346" y="106169"/>
                </a:cubicBezTo>
                <a:lnTo>
                  <a:pt x="2751346" y="100527"/>
                </a:lnTo>
                <a:close/>
                <a:moveTo>
                  <a:pt x="2834738" y="152116"/>
                </a:moveTo>
                <a:lnTo>
                  <a:pt x="2806089" y="152116"/>
                </a:lnTo>
                <a:lnTo>
                  <a:pt x="2806089" y="43840"/>
                </a:lnTo>
                <a:lnTo>
                  <a:pt x="2832699" y="43840"/>
                </a:lnTo>
                <a:lnTo>
                  <a:pt x="2832699" y="59235"/>
                </a:lnTo>
                <a:cubicBezTo>
                  <a:pt x="2837253" y="51963"/>
                  <a:pt x="2841348" y="47171"/>
                  <a:pt x="2844985" y="44860"/>
                </a:cubicBezTo>
                <a:cubicBezTo>
                  <a:pt x="2848621" y="42549"/>
                  <a:pt x="2852750" y="41393"/>
                  <a:pt x="2857372" y="41393"/>
                </a:cubicBezTo>
                <a:cubicBezTo>
                  <a:pt x="2863897" y="41393"/>
                  <a:pt x="2870184" y="43195"/>
                  <a:pt x="2876234" y="46797"/>
                </a:cubicBezTo>
                <a:lnTo>
                  <a:pt x="2867364" y="71776"/>
                </a:lnTo>
                <a:cubicBezTo>
                  <a:pt x="2862538" y="68649"/>
                  <a:pt x="2858052" y="67086"/>
                  <a:pt x="2853906" y="67086"/>
                </a:cubicBezTo>
                <a:cubicBezTo>
                  <a:pt x="2849896" y="67086"/>
                  <a:pt x="2846497" y="68190"/>
                  <a:pt x="2843710" y="70399"/>
                </a:cubicBezTo>
                <a:cubicBezTo>
                  <a:pt x="2840924" y="72608"/>
                  <a:pt x="2838732" y="76602"/>
                  <a:pt x="2837134" y="82379"/>
                </a:cubicBezTo>
                <a:cubicBezTo>
                  <a:pt x="2835537" y="88156"/>
                  <a:pt x="2834738" y="100255"/>
                  <a:pt x="2834738" y="118675"/>
                </a:cubicBezTo>
                <a:lnTo>
                  <a:pt x="2834738" y="152116"/>
                </a:lnTo>
                <a:close/>
                <a:moveTo>
                  <a:pt x="2982634" y="75854"/>
                </a:moveTo>
                <a:lnTo>
                  <a:pt x="2954393" y="80952"/>
                </a:lnTo>
                <a:cubicBezTo>
                  <a:pt x="2953441" y="75344"/>
                  <a:pt x="2951283" y="71122"/>
                  <a:pt x="2947919" y="68284"/>
                </a:cubicBezTo>
                <a:cubicBezTo>
                  <a:pt x="2944554" y="65446"/>
                  <a:pt x="2940187" y="64027"/>
                  <a:pt x="2934818" y="64027"/>
                </a:cubicBezTo>
                <a:cubicBezTo>
                  <a:pt x="2927681" y="64027"/>
                  <a:pt x="2921989" y="66484"/>
                  <a:pt x="2917741" y="71397"/>
                </a:cubicBezTo>
                <a:cubicBezTo>
                  <a:pt x="2913492" y="76309"/>
                  <a:pt x="2911368" y="84525"/>
                  <a:pt x="2911368" y="96044"/>
                </a:cubicBezTo>
                <a:cubicBezTo>
                  <a:pt x="2911368" y="108852"/>
                  <a:pt x="2913526" y="117899"/>
                  <a:pt x="2917842" y="123186"/>
                </a:cubicBezTo>
                <a:cubicBezTo>
                  <a:pt x="2922159" y="128471"/>
                  <a:pt x="2927953" y="131113"/>
                  <a:pt x="2935226" y="131113"/>
                </a:cubicBezTo>
                <a:cubicBezTo>
                  <a:pt x="2940663" y="131113"/>
                  <a:pt x="2945115" y="129567"/>
                  <a:pt x="2948582" y="126474"/>
                </a:cubicBezTo>
                <a:cubicBezTo>
                  <a:pt x="2952048" y="123382"/>
                  <a:pt x="2954495" y="118063"/>
                  <a:pt x="2955922" y="110518"/>
                </a:cubicBezTo>
                <a:lnTo>
                  <a:pt x="2984062" y="115412"/>
                </a:lnTo>
                <a:cubicBezTo>
                  <a:pt x="2981139" y="128326"/>
                  <a:pt x="2975532" y="138080"/>
                  <a:pt x="2967239" y="144673"/>
                </a:cubicBezTo>
                <a:cubicBezTo>
                  <a:pt x="2958947" y="151266"/>
                  <a:pt x="2947834" y="154562"/>
                  <a:pt x="2933900" y="154562"/>
                </a:cubicBezTo>
                <a:cubicBezTo>
                  <a:pt x="2918063" y="154562"/>
                  <a:pt x="2905438" y="149567"/>
                  <a:pt x="2896024" y="139575"/>
                </a:cubicBezTo>
                <a:cubicBezTo>
                  <a:pt x="2886611" y="129584"/>
                  <a:pt x="2881904" y="115752"/>
                  <a:pt x="2881904" y="98080"/>
                </a:cubicBezTo>
                <a:cubicBezTo>
                  <a:pt x="2881904" y="80204"/>
                  <a:pt x="2886628" y="66287"/>
                  <a:pt x="2896075" y="56330"/>
                </a:cubicBezTo>
                <a:cubicBezTo>
                  <a:pt x="2905523" y="46372"/>
                  <a:pt x="2918301" y="41393"/>
                  <a:pt x="2934410" y="41393"/>
                </a:cubicBezTo>
                <a:cubicBezTo>
                  <a:pt x="2947596" y="41393"/>
                  <a:pt x="2958080" y="44231"/>
                  <a:pt x="2965863" y="49907"/>
                </a:cubicBezTo>
                <a:cubicBezTo>
                  <a:pt x="2973645" y="55582"/>
                  <a:pt x="2979236" y="64231"/>
                  <a:pt x="2982634" y="75854"/>
                </a:cubicBezTo>
                <a:close/>
                <a:moveTo>
                  <a:pt x="3032484" y="2651"/>
                </a:moveTo>
                <a:lnTo>
                  <a:pt x="3032484" y="57681"/>
                </a:lnTo>
                <a:cubicBezTo>
                  <a:pt x="3041727" y="46822"/>
                  <a:pt x="3052772" y="41393"/>
                  <a:pt x="3065619" y="41393"/>
                </a:cubicBezTo>
                <a:cubicBezTo>
                  <a:pt x="3072212" y="41393"/>
                  <a:pt x="3078159" y="42617"/>
                  <a:pt x="3083461" y="45064"/>
                </a:cubicBezTo>
                <a:cubicBezTo>
                  <a:pt x="3088762" y="47511"/>
                  <a:pt x="3092755" y="50637"/>
                  <a:pt x="3095440" y="54444"/>
                </a:cubicBezTo>
                <a:cubicBezTo>
                  <a:pt x="3098125" y="58250"/>
                  <a:pt x="3099960" y="62464"/>
                  <a:pt x="3100946" y="67086"/>
                </a:cubicBezTo>
                <a:cubicBezTo>
                  <a:pt x="3101931" y="71708"/>
                  <a:pt x="3102424" y="78879"/>
                  <a:pt x="3102424" y="88598"/>
                </a:cubicBezTo>
                <a:lnTo>
                  <a:pt x="3102424" y="152116"/>
                </a:lnTo>
                <a:lnTo>
                  <a:pt x="3073775" y="152116"/>
                </a:lnTo>
                <a:lnTo>
                  <a:pt x="3073775" y="94986"/>
                </a:lnTo>
                <a:cubicBezTo>
                  <a:pt x="3073775" y="83648"/>
                  <a:pt x="3073231" y="76452"/>
                  <a:pt x="3072144" y="73397"/>
                </a:cubicBezTo>
                <a:cubicBezTo>
                  <a:pt x="3071056" y="70341"/>
                  <a:pt x="3069136" y="67913"/>
                  <a:pt x="3066383" y="66114"/>
                </a:cubicBezTo>
                <a:cubicBezTo>
                  <a:pt x="3063631" y="64315"/>
                  <a:pt x="3060181" y="63415"/>
                  <a:pt x="3056035" y="63415"/>
                </a:cubicBezTo>
                <a:cubicBezTo>
                  <a:pt x="3051277" y="63415"/>
                  <a:pt x="3047029" y="64570"/>
                  <a:pt x="3043291" y="66879"/>
                </a:cubicBezTo>
                <a:cubicBezTo>
                  <a:pt x="3039552" y="69188"/>
                  <a:pt x="3036817" y="72667"/>
                  <a:pt x="3035083" y="77316"/>
                </a:cubicBezTo>
                <a:cubicBezTo>
                  <a:pt x="3033350" y="81966"/>
                  <a:pt x="3032484" y="88840"/>
                  <a:pt x="3032484" y="97940"/>
                </a:cubicBezTo>
                <a:lnTo>
                  <a:pt x="3032484" y="152116"/>
                </a:lnTo>
                <a:lnTo>
                  <a:pt x="3003834" y="152116"/>
                </a:lnTo>
                <a:lnTo>
                  <a:pt x="3003834" y="2651"/>
                </a:lnTo>
                <a:lnTo>
                  <a:pt x="3032484" y="26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6246265a44504"/>
          <a:stretch xmlns:a="http://schemas.openxmlformats.org/drawingml/2006/main"/>
        </p:blipFill>
        <p:spPr>
          <a:xfrm xmlns:a="http://schemas.openxmlformats.org/drawingml/2006/main">
            <a:off x="154407" y="1024333"/>
            <a:ext cx="535697" cy="653551"/>
          </a:xfrm>
          <a:prstGeom xmlns:a="http://schemas.openxmlformats.org/drawingml/2006/main" prst="rect">
            <a:avLst/>
          </a:prstGeom>
        </p:spPr>
      </p:pic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e54467418450a"/>
          <a:stretch xmlns:a="http://schemas.openxmlformats.org/drawingml/2006/main"/>
        </p:blipFill>
        <p:spPr>
          <a:xfrm xmlns:a="http://schemas.openxmlformats.org/drawingml/2006/main">
            <a:off x="202431" y="978397"/>
            <a:ext cx="535697" cy="653551"/>
          </a:xfrm>
          <a:prstGeom xmlns:a="http://schemas.openxmlformats.org/drawingml/2006/main" prst="rect">
            <a:avLst/>
          </a:prstGeom>
        </p:spPr>
      </p:pic>
      <p:sp>
        <p:nvSpPr>
          <p:cNvPr id="10" name="Text Accident">
            <a:extLst xmlns:a="http://schemas.openxmlformats.org/drawingml/2006/main">
              <a:ext uri="{FF2B5EF4-FFF2-40B4-BE49-F238E27FC236}">
                <a16:creationId xmlns:a16="http://schemas.microsoft.com/office/drawing/2014/main" id="{F4D3CB5B-56C2-4914-99E5-D773C771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5" y="1787376"/>
            <a:ext cx="731538" cy="125960"/>
          </a:xfrm>
          <a:custGeom xmlns:a="http://schemas.openxmlformats.org/drawingml/2006/main">
            <a:pathLst>
              <a:path w="731538" h="125960">
                <a:moveTo>
                  <a:pt x="124354" y="123931"/>
                </a:moveTo>
                <a:lnTo>
                  <a:pt x="97133" y="123931"/>
                </a:lnTo>
                <a:lnTo>
                  <a:pt x="86312" y="95696"/>
                </a:lnTo>
                <a:lnTo>
                  <a:pt x="36774" y="95696"/>
                </a:lnTo>
                <a:lnTo>
                  <a:pt x="26545" y="123931"/>
                </a:lnTo>
                <a:lnTo>
                  <a:pt x="0" y="123931"/>
                </a:lnTo>
                <a:lnTo>
                  <a:pt x="48271" y="0"/>
                </a:lnTo>
                <a:lnTo>
                  <a:pt x="74731" y="0"/>
                </a:lnTo>
                <a:lnTo>
                  <a:pt x="124354" y="123931"/>
                </a:lnTo>
                <a:moveTo>
                  <a:pt x="78281" y="74731"/>
                </a:moveTo>
                <a:lnTo>
                  <a:pt x="61205" y="28912"/>
                </a:lnTo>
                <a:lnTo>
                  <a:pt x="44466" y="74731"/>
                </a:lnTo>
                <a:lnTo>
                  <a:pt x="78281" y="74731"/>
                </a:lnTo>
                <a:close/>
                <a:moveTo>
                  <a:pt x="215989" y="60698"/>
                </a:moveTo>
                <a:lnTo>
                  <a:pt x="192573" y="64924"/>
                </a:lnTo>
                <a:cubicBezTo>
                  <a:pt x="191784" y="60275"/>
                  <a:pt x="189994" y="56774"/>
                  <a:pt x="187205" y="54421"/>
                </a:cubicBezTo>
                <a:cubicBezTo>
                  <a:pt x="184415" y="52068"/>
                  <a:pt x="180794" y="50891"/>
                  <a:pt x="176341" y="50891"/>
                </a:cubicBezTo>
                <a:cubicBezTo>
                  <a:pt x="170424" y="50891"/>
                  <a:pt x="165704" y="52928"/>
                  <a:pt x="162182" y="57002"/>
                </a:cubicBezTo>
                <a:cubicBezTo>
                  <a:pt x="158659" y="61075"/>
                  <a:pt x="156898" y="67888"/>
                  <a:pt x="156898" y="77439"/>
                </a:cubicBezTo>
                <a:cubicBezTo>
                  <a:pt x="156898" y="88058"/>
                  <a:pt x="158687" y="95560"/>
                  <a:pt x="162266" y="99944"/>
                </a:cubicBezTo>
                <a:cubicBezTo>
                  <a:pt x="165845" y="104326"/>
                  <a:pt x="170649" y="106517"/>
                  <a:pt x="176680" y="106517"/>
                </a:cubicBezTo>
                <a:cubicBezTo>
                  <a:pt x="181188" y="106517"/>
                  <a:pt x="184880" y="105234"/>
                  <a:pt x="187754" y="102670"/>
                </a:cubicBezTo>
                <a:cubicBezTo>
                  <a:pt x="190628" y="100106"/>
                  <a:pt x="192657" y="95696"/>
                  <a:pt x="193841" y="89440"/>
                </a:cubicBezTo>
                <a:lnTo>
                  <a:pt x="217173" y="93498"/>
                </a:lnTo>
                <a:cubicBezTo>
                  <a:pt x="214749" y="104206"/>
                  <a:pt x="210100" y="112293"/>
                  <a:pt x="203224" y="117760"/>
                </a:cubicBezTo>
                <a:cubicBezTo>
                  <a:pt x="196349" y="123227"/>
                  <a:pt x="187134" y="125960"/>
                  <a:pt x="175581" y="125960"/>
                </a:cubicBezTo>
                <a:cubicBezTo>
                  <a:pt x="162449" y="125960"/>
                  <a:pt x="151981" y="121818"/>
                  <a:pt x="144175" y="113533"/>
                </a:cubicBezTo>
                <a:cubicBezTo>
                  <a:pt x="136370" y="105249"/>
                  <a:pt x="132467" y="93780"/>
                  <a:pt x="132467" y="79127"/>
                </a:cubicBezTo>
                <a:cubicBezTo>
                  <a:pt x="132467" y="64304"/>
                  <a:pt x="136384" y="52765"/>
                  <a:pt x="144217" y="44509"/>
                </a:cubicBezTo>
                <a:cubicBezTo>
                  <a:pt x="152051" y="36252"/>
                  <a:pt x="162647" y="32124"/>
                  <a:pt x="176003" y="32124"/>
                </a:cubicBezTo>
                <a:cubicBezTo>
                  <a:pt x="186937" y="32124"/>
                  <a:pt x="195630" y="34477"/>
                  <a:pt x="202083" y="39183"/>
                </a:cubicBezTo>
                <a:cubicBezTo>
                  <a:pt x="208536" y="43889"/>
                  <a:pt x="213171" y="51060"/>
                  <a:pt x="215989" y="60698"/>
                </a:cubicBezTo>
                <a:close/>
                <a:moveTo>
                  <a:pt x="312560" y="60698"/>
                </a:moveTo>
                <a:lnTo>
                  <a:pt x="289144" y="64924"/>
                </a:lnTo>
                <a:cubicBezTo>
                  <a:pt x="288355" y="60275"/>
                  <a:pt x="286565" y="56774"/>
                  <a:pt x="283775" y="54421"/>
                </a:cubicBezTo>
                <a:cubicBezTo>
                  <a:pt x="280986" y="52068"/>
                  <a:pt x="277365" y="50891"/>
                  <a:pt x="272912" y="50891"/>
                </a:cubicBezTo>
                <a:cubicBezTo>
                  <a:pt x="266995" y="50891"/>
                  <a:pt x="262275" y="52928"/>
                  <a:pt x="258753" y="57002"/>
                </a:cubicBezTo>
                <a:cubicBezTo>
                  <a:pt x="255230" y="61075"/>
                  <a:pt x="253469" y="67888"/>
                  <a:pt x="253469" y="77439"/>
                </a:cubicBezTo>
                <a:cubicBezTo>
                  <a:pt x="253469" y="88058"/>
                  <a:pt x="255258" y="95560"/>
                  <a:pt x="258837" y="99944"/>
                </a:cubicBezTo>
                <a:cubicBezTo>
                  <a:pt x="262416" y="104326"/>
                  <a:pt x="267220" y="106517"/>
                  <a:pt x="273251" y="106517"/>
                </a:cubicBezTo>
                <a:cubicBezTo>
                  <a:pt x="277759" y="106517"/>
                  <a:pt x="281451" y="105234"/>
                  <a:pt x="284325" y="102670"/>
                </a:cubicBezTo>
                <a:cubicBezTo>
                  <a:pt x="287199" y="100106"/>
                  <a:pt x="289228" y="95696"/>
                  <a:pt x="290412" y="89440"/>
                </a:cubicBezTo>
                <a:lnTo>
                  <a:pt x="313744" y="93498"/>
                </a:lnTo>
                <a:cubicBezTo>
                  <a:pt x="311320" y="104206"/>
                  <a:pt x="306671" y="112293"/>
                  <a:pt x="299795" y="117760"/>
                </a:cubicBezTo>
                <a:cubicBezTo>
                  <a:pt x="292920" y="123227"/>
                  <a:pt x="283705" y="125960"/>
                  <a:pt x="272152" y="125960"/>
                </a:cubicBezTo>
                <a:cubicBezTo>
                  <a:pt x="259020" y="125960"/>
                  <a:pt x="248552" y="121818"/>
                  <a:pt x="240746" y="113533"/>
                </a:cubicBezTo>
                <a:cubicBezTo>
                  <a:pt x="232941" y="105249"/>
                  <a:pt x="229038" y="93780"/>
                  <a:pt x="229038" y="79127"/>
                </a:cubicBezTo>
                <a:cubicBezTo>
                  <a:pt x="229038" y="64304"/>
                  <a:pt x="232955" y="52765"/>
                  <a:pt x="240788" y="44509"/>
                </a:cubicBezTo>
                <a:cubicBezTo>
                  <a:pt x="248622" y="36252"/>
                  <a:pt x="259218" y="32124"/>
                  <a:pt x="272574" y="32124"/>
                </a:cubicBezTo>
                <a:cubicBezTo>
                  <a:pt x="283508" y="32124"/>
                  <a:pt x="292201" y="34477"/>
                  <a:pt x="298654" y="39183"/>
                </a:cubicBezTo>
                <a:cubicBezTo>
                  <a:pt x="305107" y="43889"/>
                  <a:pt x="309742" y="51060"/>
                  <a:pt x="312560" y="60698"/>
                </a:cubicBezTo>
                <a:close/>
                <a:moveTo>
                  <a:pt x="330850" y="21980"/>
                </a:moveTo>
                <a:lnTo>
                  <a:pt x="330850" y="0"/>
                </a:lnTo>
                <a:lnTo>
                  <a:pt x="354605" y="0"/>
                </a:lnTo>
                <a:lnTo>
                  <a:pt x="354605" y="21980"/>
                </a:lnTo>
                <a:lnTo>
                  <a:pt x="330850" y="21980"/>
                </a:lnTo>
                <a:moveTo>
                  <a:pt x="330850" y="123931"/>
                </a:moveTo>
                <a:lnTo>
                  <a:pt x="330850" y="34153"/>
                </a:lnTo>
                <a:lnTo>
                  <a:pt x="354605" y="34153"/>
                </a:lnTo>
                <a:lnTo>
                  <a:pt x="354605" y="123931"/>
                </a:lnTo>
                <a:lnTo>
                  <a:pt x="330850" y="123931"/>
                </a:lnTo>
                <a:close/>
                <a:moveTo>
                  <a:pt x="461910" y="123931"/>
                </a:moveTo>
                <a:lnTo>
                  <a:pt x="439846" y="123931"/>
                </a:lnTo>
                <a:lnTo>
                  <a:pt x="439846" y="110743"/>
                </a:lnTo>
                <a:cubicBezTo>
                  <a:pt x="436182" y="115872"/>
                  <a:pt x="431857" y="119690"/>
                  <a:pt x="426869" y="122198"/>
                </a:cubicBezTo>
                <a:cubicBezTo>
                  <a:pt x="421881" y="124706"/>
                  <a:pt x="416852" y="125960"/>
                  <a:pt x="411779" y="125960"/>
                </a:cubicBezTo>
                <a:cubicBezTo>
                  <a:pt x="401466" y="125960"/>
                  <a:pt x="392632" y="121804"/>
                  <a:pt x="385277" y="113491"/>
                </a:cubicBezTo>
                <a:cubicBezTo>
                  <a:pt x="377922" y="105178"/>
                  <a:pt x="374245" y="93582"/>
                  <a:pt x="374245" y="78704"/>
                </a:cubicBezTo>
                <a:cubicBezTo>
                  <a:pt x="374245" y="63487"/>
                  <a:pt x="377824" y="51920"/>
                  <a:pt x="384981" y="44001"/>
                </a:cubicBezTo>
                <a:cubicBezTo>
                  <a:pt x="392139" y="36083"/>
                  <a:pt x="401184" y="32124"/>
                  <a:pt x="412117" y="32124"/>
                </a:cubicBezTo>
                <a:cubicBezTo>
                  <a:pt x="422149" y="32124"/>
                  <a:pt x="430828" y="36295"/>
                  <a:pt x="438155" y="44636"/>
                </a:cubicBezTo>
                <a:lnTo>
                  <a:pt x="438155" y="0"/>
                </a:lnTo>
                <a:lnTo>
                  <a:pt x="461910" y="0"/>
                </a:lnTo>
                <a:lnTo>
                  <a:pt x="461910" y="123931"/>
                </a:lnTo>
                <a:moveTo>
                  <a:pt x="398507" y="77143"/>
                </a:moveTo>
                <a:cubicBezTo>
                  <a:pt x="398507" y="86709"/>
                  <a:pt x="399831" y="93631"/>
                  <a:pt x="402480" y="97907"/>
                </a:cubicBezTo>
                <a:cubicBezTo>
                  <a:pt x="406313" y="104098"/>
                  <a:pt x="411667" y="107193"/>
                  <a:pt x="418542" y="107193"/>
                </a:cubicBezTo>
                <a:cubicBezTo>
                  <a:pt x="424009" y="107193"/>
                  <a:pt x="428659" y="104872"/>
                  <a:pt x="432491" y="100229"/>
                </a:cubicBezTo>
                <a:cubicBezTo>
                  <a:pt x="436323" y="95587"/>
                  <a:pt x="438239" y="88651"/>
                  <a:pt x="438239" y="79422"/>
                </a:cubicBezTo>
                <a:cubicBezTo>
                  <a:pt x="438239" y="69123"/>
                  <a:pt x="436380" y="61708"/>
                  <a:pt x="432660" y="57179"/>
                </a:cubicBezTo>
                <a:cubicBezTo>
                  <a:pt x="428940" y="52649"/>
                  <a:pt x="424178" y="50384"/>
                  <a:pt x="418373" y="50384"/>
                </a:cubicBezTo>
                <a:cubicBezTo>
                  <a:pt x="412737" y="50384"/>
                  <a:pt x="408017" y="52621"/>
                  <a:pt x="404213" y="57094"/>
                </a:cubicBezTo>
                <a:cubicBezTo>
                  <a:pt x="400409" y="61568"/>
                  <a:pt x="398507" y="68250"/>
                  <a:pt x="398507" y="77143"/>
                </a:cubicBezTo>
                <a:close/>
                <a:moveTo>
                  <a:pt x="537702" y="95358"/>
                </a:moveTo>
                <a:lnTo>
                  <a:pt x="561372" y="99415"/>
                </a:lnTo>
                <a:cubicBezTo>
                  <a:pt x="558329" y="108066"/>
                  <a:pt x="553524" y="114653"/>
                  <a:pt x="546959" y="119176"/>
                </a:cubicBezTo>
                <a:cubicBezTo>
                  <a:pt x="540393" y="123699"/>
                  <a:pt x="532179" y="125960"/>
                  <a:pt x="522316" y="125960"/>
                </a:cubicBezTo>
                <a:cubicBezTo>
                  <a:pt x="506705" y="125960"/>
                  <a:pt x="495152" y="120860"/>
                  <a:pt x="487656" y="110659"/>
                </a:cubicBezTo>
                <a:cubicBezTo>
                  <a:pt x="481738" y="102487"/>
                  <a:pt x="478780" y="92173"/>
                  <a:pt x="478780" y="79718"/>
                </a:cubicBezTo>
                <a:cubicBezTo>
                  <a:pt x="478780" y="64840"/>
                  <a:pt x="482668" y="53188"/>
                  <a:pt x="490446" y="44762"/>
                </a:cubicBezTo>
                <a:cubicBezTo>
                  <a:pt x="498223" y="36337"/>
                  <a:pt x="508058" y="32124"/>
                  <a:pt x="519949" y="32124"/>
                </a:cubicBezTo>
                <a:cubicBezTo>
                  <a:pt x="533306" y="32124"/>
                  <a:pt x="543845" y="36534"/>
                  <a:pt x="551566" y="45354"/>
                </a:cubicBezTo>
                <a:cubicBezTo>
                  <a:pt x="559287" y="54174"/>
                  <a:pt x="562979" y="67686"/>
                  <a:pt x="562640" y="85890"/>
                </a:cubicBezTo>
                <a:lnTo>
                  <a:pt x="503126" y="85890"/>
                </a:lnTo>
                <a:cubicBezTo>
                  <a:pt x="503295" y="92934"/>
                  <a:pt x="505212" y="98415"/>
                  <a:pt x="508875" y="102332"/>
                </a:cubicBezTo>
                <a:cubicBezTo>
                  <a:pt x="512538" y="106249"/>
                  <a:pt x="517103" y="108207"/>
                  <a:pt x="522570" y="108207"/>
                </a:cubicBezTo>
                <a:cubicBezTo>
                  <a:pt x="526289" y="108207"/>
                  <a:pt x="529417" y="107193"/>
                  <a:pt x="531953" y="105164"/>
                </a:cubicBezTo>
                <a:cubicBezTo>
                  <a:pt x="534490" y="103135"/>
                  <a:pt x="536406" y="99866"/>
                  <a:pt x="537702" y="95358"/>
                </a:cubicBezTo>
                <a:moveTo>
                  <a:pt x="539055" y="71349"/>
                </a:moveTo>
                <a:cubicBezTo>
                  <a:pt x="538885" y="64502"/>
                  <a:pt x="537110" y="59296"/>
                  <a:pt x="533729" y="55731"/>
                </a:cubicBezTo>
                <a:cubicBezTo>
                  <a:pt x="530347" y="52166"/>
                  <a:pt x="526233" y="50384"/>
                  <a:pt x="521386" y="50384"/>
                </a:cubicBezTo>
                <a:cubicBezTo>
                  <a:pt x="516201" y="50384"/>
                  <a:pt x="511918" y="52264"/>
                  <a:pt x="508537" y="56024"/>
                </a:cubicBezTo>
                <a:cubicBezTo>
                  <a:pt x="505155" y="59786"/>
                  <a:pt x="503493" y="64894"/>
                  <a:pt x="503549" y="71349"/>
                </a:cubicBezTo>
                <a:lnTo>
                  <a:pt x="539055" y="71349"/>
                </a:lnTo>
                <a:close/>
                <a:moveTo>
                  <a:pt x="663946" y="123931"/>
                </a:moveTo>
                <a:lnTo>
                  <a:pt x="640191" y="123931"/>
                </a:lnTo>
                <a:lnTo>
                  <a:pt x="640191" y="78165"/>
                </a:lnTo>
                <a:cubicBezTo>
                  <a:pt x="640191" y="68482"/>
                  <a:pt x="639684" y="62219"/>
                  <a:pt x="638669" y="59377"/>
                </a:cubicBezTo>
                <a:cubicBezTo>
                  <a:pt x="637655" y="56534"/>
                  <a:pt x="636006" y="54325"/>
                  <a:pt x="633724" y="52748"/>
                </a:cubicBezTo>
                <a:cubicBezTo>
                  <a:pt x="631441" y="51172"/>
                  <a:pt x="628694" y="50384"/>
                  <a:pt x="625481" y="50384"/>
                </a:cubicBezTo>
                <a:cubicBezTo>
                  <a:pt x="621367" y="50384"/>
                  <a:pt x="617676" y="51510"/>
                  <a:pt x="614407" y="53763"/>
                </a:cubicBezTo>
                <a:cubicBezTo>
                  <a:pt x="611138" y="56014"/>
                  <a:pt x="608898" y="58997"/>
                  <a:pt x="607686" y="62713"/>
                </a:cubicBezTo>
                <a:cubicBezTo>
                  <a:pt x="606475" y="66428"/>
                  <a:pt x="605869" y="73295"/>
                  <a:pt x="605869" y="83316"/>
                </a:cubicBezTo>
                <a:lnTo>
                  <a:pt x="605869" y="123931"/>
                </a:lnTo>
                <a:lnTo>
                  <a:pt x="582114" y="123931"/>
                </a:lnTo>
                <a:lnTo>
                  <a:pt x="582114" y="34153"/>
                </a:lnTo>
                <a:lnTo>
                  <a:pt x="604178" y="34153"/>
                </a:lnTo>
                <a:lnTo>
                  <a:pt x="604178" y="47341"/>
                </a:lnTo>
                <a:cubicBezTo>
                  <a:pt x="612012" y="37196"/>
                  <a:pt x="621874" y="32124"/>
                  <a:pt x="633766" y="32124"/>
                </a:cubicBezTo>
                <a:cubicBezTo>
                  <a:pt x="639007" y="32124"/>
                  <a:pt x="643798" y="33068"/>
                  <a:pt x="648137" y="34956"/>
                </a:cubicBezTo>
                <a:cubicBezTo>
                  <a:pt x="652477" y="36844"/>
                  <a:pt x="655760" y="39253"/>
                  <a:pt x="657986" y="42184"/>
                </a:cubicBezTo>
                <a:cubicBezTo>
                  <a:pt x="660212" y="45115"/>
                  <a:pt x="661762" y="48440"/>
                  <a:pt x="662635" y="52159"/>
                </a:cubicBezTo>
                <a:cubicBezTo>
                  <a:pt x="663509" y="55879"/>
                  <a:pt x="663946" y="61205"/>
                  <a:pt x="663946" y="68137"/>
                </a:cubicBezTo>
                <a:lnTo>
                  <a:pt x="663946" y="123931"/>
                </a:lnTo>
                <a:close/>
                <a:moveTo>
                  <a:pt x="729593" y="34153"/>
                </a:moveTo>
                <a:lnTo>
                  <a:pt x="729593" y="53089"/>
                </a:lnTo>
                <a:lnTo>
                  <a:pt x="713362" y="53089"/>
                </a:lnTo>
                <a:lnTo>
                  <a:pt x="713362" y="89213"/>
                </a:lnTo>
                <a:cubicBezTo>
                  <a:pt x="713362" y="96529"/>
                  <a:pt x="713517" y="100792"/>
                  <a:pt x="713827" y="102002"/>
                </a:cubicBezTo>
                <a:cubicBezTo>
                  <a:pt x="714137" y="103210"/>
                  <a:pt x="714842" y="104209"/>
                  <a:pt x="715941" y="104998"/>
                </a:cubicBezTo>
                <a:cubicBezTo>
                  <a:pt x="717040" y="105785"/>
                  <a:pt x="718378" y="106178"/>
                  <a:pt x="719956" y="106178"/>
                </a:cubicBezTo>
                <a:cubicBezTo>
                  <a:pt x="722154" y="106178"/>
                  <a:pt x="725338" y="105418"/>
                  <a:pt x="729509" y="103896"/>
                </a:cubicBezTo>
                <a:lnTo>
                  <a:pt x="731538" y="122394"/>
                </a:lnTo>
                <a:cubicBezTo>
                  <a:pt x="726015" y="124771"/>
                  <a:pt x="719759" y="125960"/>
                  <a:pt x="712771" y="125960"/>
                </a:cubicBezTo>
                <a:cubicBezTo>
                  <a:pt x="708487" y="125960"/>
                  <a:pt x="704627" y="125242"/>
                  <a:pt x="701189" y="123804"/>
                </a:cubicBezTo>
                <a:cubicBezTo>
                  <a:pt x="697751" y="122367"/>
                  <a:pt x="695229" y="120507"/>
                  <a:pt x="693623" y="118225"/>
                </a:cubicBezTo>
                <a:cubicBezTo>
                  <a:pt x="692017" y="115942"/>
                  <a:pt x="690904" y="112857"/>
                  <a:pt x="690284" y="108968"/>
                </a:cubicBezTo>
                <a:cubicBezTo>
                  <a:pt x="689777" y="106207"/>
                  <a:pt x="689523" y="100627"/>
                  <a:pt x="689523" y="92230"/>
                </a:cubicBezTo>
                <a:lnTo>
                  <a:pt x="689523" y="53089"/>
                </a:lnTo>
                <a:lnTo>
                  <a:pt x="678618" y="53089"/>
                </a:lnTo>
                <a:lnTo>
                  <a:pt x="678618" y="34153"/>
                </a:lnTo>
                <a:lnTo>
                  <a:pt x="689523" y="34153"/>
                </a:lnTo>
                <a:lnTo>
                  <a:pt x="689523" y="16231"/>
                </a:lnTo>
                <a:lnTo>
                  <a:pt x="713362" y="2198"/>
                </a:lnTo>
                <a:lnTo>
                  <a:pt x="713362" y="34153"/>
                </a:lnTo>
                <a:lnTo>
                  <a:pt x="729593" y="341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Reports">
            <a:extLst xmlns:a="http://schemas.openxmlformats.org/drawingml/2006/main">
              <a:ext uri="{FF2B5EF4-FFF2-40B4-BE49-F238E27FC236}">
                <a16:creationId xmlns:a16="http://schemas.microsoft.com/office/drawing/2014/main" id="{E056FE6D-D107-4F89-863E-D9C701F7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5" y="1996178"/>
            <a:ext cx="635524" cy="158084"/>
          </a:xfrm>
          <a:custGeom xmlns:a="http://schemas.openxmlformats.org/drawingml/2006/main">
            <a:pathLst>
              <a:path w="635524" h="158084">
                <a:moveTo>
                  <a:pt x="0" y="123931"/>
                </a:moveTo>
                <a:lnTo>
                  <a:pt x="0" y="0"/>
                </a:lnTo>
                <a:lnTo>
                  <a:pt x="52667" y="0"/>
                </a:lnTo>
                <a:cubicBezTo>
                  <a:pt x="65911" y="0"/>
                  <a:pt x="75534" y="1113"/>
                  <a:pt x="81536" y="3339"/>
                </a:cubicBezTo>
                <a:cubicBezTo>
                  <a:pt x="87538" y="5565"/>
                  <a:pt x="92343" y="9524"/>
                  <a:pt x="95949" y="15217"/>
                </a:cubicBezTo>
                <a:cubicBezTo>
                  <a:pt x="99556" y="20909"/>
                  <a:pt x="101360" y="27418"/>
                  <a:pt x="101360" y="34745"/>
                </a:cubicBezTo>
                <a:cubicBezTo>
                  <a:pt x="101360" y="44044"/>
                  <a:pt x="98626" y="51723"/>
                  <a:pt x="93160" y="57781"/>
                </a:cubicBezTo>
                <a:cubicBezTo>
                  <a:pt x="87693" y="63840"/>
                  <a:pt x="79521" y="67658"/>
                  <a:pt x="68644" y="69236"/>
                </a:cubicBezTo>
                <a:cubicBezTo>
                  <a:pt x="74054" y="72392"/>
                  <a:pt x="78521" y="75858"/>
                  <a:pt x="82043" y="79634"/>
                </a:cubicBezTo>
                <a:cubicBezTo>
                  <a:pt x="85566" y="83410"/>
                  <a:pt x="90314" y="90116"/>
                  <a:pt x="96288" y="99754"/>
                </a:cubicBezTo>
                <a:lnTo>
                  <a:pt x="111420" y="123931"/>
                </a:lnTo>
                <a:lnTo>
                  <a:pt x="81494" y="123931"/>
                </a:lnTo>
                <a:lnTo>
                  <a:pt x="63403" y="96956"/>
                </a:lnTo>
                <a:cubicBezTo>
                  <a:pt x="56978" y="87322"/>
                  <a:pt x="52582" y="81252"/>
                  <a:pt x="50215" y="78746"/>
                </a:cubicBezTo>
                <a:cubicBezTo>
                  <a:pt x="47848" y="76238"/>
                  <a:pt x="45340" y="74519"/>
                  <a:pt x="42691" y="73589"/>
                </a:cubicBezTo>
                <a:cubicBezTo>
                  <a:pt x="40042" y="72660"/>
                  <a:pt x="35844" y="72195"/>
                  <a:pt x="30095" y="72195"/>
                </a:cubicBezTo>
                <a:lnTo>
                  <a:pt x="25023" y="72195"/>
                </a:lnTo>
                <a:lnTo>
                  <a:pt x="25023" y="123931"/>
                </a:lnTo>
                <a:lnTo>
                  <a:pt x="0" y="123931"/>
                </a:lnTo>
                <a:moveTo>
                  <a:pt x="25023" y="52413"/>
                </a:moveTo>
                <a:lnTo>
                  <a:pt x="43537" y="52413"/>
                </a:lnTo>
                <a:cubicBezTo>
                  <a:pt x="55541" y="52413"/>
                  <a:pt x="63036" y="51906"/>
                  <a:pt x="66023" y="50891"/>
                </a:cubicBezTo>
                <a:cubicBezTo>
                  <a:pt x="69010" y="49877"/>
                  <a:pt x="71349" y="48130"/>
                  <a:pt x="73040" y="45650"/>
                </a:cubicBezTo>
                <a:cubicBezTo>
                  <a:pt x="74731" y="43170"/>
                  <a:pt x="75576" y="40071"/>
                  <a:pt x="75576" y="36351"/>
                </a:cubicBezTo>
                <a:cubicBezTo>
                  <a:pt x="75576" y="32180"/>
                  <a:pt x="74463" y="28813"/>
                  <a:pt x="72237" y="26249"/>
                </a:cubicBezTo>
                <a:cubicBezTo>
                  <a:pt x="70011" y="23684"/>
                  <a:pt x="66869" y="22064"/>
                  <a:pt x="62811" y="21388"/>
                </a:cubicBezTo>
                <a:cubicBezTo>
                  <a:pt x="60782" y="21106"/>
                  <a:pt x="54695" y="20965"/>
                  <a:pt x="44551" y="20965"/>
                </a:cubicBezTo>
                <a:lnTo>
                  <a:pt x="25023" y="20965"/>
                </a:lnTo>
                <a:lnTo>
                  <a:pt x="25023" y="52413"/>
                </a:lnTo>
                <a:close/>
                <a:moveTo>
                  <a:pt x="177018" y="95358"/>
                </a:moveTo>
                <a:lnTo>
                  <a:pt x="200688" y="99415"/>
                </a:lnTo>
                <a:cubicBezTo>
                  <a:pt x="197645" y="108066"/>
                  <a:pt x="192840" y="114653"/>
                  <a:pt x="186275" y="119176"/>
                </a:cubicBezTo>
                <a:cubicBezTo>
                  <a:pt x="179709" y="123699"/>
                  <a:pt x="171495" y="125960"/>
                  <a:pt x="161632" y="125960"/>
                </a:cubicBezTo>
                <a:cubicBezTo>
                  <a:pt x="146021" y="125960"/>
                  <a:pt x="134468" y="120860"/>
                  <a:pt x="126972" y="110659"/>
                </a:cubicBezTo>
                <a:cubicBezTo>
                  <a:pt x="121054" y="102487"/>
                  <a:pt x="118096" y="92173"/>
                  <a:pt x="118096" y="79718"/>
                </a:cubicBezTo>
                <a:cubicBezTo>
                  <a:pt x="118096" y="64840"/>
                  <a:pt x="121984" y="53188"/>
                  <a:pt x="129762" y="44762"/>
                </a:cubicBezTo>
                <a:cubicBezTo>
                  <a:pt x="137539" y="36337"/>
                  <a:pt x="147373" y="32124"/>
                  <a:pt x="159265" y="32124"/>
                </a:cubicBezTo>
                <a:cubicBezTo>
                  <a:pt x="172622" y="32124"/>
                  <a:pt x="183161" y="36534"/>
                  <a:pt x="190882" y="45354"/>
                </a:cubicBezTo>
                <a:cubicBezTo>
                  <a:pt x="198603" y="54174"/>
                  <a:pt x="202294" y="67686"/>
                  <a:pt x="201956" y="85890"/>
                </a:cubicBezTo>
                <a:lnTo>
                  <a:pt x="142442" y="85890"/>
                </a:lnTo>
                <a:cubicBezTo>
                  <a:pt x="142611" y="92934"/>
                  <a:pt x="144527" y="98415"/>
                  <a:pt x="148191" y="102332"/>
                </a:cubicBezTo>
                <a:cubicBezTo>
                  <a:pt x="151854" y="106249"/>
                  <a:pt x="156419" y="108207"/>
                  <a:pt x="161886" y="108207"/>
                </a:cubicBezTo>
                <a:cubicBezTo>
                  <a:pt x="165605" y="108207"/>
                  <a:pt x="168733" y="107193"/>
                  <a:pt x="171269" y="105164"/>
                </a:cubicBezTo>
                <a:cubicBezTo>
                  <a:pt x="173805" y="103135"/>
                  <a:pt x="175722" y="99866"/>
                  <a:pt x="177018" y="95358"/>
                </a:cubicBezTo>
                <a:moveTo>
                  <a:pt x="178370" y="71349"/>
                </a:moveTo>
                <a:cubicBezTo>
                  <a:pt x="178201" y="64502"/>
                  <a:pt x="176426" y="59296"/>
                  <a:pt x="173045" y="55731"/>
                </a:cubicBezTo>
                <a:cubicBezTo>
                  <a:pt x="169663" y="52166"/>
                  <a:pt x="165549" y="50384"/>
                  <a:pt x="160702" y="50384"/>
                </a:cubicBezTo>
                <a:cubicBezTo>
                  <a:pt x="155517" y="50384"/>
                  <a:pt x="151234" y="52264"/>
                  <a:pt x="147853" y="56024"/>
                </a:cubicBezTo>
                <a:cubicBezTo>
                  <a:pt x="144471" y="59786"/>
                  <a:pt x="142808" y="64894"/>
                  <a:pt x="142865" y="71349"/>
                </a:cubicBezTo>
                <a:lnTo>
                  <a:pt x="178370" y="71349"/>
                </a:lnTo>
                <a:close/>
                <a:moveTo>
                  <a:pt x="220922" y="34153"/>
                </a:moveTo>
                <a:lnTo>
                  <a:pt x="243071" y="34153"/>
                </a:lnTo>
                <a:lnTo>
                  <a:pt x="243071" y="47341"/>
                </a:lnTo>
                <a:cubicBezTo>
                  <a:pt x="245945" y="42832"/>
                  <a:pt x="249834" y="39169"/>
                  <a:pt x="254737" y="36351"/>
                </a:cubicBezTo>
                <a:cubicBezTo>
                  <a:pt x="259640" y="33533"/>
                  <a:pt x="265079" y="32124"/>
                  <a:pt x="271053" y="32124"/>
                </a:cubicBezTo>
                <a:cubicBezTo>
                  <a:pt x="281479" y="32124"/>
                  <a:pt x="290327" y="36210"/>
                  <a:pt x="297598" y="44382"/>
                </a:cubicBezTo>
                <a:cubicBezTo>
                  <a:pt x="304868" y="52554"/>
                  <a:pt x="308503" y="63938"/>
                  <a:pt x="308503" y="78535"/>
                </a:cubicBezTo>
                <a:cubicBezTo>
                  <a:pt x="308503" y="93526"/>
                  <a:pt x="304839" y="105178"/>
                  <a:pt x="297513" y="113491"/>
                </a:cubicBezTo>
                <a:cubicBezTo>
                  <a:pt x="290186" y="121804"/>
                  <a:pt x="281310" y="125960"/>
                  <a:pt x="270884" y="125960"/>
                </a:cubicBezTo>
                <a:cubicBezTo>
                  <a:pt x="265924" y="125960"/>
                  <a:pt x="261430" y="124974"/>
                  <a:pt x="257400" y="123001"/>
                </a:cubicBezTo>
                <a:cubicBezTo>
                  <a:pt x="253371" y="121029"/>
                  <a:pt x="249130" y="117647"/>
                  <a:pt x="244677" y="112857"/>
                </a:cubicBezTo>
                <a:lnTo>
                  <a:pt x="244677" y="158084"/>
                </a:lnTo>
                <a:lnTo>
                  <a:pt x="220922" y="158084"/>
                </a:lnTo>
                <a:lnTo>
                  <a:pt x="220922" y="34153"/>
                </a:lnTo>
                <a:moveTo>
                  <a:pt x="244424" y="77481"/>
                </a:moveTo>
                <a:cubicBezTo>
                  <a:pt x="244424" y="87553"/>
                  <a:pt x="246424" y="94995"/>
                  <a:pt x="250426" y="99806"/>
                </a:cubicBezTo>
                <a:cubicBezTo>
                  <a:pt x="254427" y="104618"/>
                  <a:pt x="259302" y="107024"/>
                  <a:pt x="265051" y="107024"/>
                </a:cubicBezTo>
                <a:cubicBezTo>
                  <a:pt x="270574" y="107024"/>
                  <a:pt x="275167" y="104815"/>
                  <a:pt x="278830" y="100398"/>
                </a:cubicBezTo>
                <a:cubicBezTo>
                  <a:pt x="282494" y="95981"/>
                  <a:pt x="284325" y="88736"/>
                  <a:pt x="284325" y="78662"/>
                </a:cubicBezTo>
                <a:cubicBezTo>
                  <a:pt x="284325" y="69264"/>
                  <a:pt x="282437" y="62286"/>
                  <a:pt x="278661" y="57728"/>
                </a:cubicBezTo>
                <a:cubicBezTo>
                  <a:pt x="274885" y="53170"/>
                  <a:pt x="270208" y="50891"/>
                  <a:pt x="264628" y="50891"/>
                </a:cubicBezTo>
                <a:cubicBezTo>
                  <a:pt x="258823" y="50891"/>
                  <a:pt x="254005" y="53128"/>
                  <a:pt x="250172" y="57601"/>
                </a:cubicBezTo>
                <a:cubicBezTo>
                  <a:pt x="246340" y="62075"/>
                  <a:pt x="244424" y="68701"/>
                  <a:pt x="244424" y="77481"/>
                </a:cubicBezTo>
                <a:close/>
                <a:moveTo>
                  <a:pt x="322245" y="77774"/>
                </a:moveTo>
                <a:cubicBezTo>
                  <a:pt x="322245" y="69884"/>
                  <a:pt x="324189" y="62247"/>
                  <a:pt x="328078" y="54864"/>
                </a:cubicBezTo>
                <a:cubicBezTo>
                  <a:pt x="331967" y="47482"/>
                  <a:pt x="337476" y="41846"/>
                  <a:pt x="344605" y="37957"/>
                </a:cubicBezTo>
                <a:cubicBezTo>
                  <a:pt x="351734" y="34068"/>
                  <a:pt x="359695" y="32124"/>
                  <a:pt x="368487" y="32124"/>
                </a:cubicBezTo>
                <a:cubicBezTo>
                  <a:pt x="382069" y="32124"/>
                  <a:pt x="393200" y="36534"/>
                  <a:pt x="401879" y="45354"/>
                </a:cubicBezTo>
                <a:cubicBezTo>
                  <a:pt x="410558" y="54174"/>
                  <a:pt x="414898" y="65319"/>
                  <a:pt x="414898" y="78788"/>
                </a:cubicBezTo>
                <a:cubicBezTo>
                  <a:pt x="414898" y="92371"/>
                  <a:pt x="410516" y="103628"/>
                  <a:pt x="401752" y="112561"/>
                </a:cubicBezTo>
                <a:cubicBezTo>
                  <a:pt x="392988" y="121494"/>
                  <a:pt x="381956" y="125960"/>
                  <a:pt x="368656" y="125960"/>
                </a:cubicBezTo>
                <a:cubicBezTo>
                  <a:pt x="360428" y="125960"/>
                  <a:pt x="352580" y="124100"/>
                  <a:pt x="345112" y="120381"/>
                </a:cubicBezTo>
                <a:cubicBezTo>
                  <a:pt x="337645" y="116661"/>
                  <a:pt x="331967" y="111208"/>
                  <a:pt x="328078" y="104023"/>
                </a:cubicBezTo>
                <a:cubicBezTo>
                  <a:pt x="324189" y="96837"/>
                  <a:pt x="322245" y="88088"/>
                  <a:pt x="322245" y="77774"/>
                </a:cubicBezTo>
                <a:moveTo>
                  <a:pt x="346592" y="79042"/>
                </a:moveTo>
                <a:cubicBezTo>
                  <a:pt x="346592" y="87918"/>
                  <a:pt x="348705" y="94717"/>
                  <a:pt x="352932" y="99437"/>
                </a:cubicBezTo>
                <a:cubicBezTo>
                  <a:pt x="357159" y="104157"/>
                  <a:pt x="362372" y="106517"/>
                  <a:pt x="368571" y="106517"/>
                </a:cubicBezTo>
                <a:cubicBezTo>
                  <a:pt x="374771" y="106517"/>
                  <a:pt x="379970" y="104157"/>
                  <a:pt x="384168" y="99437"/>
                </a:cubicBezTo>
                <a:cubicBezTo>
                  <a:pt x="388367" y="94717"/>
                  <a:pt x="390466" y="87862"/>
                  <a:pt x="390466" y="78873"/>
                </a:cubicBezTo>
                <a:cubicBezTo>
                  <a:pt x="390466" y="70109"/>
                  <a:pt x="388367" y="63368"/>
                  <a:pt x="384168" y="58648"/>
                </a:cubicBezTo>
                <a:cubicBezTo>
                  <a:pt x="379970" y="53928"/>
                  <a:pt x="374771" y="51568"/>
                  <a:pt x="368571" y="51568"/>
                </a:cubicBezTo>
                <a:cubicBezTo>
                  <a:pt x="362372" y="51568"/>
                  <a:pt x="357159" y="53928"/>
                  <a:pt x="352932" y="58648"/>
                </a:cubicBezTo>
                <a:cubicBezTo>
                  <a:pt x="348705" y="63368"/>
                  <a:pt x="346592" y="70166"/>
                  <a:pt x="346592" y="79042"/>
                </a:cubicBezTo>
                <a:close/>
                <a:moveTo>
                  <a:pt x="456621" y="123931"/>
                </a:moveTo>
                <a:lnTo>
                  <a:pt x="432867" y="123931"/>
                </a:lnTo>
                <a:lnTo>
                  <a:pt x="432867" y="34153"/>
                </a:lnTo>
                <a:lnTo>
                  <a:pt x="454931" y="34153"/>
                </a:lnTo>
                <a:lnTo>
                  <a:pt x="454931" y="46918"/>
                </a:lnTo>
                <a:cubicBezTo>
                  <a:pt x="458707" y="40888"/>
                  <a:pt x="462102" y="36914"/>
                  <a:pt x="465117" y="34998"/>
                </a:cubicBezTo>
                <a:cubicBezTo>
                  <a:pt x="468133" y="33082"/>
                  <a:pt x="471556" y="32124"/>
                  <a:pt x="475389" y="32124"/>
                </a:cubicBezTo>
                <a:cubicBezTo>
                  <a:pt x="480799" y="32124"/>
                  <a:pt x="486012" y="33618"/>
                  <a:pt x="491028" y="36605"/>
                </a:cubicBezTo>
                <a:lnTo>
                  <a:pt x="483673" y="57316"/>
                </a:lnTo>
                <a:cubicBezTo>
                  <a:pt x="479672" y="54724"/>
                  <a:pt x="475952" y="53427"/>
                  <a:pt x="472514" y="53427"/>
                </a:cubicBezTo>
                <a:cubicBezTo>
                  <a:pt x="469189" y="53427"/>
                  <a:pt x="466371" y="54343"/>
                  <a:pt x="464061" y="56175"/>
                </a:cubicBezTo>
                <a:cubicBezTo>
                  <a:pt x="461750" y="58006"/>
                  <a:pt x="459932" y="61317"/>
                  <a:pt x="458608" y="66108"/>
                </a:cubicBezTo>
                <a:cubicBezTo>
                  <a:pt x="457284" y="70898"/>
                  <a:pt x="456621" y="80930"/>
                  <a:pt x="456621" y="96203"/>
                </a:cubicBezTo>
                <a:lnTo>
                  <a:pt x="456621" y="123931"/>
                </a:lnTo>
                <a:close/>
                <a:moveTo>
                  <a:pt x="542911" y="34153"/>
                </a:moveTo>
                <a:lnTo>
                  <a:pt x="542911" y="53089"/>
                </a:lnTo>
                <a:lnTo>
                  <a:pt x="526680" y="53089"/>
                </a:lnTo>
                <a:lnTo>
                  <a:pt x="526680" y="89213"/>
                </a:lnTo>
                <a:cubicBezTo>
                  <a:pt x="526680" y="96529"/>
                  <a:pt x="526835" y="100792"/>
                  <a:pt x="527145" y="102002"/>
                </a:cubicBezTo>
                <a:cubicBezTo>
                  <a:pt x="527455" y="103210"/>
                  <a:pt x="528159" y="104209"/>
                  <a:pt x="529258" y="104998"/>
                </a:cubicBezTo>
                <a:cubicBezTo>
                  <a:pt x="530357" y="105785"/>
                  <a:pt x="531696" y="106178"/>
                  <a:pt x="533274" y="106178"/>
                </a:cubicBezTo>
                <a:cubicBezTo>
                  <a:pt x="535472" y="106178"/>
                  <a:pt x="538656" y="105418"/>
                  <a:pt x="542827" y="103896"/>
                </a:cubicBezTo>
                <a:lnTo>
                  <a:pt x="544855" y="122394"/>
                </a:lnTo>
                <a:cubicBezTo>
                  <a:pt x="539332" y="124771"/>
                  <a:pt x="533077" y="125960"/>
                  <a:pt x="526088" y="125960"/>
                </a:cubicBezTo>
                <a:cubicBezTo>
                  <a:pt x="521805" y="125960"/>
                  <a:pt x="517944" y="125242"/>
                  <a:pt x="514507" y="123804"/>
                </a:cubicBezTo>
                <a:cubicBezTo>
                  <a:pt x="511069" y="122367"/>
                  <a:pt x="508547" y="120507"/>
                  <a:pt x="506941" y="118225"/>
                </a:cubicBezTo>
                <a:cubicBezTo>
                  <a:pt x="505334" y="115942"/>
                  <a:pt x="504221" y="112857"/>
                  <a:pt x="503601" y="108968"/>
                </a:cubicBezTo>
                <a:cubicBezTo>
                  <a:pt x="503094" y="106207"/>
                  <a:pt x="502841" y="100627"/>
                  <a:pt x="502841" y="92230"/>
                </a:cubicBezTo>
                <a:lnTo>
                  <a:pt x="502841" y="53089"/>
                </a:lnTo>
                <a:lnTo>
                  <a:pt x="491935" y="53089"/>
                </a:lnTo>
                <a:lnTo>
                  <a:pt x="491935" y="34153"/>
                </a:lnTo>
                <a:lnTo>
                  <a:pt x="502841" y="34153"/>
                </a:lnTo>
                <a:lnTo>
                  <a:pt x="502841" y="16231"/>
                </a:lnTo>
                <a:lnTo>
                  <a:pt x="526680" y="2198"/>
                </a:lnTo>
                <a:lnTo>
                  <a:pt x="526680" y="34153"/>
                </a:lnTo>
                <a:lnTo>
                  <a:pt x="542911" y="34153"/>
                </a:lnTo>
                <a:close/>
                <a:moveTo>
                  <a:pt x="551663" y="98401"/>
                </a:moveTo>
                <a:lnTo>
                  <a:pt x="575503" y="94681"/>
                </a:lnTo>
                <a:cubicBezTo>
                  <a:pt x="576517" y="99275"/>
                  <a:pt x="578574" y="102762"/>
                  <a:pt x="581674" y="105143"/>
                </a:cubicBezTo>
                <a:cubicBezTo>
                  <a:pt x="584774" y="107524"/>
                  <a:pt x="589113" y="108715"/>
                  <a:pt x="594693" y="108715"/>
                </a:cubicBezTo>
                <a:cubicBezTo>
                  <a:pt x="600836" y="108715"/>
                  <a:pt x="605457" y="107589"/>
                  <a:pt x="608557" y="105338"/>
                </a:cubicBezTo>
                <a:cubicBezTo>
                  <a:pt x="610642" y="103762"/>
                  <a:pt x="611684" y="101651"/>
                  <a:pt x="611684" y="99006"/>
                </a:cubicBezTo>
                <a:cubicBezTo>
                  <a:pt x="611684" y="97204"/>
                  <a:pt x="611121" y="95713"/>
                  <a:pt x="609994" y="94531"/>
                </a:cubicBezTo>
                <a:cubicBezTo>
                  <a:pt x="608810" y="93405"/>
                  <a:pt x="606161" y="92365"/>
                  <a:pt x="602047" y="91408"/>
                </a:cubicBezTo>
                <a:cubicBezTo>
                  <a:pt x="582886" y="87188"/>
                  <a:pt x="570740" y="83333"/>
                  <a:pt x="565612" y="79843"/>
                </a:cubicBezTo>
                <a:cubicBezTo>
                  <a:pt x="558511" y="74999"/>
                  <a:pt x="554960" y="68271"/>
                  <a:pt x="554960" y="59657"/>
                </a:cubicBezTo>
                <a:cubicBezTo>
                  <a:pt x="554960" y="51886"/>
                  <a:pt x="558032" y="45355"/>
                  <a:pt x="564175" y="40063"/>
                </a:cubicBezTo>
                <a:cubicBezTo>
                  <a:pt x="570318" y="34770"/>
                  <a:pt x="579842" y="32124"/>
                  <a:pt x="592748" y="32124"/>
                </a:cubicBezTo>
                <a:cubicBezTo>
                  <a:pt x="605034" y="32124"/>
                  <a:pt x="614164" y="34118"/>
                  <a:pt x="620138" y="38105"/>
                </a:cubicBezTo>
                <a:cubicBezTo>
                  <a:pt x="626112" y="42092"/>
                  <a:pt x="630226" y="47989"/>
                  <a:pt x="632481" y="55794"/>
                </a:cubicBezTo>
                <a:lnTo>
                  <a:pt x="610078" y="60021"/>
                </a:lnTo>
                <a:cubicBezTo>
                  <a:pt x="609120" y="56527"/>
                  <a:pt x="607303" y="53850"/>
                  <a:pt x="604626" y="51990"/>
                </a:cubicBezTo>
                <a:cubicBezTo>
                  <a:pt x="601949" y="50130"/>
                  <a:pt x="598130" y="49201"/>
                  <a:pt x="593171" y="49201"/>
                </a:cubicBezTo>
                <a:cubicBezTo>
                  <a:pt x="586915" y="49201"/>
                  <a:pt x="582435" y="50073"/>
                  <a:pt x="579730" y="51819"/>
                </a:cubicBezTo>
                <a:cubicBezTo>
                  <a:pt x="577926" y="53055"/>
                  <a:pt x="577024" y="54658"/>
                  <a:pt x="577024" y="56629"/>
                </a:cubicBezTo>
                <a:cubicBezTo>
                  <a:pt x="577024" y="58316"/>
                  <a:pt x="577813" y="59751"/>
                  <a:pt x="579391" y="60933"/>
                </a:cubicBezTo>
                <a:cubicBezTo>
                  <a:pt x="581533" y="62509"/>
                  <a:pt x="588930" y="64732"/>
                  <a:pt x="601582" y="67603"/>
                </a:cubicBezTo>
                <a:cubicBezTo>
                  <a:pt x="614235" y="70474"/>
                  <a:pt x="623069" y="73995"/>
                  <a:pt x="628085" y="78168"/>
                </a:cubicBezTo>
                <a:cubicBezTo>
                  <a:pt x="633044" y="82398"/>
                  <a:pt x="635524" y="88291"/>
                  <a:pt x="635524" y="95846"/>
                </a:cubicBezTo>
                <a:cubicBezTo>
                  <a:pt x="635524" y="104080"/>
                  <a:pt x="632086" y="111157"/>
                  <a:pt x="625210" y="117078"/>
                </a:cubicBezTo>
                <a:cubicBezTo>
                  <a:pt x="618335" y="123000"/>
                  <a:pt x="608162" y="125960"/>
                  <a:pt x="594693" y="125960"/>
                </a:cubicBezTo>
                <a:cubicBezTo>
                  <a:pt x="582463" y="125960"/>
                  <a:pt x="572783" y="123488"/>
                  <a:pt x="565654" y="118545"/>
                </a:cubicBezTo>
                <a:cubicBezTo>
                  <a:pt x="558525" y="113599"/>
                  <a:pt x="553861" y="106885"/>
                  <a:pt x="551663" y="984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LLM">
            <a:extLst xmlns:a="http://schemas.openxmlformats.org/drawingml/2006/main">
              <a:ext uri="{FF2B5EF4-FFF2-40B4-BE49-F238E27FC236}">
                <a16:creationId xmlns:a16="http://schemas.microsoft.com/office/drawing/2014/main" id="{1B49DC6B-741C-46DE-A62B-95EE8C06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325" y="1998754"/>
            <a:ext cx="330972" cy="123931"/>
          </a:xfrm>
          <a:custGeom xmlns:a="http://schemas.openxmlformats.org/drawingml/2006/main">
            <a:pathLst>
              <a:path w="330972" h="123931">
                <a:moveTo>
                  <a:pt x="0" y="123931"/>
                </a:moveTo>
                <a:lnTo>
                  <a:pt x="0" y="1014"/>
                </a:lnTo>
                <a:lnTo>
                  <a:pt x="25023" y="1014"/>
                </a:lnTo>
                <a:lnTo>
                  <a:pt x="25023" y="102966"/>
                </a:lnTo>
                <a:lnTo>
                  <a:pt x="87242" y="102966"/>
                </a:lnTo>
                <a:lnTo>
                  <a:pt x="87242" y="123931"/>
                </a:lnTo>
                <a:lnTo>
                  <a:pt x="0" y="123931"/>
                </a:lnTo>
                <a:close/>
                <a:moveTo>
                  <a:pt x="106141" y="123931"/>
                </a:moveTo>
                <a:lnTo>
                  <a:pt x="106141" y="1014"/>
                </a:lnTo>
                <a:lnTo>
                  <a:pt x="131164" y="1014"/>
                </a:lnTo>
                <a:lnTo>
                  <a:pt x="131164" y="102966"/>
                </a:lnTo>
                <a:lnTo>
                  <a:pt x="193383" y="102966"/>
                </a:lnTo>
                <a:lnTo>
                  <a:pt x="193383" y="123931"/>
                </a:lnTo>
                <a:lnTo>
                  <a:pt x="106141" y="123931"/>
                </a:lnTo>
                <a:close/>
                <a:moveTo>
                  <a:pt x="211268" y="123931"/>
                </a:moveTo>
                <a:lnTo>
                  <a:pt x="211268" y="0"/>
                </a:lnTo>
                <a:lnTo>
                  <a:pt x="248718" y="0"/>
                </a:lnTo>
                <a:lnTo>
                  <a:pt x="271205" y="84537"/>
                </a:lnTo>
                <a:lnTo>
                  <a:pt x="293438" y="0"/>
                </a:lnTo>
                <a:lnTo>
                  <a:pt x="330972" y="0"/>
                </a:lnTo>
                <a:lnTo>
                  <a:pt x="330972" y="123931"/>
                </a:lnTo>
                <a:lnTo>
                  <a:pt x="307724" y="123931"/>
                </a:lnTo>
                <a:lnTo>
                  <a:pt x="307724" y="26376"/>
                </a:lnTo>
                <a:lnTo>
                  <a:pt x="283124" y="123931"/>
                </a:lnTo>
                <a:lnTo>
                  <a:pt x="259031" y="123931"/>
                </a:lnTo>
                <a:lnTo>
                  <a:pt x="234515" y="26376"/>
                </a:lnTo>
                <a:lnTo>
                  <a:pt x="234515" y="123931"/>
                </a:lnTo>
                <a:lnTo>
                  <a:pt x="211268" y="1239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2">
            <a:extLst xmlns:a="http://schemas.openxmlformats.org/drawingml/2006/main">
              <a:ext uri="{FF2B5EF4-FFF2-40B4-BE49-F238E27FC236}">
                <a16:creationId xmlns:a16="http://schemas.microsoft.com/office/drawing/2014/main" id="{DDE26AA5-0D49-425F-A16D-2F0BCAD8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006" y="2066895"/>
            <a:ext cx="65276" cy="97550"/>
          </a:xfrm>
          <a:custGeom xmlns:a="http://schemas.openxmlformats.org/drawingml/2006/main">
            <a:pathLst>
              <a:path w="65276" h="97550">
                <a:moveTo>
                  <a:pt x="65276" y="80187"/>
                </a:moveTo>
                <a:lnTo>
                  <a:pt x="65276" y="97550"/>
                </a:lnTo>
                <a:lnTo>
                  <a:pt x="0" y="97550"/>
                </a:lnTo>
                <a:cubicBezTo>
                  <a:pt x="707" y="91017"/>
                  <a:pt x="2828" y="84826"/>
                  <a:pt x="6362" y="78978"/>
                </a:cubicBezTo>
                <a:cubicBezTo>
                  <a:pt x="9896" y="73128"/>
                  <a:pt x="16877" y="65369"/>
                  <a:pt x="27303" y="55700"/>
                </a:cubicBezTo>
                <a:cubicBezTo>
                  <a:pt x="35698" y="47887"/>
                  <a:pt x="40845" y="42590"/>
                  <a:pt x="42744" y="39810"/>
                </a:cubicBezTo>
                <a:cubicBezTo>
                  <a:pt x="45307" y="35969"/>
                  <a:pt x="46588" y="32172"/>
                  <a:pt x="46588" y="28420"/>
                </a:cubicBezTo>
                <a:cubicBezTo>
                  <a:pt x="46588" y="24269"/>
                  <a:pt x="45472" y="21080"/>
                  <a:pt x="43241" y="18852"/>
                </a:cubicBezTo>
                <a:cubicBezTo>
                  <a:pt x="41010" y="16622"/>
                  <a:pt x="37929" y="15507"/>
                  <a:pt x="33997" y="15507"/>
                </a:cubicBezTo>
                <a:cubicBezTo>
                  <a:pt x="30109" y="15507"/>
                  <a:pt x="27016" y="16684"/>
                  <a:pt x="24719" y="19036"/>
                </a:cubicBezTo>
                <a:cubicBezTo>
                  <a:pt x="22421" y="21387"/>
                  <a:pt x="21096" y="25292"/>
                  <a:pt x="20743" y="30749"/>
                </a:cubicBezTo>
                <a:lnTo>
                  <a:pt x="2187" y="28886"/>
                </a:lnTo>
                <a:cubicBezTo>
                  <a:pt x="3291" y="18592"/>
                  <a:pt x="6760" y="11204"/>
                  <a:pt x="12591" y="6722"/>
                </a:cubicBezTo>
                <a:cubicBezTo>
                  <a:pt x="18423" y="2241"/>
                  <a:pt x="25713" y="0"/>
                  <a:pt x="34461" y="0"/>
                </a:cubicBezTo>
                <a:cubicBezTo>
                  <a:pt x="44048" y="0"/>
                  <a:pt x="51580" y="2582"/>
                  <a:pt x="57059" y="7747"/>
                </a:cubicBezTo>
                <a:cubicBezTo>
                  <a:pt x="62537" y="12912"/>
                  <a:pt x="65276" y="19335"/>
                  <a:pt x="65276" y="27015"/>
                </a:cubicBezTo>
                <a:cubicBezTo>
                  <a:pt x="65276" y="31387"/>
                  <a:pt x="64492" y="35548"/>
                  <a:pt x="62924" y="39499"/>
                </a:cubicBezTo>
                <a:cubicBezTo>
                  <a:pt x="61355" y="43449"/>
                  <a:pt x="58870" y="47587"/>
                  <a:pt x="55468" y="51912"/>
                </a:cubicBezTo>
                <a:cubicBezTo>
                  <a:pt x="53215" y="54783"/>
                  <a:pt x="49150" y="58911"/>
                  <a:pt x="43274" y="64297"/>
                </a:cubicBezTo>
                <a:cubicBezTo>
                  <a:pt x="37398" y="69681"/>
                  <a:pt x="33676" y="73256"/>
                  <a:pt x="32108" y="75022"/>
                </a:cubicBezTo>
                <a:cubicBezTo>
                  <a:pt x="30540" y="76788"/>
                  <a:pt x="29269" y="78509"/>
                  <a:pt x="28297" y="80187"/>
                </a:cubicBezTo>
                <a:lnTo>
                  <a:pt x="65276" y="801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7b2cb618a4511"/>
          <a:stretch xmlns:a="http://schemas.openxmlformats.org/drawingml/2006/main"/>
        </p:blipFill>
        <p:spPr>
          <a:xfrm xmlns:a="http://schemas.openxmlformats.org/drawingml/2006/main">
            <a:off x="4467796" y="1141263"/>
            <a:ext cx="714103" cy="714103"/>
          </a:xfrm>
          <a:prstGeom xmlns:a="http://schemas.openxmlformats.org/drawingml/2006/main" prst="rect">
            <a:avLst/>
          </a:prstGeom>
        </p:spPr>
      </p:pic>
      <p:sp>
        <p:nvSpPr>
          <p:cNvPr id="15" name="Text LLM">
            <a:extLst xmlns:a="http://schemas.openxmlformats.org/drawingml/2006/main">
              <a:ext uri="{FF2B5EF4-FFF2-40B4-BE49-F238E27FC236}">
                <a16:creationId xmlns:a16="http://schemas.microsoft.com/office/drawing/2014/main" id="{43EC561B-D519-4391-BD56-AB271CDB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2" y="2004896"/>
            <a:ext cx="330972" cy="123931"/>
          </a:xfrm>
          <a:custGeom xmlns:a="http://schemas.openxmlformats.org/drawingml/2006/main">
            <a:pathLst>
              <a:path w="330972" h="123931">
                <a:moveTo>
                  <a:pt x="0" y="123931"/>
                </a:moveTo>
                <a:lnTo>
                  <a:pt x="0" y="1014"/>
                </a:lnTo>
                <a:lnTo>
                  <a:pt x="25023" y="1014"/>
                </a:lnTo>
                <a:lnTo>
                  <a:pt x="25023" y="102966"/>
                </a:lnTo>
                <a:lnTo>
                  <a:pt x="87242" y="102966"/>
                </a:lnTo>
                <a:lnTo>
                  <a:pt x="87242" y="123931"/>
                </a:lnTo>
                <a:lnTo>
                  <a:pt x="0" y="123931"/>
                </a:lnTo>
                <a:close/>
                <a:moveTo>
                  <a:pt x="106141" y="123931"/>
                </a:moveTo>
                <a:lnTo>
                  <a:pt x="106141" y="1014"/>
                </a:lnTo>
                <a:lnTo>
                  <a:pt x="131164" y="1014"/>
                </a:lnTo>
                <a:lnTo>
                  <a:pt x="131164" y="102966"/>
                </a:lnTo>
                <a:lnTo>
                  <a:pt x="193383" y="102966"/>
                </a:lnTo>
                <a:lnTo>
                  <a:pt x="193383" y="123931"/>
                </a:lnTo>
                <a:lnTo>
                  <a:pt x="106141" y="123931"/>
                </a:lnTo>
                <a:close/>
                <a:moveTo>
                  <a:pt x="211268" y="123931"/>
                </a:moveTo>
                <a:lnTo>
                  <a:pt x="211268" y="0"/>
                </a:lnTo>
                <a:lnTo>
                  <a:pt x="248718" y="0"/>
                </a:lnTo>
                <a:lnTo>
                  <a:pt x="271205" y="84537"/>
                </a:lnTo>
                <a:lnTo>
                  <a:pt x="293438" y="0"/>
                </a:lnTo>
                <a:lnTo>
                  <a:pt x="330972" y="0"/>
                </a:lnTo>
                <a:lnTo>
                  <a:pt x="330972" y="123931"/>
                </a:lnTo>
                <a:lnTo>
                  <a:pt x="307725" y="123931"/>
                </a:lnTo>
                <a:lnTo>
                  <a:pt x="307725" y="26376"/>
                </a:lnTo>
                <a:lnTo>
                  <a:pt x="283124" y="123931"/>
                </a:lnTo>
                <a:lnTo>
                  <a:pt x="259031" y="123931"/>
                </a:lnTo>
                <a:lnTo>
                  <a:pt x="234516" y="26376"/>
                </a:lnTo>
                <a:lnTo>
                  <a:pt x="234516" y="123931"/>
                </a:lnTo>
                <a:lnTo>
                  <a:pt x="211268" y="1239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1">
            <a:extLst xmlns:a="http://schemas.openxmlformats.org/drawingml/2006/main">
              <a:ext uri="{FF2B5EF4-FFF2-40B4-BE49-F238E27FC236}">
                <a16:creationId xmlns:a16="http://schemas.microsoft.com/office/drawing/2014/main" id="{864BBDEA-5176-4B4F-A67F-77717FBB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099" y="2073038"/>
            <a:ext cx="42678" cy="97550"/>
          </a:xfrm>
          <a:custGeom xmlns:a="http://schemas.openxmlformats.org/drawingml/2006/main">
            <a:pathLst>
              <a:path w="42678" h="97550">
                <a:moveTo>
                  <a:pt x="42678" y="97550"/>
                </a:moveTo>
                <a:lnTo>
                  <a:pt x="24056" y="97550"/>
                </a:lnTo>
                <a:lnTo>
                  <a:pt x="24056" y="27446"/>
                </a:lnTo>
                <a:cubicBezTo>
                  <a:pt x="17252" y="33833"/>
                  <a:pt x="9234" y="38557"/>
                  <a:pt x="0" y="41618"/>
                </a:cubicBezTo>
                <a:lnTo>
                  <a:pt x="0" y="24653"/>
                </a:lnTo>
                <a:cubicBezTo>
                  <a:pt x="4860" y="23058"/>
                  <a:pt x="10139" y="20035"/>
                  <a:pt x="15839" y="15584"/>
                </a:cubicBezTo>
                <a:cubicBezTo>
                  <a:pt x="21538" y="11131"/>
                  <a:pt x="25448" y="5937"/>
                  <a:pt x="27568" y="0"/>
                </a:cubicBezTo>
                <a:lnTo>
                  <a:pt x="42678" y="0"/>
                </a:lnTo>
                <a:lnTo>
                  <a:pt x="42678" y="975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182eca79644c5"/>
          <a:stretch xmlns:a="http://schemas.openxmlformats.org/drawingml/2006/main"/>
        </p:blipFill>
        <p:spPr>
          <a:xfrm xmlns:a="http://schemas.openxmlformats.org/drawingml/2006/main">
            <a:off x="1254332" y="1132910"/>
            <a:ext cx="714103" cy="714103"/>
          </a:xfrm>
          <a:prstGeom xmlns:a="http://schemas.openxmlformats.org/drawingml/2006/main" prst="rect">
            <a:avLst/>
          </a:prstGeom>
        </p:spPr>
      </p:pic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F9BB97-D703-4459-8236-884DFACA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655" y="493976"/>
            <a:ext cx="1682945" cy="1998236"/>
          </a:xfrm>
          <a:custGeom xmlns:a="http://schemas.openxmlformats.org/drawingml/2006/main">
            <a:pathLst>
              <a:path w="1682945" h="1998236">
                <a:moveTo>
                  <a:pt x="0" y="106489"/>
                </a:moveTo>
                <a:cubicBezTo>
                  <a:pt x="0" y="47763"/>
                  <a:pt x="47241" y="522"/>
                  <a:pt x="106489" y="0"/>
                </a:cubicBezTo>
                <a:lnTo>
                  <a:pt x="1576456" y="0"/>
                </a:lnTo>
                <a:cubicBezTo>
                  <a:pt x="1635355" y="522"/>
                  <a:pt x="1682597" y="47763"/>
                  <a:pt x="1682945" y="106489"/>
                </a:cubicBezTo>
                <a:lnTo>
                  <a:pt x="1682945" y="1891747"/>
                </a:lnTo>
                <a:cubicBezTo>
                  <a:pt x="1682597" y="1949951"/>
                  <a:pt x="1635355" y="1997192"/>
                  <a:pt x="1576456" y="1998236"/>
                </a:cubicBezTo>
                <a:lnTo>
                  <a:pt x="106489" y="1998236"/>
                </a:lnTo>
                <a:cubicBezTo>
                  <a:pt x="47241" y="1997192"/>
                  <a:pt x="0" y="1949951"/>
                  <a:pt x="0" y="1891747"/>
                </a:cubicBezTo>
                <a:lnTo>
                  <a:pt x="0" y="106489"/>
                </a:lnTo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+">
            <a:extLst xmlns:a="http://schemas.openxmlformats.org/drawingml/2006/main">
              <a:ext uri="{FF2B5EF4-FFF2-40B4-BE49-F238E27FC236}">
                <a16:creationId xmlns:a16="http://schemas.microsoft.com/office/drawing/2014/main" id="{FF58D7AD-8C12-4D84-897F-00AD867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696" y="1774482"/>
            <a:ext cx="131178" cy="131178"/>
          </a:xfrm>
          <a:custGeom xmlns:a="http://schemas.openxmlformats.org/drawingml/2006/main">
            <a:pathLst>
              <a:path w="131178" h="131178">
                <a:moveTo>
                  <a:pt x="54070" y="131178"/>
                </a:moveTo>
                <a:lnTo>
                  <a:pt x="54070" y="76972"/>
                </a:lnTo>
                <a:lnTo>
                  <a:pt x="0" y="76972"/>
                </a:lnTo>
                <a:lnTo>
                  <a:pt x="0" y="53935"/>
                </a:lnTo>
                <a:lnTo>
                  <a:pt x="54070" y="53935"/>
                </a:lnTo>
                <a:lnTo>
                  <a:pt x="54070" y="0"/>
                </a:lnTo>
                <a:lnTo>
                  <a:pt x="77107" y="0"/>
                </a:lnTo>
                <a:lnTo>
                  <a:pt x="77107" y="53935"/>
                </a:lnTo>
                <a:lnTo>
                  <a:pt x="131178" y="53935"/>
                </a:lnTo>
                <a:lnTo>
                  <a:pt x="131178" y="76972"/>
                </a:lnTo>
                <a:lnTo>
                  <a:pt x="77107" y="76972"/>
                </a:lnTo>
                <a:lnTo>
                  <a:pt x="77107" y="131178"/>
                </a:lnTo>
                <a:lnTo>
                  <a:pt x="54070" y="1311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DBAD31-3D8B-4FA8-8CEC-6CE1A6AF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648" y="554529"/>
            <a:ext cx="1539393" cy="459365"/>
          </a:xfrm>
          <a:custGeom xmlns:a="http://schemas.openxmlformats.org/drawingml/2006/main">
            <a:pathLst>
              <a:path w="1539393" h="459365">
                <a:moveTo>
                  <a:pt x="0" y="77257"/>
                </a:moveTo>
                <a:cubicBezTo>
                  <a:pt x="348" y="34278"/>
                  <a:pt x="34626" y="0"/>
                  <a:pt x="77257" y="0"/>
                </a:cubicBezTo>
                <a:lnTo>
                  <a:pt x="1463703" y="0"/>
                </a:lnTo>
                <a:cubicBezTo>
                  <a:pt x="1505115" y="0"/>
                  <a:pt x="1539393" y="34278"/>
                  <a:pt x="1538871" y="77257"/>
                </a:cubicBezTo>
                <a:lnTo>
                  <a:pt x="1538871" y="382108"/>
                </a:lnTo>
                <a:cubicBezTo>
                  <a:pt x="1539393" y="425086"/>
                  <a:pt x="1505115" y="459365"/>
                  <a:pt x="1463703" y="459365"/>
                </a:cubicBezTo>
                <a:lnTo>
                  <a:pt x="77257" y="459365"/>
                </a:lnTo>
                <a:cubicBezTo>
                  <a:pt x="34626" y="459365"/>
                  <a:pt x="348" y="425086"/>
                  <a:pt x="0" y="382108"/>
                </a:cubicBezTo>
                <a:lnTo>
                  <a:pt x="0" y="77257"/>
                </a:lnTo>
              </a:path>
            </a:pathLst>
          </a:custGeom>
          <a:solidFill xmlns:a="http://schemas.openxmlformats.org/drawingml/2006/main">
            <a:srgbClr val="2F5597">
              <a:alpha val="7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Template">
            <a:extLst xmlns:a="http://schemas.openxmlformats.org/drawingml/2006/main">
              <a:ext uri="{FF2B5EF4-FFF2-40B4-BE49-F238E27FC236}">
                <a16:creationId xmlns:a16="http://schemas.microsoft.com/office/drawing/2014/main" id="{61DA74C8-AA0E-4344-B1E1-E2924BAA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603" y="634511"/>
            <a:ext cx="678072" cy="142991"/>
          </a:xfrm>
          <a:custGeom xmlns:a="http://schemas.openxmlformats.org/drawingml/2006/main">
            <a:pathLst>
              <a:path w="678072" h="142991">
                <a:moveTo>
                  <a:pt x="33263" y="112099"/>
                </a:moveTo>
                <a:lnTo>
                  <a:pt x="33263" y="18963"/>
                </a:lnTo>
                <a:lnTo>
                  <a:pt x="0" y="18963"/>
                </a:lnTo>
                <a:lnTo>
                  <a:pt x="0" y="0"/>
                </a:lnTo>
                <a:lnTo>
                  <a:pt x="89082" y="0"/>
                </a:lnTo>
                <a:lnTo>
                  <a:pt x="89082" y="18963"/>
                </a:lnTo>
                <a:lnTo>
                  <a:pt x="55896" y="18963"/>
                </a:lnTo>
                <a:lnTo>
                  <a:pt x="55896" y="112099"/>
                </a:lnTo>
                <a:lnTo>
                  <a:pt x="33263" y="112099"/>
                </a:lnTo>
                <a:close/>
                <a:moveTo>
                  <a:pt x="150603" y="86253"/>
                </a:moveTo>
                <a:lnTo>
                  <a:pt x="172014" y="89924"/>
                </a:lnTo>
                <a:cubicBezTo>
                  <a:pt x="169261" y="97749"/>
                  <a:pt x="164915" y="103706"/>
                  <a:pt x="158976" y="107797"/>
                </a:cubicBezTo>
                <a:cubicBezTo>
                  <a:pt x="153038" y="111888"/>
                  <a:pt x="145608" y="113934"/>
                  <a:pt x="136687" y="113934"/>
                </a:cubicBezTo>
                <a:cubicBezTo>
                  <a:pt x="122566" y="113934"/>
                  <a:pt x="112116" y="109320"/>
                  <a:pt x="105336" y="100093"/>
                </a:cubicBezTo>
                <a:cubicBezTo>
                  <a:pt x="99983" y="92702"/>
                  <a:pt x="97307" y="83373"/>
                  <a:pt x="97307" y="72107"/>
                </a:cubicBezTo>
                <a:cubicBezTo>
                  <a:pt x="97307" y="58649"/>
                  <a:pt x="100824" y="48110"/>
                  <a:pt x="107859" y="40489"/>
                </a:cubicBezTo>
                <a:cubicBezTo>
                  <a:pt x="114894" y="32867"/>
                  <a:pt x="123789" y="29057"/>
                  <a:pt x="134546" y="29057"/>
                </a:cubicBezTo>
                <a:cubicBezTo>
                  <a:pt x="146627" y="29057"/>
                  <a:pt x="156160" y="33046"/>
                  <a:pt x="163144" y="41024"/>
                </a:cubicBezTo>
                <a:cubicBezTo>
                  <a:pt x="170128" y="49002"/>
                  <a:pt x="173467" y="61223"/>
                  <a:pt x="173161" y="77689"/>
                </a:cubicBezTo>
                <a:lnTo>
                  <a:pt x="119329" y="77689"/>
                </a:lnTo>
                <a:cubicBezTo>
                  <a:pt x="119482" y="84061"/>
                  <a:pt x="121215" y="89019"/>
                  <a:pt x="124529" y="92562"/>
                </a:cubicBezTo>
                <a:cubicBezTo>
                  <a:pt x="127842" y="96105"/>
                  <a:pt x="131971" y="97876"/>
                  <a:pt x="136916" y="97876"/>
                </a:cubicBezTo>
                <a:cubicBezTo>
                  <a:pt x="140281" y="97876"/>
                  <a:pt x="143110" y="96958"/>
                  <a:pt x="145404" y="95123"/>
                </a:cubicBezTo>
                <a:cubicBezTo>
                  <a:pt x="147698" y="93288"/>
                  <a:pt x="149431" y="90331"/>
                  <a:pt x="150603" y="86253"/>
                </a:cubicBezTo>
                <a:moveTo>
                  <a:pt x="151827" y="64537"/>
                </a:moveTo>
                <a:cubicBezTo>
                  <a:pt x="151674" y="58343"/>
                  <a:pt x="150068" y="53634"/>
                  <a:pt x="147010" y="50410"/>
                </a:cubicBezTo>
                <a:cubicBezTo>
                  <a:pt x="143951" y="47186"/>
                  <a:pt x="140230" y="45574"/>
                  <a:pt x="135846" y="45574"/>
                </a:cubicBezTo>
                <a:cubicBezTo>
                  <a:pt x="131156" y="45574"/>
                  <a:pt x="127281" y="47274"/>
                  <a:pt x="124223" y="50675"/>
                </a:cubicBezTo>
                <a:cubicBezTo>
                  <a:pt x="121164" y="54078"/>
                  <a:pt x="119660" y="58699"/>
                  <a:pt x="119711" y="64537"/>
                </a:cubicBezTo>
                <a:lnTo>
                  <a:pt x="151827" y="64537"/>
                </a:lnTo>
                <a:close/>
                <a:moveTo>
                  <a:pt x="188972" y="30892"/>
                </a:moveTo>
                <a:lnTo>
                  <a:pt x="208777" y="30892"/>
                </a:lnTo>
                <a:lnTo>
                  <a:pt x="208777" y="41980"/>
                </a:lnTo>
                <a:cubicBezTo>
                  <a:pt x="215863" y="33364"/>
                  <a:pt x="224299" y="29057"/>
                  <a:pt x="234087" y="29057"/>
                </a:cubicBezTo>
                <a:cubicBezTo>
                  <a:pt x="239287" y="29057"/>
                  <a:pt x="243798" y="30132"/>
                  <a:pt x="247621" y="32283"/>
                </a:cubicBezTo>
                <a:cubicBezTo>
                  <a:pt x="251445" y="34433"/>
                  <a:pt x="254580" y="37686"/>
                  <a:pt x="257027" y="42039"/>
                </a:cubicBezTo>
                <a:cubicBezTo>
                  <a:pt x="260595" y="37686"/>
                  <a:pt x="264444" y="34433"/>
                  <a:pt x="268573" y="32283"/>
                </a:cubicBezTo>
                <a:cubicBezTo>
                  <a:pt x="272702" y="30132"/>
                  <a:pt x="277112" y="29057"/>
                  <a:pt x="281801" y="29057"/>
                </a:cubicBezTo>
                <a:cubicBezTo>
                  <a:pt x="287766" y="29057"/>
                  <a:pt x="292812" y="30268"/>
                  <a:pt x="296942" y="32689"/>
                </a:cubicBezTo>
                <a:cubicBezTo>
                  <a:pt x="301071" y="35110"/>
                  <a:pt x="304155" y="38666"/>
                  <a:pt x="306194" y="43356"/>
                </a:cubicBezTo>
                <a:cubicBezTo>
                  <a:pt x="307672" y="46822"/>
                  <a:pt x="308411" y="52430"/>
                  <a:pt x="308411" y="60178"/>
                </a:cubicBezTo>
                <a:lnTo>
                  <a:pt x="308411" y="112099"/>
                </a:lnTo>
                <a:lnTo>
                  <a:pt x="286925" y="112099"/>
                </a:lnTo>
                <a:lnTo>
                  <a:pt x="286925" y="65737"/>
                </a:lnTo>
                <a:cubicBezTo>
                  <a:pt x="286925" y="57692"/>
                  <a:pt x="286185" y="52498"/>
                  <a:pt x="284707" y="50157"/>
                </a:cubicBezTo>
                <a:cubicBezTo>
                  <a:pt x="282719" y="47101"/>
                  <a:pt x="279660" y="45574"/>
                  <a:pt x="275531" y="45574"/>
                </a:cubicBezTo>
                <a:cubicBezTo>
                  <a:pt x="272524" y="45574"/>
                  <a:pt x="269694" y="46490"/>
                  <a:pt x="267044" y="48324"/>
                </a:cubicBezTo>
                <a:cubicBezTo>
                  <a:pt x="264393" y="50156"/>
                  <a:pt x="262481" y="52842"/>
                  <a:pt x="261309" y="56381"/>
                </a:cubicBezTo>
                <a:cubicBezTo>
                  <a:pt x="260136" y="59920"/>
                  <a:pt x="259550" y="65508"/>
                  <a:pt x="259550" y="73147"/>
                </a:cubicBezTo>
                <a:lnTo>
                  <a:pt x="259550" y="112099"/>
                </a:lnTo>
                <a:lnTo>
                  <a:pt x="238063" y="112099"/>
                </a:lnTo>
                <a:lnTo>
                  <a:pt x="238063" y="67646"/>
                </a:lnTo>
                <a:cubicBezTo>
                  <a:pt x="238063" y="59754"/>
                  <a:pt x="237681" y="54663"/>
                  <a:pt x="236916" y="52372"/>
                </a:cubicBezTo>
                <a:cubicBezTo>
                  <a:pt x="236151" y="50079"/>
                  <a:pt x="234966" y="48373"/>
                  <a:pt x="233360" y="47253"/>
                </a:cubicBezTo>
                <a:cubicBezTo>
                  <a:pt x="231755" y="46133"/>
                  <a:pt x="229575" y="45574"/>
                  <a:pt x="226823" y="45574"/>
                </a:cubicBezTo>
                <a:cubicBezTo>
                  <a:pt x="223509" y="45574"/>
                  <a:pt x="220527" y="46465"/>
                  <a:pt x="217876" y="48247"/>
                </a:cubicBezTo>
                <a:cubicBezTo>
                  <a:pt x="215225" y="50028"/>
                  <a:pt x="213326" y="52600"/>
                  <a:pt x="212179" y="55961"/>
                </a:cubicBezTo>
                <a:cubicBezTo>
                  <a:pt x="211032" y="59322"/>
                  <a:pt x="210459" y="64898"/>
                  <a:pt x="210459" y="72688"/>
                </a:cubicBezTo>
                <a:lnTo>
                  <a:pt x="210459" y="112099"/>
                </a:lnTo>
                <a:lnTo>
                  <a:pt x="188972" y="112099"/>
                </a:lnTo>
                <a:lnTo>
                  <a:pt x="188972" y="30892"/>
                </a:lnTo>
                <a:close/>
                <a:moveTo>
                  <a:pt x="329167" y="30892"/>
                </a:moveTo>
                <a:lnTo>
                  <a:pt x="349201" y="30892"/>
                </a:lnTo>
                <a:lnTo>
                  <a:pt x="349201" y="42821"/>
                </a:lnTo>
                <a:cubicBezTo>
                  <a:pt x="351801" y="38743"/>
                  <a:pt x="355319" y="35429"/>
                  <a:pt x="359754" y="32880"/>
                </a:cubicBezTo>
                <a:cubicBezTo>
                  <a:pt x="364189" y="30331"/>
                  <a:pt x="369108" y="29057"/>
                  <a:pt x="374511" y="29057"/>
                </a:cubicBezTo>
                <a:cubicBezTo>
                  <a:pt x="383942" y="29057"/>
                  <a:pt x="391946" y="32753"/>
                  <a:pt x="398522" y="40144"/>
                </a:cubicBezTo>
                <a:cubicBezTo>
                  <a:pt x="405098" y="47536"/>
                  <a:pt x="408386" y="57833"/>
                  <a:pt x="408386" y="71037"/>
                </a:cubicBezTo>
                <a:cubicBezTo>
                  <a:pt x="408386" y="84596"/>
                  <a:pt x="405072" y="95136"/>
                  <a:pt x="398445" y="102655"/>
                </a:cubicBezTo>
                <a:cubicBezTo>
                  <a:pt x="391818" y="110174"/>
                  <a:pt x="383789" y="113934"/>
                  <a:pt x="374358" y="113934"/>
                </a:cubicBezTo>
                <a:cubicBezTo>
                  <a:pt x="369873" y="113934"/>
                  <a:pt x="365807" y="113042"/>
                  <a:pt x="362162" y="111257"/>
                </a:cubicBezTo>
                <a:cubicBezTo>
                  <a:pt x="358517" y="109473"/>
                  <a:pt x="354681" y="106415"/>
                  <a:pt x="350654" y="102082"/>
                </a:cubicBezTo>
                <a:lnTo>
                  <a:pt x="350654" y="142991"/>
                </a:lnTo>
                <a:lnTo>
                  <a:pt x="329167" y="142991"/>
                </a:lnTo>
                <a:lnTo>
                  <a:pt x="329167" y="30892"/>
                </a:lnTo>
                <a:moveTo>
                  <a:pt x="350425" y="70083"/>
                </a:moveTo>
                <a:cubicBezTo>
                  <a:pt x="350425" y="79194"/>
                  <a:pt x="352234" y="85925"/>
                  <a:pt x="355854" y="90277"/>
                </a:cubicBezTo>
                <a:cubicBezTo>
                  <a:pt x="359473" y="94629"/>
                  <a:pt x="363883" y="96805"/>
                  <a:pt x="369082" y="96805"/>
                </a:cubicBezTo>
                <a:cubicBezTo>
                  <a:pt x="374078" y="96805"/>
                  <a:pt x="378233" y="94808"/>
                  <a:pt x="381546" y="90812"/>
                </a:cubicBezTo>
                <a:cubicBezTo>
                  <a:pt x="384860" y="86817"/>
                  <a:pt x="386517" y="80263"/>
                  <a:pt x="386517" y="71151"/>
                </a:cubicBezTo>
                <a:cubicBezTo>
                  <a:pt x="386517" y="62651"/>
                  <a:pt x="384809" y="56339"/>
                  <a:pt x="381393" y="52216"/>
                </a:cubicBezTo>
                <a:cubicBezTo>
                  <a:pt x="377978" y="48094"/>
                  <a:pt x="373747" y="46032"/>
                  <a:pt x="368700" y="46032"/>
                </a:cubicBezTo>
                <a:cubicBezTo>
                  <a:pt x="363449" y="46032"/>
                  <a:pt x="359091" y="48055"/>
                  <a:pt x="355624" y="52102"/>
                </a:cubicBezTo>
                <a:cubicBezTo>
                  <a:pt x="352158" y="56148"/>
                  <a:pt x="350425" y="62142"/>
                  <a:pt x="350425" y="70083"/>
                </a:cubicBezTo>
                <a:close/>
                <a:moveTo>
                  <a:pt x="425480" y="112099"/>
                </a:moveTo>
                <a:lnTo>
                  <a:pt x="425480" y="0"/>
                </a:lnTo>
                <a:lnTo>
                  <a:pt x="446967" y="0"/>
                </a:lnTo>
                <a:lnTo>
                  <a:pt x="446967" y="112099"/>
                </a:lnTo>
                <a:lnTo>
                  <a:pt x="425480" y="112099"/>
                </a:lnTo>
                <a:close/>
                <a:moveTo>
                  <a:pt x="485038" y="55973"/>
                </a:moveTo>
                <a:lnTo>
                  <a:pt x="465539" y="52455"/>
                </a:lnTo>
                <a:cubicBezTo>
                  <a:pt x="467731" y="44501"/>
                  <a:pt x="471503" y="38614"/>
                  <a:pt x="476856" y="34792"/>
                </a:cubicBezTo>
                <a:cubicBezTo>
                  <a:pt x="482208" y="30969"/>
                  <a:pt x="490161" y="29057"/>
                  <a:pt x="500713" y="29057"/>
                </a:cubicBezTo>
                <a:cubicBezTo>
                  <a:pt x="510297" y="29057"/>
                  <a:pt x="517434" y="30191"/>
                  <a:pt x="522123" y="32460"/>
                </a:cubicBezTo>
                <a:cubicBezTo>
                  <a:pt x="526813" y="34728"/>
                  <a:pt x="530114" y="37608"/>
                  <a:pt x="532026" y="41100"/>
                </a:cubicBezTo>
                <a:cubicBezTo>
                  <a:pt x="533937" y="44592"/>
                  <a:pt x="534893" y="51003"/>
                  <a:pt x="534893" y="60331"/>
                </a:cubicBezTo>
                <a:lnTo>
                  <a:pt x="534664" y="85412"/>
                </a:lnTo>
                <a:cubicBezTo>
                  <a:pt x="534664" y="92549"/>
                  <a:pt x="535008" y="97812"/>
                  <a:pt x="535696" y="101202"/>
                </a:cubicBezTo>
                <a:cubicBezTo>
                  <a:pt x="536384" y="104592"/>
                  <a:pt x="537671" y="108224"/>
                  <a:pt x="539558" y="112099"/>
                </a:cubicBezTo>
                <a:lnTo>
                  <a:pt x="518300" y="112099"/>
                </a:lnTo>
                <a:cubicBezTo>
                  <a:pt x="517739" y="110671"/>
                  <a:pt x="517051" y="108556"/>
                  <a:pt x="516236" y="105752"/>
                </a:cubicBezTo>
                <a:cubicBezTo>
                  <a:pt x="515879" y="104478"/>
                  <a:pt x="515624" y="103636"/>
                  <a:pt x="515471" y="103229"/>
                </a:cubicBezTo>
                <a:cubicBezTo>
                  <a:pt x="511801" y="106797"/>
                  <a:pt x="507875" y="109473"/>
                  <a:pt x="503695" y="111257"/>
                </a:cubicBezTo>
                <a:cubicBezTo>
                  <a:pt x="499515" y="113042"/>
                  <a:pt x="495055" y="113934"/>
                  <a:pt x="490314" y="113934"/>
                </a:cubicBezTo>
                <a:cubicBezTo>
                  <a:pt x="481954" y="113934"/>
                  <a:pt x="475365" y="111675"/>
                  <a:pt x="470547" y="107157"/>
                </a:cubicBezTo>
                <a:cubicBezTo>
                  <a:pt x="465730" y="102639"/>
                  <a:pt x="463321" y="96928"/>
                  <a:pt x="463321" y="90024"/>
                </a:cubicBezTo>
                <a:cubicBezTo>
                  <a:pt x="463321" y="85455"/>
                  <a:pt x="464417" y="81382"/>
                  <a:pt x="466609" y="77804"/>
                </a:cubicBezTo>
                <a:cubicBezTo>
                  <a:pt x="468801" y="74224"/>
                  <a:pt x="471873" y="71483"/>
                  <a:pt x="475824" y="69579"/>
                </a:cubicBezTo>
                <a:cubicBezTo>
                  <a:pt x="479774" y="67675"/>
                  <a:pt x="485471" y="66013"/>
                  <a:pt x="492914" y="64592"/>
                </a:cubicBezTo>
                <a:cubicBezTo>
                  <a:pt x="502956" y="62714"/>
                  <a:pt x="509914" y="60962"/>
                  <a:pt x="513789" y="59337"/>
                </a:cubicBezTo>
                <a:lnTo>
                  <a:pt x="513789" y="57172"/>
                </a:lnTo>
                <a:cubicBezTo>
                  <a:pt x="513789" y="52997"/>
                  <a:pt x="512769" y="50020"/>
                  <a:pt x="510730" y="48243"/>
                </a:cubicBezTo>
                <a:cubicBezTo>
                  <a:pt x="508691" y="46463"/>
                  <a:pt x="504842" y="45574"/>
                  <a:pt x="499184" y="45574"/>
                </a:cubicBezTo>
                <a:cubicBezTo>
                  <a:pt x="495361" y="45574"/>
                  <a:pt x="492378" y="46343"/>
                  <a:pt x="490237" y="47882"/>
                </a:cubicBezTo>
                <a:cubicBezTo>
                  <a:pt x="488096" y="49419"/>
                  <a:pt x="486363" y="52116"/>
                  <a:pt x="485038" y="55973"/>
                </a:cubicBezTo>
                <a:moveTo>
                  <a:pt x="513789" y="73407"/>
                </a:moveTo>
                <a:cubicBezTo>
                  <a:pt x="511036" y="74313"/>
                  <a:pt x="506677" y="75397"/>
                  <a:pt x="500713" y="76657"/>
                </a:cubicBezTo>
                <a:cubicBezTo>
                  <a:pt x="494749" y="77915"/>
                  <a:pt x="490849" y="79149"/>
                  <a:pt x="489014" y="80358"/>
                </a:cubicBezTo>
                <a:cubicBezTo>
                  <a:pt x="486210" y="82322"/>
                  <a:pt x="484808" y="84815"/>
                  <a:pt x="484808" y="87837"/>
                </a:cubicBezTo>
                <a:cubicBezTo>
                  <a:pt x="484808" y="90810"/>
                  <a:pt x="485930" y="93380"/>
                  <a:pt x="488173" y="95546"/>
                </a:cubicBezTo>
                <a:cubicBezTo>
                  <a:pt x="490416" y="97711"/>
                  <a:pt x="493270" y="98794"/>
                  <a:pt x="496737" y="98794"/>
                </a:cubicBezTo>
                <a:cubicBezTo>
                  <a:pt x="500611" y="98794"/>
                  <a:pt x="504307" y="97534"/>
                  <a:pt x="507824" y="95016"/>
                </a:cubicBezTo>
                <a:cubicBezTo>
                  <a:pt x="510424" y="93102"/>
                  <a:pt x="512132" y="90760"/>
                  <a:pt x="512948" y="87988"/>
                </a:cubicBezTo>
                <a:cubicBezTo>
                  <a:pt x="513508" y="86175"/>
                  <a:pt x="513789" y="82725"/>
                  <a:pt x="513789" y="77639"/>
                </a:cubicBezTo>
                <a:lnTo>
                  <a:pt x="513789" y="73407"/>
                </a:lnTo>
                <a:close/>
                <a:moveTo>
                  <a:pt x="593220" y="30892"/>
                </a:moveTo>
                <a:lnTo>
                  <a:pt x="593220" y="48020"/>
                </a:lnTo>
                <a:lnTo>
                  <a:pt x="578538" y="48020"/>
                </a:lnTo>
                <a:lnTo>
                  <a:pt x="578538" y="80695"/>
                </a:lnTo>
                <a:cubicBezTo>
                  <a:pt x="578538" y="87313"/>
                  <a:pt x="578679" y="91169"/>
                  <a:pt x="578959" y="92263"/>
                </a:cubicBezTo>
                <a:cubicBezTo>
                  <a:pt x="579239" y="93356"/>
                  <a:pt x="579877" y="94259"/>
                  <a:pt x="580871" y="94973"/>
                </a:cubicBezTo>
                <a:cubicBezTo>
                  <a:pt x="581865" y="95685"/>
                  <a:pt x="583075" y="96041"/>
                  <a:pt x="584503" y="96041"/>
                </a:cubicBezTo>
                <a:cubicBezTo>
                  <a:pt x="586491" y="96041"/>
                  <a:pt x="589371" y="95353"/>
                  <a:pt x="593143" y="93976"/>
                </a:cubicBezTo>
                <a:lnTo>
                  <a:pt x="594978" y="110708"/>
                </a:lnTo>
                <a:cubicBezTo>
                  <a:pt x="589983" y="112858"/>
                  <a:pt x="584324" y="113934"/>
                  <a:pt x="578003" y="113934"/>
                </a:cubicBezTo>
                <a:cubicBezTo>
                  <a:pt x="574129" y="113934"/>
                  <a:pt x="570637" y="113284"/>
                  <a:pt x="567527" y="111984"/>
                </a:cubicBezTo>
                <a:cubicBezTo>
                  <a:pt x="564418" y="110684"/>
                  <a:pt x="562137" y="109002"/>
                  <a:pt x="560684" y="106937"/>
                </a:cubicBezTo>
                <a:cubicBezTo>
                  <a:pt x="559231" y="104873"/>
                  <a:pt x="558224" y="102082"/>
                  <a:pt x="557663" y="98564"/>
                </a:cubicBezTo>
                <a:cubicBezTo>
                  <a:pt x="557204" y="96066"/>
                  <a:pt x="556975" y="91020"/>
                  <a:pt x="556975" y="83424"/>
                </a:cubicBezTo>
                <a:lnTo>
                  <a:pt x="556975" y="48020"/>
                </a:lnTo>
                <a:lnTo>
                  <a:pt x="547111" y="48020"/>
                </a:lnTo>
                <a:lnTo>
                  <a:pt x="547111" y="30892"/>
                </a:lnTo>
                <a:lnTo>
                  <a:pt x="556975" y="30892"/>
                </a:lnTo>
                <a:lnTo>
                  <a:pt x="556975" y="14681"/>
                </a:lnTo>
                <a:lnTo>
                  <a:pt x="578538" y="1988"/>
                </a:lnTo>
                <a:lnTo>
                  <a:pt x="578538" y="30892"/>
                </a:lnTo>
                <a:lnTo>
                  <a:pt x="593220" y="30892"/>
                </a:lnTo>
                <a:close/>
                <a:moveTo>
                  <a:pt x="655208" y="86253"/>
                </a:moveTo>
                <a:lnTo>
                  <a:pt x="676619" y="89924"/>
                </a:lnTo>
                <a:cubicBezTo>
                  <a:pt x="673866" y="97749"/>
                  <a:pt x="669520" y="103706"/>
                  <a:pt x="663581" y="107797"/>
                </a:cubicBezTo>
                <a:cubicBezTo>
                  <a:pt x="657643" y="111888"/>
                  <a:pt x="650213" y="113934"/>
                  <a:pt x="641292" y="113934"/>
                </a:cubicBezTo>
                <a:cubicBezTo>
                  <a:pt x="627171" y="113934"/>
                  <a:pt x="616721" y="109320"/>
                  <a:pt x="609941" y="100093"/>
                </a:cubicBezTo>
                <a:cubicBezTo>
                  <a:pt x="604588" y="92702"/>
                  <a:pt x="601912" y="83373"/>
                  <a:pt x="601912" y="72107"/>
                </a:cubicBezTo>
                <a:cubicBezTo>
                  <a:pt x="601912" y="58649"/>
                  <a:pt x="605429" y="48110"/>
                  <a:pt x="612464" y="40489"/>
                </a:cubicBezTo>
                <a:cubicBezTo>
                  <a:pt x="619499" y="32867"/>
                  <a:pt x="628395" y="29057"/>
                  <a:pt x="639151" y="29057"/>
                </a:cubicBezTo>
                <a:cubicBezTo>
                  <a:pt x="651232" y="29057"/>
                  <a:pt x="660765" y="33046"/>
                  <a:pt x="667749" y="41024"/>
                </a:cubicBezTo>
                <a:cubicBezTo>
                  <a:pt x="674733" y="49002"/>
                  <a:pt x="678072" y="61223"/>
                  <a:pt x="677766" y="77689"/>
                </a:cubicBezTo>
                <a:lnTo>
                  <a:pt x="623934" y="77689"/>
                </a:lnTo>
                <a:cubicBezTo>
                  <a:pt x="624087" y="84061"/>
                  <a:pt x="625820" y="89019"/>
                  <a:pt x="629134" y="92562"/>
                </a:cubicBezTo>
                <a:cubicBezTo>
                  <a:pt x="632447" y="96105"/>
                  <a:pt x="636576" y="97876"/>
                  <a:pt x="641521" y="97876"/>
                </a:cubicBezTo>
                <a:cubicBezTo>
                  <a:pt x="644886" y="97876"/>
                  <a:pt x="647715" y="96958"/>
                  <a:pt x="650009" y="95123"/>
                </a:cubicBezTo>
                <a:cubicBezTo>
                  <a:pt x="652303" y="93288"/>
                  <a:pt x="654036" y="90331"/>
                  <a:pt x="655208" y="86253"/>
                </a:cubicBezTo>
                <a:moveTo>
                  <a:pt x="656432" y="64537"/>
                </a:moveTo>
                <a:cubicBezTo>
                  <a:pt x="656279" y="58343"/>
                  <a:pt x="654673" y="53634"/>
                  <a:pt x="651615" y="50410"/>
                </a:cubicBezTo>
                <a:cubicBezTo>
                  <a:pt x="648556" y="47186"/>
                  <a:pt x="644835" y="45574"/>
                  <a:pt x="640451" y="45574"/>
                </a:cubicBezTo>
                <a:cubicBezTo>
                  <a:pt x="635761" y="45574"/>
                  <a:pt x="631886" y="47274"/>
                  <a:pt x="628828" y="50675"/>
                </a:cubicBezTo>
                <a:cubicBezTo>
                  <a:pt x="625769" y="54078"/>
                  <a:pt x="624265" y="58699"/>
                  <a:pt x="624316" y="64537"/>
                </a:cubicBezTo>
                <a:lnTo>
                  <a:pt x="656432" y="6453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Generation">
            <a:extLst xmlns:a="http://schemas.openxmlformats.org/drawingml/2006/main">
              <a:ext uri="{FF2B5EF4-FFF2-40B4-BE49-F238E27FC236}">
                <a16:creationId xmlns:a16="http://schemas.microsoft.com/office/drawing/2014/main" id="{659553DA-9732-4DD6-9F27-AF3E7F3D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131" y="820444"/>
            <a:ext cx="808421" cy="116075"/>
          </a:xfrm>
          <a:custGeom xmlns:a="http://schemas.openxmlformats.org/drawingml/2006/main">
            <a:pathLst>
              <a:path w="808421" h="116075">
                <a:moveTo>
                  <a:pt x="56049" y="72948"/>
                </a:moveTo>
                <a:lnTo>
                  <a:pt x="56049" y="53985"/>
                </a:lnTo>
                <a:lnTo>
                  <a:pt x="104834" y="53985"/>
                </a:lnTo>
                <a:lnTo>
                  <a:pt x="104834" y="98648"/>
                </a:lnTo>
                <a:cubicBezTo>
                  <a:pt x="100093" y="103253"/>
                  <a:pt x="93224" y="107309"/>
                  <a:pt x="84227" y="110815"/>
                </a:cubicBezTo>
                <a:cubicBezTo>
                  <a:pt x="75229" y="114322"/>
                  <a:pt x="66117" y="116075"/>
                  <a:pt x="56890" y="116075"/>
                </a:cubicBezTo>
                <a:cubicBezTo>
                  <a:pt x="45166" y="116075"/>
                  <a:pt x="34945" y="113612"/>
                  <a:pt x="26228" y="108686"/>
                </a:cubicBezTo>
                <a:cubicBezTo>
                  <a:pt x="17511" y="103761"/>
                  <a:pt x="10960" y="96717"/>
                  <a:pt x="6576" y="87556"/>
                </a:cubicBezTo>
                <a:cubicBezTo>
                  <a:pt x="2192" y="78392"/>
                  <a:pt x="0" y="68426"/>
                  <a:pt x="0" y="57655"/>
                </a:cubicBezTo>
                <a:cubicBezTo>
                  <a:pt x="0" y="45965"/>
                  <a:pt x="2447" y="35578"/>
                  <a:pt x="7341" y="26493"/>
                </a:cubicBezTo>
                <a:cubicBezTo>
                  <a:pt x="12234" y="17406"/>
                  <a:pt x="19397" y="10438"/>
                  <a:pt x="28828" y="5589"/>
                </a:cubicBezTo>
                <a:cubicBezTo>
                  <a:pt x="36015" y="1863"/>
                  <a:pt x="44962" y="0"/>
                  <a:pt x="55667" y="0"/>
                </a:cubicBezTo>
                <a:cubicBezTo>
                  <a:pt x="69584" y="0"/>
                  <a:pt x="80455" y="2926"/>
                  <a:pt x="88280" y="8777"/>
                </a:cubicBezTo>
                <a:cubicBezTo>
                  <a:pt x="96105" y="14626"/>
                  <a:pt x="101139" y="22712"/>
                  <a:pt x="103382" y="33033"/>
                </a:cubicBezTo>
                <a:lnTo>
                  <a:pt x="80901" y="37315"/>
                </a:lnTo>
                <a:cubicBezTo>
                  <a:pt x="79320" y="31786"/>
                  <a:pt x="76351" y="27422"/>
                  <a:pt x="71992" y="24223"/>
                </a:cubicBezTo>
                <a:cubicBezTo>
                  <a:pt x="67634" y="21022"/>
                  <a:pt x="62192" y="19422"/>
                  <a:pt x="55667" y="19422"/>
                </a:cubicBezTo>
                <a:cubicBezTo>
                  <a:pt x="45777" y="19422"/>
                  <a:pt x="37914" y="22557"/>
                  <a:pt x="32077" y="28828"/>
                </a:cubicBezTo>
                <a:cubicBezTo>
                  <a:pt x="26240" y="35098"/>
                  <a:pt x="23322" y="44401"/>
                  <a:pt x="23322" y="56737"/>
                </a:cubicBezTo>
                <a:cubicBezTo>
                  <a:pt x="23322" y="70042"/>
                  <a:pt x="26279" y="80021"/>
                  <a:pt x="32192" y="86674"/>
                </a:cubicBezTo>
                <a:cubicBezTo>
                  <a:pt x="38105" y="93326"/>
                  <a:pt x="45854" y="96653"/>
                  <a:pt x="55438" y="96653"/>
                </a:cubicBezTo>
                <a:cubicBezTo>
                  <a:pt x="60178" y="96653"/>
                  <a:pt x="64932" y="95725"/>
                  <a:pt x="69698" y="93871"/>
                </a:cubicBezTo>
                <a:cubicBezTo>
                  <a:pt x="74465" y="92017"/>
                  <a:pt x="78556" y="89768"/>
                  <a:pt x="81971" y="87125"/>
                </a:cubicBezTo>
                <a:lnTo>
                  <a:pt x="81971" y="72948"/>
                </a:lnTo>
                <a:lnTo>
                  <a:pt x="56049" y="72948"/>
                </a:lnTo>
                <a:close/>
                <a:moveTo>
                  <a:pt x="172574" y="88241"/>
                </a:moveTo>
                <a:lnTo>
                  <a:pt x="193985" y="91912"/>
                </a:lnTo>
                <a:cubicBezTo>
                  <a:pt x="191232" y="99737"/>
                  <a:pt x="186886" y="105695"/>
                  <a:pt x="180947" y="109785"/>
                </a:cubicBezTo>
                <a:cubicBezTo>
                  <a:pt x="175009" y="113876"/>
                  <a:pt x="167579" y="115922"/>
                  <a:pt x="158658" y="115922"/>
                </a:cubicBezTo>
                <a:cubicBezTo>
                  <a:pt x="144537" y="115922"/>
                  <a:pt x="134087" y="111308"/>
                  <a:pt x="127307" y="102082"/>
                </a:cubicBezTo>
                <a:cubicBezTo>
                  <a:pt x="121954" y="94690"/>
                  <a:pt x="119278" y="85361"/>
                  <a:pt x="119278" y="74095"/>
                </a:cubicBezTo>
                <a:cubicBezTo>
                  <a:pt x="119278" y="60637"/>
                  <a:pt x="122795" y="50098"/>
                  <a:pt x="129830" y="42477"/>
                </a:cubicBezTo>
                <a:cubicBezTo>
                  <a:pt x="136865" y="34856"/>
                  <a:pt x="145760" y="31045"/>
                  <a:pt x="156517" y="31045"/>
                </a:cubicBezTo>
                <a:cubicBezTo>
                  <a:pt x="168598" y="31045"/>
                  <a:pt x="178131" y="35034"/>
                  <a:pt x="185115" y="43012"/>
                </a:cubicBezTo>
                <a:cubicBezTo>
                  <a:pt x="192099" y="50990"/>
                  <a:pt x="195438" y="63212"/>
                  <a:pt x="195132" y="79677"/>
                </a:cubicBezTo>
                <a:lnTo>
                  <a:pt x="141300" y="79677"/>
                </a:lnTo>
                <a:cubicBezTo>
                  <a:pt x="141453" y="86049"/>
                  <a:pt x="143186" y="91007"/>
                  <a:pt x="146500" y="94550"/>
                </a:cubicBezTo>
                <a:cubicBezTo>
                  <a:pt x="149813" y="98093"/>
                  <a:pt x="153942" y="99864"/>
                  <a:pt x="158887" y="99864"/>
                </a:cubicBezTo>
                <a:cubicBezTo>
                  <a:pt x="162252" y="99864"/>
                  <a:pt x="165081" y="98946"/>
                  <a:pt x="167375" y="97111"/>
                </a:cubicBezTo>
                <a:cubicBezTo>
                  <a:pt x="169669" y="95276"/>
                  <a:pt x="171402" y="92319"/>
                  <a:pt x="172574" y="88241"/>
                </a:cubicBezTo>
                <a:moveTo>
                  <a:pt x="173798" y="66525"/>
                </a:moveTo>
                <a:cubicBezTo>
                  <a:pt x="173645" y="60331"/>
                  <a:pt x="172039" y="55622"/>
                  <a:pt x="168981" y="52398"/>
                </a:cubicBezTo>
                <a:cubicBezTo>
                  <a:pt x="165922" y="49174"/>
                  <a:pt x="162201" y="47562"/>
                  <a:pt x="157817" y="47562"/>
                </a:cubicBezTo>
                <a:cubicBezTo>
                  <a:pt x="153127" y="47562"/>
                  <a:pt x="149252" y="49262"/>
                  <a:pt x="146194" y="52663"/>
                </a:cubicBezTo>
                <a:cubicBezTo>
                  <a:pt x="143135" y="56066"/>
                  <a:pt x="141631" y="60687"/>
                  <a:pt x="141682" y="66525"/>
                </a:cubicBezTo>
                <a:lnTo>
                  <a:pt x="173798" y="66525"/>
                </a:lnTo>
                <a:close/>
                <a:moveTo>
                  <a:pt x="286415" y="114087"/>
                </a:moveTo>
                <a:lnTo>
                  <a:pt x="264928" y="114087"/>
                </a:lnTo>
                <a:lnTo>
                  <a:pt x="264928" y="72690"/>
                </a:lnTo>
                <a:cubicBezTo>
                  <a:pt x="264928" y="63932"/>
                  <a:pt x="264469" y="58267"/>
                  <a:pt x="263551" y="55696"/>
                </a:cubicBezTo>
                <a:cubicBezTo>
                  <a:pt x="262634" y="53124"/>
                  <a:pt x="261143" y="51126"/>
                  <a:pt x="259078" y="49700"/>
                </a:cubicBezTo>
                <a:cubicBezTo>
                  <a:pt x="257014" y="48274"/>
                  <a:pt x="254529" y="47562"/>
                  <a:pt x="251623" y="47562"/>
                </a:cubicBezTo>
                <a:cubicBezTo>
                  <a:pt x="247902" y="47562"/>
                  <a:pt x="244563" y="48580"/>
                  <a:pt x="241606" y="50618"/>
                </a:cubicBezTo>
                <a:cubicBezTo>
                  <a:pt x="238649" y="52654"/>
                  <a:pt x="236623" y="55352"/>
                  <a:pt x="235527" y="58714"/>
                </a:cubicBezTo>
                <a:cubicBezTo>
                  <a:pt x="234431" y="62073"/>
                  <a:pt x="233883" y="68285"/>
                  <a:pt x="233883" y="77350"/>
                </a:cubicBezTo>
                <a:lnTo>
                  <a:pt x="233883" y="114087"/>
                </a:lnTo>
                <a:lnTo>
                  <a:pt x="212396" y="114087"/>
                </a:lnTo>
                <a:lnTo>
                  <a:pt x="212396" y="32880"/>
                </a:lnTo>
                <a:lnTo>
                  <a:pt x="232354" y="32880"/>
                </a:lnTo>
                <a:lnTo>
                  <a:pt x="232354" y="44809"/>
                </a:lnTo>
                <a:cubicBezTo>
                  <a:pt x="239439" y="35633"/>
                  <a:pt x="248360" y="31045"/>
                  <a:pt x="259116" y="31045"/>
                </a:cubicBezTo>
                <a:cubicBezTo>
                  <a:pt x="263857" y="31045"/>
                  <a:pt x="268190" y="31899"/>
                  <a:pt x="272116" y="33607"/>
                </a:cubicBezTo>
                <a:cubicBezTo>
                  <a:pt x="276041" y="35314"/>
                  <a:pt x="279010" y="37494"/>
                  <a:pt x="281024" y="40144"/>
                </a:cubicBezTo>
                <a:cubicBezTo>
                  <a:pt x="283037" y="42795"/>
                  <a:pt x="284439" y="45803"/>
                  <a:pt x="285229" y="49167"/>
                </a:cubicBezTo>
                <a:cubicBezTo>
                  <a:pt x="286020" y="52532"/>
                  <a:pt x="286415" y="57349"/>
                  <a:pt x="286415" y="63619"/>
                </a:cubicBezTo>
                <a:lnTo>
                  <a:pt x="286415" y="114087"/>
                </a:lnTo>
                <a:close/>
                <a:moveTo>
                  <a:pt x="355276" y="88241"/>
                </a:moveTo>
                <a:lnTo>
                  <a:pt x="376687" y="91912"/>
                </a:lnTo>
                <a:cubicBezTo>
                  <a:pt x="373934" y="99737"/>
                  <a:pt x="369588" y="105695"/>
                  <a:pt x="363649" y="109785"/>
                </a:cubicBezTo>
                <a:cubicBezTo>
                  <a:pt x="357711" y="113876"/>
                  <a:pt x="350281" y="115922"/>
                  <a:pt x="341360" y="115922"/>
                </a:cubicBezTo>
                <a:cubicBezTo>
                  <a:pt x="327239" y="115922"/>
                  <a:pt x="316789" y="111308"/>
                  <a:pt x="310009" y="102082"/>
                </a:cubicBezTo>
                <a:cubicBezTo>
                  <a:pt x="304656" y="94690"/>
                  <a:pt x="301980" y="85361"/>
                  <a:pt x="301980" y="74095"/>
                </a:cubicBezTo>
                <a:cubicBezTo>
                  <a:pt x="301980" y="60637"/>
                  <a:pt x="305497" y="50098"/>
                  <a:pt x="312532" y="42477"/>
                </a:cubicBezTo>
                <a:cubicBezTo>
                  <a:pt x="319567" y="34856"/>
                  <a:pt x="328462" y="31045"/>
                  <a:pt x="339219" y="31045"/>
                </a:cubicBezTo>
                <a:cubicBezTo>
                  <a:pt x="351300" y="31045"/>
                  <a:pt x="360833" y="35034"/>
                  <a:pt x="367817" y="43012"/>
                </a:cubicBezTo>
                <a:cubicBezTo>
                  <a:pt x="374801" y="50990"/>
                  <a:pt x="378140" y="63212"/>
                  <a:pt x="377834" y="79677"/>
                </a:cubicBezTo>
                <a:lnTo>
                  <a:pt x="324002" y="79677"/>
                </a:lnTo>
                <a:cubicBezTo>
                  <a:pt x="324155" y="86049"/>
                  <a:pt x="325888" y="91007"/>
                  <a:pt x="329202" y="94550"/>
                </a:cubicBezTo>
                <a:cubicBezTo>
                  <a:pt x="332515" y="98093"/>
                  <a:pt x="336644" y="99864"/>
                  <a:pt x="341589" y="99864"/>
                </a:cubicBezTo>
                <a:cubicBezTo>
                  <a:pt x="344954" y="99864"/>
                  <a:pt x="347783" y="98946"/>
                  <a:pt x="350077" y="97111"/>
                </a:cubicBezTo>
                <a:cubicBezTo>
                  <a:pt x="352371" y="95276"/>
                  <a:pt x="354104" y="92319"/>
                  <a:pt x="355276" y="88241"/>
                </a:cubicBezTo>
                <a:moveTo>
                  <a:pt x="356500" y="66525"/>
                </a:moveTo>
                <a:cubicBezTo>
                  <a:pt x="356347" y="60331"/>
                  <a:pt x="354741" y="55622"/>
                  <a:pt x="351682" y="52398"/>
                </a:cubicBezTo>
                <a:cubicBezTo>
                  <a:pt x="348624" y="49174"/>
                  <a:pt x="344903" y="47562"/>
                  <a:pt x="340519" y="47562"/>
                </a:cubicBezTo>
                <a:cubicBezTo>
                  <a:pt x="335829" y="47562"/>
                  <a:pt x="331954" y="49262"/>
                  <a:pt x="328896" y="52663"/>
                </a:cubicBezTo>
                <a:cubicBezTo>
                  <a:pt x="325837" y="56066"/>
                  <a:pt x="324333" y="60687"/>
                  <a:pt x="324384" y="66525"/>
                </a:cubicBezTo>
                <a:lnTo>
                  <a:pt x="356500" y="66525"/>
                </a:lnTo>
                <a:close/>
                <a:moveTo>
                  <a:pt x="415820" y="114087"/>
                </a:moveTo>
                <a:lnTo>
                  <a:pt x="394333" y="114087"/>
                </a:lnTo>
                <a:lnTo>
                  <a:pt x="394333" y="32880"/>
                </a:lnTo>
                <a:lnTo>
                  <a:pt x="414291" y="32880"/>
                </a:lnTo>
                <a:lnTo>
                  <a:pt x="414291" y="44427"/>
                </a:lnTo>
                <a:cubicBezTo>
                  <a:pt x="417706" y="38972"/>
                  <a:pt x="420778" y="35378"/>
                  <a:pt x="423505" y="33645"/>
                </a:cubicBezTo>
                <a:cubicBezTo>
                  <a:pt x="426232" y="31912"/>
                  <a:pt x="429329" y="31045"/>
                  <a:pt x="432796" y="31045"/>
                </a:cubicBezTo>
                <a:cubicBezTo>
                  <a:pt x="437689" y="31045"/>
                  <a:pt x="442405" y="32396"/>
                  <a:pt x="446942" y="35098"/>
                </a:cubicBezTo>
                <a:lnTo>
                  <a:pt x="440289" y="53832"/>
                </a:lnTo>
                <a:cubicBezTo>
                  <a:pt x="436670" y="51487"/>
                  <a:pt x="433305" y="50314"/>
                  <a:pt x="430196" y="50314"/>
                </a:cubicBezTo>
                <a:cubicBezTo>
                  <a:pt x="427188" y="50314"/>
                  <a:pt x="424639" y="51143"/>
                  <a:pt x="422549" y="52799"/>
                </a:cubicBezTo>
                <a:cubicBezTo>
                  <a:pt x="420459" y="54456"/>
                  <a:pt x="418815" y="57451"/>
                  <a:pt x="417617" y="61784"/>
                </a:cubicBezTo>
                <a:cubicBezTo>
                  <a:pt x="416419" y="66117"/>
                  <a:pt x="415820" y="75191"/>
                  <a:pt x="415820" y="89006"/>
                </a:cubicBezTo>
                <a:lnTo>
                  <a:pt x="415820" y="114087"/>
                </a:lnTo>
                <a:close/>
                <a:moveTo>
                  <a:pt x="472209" y="57961"/>
                </a:moveTo>
                <a:lnTo>
                  <a:pt x="452711" y="54444"/>
                </a:lnTo>
                <a:cubicBezTo>
                  <a:pt x="454903" y="46489"/>
                  <a:pt x="458675" y="40602"/>
                  <a:pt x="464028" y="36780"/>
                </a:cubicBezTo>
                <a:cubicBezTo>
                  <a:pt x="469380" y="32957"/>
                  <a:pt x="477333" y="31045"/>
                  <a:pt x="487885" y="31045"/>
                </a:cubicBezTo>
                <a:cubicBezTo>
                  <a:pt x="497469" y="31045"/>
                  <a:pt x="504605" y="32179"/>
                  <a:pt x="509295" y="34448"/>
                </a:cubicBezTo>
                <a:cubicBezTo>
                  <a:pt x="513985" y="36716"/>
                  <a:pt x="517286" y="39596"/>
                  <a:pt x="519198" y="43088"/>
                </a:cubicBezTo>
                <a:cubicBezTo>
                  <a:pt x="521109" y="46580"/>
                  <a:pt x="522065" y="52991"/>
                  <a:pt x="522065" y="62319"/>
                </a:cubicBezTo>
                <a:lnTo>
                  <a:pt x="521836" y="87400"/>
                </a:lnTo>
                <a:cubicBezTo>
                  <a:pt x="521836" y="94537"/>
                  <a:pt x="522180" y="99800"/>
                  <a:pt x="522868" y="103190"/>
                </a:cubicBezTo>
                <a:cubicBezTo>
                  <a:pt x="523556" y="106580"/>
                  <a:pt x="524843" y="110212"/>
                  <a:pt x="526729" y="114087"/>
                </a:cubicBezTo>
                <a:lnTo>
                  <a:pt x="505472" y="114087"/>
                </a:lnTo>
                <a:cubicBezTo>
                  <a:pt x="504911" y="112659"/>
                  <a:pt x="504223" y="110544"/>
                  <a:pt x="503407" y="107740"/>
                </a:cubicBezTo>
                <a:cubicBezTo>
                  <a:pt x="503051" y="106466"/>
                  <a:pt x="502796" y="105624"/>
                  <a:pt x="502643" y="105217"/>
                </a:cubicBezTo>
                <a:cubicBezTo>
                  <a:pt x="498972" y="108785"/>
                  <a:pt x="495047" y="111461"/>
                  <a:pt x="490867" y="113246"/>
                </a:cubicBezTo>
                <a:cubicBezTo>
                  <a:pt x="486687" y="115030"/>
                  <a:pt x="482226" y="115922"/>
                  <a:pt x="477486" y="115922"/>
                </a:cubicBezTo>
                <a:cubicBezTo>
                  <a:pt x="469125" y="115922"/>
                  <a:pt x="462537" y="113663"/>
                  <a:pt x="457719" y="109145"/>
                </a:cubicBezTo>
                <a:cubicBezTo>
                  <a:pt x="452902" y="104627"/>
                  <a:pt x="450493" y="98916"/>
                  <a:pt x="450493" y="92012"/>
                </a:cubicBezTo>
                <a:cubicBezTo>
                  <a:pt x="450493" y="87443"/>
                  <a:pt x="451589" y="83370"/>
                  <a:pt x="453781" y="79792"/>
                </a:cubicBezTo>
                <a:cubicBezTo>
                  <a:pt x="455973" y="76212"/>
                  <a:pt x="459045" y="73471"/>
                  <a:pt x="462995" y="71567"/>
                </a:cubicBezTo>
                <a:cubicBezTo>
                  <a:pt x="466946" y="69663"/>
                  <a:pt x="472643" y="68001"/>
                  <a:pt x="480085" y="66580"/>
                </a:cubicBezTo>
                <a:cubicBezTo>
                  <a:pt x="490128" y="64702"/>
                  <a:pt x="497086" y="62950"/>
                  <a:pt x="500960" y="61325"/>
                </a:cubicBezTo>
                <a:lnTo>
                  <a:pt x="500960" y="59160"/>
                </a:lnTo>
                <a:cubicBezTo>
                  <a:pt x="500960" y="54985"/>
                  <a:pt x="499941" y="52009"/>
                  <a:pt x="497902" y="50231"/>
                </a:cubicBezTo>
                <a:cubicBezTo>
                  <a:pt x="495863" y="48451"/>
                  <a:pt x="492014" y="47562"/>
                  <a:pt x="486356" y="47562"/>
                </a:cubicBezTo>
                <a:cubicBezTo>
                  <a:pt x="482532" y="47562"/>
                  <a:pt x="479550" y="48331"/>
                  <a:pt x="477409" y="49870"/>
                </a:cubicBezTo>
                <a:cubicBezTo>
                  <a:pt x="475268" y="51407"/>
                  <a:pt x="473535" y="54104"/>
                  <a:pt x="472209" y="57961"/>
                </a:cubicBezTo>
                <a:moveTo>
                  <a:pt x="500960" y="75395"/>
                </a:moveTo>
                <a:cubicBezTo>
                  <a:pt x="498208" y="76302"/>
                  <a:pt x="493849" y="77385"/>
                  <a:pt x="487885" y="78645"/>
                </a:cubicBezTo>
                <a:cubicBezTo>
                  <a:pt x="481921" y="79903"/>
                  <a:pt x="478021" y="81137"/>
                  <a:pt x="476186" y="82346"/>
                </a:cubicBezTo>
                <a:cubicBezTo>
                  <a:pt x="473382" y="84311"/>
                  <a:pt x="471980" y="86804"/>
                  <a:pt x="471980" y="89826"/>
                </a:cubicBezTo>
                <a:cubicBezTo>
                  <a:pt x="471980" y="92798"/>
                  <a:pt x="473102" y="95368"/>
                  <a:pt x="475345" y="97534"/>
                </a:cubicBezTo>
                <a:cubicBezTo>
                  <a:pt x="477588" y="99699"/>
                  <a:pt x="480442" y="100782"/>
                  <a:pt x="483909" y="100782"/>
                </a:cubicBezTo>
                <a:cubicBezTo>
                  <a:pt x="487783" y="100782"/>
                  <a:pt x="491479" y="99522"/>
                  <a:pt x="494996" y="97004"/>
                </a:cubicBezTo>
                <a:cubicBezTo>
                  <a:pt x="497596" y="95091"/>
                  <a:pt x="499304" y="92748"/>
                  <a:pt x="500119" y="89976"/>
                </a:cubicBezTo>
                <a:cubicBezTo>
                  <a:pt x="500680" y="88163"/>
                  <a:pt x="500960" y="84714"/>
                  <a:pt x="500960" y="79627"/>
                </a:cubicBezTo>
                <a:lnTo>
                  <a:pt x="500960" y="75395"/>
                </a:lnTo>
                <a:close/>
                <a:moveTo>
                  <a:pt x="580391" y="32880"/>
                </a:moveTo>
                <a:lnTo>
                  <a:pt x="580391" y="50009"/>
                </a:lnTo>
                <a:lnTo>
                  <a:pt x="565710" y="50009"/>
                </a:lnTo>
                <a:lnTo>
                  <a:pt x="565710" y="82683"/>
                </a:lnTo>
                <a:cubicBezTo>
                  <a:pt x="565710" y="89301"/>
                  <a:pt x="565850" y="93157"/>
                  <a:pt x="566130" y="94251"/>
                </a:cubicBezTo>
                <a:cubicBezTo>
                  <a:pt x="566411" y="95344"/>
                  <a:pt x="567048" y="96247"/>
                  <a:pt x="568042" y="96961"/>
                </a:cubicBezTo>
                <a:cubicBezTo>
                  <a:pt x="569036" y="97673"/>
                  <a:pt x="570247" y="98029"/>
                  <a:pt x="571674" y="98029"/>
                </a:cubicBezTo>
                <a:cubicBezTo>
                  <a:pt x="573662" y="98029"/>
                  <a:pt x="576542" y="97341"/>
                  <a:pt x="580315" y="95964"/>
                </a:cubicBezTo>
                <a:lnTo>
                  <a:pt x="582150" y="112696"/>
                </a:lnTo>
                <a:cubicBezTo>
                  <a:pt x="577154" y="114847"/>
                  <a:pt x="571495" y="115922"/>
                  <a:pt x="565174" y="115922"/>
                </a:cubicBezTo>
                <a:cubicBezTo>
                  <a:pt x="561300" y="115922"/>
                  <a:pt x="557808" y="115272"/>
                  <a:pt x="554699" y="113972"/>
                </a:cubicBezTo>
                <a:cubicBezTo>
                  <a:pt x="551589" y="112672"/>
                  <a:pt x="549308" y="110990"/>
                  <a:pt x="547855" y="108925"/>
                </a:cubicBezTo>
                <a:cubicBezTo>
                  <a:pt x="546402" y="106861"/>
                  <a:pt x="545395" y="104070"/>
                  <a:pt x="544834" y="100552"/>
                </a:cubicBezTo>
                <a:cubicBezTo>
                  <a:pt x="544376" y="98054"/>
                  <a:pt x="544146" y="93008"/>
                  <a:pt x="544146" y="85412"/>
                </a:cubicBezTo>
                <a:lnTo>
                  <a:pt x="544146" y="50009"/>
                </a:lnTo>
                <a:lnTo>
                  <a:pt x="534282" y="50009"/>
                </a:lnTo>
                <a:lnTo>
                  <a:pt x="534282" y="32880"/>
                </a:lnTo>
                <a:lnTo>
                  <a:pt x="544146" y="32880"/>
                </a:lnTo>
                <a:lnTo>
                  <a:pt x="544146" y="16670"/>
                </a:lnTo>
                <a:lnTo>
                  <a:pt x="565710" y="3976"/>
                </a:lnTo>
                <a:lnTo>
                  <a:pt x="565710" y="32880"/>
                </a:lnTo>
                <a:lnTo>
                  <a:pt x="580391" y="32880"/>
                </a:lnTo>
                <a:close/>
                <a:moveTo>
                  <a:pt x="595353" y="21869"/>
                </a:moveTo>
                <a:lnTo>
                  <a:pt x="595353" y="1988"/>
                </a:lnTo>
                <a:lnTo>
                  <a:pt x="616840" y="1988"/>
                </a:lnTo>
                <a:lnTo>
                  <a:pt x="616840" y="21869"/>
                </a:lnTo>
                <a:lnTo>
                  <a:pt x="595353" y="21869"/>
                </a:lnTo>
                <a:moveTo>
                  <a:pt x="595353" y="114087"/>
                </a:moveTo>
                <a:lnTo>
                  <a:pt x="595353" y="32880"/>
                </a:lnTo>
                <a:lnTo>
                  <a:pt x="616840" y="32880"/>
                </a:lnTo>
                <a:lnTo>
                  <a:pt x="616840" y="114087"/>
                </a:lnTo>
                <a:lnTo>
                  <a:pt x="595353" y="114087"/>
                </a:lnTo>
                <a:close/>
                <a:moveTo>
                  <a:pt x="633883" y="72336"/>
                </a:moveTo>
                <a:cubicBezTo>
                  <a:pt x="633883" y="65200"/>
                  <a:pt x="635642" y="58292"/>
                  <a:pt x="639159" y="51614"/>
                </a:cubicBezTo>
                <a:cubicBezTo>
                  <a:pt x="642677" y="44936"/>
                  <a:pt x="647660" y="39839"/>
                  <a:pt x="654108" y="36321"/>
                </a:cubicBezTo>
                <a:cubicBezTo>
                  <a:pt x="660557" y="32804"/>
                  <a:pt x="667757" y="31045"/>
                  <a:pt x="675710" y="31045"/>
                </a:cubicBezTo>
                <a:cubicBezTo>
                  <a:pt x="687995" y="31045"/>
                  <a:pt x="698063" y="35034"/>
                  <a:pt x="705914" y="43012"/>
                </a:cubicBezTo>
                <a:cubicBezTo>
                  <a:pt x="713764" y="50990"/>
                  <a:pt x="717689" y="61071"/>
                  <a:pt x="717689" y="73254"/>
                </a:cubicBezTo>
                <a:cubicBezTo>
                  <a:pt x="717689" y="85540"/>
                  <a:pt x="713726" y="95722"/>
                  <a:pt x="705799" y="103802"/>
                </a:cubicBezTo>
                <a:cubicBezTo>
                  <a:pt x="697872" y="111882"/>
                  <a:pt x="687893" y="115922"/>
                  <a:pt x="675863" y="115922"/>
                </a:cubicBezTo>
                <a:cubicBezTo>
                  <a:pt x="668420" y="115922"/>
                  <a:pt x="661321" y="114240"/>
                  <a:pt x="654567" y="110875"/>
                </a:cubicBezTo>
                <a:cubicBezTo>
                  <a:pt x="647813" y="107511"/>
                  <a:pt x="642677" y="102579"/>
                  <a:pt x="639159" y="96079"/>
                </a:cubicBezTo>
                <a:cubicBezTo>
                  <a:pt x="635642" y="89579"/>
                  <a:pt x="633883" y="81665"/>
                  <a:pt x="633883" y="72336"/>
                </a:cubicBezTo>
                <a:moveTo>
                  <a:pt x="655905" y="73483"/>
                </a:moveTo>
                <a:cubicBezTo>
                  <a:pt x="655905" y="81512"/>
                  <a:pt x="657817" y="87661"/>
                  <a:pt x="661640" y="91931"/>
                </a:cubicBezTo>
                <a:cubicBezTo>
                  <a:pt x="665463" y="96200"/>
                  <a:pt x="670179" y="98335"/>
                  <a:pt x="675786" y="98335"/>
                </a:cubicBezTo>
                <a:cubicBezTo>
                  <a:pt x="681394" y="98335"/>
                  <a:pt x="686096" y="96200"/>
                  <a:pt x="689894" y="91931"/>
                </a:cubicBezTo>
                <a:cubicBezTo>
                  <a:pt x="693692" y="87661"/>
                  <a:pt x="695591" y="81461"/>
                  <a:pt x="695591" y="73331"/>
                </a:cubicBezTo>
                <a:cubicBezTo>
                  <a:pt x="695591" y="65404"/>
                  <a:pt x="693692" y="59305"/>
                  <a:pt x="689894" y="55036"/>
                </a:cubicBezTo>
                <a:cubicBezTo>
                  <a:pt x="686096" y="50767"/>
                  <a:pt x="681394" y="48632"/>
                  <a:pt x="675786" y="48632"/>
                </a:cubicBezTo>
                <a:cubicBezTo>
                  <a:pt x="670179" y="48632"/>
                  <a:pt x="665463" y="50767"/>
                  <a:pt x="661640" y="55036"/>
                </a:cubicBezTo>
                <a:cubicBezTo>
                  <a:pt x="657817" y="59305"/>
                  <a:pt x="655905" y="65455"/>
                  <a:pt x="655905" y="73483"/>
                </a:cubicBezTo>
                <a:close/>
                <a:moveTo>
                  <a:pt x="808421" y="114087"/>
                </a:moveTo>
                <a:lnTo>
                  <a:pt x="786934" y="114087"/>
                </a:lnTo>
                <a:lnTo>
                  <a:pt x="786934" y="72690"/>
                </a:lnTo>
                <a:cubicBezTo>
                  <a:pt x="786934" y="63932"/>
                  <a:pt x="786475" y="58267"/>
                  <a:pt x="785557" y="55696"/>
                </a:cubicBezTo>
                <a:cubicBezTo>
                  <a:pt x="784640" y="53124"/>
                  <a:pt x="783149" y="51126"/>
                  <a:pt x="781084" y="49700"/>
                </a:cubicBezTo>
                <a:cubicBezTo>
                  <a:pt x="779019" y="48274"/>
                  <a:pt x="776534" y="47562"/>
                  <a:pt x="773629" y="47562"/>
                </a:cubicBezTo>
                <a:cubicBezTo>
                  <a:pt x="769907" y="47562"/>
                  <a:pt x="766568" y="48580"/>
                  <a:pt x="763612" y="50618"/>
                </a:cubicBezTo>
                <a:cubicBezTo>
                  <a:pt x="760655" y="52654"/>
                  <a:pt x="758629" y="55352"/>
                  <a:pt x="757533" y="58714"/>
                </a:cubicBezTo>
                <a:cubicBezTo>
                  <a:pt x="756437" y="62073"/>
                  <a:pt x="755889" y="68285"/>
                  <a:pt x="755889" y="77350"/>
                </a:cubicBezTo>
                <a:lnTo>
                  <a:pt x="755889" y="114087"/>
                </a:lnTo>
                <a:lnTo>
                  <a:pt x="734402" y="114087"/>
                </a:lnTo>
                <a:lnTo>
                  <a:pt x="734402" y="32880"/>
                </a:lnTo>
                <a:lnTo>
                  <a:pt x="754359" y="32880"/>
                </a:lnTo>
                <a:lnTo>
                  <a:pt x="754359" y="44809"/>
                </a:lnTo>
                <a:cubicBezTo>
                  <a:pt x="761445" y="35633"/>
                  <a:pt x="770366" y="31045"/>
                  <a:pt x="781122" y="31045"/>
                </a:cubicBezTo>
                <a:cubicBezTo>
                  <a:pt x="785863" y="31045"/>
                  <a:pt x="790196" y="31899"/>
                  <a:pt x="794121" y="33607"/>
                </a:cubicBezTo>
                <a:cubicBezTo>
                  <a:pt x="798047" y="35314"/>
                  <a:pt x="801016" y="37494"/>
                  <a:pt x="803030" y="40144"/>
                </a:cubicBezTo>
                <a:cubicBezTo>
                  <a:pt x="805043" y="42795"/>
                  <a:pt x="806445" y="45803"/>
                  <a:pt x="807235" y="49167"/>
                </a:cubicBezTo>
                <a:cubicBezTo>
                  <a:pt x="808025" y="52532"/>
                  <a:pt x="808421" y="57349"/>
                  <a:pt x="808421" y="63619"/>
                </a:cubicBezTo>
                <a:lnTo>
                  <a:pt x="808421" y="1140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F39FD-EAED-43AE-A4D7-44E81657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648" y="1251406"/>
            <a:ext cx="1539393" cy="466151"/>
          </a:xfrm>
          <a:custGeom xmlns:a="http://schemas.openxmlformats.org/drawingml/2006/main">
            <a:pathLst>
              <a:path w="1539393" h="466151">
                <a:moveTo>
                  <a:pt x="0" y="77779"/>
                </a:moveTo>
                <a:cubicBezTo>
                  <a:pt x="348" y="34731"/>
                  <a:pt x="35079" y="0"/>
                  <a:pt x="77257" y="522"/>
                </a:cubicBezTo>
                <a:lnTo>
                  <a:pt x="1461615" y="522"/>
                </a:lnTo>
                <a:cubicBezTo>
                  <a:pt x="1504663" y="0"/>
                  <a:pt x="1539393" y="34731"/>
                  <a:pt x="1538871" y="77779"/>
                </a:cubicBezTo>
                <a:lnTo>
                  <a:pt x="1538871" y="388894"/>
                </a:lnTo>
                <a:cubicBezTo>
                  <a:pt x="1539393" y="430724"/>
                  <a:pt x="1504663" y="465455"/>
                  <a:pt x="1461615" y="466151"/>
                </a:cubicBezTo>
                <a:lnTo>
                  <a:pt x="77257" y="466151"/>
                </a:lnTo>
                <a:cubicBezTo>
                  <a:pt x="35079" y="465455"/>
                  <a:pt x="348" y="430724"/>
                  <a:pt x="0" y="388894"/>
                </a:cubicBezTo>
                <a:lnTo>
                  <a:pt x="0" y="77779"/>
                </a:lnTo>
              </a:path>
            </a:pathLst>
          </a:custGeom>
          <a:solidFill xmlns:a="http://schemas.openxmlformats.org/drawingml/2006/main">
            <a:srgbClr val="2F5597">
              <a:alpha val="7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ParameterRange">
            <a:extLst xmlns:a="http://schemas.openxmlformats.org/drawingml/2006/main">
              <a:ext uri="{FF2B5EF4-FFF2-40B4-BE49-F238E27FC236}">
                <a16:creationId xmlns:a16="http://schemas.microsoft.com/office/drawing/2014/main" id="{F789484B-216D-428A-8B72-C8392A62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3775" y="1334293"/>
            <a:ext cx="1270348" cy="145132"/>
          </a:xfrm>
          <a:custGeom xmlns:a="http://schemas.openxmlformats.org/drawingml/2006/main">
            <a:pathLst>
              <a:path w="1270348" h="145132">
                <a:moveTo>
                  <a:pt x="0" y="112099"/>
                </a:moveTo>
                <a:lnTo>
                  <a:pt x="0" y="0"/>
                </a:lnTo>
                <a:lnTo>
                  <a:pt x="36321" y="0"/>
                </a:lnTo>
                <a:cubicBezTo>
                  <a:pt x="50085" y="0"/>
                  <a:pt x="59057" y="560"/>
                  <a:pt x="63237" y="1680"/>
                </a:cubicBezTo>
                <a:cubicBezTo>
                  <a:pt x="69660" y="3360"/>
                  <a:pt x="75038" y="7014"/>
                  <a:pt x="79371" y="12641"/>
                </a:cubicBezTo>
                <a:cubicBezTo>
                  <a:pt x="83704" y="18267"/>
                  <a:pt x="85871" y="25536"/>
                  <a:pt x="85871" y="34448"/>
                </a:cubicBezTo>
                <a:cubicBezTo>
                  <a:pt x="85871" y="41322"/>
                  <a:pt x="84622" y="47101"/>
                  <a:pt x="82124" y="51786"/>
                </a:cubicBezTo>
                <a:cubicBezTo>
                  <a:pt x="79626" y="56471"/>
                  <a:pt x="76453" y="60151"/>
                  <a:pt x="72604" y="62824"/>
                </a:cubicBezTo>
                <a:cubicBezTo>
                  <a:pt x="68755" y="65497"/>
                  <a:pt x="64843" y="67267"/>
                  <a:pt x="60867" y="68133"/>
                </a:cubicBezTo>
                <a:cubicBezTo>
                  <a:pt x="55463" y="69202"/>
                  <a:pt x="47638" y="69737"/>
                  <a:pt x="37392" y="69737"/>
                </a:cubicBezTo>
                <a:lnTo>
                  <a:pt x="22634" y="69737"/>
                </a:lnTo>
                <a:lnTo>
                  <a:pt x="22634" y="112099"/>
                </a:lnTo>
                <a:lnTo>
                  <a:pt x="0" y="112099"/>
                </a:lnTo>
                <a:moveTo>
                  <a:pt x="22634" y="18963"/>
                </a:moveTo>
                <a:lnTo>
                  <a:pt x="22634" y="50773"/>
                </a:lnTo>
                <a:lnTo>
                  <a:pt x="35021" y="50773"/>
                </a:lnTo>
                <a:cubicBezTo>
                  <a:pt x="43942" y="50773"/>
                  <a:pt x="49907" y="50187"/>
                  <a:pt x="52914" y="49014"/>
                </a:cubicBezTo>
                <a:cubicBezTo>
                  <a:pt x="55922" y="47842"/>
                  <a:pt x="58280" y="46007"/>
                  <a:pt x="59987" y="43509"/>
                </a:cubicBezTo>
                <a:cubicBezTo>
                  <a:pt x="61695" y="41011"/>
                  <a:pt x="62549" y="38105"/>
                  <a:pt x="62549" y="34792"/>
                </a:cubicBezTo>
                <a:cubicBezTo>
                  <a:pt x="62549" y="30714"/>
                  <a:pt x="61351" y="27349"/>
                  <a:pt x="58955" y="24698"/>
                </a:cubicBezTo>
                <a:cubicBezTo>
                  <a:pt x="56559" y="22048"/>
                  <a:pt x="53526" y="20391"/>
                  <a:pt x="49856" y="19728"/>
                </a:cubicBezTo>
                <a:cubicBezTo>
                  <a:pt x="47154" y="19218"/>
                  <a:pt x="41725" y="18963"/>
                  <a:pt x="33568" y="18963"/>
                </a:cubicBezTo>
                <a:lnTo>
                  <a:pt x="22634" y="18963"/>
                </a:lnTo>
                <a:close/>
                <a:moveTo>
                  <a:pt x="120305" y="55973"/>
                </a:moveTo>
                <a:lnTo>
                  <a:pt x="100807" y="52455"/>
                </a:lnTo>
                <a:cubicBezTo>
                  <a:pt x="102999" y="44501"/>
                  <a:pt x="106771" y="38614"/>
                  <a:pt x="112124" y="34792"/>
                </a:cubicBezTo>
                <a:cubicBezTo>
                  <a:pt x="117476" y="30969"/>
                  <a:pt x="125429" y="29057"/>
                  <a:pt x="135981" y="29057"/>
                </a:cubicBezTo>
                <a:cubicBezTo>
                  <a:pt x="145564" y="29057"/>
                  <a:pt x="152701" y="30191"/>
                  <a:pt x="157391" y="32460"/>
                </a:cubicBezTo>
                <a:cubicBezTo>
                  <a:pt x="162081" y="34728"/>
                  <a:pt x="165382" y="37608"/>
                  <a:pt x="167293" y="41100"/>
                </a:cubicBezTo>
                <a:cubicBezTo>
                  <a:pt x="169205" y="44592"/>
                  <a:pt x="170161" y="51003"/>
                  <a:pt x="170161" y="60331"/>
                </a:cubicBezTo>
                <a:lnTo>
                  <a:pt x="169932" y="85412"/>
                </a:lnTo>
                <a:cubicBezTo>
                  <a:pt x="169932" y="92549"/>
                  <a:pt x="170276" y="97812"/>
                  <a:pt x="170964" y="101202"/>
                </a:cubicBezTo>
                <a:cubicBezTo>
                  <a:pt x="171652" y="104592"/>
                  <a:pt x="172939" y="108224"/>
                  <a:pt x="174825" y="112099"/>
                </a:cubicBezTo>
                <a:lnTo>
                  <a:pt x="153568" y="112099"/>
                </a:lnTo>
                <a:cubicBezTo>
                  <a:pt x="153007" y="110671"/>
                  <a:pt x="152319" y="108556"/>
                  <a:pt x="151503" y="105752"/>
                </a:cubicBezTo>
                <a:cubicBezTo>
                  <a:pt x="151146" y="104478"/>
                  <a:pt x="150892" y="103636"/>
                  <a:pt x="150739" y="103229"/>
                </a:cubicBezTo>
                <a:cubicBezTo>
                  <a:pt x="147068" y="106797"/>
                  <a:pt x="143143" y="109473"/>
                  <a:pt x="138963" y="111257"/>
                </a:cubicBezTo>
                <a:cubicBezTo>
                  <a:pt x="134783" y="113042"/>
                  <a:pt x="130322" y="113934"/>
                  <a:pt x="125581" y="113934"/>
                </a:cubicBezTo>
                <a:cubicBezTo>
                  <a:pt x="117221" y="113934"/>
                  <a:pt x="110632" y="111675"/>
                  <a:pt x="105815" y="107157"/>
                </a:cubicBezTo>
                <a:cubicBezTo>
                  <a:pt x="100998" y="102639"/>
                  <a:pt x="98589" y="96928"/>
                  <a:pt x="98589" y="90024"/>
                </a:cubicBezTo>
                <a:cubicBezTo>
                  <a:pt x="98589" y="85455"/>
                  <a:pt x="99685" y="81382"/>
                  <a:pt x="101877" y="77804"/>
                </a:cubicBezTo>
                <a:cubicBezTo>
                  <a:pt x="104069" y="74224"/>
                  <a:pt x="107140" y="71483"/>
                  <a:pt x="111091" y="69579"/>
                </a:cubicBezTo>
                <a:cubicBezTo>
                  <a:pt x="115042" y="67675"/>
                  <a:pt x="120739" y="66013"/>
                  <a:pt x="128181" y="64592"/>
                </a:cubicBezTo>
                <a:cubicBezTo>
                  <a:pt x="138224" y="62714"/>
                  <a:pt x="145182" y="60962"/>
                  <a:pt x="149056" y="59337"/>
                </a:cubicBezTo>
                <a:lnTo>
                  <a:pt x="149056" y="57172"/>
                </a:lnTo>
                <a:cubicBezTo>
                  <a:pt x="149056" y="52997"/>
                  <a:pt x="148037" y="50020"/>
                  <a:pt x="145998" y="48243"/>
                </a:cubicBezTo>
                <a:cubicBezTo>
                  <a:pt x="143959" y="46463"/>
                  <a:pt x="140110" y="45574"/>
                  <a:pt x="134451" y="45574"/>
                </a:cubicBezTo>
                <a:cubicBezTo>
                  <a:pt x="130628" y="45574"/>
                  <a:pt x="127646" y="46343"/>
                  <a:pt x="125505" y="47882"/>
                </a:cubicBezTo>
                <a:cubicBezTo>
                  <a:pt x="123364" y="49419"/>
                  <a:pt x="121631" y="52116"/>
                  <a:pt x="120305" y="55973"/>
                </a:cubicBezTo>
                <a:moveTo>
                  <a:pt x="149056" y="73407"/>
                </a:moveTo>
                <a:cubicBezTo>
                  <a:pt x="146304" y="74313"/>
                  <a:pt x="141945" y="75397"/>
                  <a:pt x="135981" y="76657"/>
                </a:cubicBezTo>
                <a:cubicBezTo>
                  <a:pt x="130016" y="77915"/>
                  <a:pt x="126117" y="79149"/>
                  <a:pt x="124282" y="80358"/>
                </a:cubicBezTo>
                <a:cubicBezTo>
                  <a:pt x="121478" y="82322"/>
                  <a:pt x="120076" y="84815"/>
                  <a:pt x="120076" y="87837"/>
                </a:cubicBezTo>
                <a:cubicBezTo>
                  <a:pt x="120076" y="90810"/>
                  <a:pt x="121197" y="93380"/>
                  <a:pt x="123440" y="95546"/>
                </a:cubicBezTo>
                <a:cubicBezTo>
                  <a:pt x="125683" y="97711"/>
                  <a:pt x="128538" y="98794"/>
                  <a:pt x="132005" y="98794"/>
                </a:cubicBezTo>
                <a:cubicBezTo>
                  <a:pt x="135879" y="98794"/>
                  <a:pt x="139575" y="97534"/>
                  <a:pt x="143092" y="95016"/>
                </a:cubicBezTo>
                <a:cubicBezTo>
                  <a:pt x="145692" y="93102"/>
                  <a:pt x="147400" y="90760"/>
                  <a:pt x="148215" y="87988"/>
                </a:cubicBezTo>
                <a:cubicBezTo>
                  <a:pt x="148776" y="86175"/>
                  <a:pt x="149056" y="82725"/>
                  <a:pt x="149056" y="77639"/>
                </a:cubicBezTo>
                <a:lnTo>
                  <a:pt x="149056" y="73407"/>
                </a:lnTo>
                <a:close/>
                <a:moveTo>
                  <a:pt x="211818" y="112099"/>
                </a:moveTo>
                <a:lnTo>
                  <a:pt x="190331" y="112099"/>
                </a:lnTo>
                <a:lnTo>
                  <a:pt x="190331" y="30892"/>
                </a:lnTo>
                <a:lnTo>
                  <a:pt x="210288" y="30892"/>
                </a:lnTo>
                <a:lnTo>
                  <a:pt x="210288" y="42438"/>
                </a:lnTo>
                <a:cubicBezTo>
                  <a:pt x="213704" y="36984"/>
                  <a:pt x="216775" y="33390"/>
                  <a:pt x="219502" y="31657"/>
                </a:cubicBezTo>
                <a:cubicBezTo>
                  <a:pt x="222230" y="29924"/>
                  <a:pt x="225327" y="29057"/>
                  <a:pt x="228793" y="29057"/>
                </a:cubicBezTo>
                <a:cubicBezTo>
                  <a:pt x="233687" y="29057"/>
                  <a:pt x="238402" y="30408"/>
                  <a:pt x="242939" y="33110"/>
                </a:cubicBezTo>
                <a:lnTo>
                  <a:pt x="236287" y="51844"/>
                </a:lnTo>
                <a:cubicBezTo>
                  <a:pt x="232667" y="49499"/>
                  <a:pt x="229303" y="48326"/>
                  <a:pt x="226193" y="48326"/>
                </a:cubicBezTo>
                <a:cubicBezTo>
                  <a:pt x="223186" y="48326"/>
                  <a:pt x="220637" y="49155"/>
                  <a:pt x="218547" y="50811"/>
                </a:cubicBezTo>
                <a:cubicBezTo>
                  <a:pt x="216457" y="52468"/>
                  <a:pt x="214813" y="55463"/>
                  <a:pt x="213615" y="59796"/>
                </a:cubicBezTo>
                <a:cubicBezTo>
                  <a:pt x="212417" y="64129"/>
                  <a:pt x="211818" y="73203"/>
                  <a:pt x="211818" y="87018"/>
                </a:cubicBezTo>
                <a:lnTo>
                  <a:pt x="211818" y="112099"/>
                </a:lnTo>
                <a:close/>
                <a:moveTo>
                  <a:pt x="268207" y="55973"/>
                </a:moveTo>
                <a:lnTo>
                  <a:pt x="248708" y="52455"/>
                </a:lnTo>
                <a:cubicBezTo>
                  <a:pt x="250900" y="44501"/>
                  <a:pt x="254673" y="38614"/>
                  <a:pt x="260025" y="34792"/>
                </a:cubicBezTo>
                <a:cubicBezTo>
                  <a:pt x="265378" y="30969"/>
                  <a:pt x="273330" y="29057"/>
                  <a:pt x="283882" y="29057"/>
                </a:cubicBezTo>
                <a:cubicBezTo>
                  <a:pt x="293466" y="29057"/>
                  <a:pt x="300603" y="30191"/>
                  <a:pt x="305293" y="32460"/>
                </a:cubicBezTo>
                <a:cubicBezTo>
                  <a:pt x="309983" y="34728"/>
                  <a:pt x="313283" y="37608"/>
                  <a:pt x="315195" y="41100"/>
                </a:cubicBezTo>
                <a:cubicBezTo>
                  <a:pt x="317107" y="44592"/>
                  <a:pt x="318063" y="51003"/>
                  <a:pt x="318063" y="60331"/>
                </a:cubicBezTo>
                <a:lnTo>
                  <a:pt x="317833" y="85412"/>
                </a:lnTo>
                <a:cubicBezTo>
                  <a:pt x="317833" y="92549"/>
                  <a:pt x="318177" y="97812"/>
                  <a:pt x="318865" y="101202"/>
                </a:cubicBezTo>
                <a:cubicBezTo>
                  <a:pt x="319554" y="104592"/>
                  <a:pt x="320841" y="108224"/>
                  <a:pt x="322727" y="112099"/>
                </a:cubicBezTo>
                <a:lnTo>
                  <a:pt x="301469" y="112099"/>
                </a:lnTo>
                <a:cubicBezTo>
                  <a:pt x="300909" y="110671"/>
                  <a:pt x="300221" y="108556"/>
                  <a:pt x="299405" y="105752"/>
                </a:cubicBezTo>
                <a:cubicBezTo>
                  <a:pt x="299048" y="104478"/>
                  <a:pt x="298793" y="103636"/>
                  <a:pt x="298640" y="103229"/>
                </a:cubicBezTo>
                <a:cubicBezTo>
                  <a:pt x="294970" y="106797"/>
                  <a:pt x="291045" y="109473"/>
                  <a:pt x="286865" y="111257"/>
                </a:cubicBezTo>
                <a:cubicBezTo>
                  <a:pt x="282684" y="113042"/>
                  <a:pt x="278224" y="113934"/>
                  <a:pt x="273483" y="113934"/>
                </a:cubicBezTo>
                <a:cubicBezTo>
                  <a:pt x="265123" y="113934"/>
                  <a:pt x="258534" y="111675"/>
                  <a:pt x="253717" y="107157"/>
                </a:cubicBezTo>
                <a:cubicBezTo>
                  <a:pt x="248899" y="102639"/>
                  <a:pt x="246491" y="96928"/>
                  <a:pt x="246491" y="90024"/>
                </a:cubicBezTo>
                <a:cubicBezTo>
                  <a:pt x="246491" y="85455"/>
                  <a:pt x="247587" y="81382"/>
                  <a:pt x="249779" y="77804"/>
                </a:cubicBezTo>
                <a:cubicBezTo>
                  <a:pt x="251971" y="74224"/>
                  <a:pt x="255042" y="71483"/>
                  <a:pt x="258993" y="69579"/>
                </a:cubicBezTo>
                <a:cubicBezTo>
                  <a:pt x="262944" y="67675"/>
                  <a:pt x="268640" y="66013"/>
                  <a:pt x="276083" y="64592"/>
                </a:cubicBezTo>
                <a:cubicBezTo>
                  <a:pt x="286125" y="62714"/>
                  <a:pt x="293084" y="60962"/>
                  <a:pt x="296958" y="59337"/>
                </a:cubicBezTo>
                <a:lnTo>
                  <a:pt x="296958" y="57172"/>
                </a:lnTo>
                <a:cubicBezTo>
                  <a:pt x="296958" y="52997"/>
                  <a:pt x="295938" y="50020"/>
                  <a:pt x="293899" y="48243"/>
                </a:cubicBezTo>
                <a:cubicBezTo>
                  <a:pt x="291860" y="46463"/>
                  <a:pt x="288012" y="45574"/>
                  <a:pt x="282353" y="45574"/>
                </a:cubicBezTo>
                <a:cubicBezTo>
                  <a:pt x="278530" y="45574"/>
                  <a:pt x="275548" y="46343"/>
                  <a:pt x="273407" y="47882"/>
                </a:cubicBezTo>
                <a:cubicBezTo>
                  <a:pt x="271266" y="49419"/>
                  <a:pt x="269532" y="52116"/>
                  <a:pt x="268207" y="55973"/>
                </a:cubicBezTo>
                <a:moveTo>
                  <a:pt x="296958" y="73407"/>
                </a:moveTo>
                <a:cubicBezTo>
                  <a:pt x="294205" y="74313"/>
                  <a:pt x="289847" y="75397"/>
                  <a:pt x="283882" y="76657"/>
                </a:cubicBezTo>
                <a:cubicBezTo>
                  <a:pt x="277918" y="77915"/>
                  <a:pt x="274018" y="79149"/>
                  <a:pt x="272183" y="80358"/>
                </a:cubicBezTo>
                <a:cubicBezTo>
                  <a:pt x="269379" y="82322"/>
                  <a:pt x="267978" y="84815"/>
                  <a:pt x="267978" y="87837"/>
                </a:cubicBezTo>
                <a:cubicBezTo>
                  <a:pt x="267978" y="90810"/>
                  <a:pt x="269099" y="93380"/>
                  <a:pt x="271342" y="95546"/>
                </a:cubicBezTo>
                <a:cubicBezTo>
                  <a:pt x="273585" y="97711"/>
                  <a:pt x="276440" y="98794"/>
                  <a:pt x="279906" y="98794"/>
                </a:cubicBezTo>
                <a:cubicBezTo>
                  <a:pt x="283780" y="98794"/>
                  <a:pt x="287476" y="97534"/>
                  <a:pt x="290994" y="95016"/>
                </a:cubicBezTo>
                <a:cubicBezTo>
                  <a:pt x="293594" y="93102"/>
                  <a:pt x="295301" y="90760"/>
                  <a:pt x="296117" y="87988"/>
                </a:cubicBezTo>
                <a:cubicBezTo>
                  <a:pt x="296678" y="86175"/>
                  <a:pt x="296958" y="82725"/>
                  <a:pt x="296958" y="77639"/>
                </a:cubicBezTo>
                <a:lnTo>
                  <a:pt x="296958" y="73407"/>
                </a:lnTo>
                <a:close/>
                <a:moveTo>
                  <a:pt x="337544" y="30892"/>
                </a:moveTo>
                <a:lnTo>
                  <a:pt x="357349" y="30892"/>
                </a:lnTo>
                <a:lnTo>
                  <a:pt x="357349" y="41980"/>
                </a:lnTo>
                <a:cubicBezTo>
                  <a:pt x="364434" y="33364"/>
                  <a:pt x="372871" y="29057"/>
                  <a:pt x="382659" y="29057"/>
                </a:cubicBezTo>
                <a:cubicBezTo>
                  <a:pt x="387858" y="29057"/>
                  <a:pt x="392370" y="30132"/>
                  <a:pt x="396193" y="32283"/>
                </a:cubicBezTo>
                <a:cubicBezTo>
                  <a:pt x="400016" y="34433"/>
                  <a:pt x="403151" y="37686"/>
                  <a:pt x="405598" y="42039"/>
                </a:cubicBezTo>
                <a:cubicBezTo>
                  <a:pt x="409167" y="37686"/>
                  <a:pt x="413016" y="34433"/>
                  <a:pt x="417145" y="32283"/>
                </a:cubicBezTo>
                <a:cubicBezTo>
                  <a:pt x="421274" y="30132"/>
                  <a:pt x="425683" y="29057"/>
                  <a:pt x="430373" y="29057"/>
                </a:cubicBezTo>
                <a:cubicBezTo>
                  <a:pt x="436338" y="29057"/>
                  <a:pt x="441384" y="30268"/>
                  <a:pt x="445513" y="32689"/>
                </a:cubicBezTo>
                <a:cubicBezTo>
                  <a:pt x="449643" y="35110"/>
                  <a:pt x="452727" y="38666"/>
                  <a:pt x="454766" y="43356"/>
                </a:cubicBezTo>
                <a:cubicBezTo>
                  <a:pt x="456244" y="46822"/>
                  <a:pt x="456983" y="52430"/>
                  <a:pt x="456983" y="60178"/>
                </a:cubicBezTo>
                <a:lnTo>
                  <a:pt x="456983" y="112099"/>
                </a:lnTo>
                <a:lnTo>
                  <a:pt x="435496" y="112099"/>
                </a:lnTo>
                <a:lnTo>
                  <a:pt x="435496" y="65737"/>
                </a:lnTo>
                <a:cubicBezTo>
                  <a:pt x="435496" y="57692"/>
                  <a:pt x="434757" y="52498"/>
                  <a:pt x="433279" y="50157"/>
                </a:cubicBezTo>
                <a:cubicBezTo>
                  <a:pt x="431291" y="47101"/>
                  <a:pt x="428232" y="45574"/>
                  <a:pt x="424103" y="45574"/>
                </a:cubicBezTo>
                <a:cubicBezTo>
                  <a:pt x="421095" y="45574"/>
                  <a:pt x="418266" y="46490"/>
                  <a:pt x="415615" y="48324"/>
                </a:cubicBezTo>
                <a:cubicBezTo>
                  <a:pt x="412965" y="50156"/>
                  <a:pt x="411053" y="52842"/>
                  <a:pt x="409880" y="56381"/>
                </a:cubicBezTo>
                <a:cubicBezTo>
                  <a:pt x="408708" y="59920"/>
                  <a:pt x="408122" y="65508"/>
                  <a:pt x="408122" y="73147"/>
                </a:cubicBezTo>
                <a:lnTo>
                  <a:pt x="408122" y="112099"/>
                </a:lnTo>
                <a:lnTo>
                  <a:pt x="386635" y="112099"/>
                </a:lnTo>
                <a:lnTo>
                  <a:pt x="386635" y="67646"/>
                </a:lnTo>
                <a:cubicBezTo>
                  <a:pt x="386635" y="59754"/>
                  <a:pt x="386253" y="54663"/>
                  <a:pt x="385488" y="52372"/>
                </a:cubicBezTo>
                <a:cubicBezTo>
                  <a:pt x="384723" y="50079"/>
                  <a:pt x="383538" y="48373"/>
                  <a:pt x="381932" y="47253"/>
                </a:cubicBezTo>
                <a:cubicBezTo>
                  <a:pt x="380326" y="46133"/>
                  <a:pt x="378147" y="45574"/>
                  <a:pt x="375394" y="45574"/>
                </a:cubicBezTo>
                <a:cubicBezTo>
                  <a:pt x="372081" y="45574"/>
                  <a:pt x="369099" y="46465"/>
                  <a:pt x="366448" y="48247"/>
                </a:cubicBezTo>
                <a:cubicBezTo>
                  <a:pt x="363797" y="50028"/>
                  <a:pt x="361898" y="52600"/>
                  <a:pt x="360751" y="55961"/>
                </a:cubicBezTo>
                <a:cubicBezTo>
                  <a:pt x="359604" y="59322"/>
                  <a:pt x="359031" y="64898"/>
                  <a:pt x="359031" y="72688"/>
                </a:cubicBezTo>
                <a:lnTo>
                  <a:pt x="359031" y="112099"/>
                </a:lnTo>
                <a:lnTo>
                  <a:pt x="337544" y="112099"/>
                </a:lnTo>
                <a:lnTo>
                  <a:pt x="337544" y="30892"/>
                </a:lnTo>
                <a:close/>
                <a:moveTo>
                  <a:pt x="525378" y="86253"/>
                </a:moveTo>
                <a:lnTo>
                  <a:pt x="546788" y="89924"/>
                </a:lnTo>
                <a:cubicBezTo>
                  <a:pt x="544036" y="97749"/>
                  <a:pt x="539690" y="103706"/>
                  <a:pt x="533751" y="107797"/>
                </a:cubicBezTo>
                <a:cubicBezTo>
                  <a:pt x="527812" y="111888"/>
                  <a:pt x="520382" y="113934"/>
                  <a:pt x="511461" y="113934"/>
                </a:cubicBezTo>
                <a:cubicBezTo>
                  <a:pt x="497341" y="113934"/>
                  <a:pt x="486890" y="109320"/>
                  <a:pt x="480110" y="100093"/>
                </a:cubicBezTo>
                <a:cubicBezTo>
                  <a:pt x="474758" y="92702"/>
                  <a:pt x="472082" y="83373"/>
                  <a:pt x="472082" y="72107"/>
                </a:cubicBezTo>
                <a:cubicBezTo>
                  <a:pt x="472082" y="58649"/>
                  <a:pt x="475599" y="48110"/>
                  <a:pt x="482634" y="40489"/>
                </a:cubicBezTo>
                <a:cubicBezTo>
                  <a:pt x="489669" y="32867"/>
                  <a:pt x="498564" y="29057"/>
                  <a:pt x="509320" y="29057"/>
                </a:cubicBezTo>
                <a:cubicBezTo>
                  <a:pt x="521402" y="29057"/>
                  <a:pt x="530935" y="33046"/>
                  <a:pt x="537918" y="41024"/>
                </a:cubicBezTo>
                <a:cubicBezTo>
                  <a:pt x="544902" y="49002"/>
                  <a:pt x="548241" y="61223"/>
                  <a:pt x="547935" y="77689"/>
                </a:cubicBezTo>
                <a:lnTo>
                  <a:pt x="494104" y="77689"/>
                </a:lnTo>
                <a:cubicBezTo>
                  <a:pt x="494257" y="84061"/>
                  <a:pt x="495990" y="89019"/>
                  <a:pt x="499303" y="92562"/>
                </a:cubicBezTo>
                <a:cubicBezTo>
                  <a:pt x="502617" y="96105"/>
                  <a:pt x="506746" y="97876"/>
                  <a:pt x="511691" y="97876"/>
                </a:cubicBezTo>
                <a:cubicBezTo>
                  <a:pt x="515055" y="97876"/>
                  <a:pt x="517884" y="96958"/>
                  <a:pt x="520178" y="95123"/>
                </a:cubicBezTo>
                <a:cubicBezTo>
                  <a:pt x="522472" y="93288"/>
                  <a:pt x="524206" y="90331"/>
                  <a:pt x="525378" y="86253"/>
                </a:cubicBezTo>
                <a:moveTo>
                  <a:pt x="526602" y="64537"/>
                </a:moveTo>
                <a:cubicBezTo>
                  <a:pt x="526449" y="58343"/>
                  <a:pt x="524843" y="53634"/>
                  <a:pt x="521784" y="50410"/>
                </a:cubicBezTo>
                <a:cubicBezTo>
                  <a:pt x="518726" y="47186"/>
                  <a:pt x="515004" y="45574"/>
                  <a:pt x="510620" y="45574"/>
                </a:cubicBezTo>
                <a:cubicBezTo>
                  <a:pt x="505930" y="45574"/>
                  <a:pt x="502056" y="47274"/>
                  <a:pt x="498997" y="50675"/>
                </a:cubicBezTo>
                <a:cubicBezTo>
                  <a:pt x="495939" y="54078"/>
                  <a:pt x="494435" y="58699"/>
                  <a:pt x="494486" y="64537"/>
                </a:cubicBezTo>
                <a:lnTo>
                  <a:pt x="526602" y="64537"/>
                </a:lnTo>
                <a:close/>
                <a:moveTo>
                  <a:pt x="602591" y="30892"/>
                </a:moveTo>
                <a:lnTo>
                  <a:pt x="602591" y="48020"/>
                </a:lnTo>
                <a:lnTo>
                  <a:pt x="587910" y="48020"/>
                </a:lnTo>
                <a:lnTo>
                  <a:pt x="587910" y="80695"/>
                </a:lnTo>
                <a:cubicBezTo>
                  <a:pt x="587910" y="87313"/>
                  <a:pt x="588050" y="91169"/>
                  <a:pt x="588331" y="92263"/>
                </a:cubicBezTo>
                <a:cubicBezTo>
                  <a:pt x="588611" y="93356"/>
                  <a:pt x="589248" y="94259"/>
                  <a:pt x="590242" y="94973"/>
                </a:cubicBezTo>
                <a:cubicBezTo>
                  <a:pt x="591236" y="95685"/>
                  <a:pt x="592447" y="96041"/>
                  <a:pt x="593874" y="96041"/>
                </a:cubicBezTo>
                <a:cubicBezTo>
                  <a:pt x="595862" y="96041"/>
                  <a:pt x="598743" y="95353"/>
                  <a:pt x="602515" y="93976"/>
                </a:cubicBezTo>
                <a:lnTo>
                  <a:pt x="604350" y="110708"/>
                </a:lnTo>
                <a:cubicBezTo>
                  <a:pt x="599354" y="112858"/>
                  <a:pt x="593696" y="113934"/>
                  <a:pt x="587375" y="113934"/>
                </a:cubicBezTo>
                <a:cubicBezTo>
                  <a:pt x="583500" y="113934"/>
                  <a:pt x="580009" y="113284"/>
                  <a:pt x="576899" y="111984"/>
                </a:cubicBezTo>
                <a:cubicBezTo>
                  <a:pt x="573789" y="110684"/>
                  <a:pt x="571508" y="109002"/>
                  <a:pt x="570055" y="106937"/>
                </a:cubicBezTo>
                <a:cubicBezTo>
                  <a:pt x="568602" y="104873"/>
                  <a:pt x="567596" y="102082"/>
                  <a:pt x="567035" y="98564"/>
                </a:cubicBezTo>
                <a:cubicBezTo>
                  <a:pt x="566576" y="96066"/>
                  <a:pt x="566347" y="91020"/>
                  <a:pt x="566347" y="83424"/>
                </a:cubicBezTo>
                <a:lnTo>
                  <a:pt x="566347" y="48020"/>
                </a:lnTo>
                <a:lnTo>
                  <a:pt x="556483" y="48020"/>
                </a:lnTo>
                <a:lnTo>
                  <a:pt x="556483" y="30892"/>
                </a:lnTo>
                <a:lnTo>
                  <a:pt x="566347" y="30892"/>
                </a:lnTo>
                <a:lnTo>
                  <a:pt x="566347" y="14681"/>
                </a:lnTo>
                <a:lnTo>
                  <a:pt x="587910" y="1988"/>
                </a:lnTo>
                <a:lnTo>
                  <a:pt x="587910" y="30892"/>
                </a:lnTo>
                <a:lnTo>
                  <a:pt x="602591" y="30892"/>
                </a:lnTo>
                <a:close/>
                <a:moveTo>
                  <a:pt x="664579" y="86253"/>
                </a:moveTo>
                <a:lnTo>
                  <a:pt x="685990" y="89924"/>
                </a:lnTo>
                <a:cubicBezTo>
                  <a:pt x="683237" y="97749"/>
                  <a:pt x="678891" y="103706"/>
                  <a:pt x="672952" y="107797"/>
                </a:cubicBezTo>
                <a:cubicBezTo>
                  <a:pt x="667013" y="111888"/>
                  <a:pt x="659583" y="113934"/>
                  <a:pt x="650662" y="113934"/>
                </a:cubicBezTo>
                <a:cubicBezTo>
                  <a:pt x="636542" y="113934"/>
                  <a:pt x="626092" y="109320"/>
                  <a:pt x="619312" y="100093"/>
                </a:cubicBezTo>
                <a:cubicBezTo>
                  <a:pt x="613959" y="92702"/>
                  <a:pt x="611283" y="83373"/>
                  <a:pt x="611283" y="72107"/>
                </a:cubicBezTo>
                <a:cubicBezTo>
                  <a:pt x="611283" y="58649"/>
                  <a:pt x="614800" y="48110"/>
                  <a:pt x="621835" y="40489"/>
                </a:cubicBezTo>
                <a:cubicBezTo>
                  <a:pt x="628870" y="32867"/>
                  <a:pt x="637765" y="29057"/>
                  <a:pt x="648521" y="29057"/>
                </a:cubicBezTo>
                <a:cubicBezTo>
                  <a:pt x="660603" y="29057"/>
                  <a:pt x="670136" y="33046"/>
                  <a:pt x="677120" y="41024"/>
                </a:cubicBezTo>
                <a:cubicBezTo>
                  <a:pt x="684103" y="49002"/>
                  <a:pt x="687442" y="61223"/>
                  <a:pt x="687137" y="77689"/>
                </a:cubicBezTo>
                <a:lnTo>
                  <a:pt x="633305" y="77689"/>
                </a:lnTo>
                <a:cubicBezTo>
                  <a:pt x="633458" y="84061"/>
                  <a:pt x="635191" y="89019"/>
                  <a:pt x="638504" y="92562"/>
                </a:cubicBezTo>
                <a:cubicBezTo>
                  <a:pt x="641818" y="96105"/>
                  <a:pt x="645947" y="97876"/>
                  <a:pt x="650892" y="97876"/>
                </a:cubicBezTo>
                <a:cubicBezTo>
                  <a:pt x="654256" y="97876"/>
                  <a:pt x="657086" y="96958"/>
                  <a:pt x="659380" y="95123"/>
                </a:cubicBezTo>
                <a:cubicBezTo>
                  <a:pt x="661674" y="93288"/>
                  <a:pt x="663407" y="90331"/>
                  <a:pt x="664579" y="86253"/>
                </a:cubicBezTo>
                <a:moveTo>
                  <a:pt x="665803" y="64537"/>
                </a:moveTo>
                <a:cubicBezTo>
                  <a:pt x="665650" y="58343"/>
                  <a:pt x="664044" y="53634"/>
                  <a:pt x="660985" y="50410"/>
                </a:cubicBezTo>
                <a:cubicBezTo>
                  <a:pt x="657927" y="47186"/>
                  <a:pt x="654205" y="45574"/>
                  <a:pt x="649821" y="45574"/>
                </a:cubicBezTo>
                <a:cubicBezTo>
                  <a:pt x="645131" y="45574"/>
                  <a:pt x="641257" y="47274"/>
                  <a:pt x="638199" y="50675"/>
                </a:cubicBezTo>
                <a:cubicBezTo>
                  <a:pt x="635140" y="54078"/>
                  <a:pt x="633636" y="58699"/>
                  <a:pt x="633687" y="64537"/>
                </a:cubicBezTo>
                <a:lnTo>
                  <a:pt x="665803" y="64537"/>
                </a:lnTo>
                <a:close/>
                <a:moveTo>
                  <a:pt x="725122" y="112099"/>
                </a:moveTo>
                <a:lnTo>
                  <a:pt x="703635" y="112099"/>
                </a:lnTo>
                <a:lnTo>
                  <a:pt x="703635" y="30892"/>
                </a:lnTo>
                <a:lnTo>
                  <a:pt x="723593" y="30892"/>
                </a:lnTo>
                <a:lnTo>
                  <a:pt x="723593" y="42438"/>
                </a:lnTo>
                <a:cubicBezTo>
                  <a:pt x="727008" y="36984"/>
                  <a:pt x="730080" y="33390"/>
                  <a:pt x="732807" y="31657"/>
                </a:cubicBezTo>
                <a:cubicBezTo>
                  <a:pt x="735534" y="29924"/>
                  <a:pt x="738631" y="29057"/>
                  <a:pt x="742097" y="29057"/>
                </a:cubicBezTo>
                <a:cubicBezTo>
                  <a:pt x="746991" y="29057"/>
                  <a:pt x="751707" y="30408"/>
                  <a:pt x="756244" y="33110"/>
                </a:cubicBezTo>
                <a:lnTo>
                  <a:pt x="749591" y="51844"/>
                </a:lnTo>
                <a:cubicBezTo>
                  <a:pt x="745972" y="49499"/>
                  <a:pt x="742607" y="48326"/>
                  <a:pt x="739498" y="48326"/>
                </a:cubicBezTo>
                <a:cubicBezTo>
                  <a:pt x="736490" y="48326"/>
                  <a:pt x="733941" y="49155"/>
                  <a:pt x="731851" y="50811"/>
                </a:cubicBezTo>
                <a:cubicBezTo>
                  <a:pt x="729761" y="52468"/>
                  <a:pt x="728117" y="55463"/>
                  <a:pt x="726919" y="59796"/>
                </a:cubicBezTo>
                <a:cubicBezTo>
                  <a:pt x="725721" y="64129"/>
                  <a:pt x="725122" y="73203"/>
                  <a:pt x="725122" y="87018"/>
                </a:cubicBezTo>
                <a:lnTo>
                  <a:pt x="725122" y="112099"/>
                </a:lnTo>
                <a:close/>
                <a:moveTo>
                  <a:pt x="809184" y="112099"/>
                </a:moveTo>
                <a:lnTo>
                  <a:pt x="809184" y="0"/>
                </a:lnTo>
                <a:lnTo>
                  <a:pt x="856822" y="0"/>
                </a:lnTo>
                <a:cubicBezTo>
                  <a:pt x="868802" y="0"/>
                  <a:pt x="877506" y="1007"/>
                  <a:pt x="882935" y="3020"/>
                </a:cubicBezTo>
                <a:cubicBezTo>
                  <a:pt x="888364" y="5034"/>
                  <a:pt x="892710" y="8615"/>
                  <a:pt x="895972" y="13764"/>
                </a:cubicBezTo>
                <a:cubicBezTo>
                  <a:pt x="899235" y="18912"/>
                  <a:pt x="900866" y="24800"/>
                  <a:pt x="900866" y="31427"/>
                </a:cubicBezTo>
                <a:cubicBezTo>
                  <a:pt x="900866" y="39839"/>
                  <a:pt x="898394" y="46784"/>
                  <a:pt x="893449" y="52264"/>
                </a:cubicBezTo>
                <a:cubicBezTo>
                  <a:pt x="888504" y="57744"/>
                  <a:pt x="881113" y="61198"/>
                  <a:pt x="871274" y="62625"/>
                </a:cubicBezTo>
                <a:cubicBezTo>
                  <a:pt x="876168" y="65480"/>
                  <a:pt x="880208" y="68615"/>
                  <a:pt x="883394" y="72031"/>
                </a:cubicBezTo>
                <a:cubicBezTo>
                  <a:pt x="886580" y="75446"/>
                  <a:pt x="890875" y="81512"/>
                  <a:pt x="896278" y="90229"/>
                </a:cubicBezTo>
                <a:lnTo>
                  <a:pt x="909966" y="112099"/>
                </a:lnTo>
                <a:lnTo>
                  <a:pt x="882897" y="112099"/>
                </a:lnTo>
                <a:lnTo>
                  <a:pt x="866533" y="87699"/>
                </a:lnTo>
                <a:cubicBezTo>
                  <a:pt x="860722" y="78985"/>
                  <a:pt x="856745" y="73495"/>
                  <a:pt x="854604" y="71228"/>
                </a:cubicBezTo>
                <a:cubicBezTo>
                  <a:pt x="852463" y="68959"/>
                  <a:pt x="850195" y="67404"/>
                  <a:pt x="847799" y="66563"/>
                </a:cubicBezTo>
                <a:cubicBezTo>
                  <a:pt x="845403" y="65722"/>
                  <a:pt x="841605" y="65302"/>
                  <a:pt x="836406" y="65302"/>
                </a:cubicBezTo>
                <a:lnTo>
                  <a:pt x="831818" y="65302"/>
                </a:lnTo>
                <a:lnTo>
                  <a:pt x="831818" y="112099"/>
                </a:lnTo>
                <a:lnTo>
                  <a:pt x="809184" y="112099"/>
                </a:lnTo>
                <a:moveTo>
                  <a:pt x="831818" y="47409"/>
                </a:moveTo>
                <a:lnTo>
                  <a:pt x="848564" y="47409"/>
                </a:lnTo>
                <a:cubicBezTo>
                  <a:pt x="859422" y="47409"/>
                  <a:pt x="866202" y="46950"/>
                  <a:pt x="868904" y="46032"/>
                </a:cubicBezTo>
                <a:cubicBezTo>
                  <a:pt x="871605" y="45115"/>
                  <a:pt x="873721" y="43534"/>
                  <a:pt x="875250" y="41291"/>
                </a:cubicBezTo>
                <a:cubicBezTo>
                  <a:pt x="876779" y="39048"/>
                  <a:pt x="877544" y="36245"/>
                  <a:pt x="877544" y="32880"/>
                </a:cubicBezTo>
                <a:cubicBezTo>
                  <a:pt x="877544" y="29108"/>
                  <a:pt x="876537" y="26062"/>
                  <a:pt x="874524" y="23743"/>
                </a:cubicBezTo>
                <a:cubicBezTo>
                  <a:pt x="872510" y="21423"/>
                  <a:pt x="869668" y="19958"/>
                  <a:pt x="865998" y="19346"/>
                </a:cubicBezTo>
                <a:cubicBezTo>
                  <a:pt x="864163" y="19091"/>
                  <a:pt x="858657" y="18963"/>
                  <a:pt x="849481" y="18963"/>
                </a:cubicBezTo>
                <a:lnTo>
                  <a:pt x="831818" y="18963"/>
                </a:lnTo>
                <a:lnTo>
                  <a:pt x="831818" y="47409"/>
                </a:lnTo>
                <a:close/>
                <a:moveTo>
                  <a:pt x="938113" y="55973"/>
                </a:moveTo>
                <a:lnTo>
                  <a:pt x="918614" y="52455"/>
                </a:lnTo>
                <a:cubicBezTo>
                  <a:pt x="920806" y="44501"/>
                  <a:pt x="924579" y="38614"/>
                  <a:pt x="929931" y="34792"/>
                </a:cubicBezTo>
                <a:cubicBezTo>
                  <a:pt x="935284" y="30969"/>
                  <a:pt x="943236" y="29057"/>
                  <a:pt x="953788" y="29057"/>
                </a:cubicBezTo>
                <a:cubicBezTo>
                  <a:pt x="963372" y="29057"/>
                  <a:pt x="970509" y="30191"/>
                  <a:pt x="975199" y="32460"/>
                </a:cubicBezTo>
                <a:cubicBezTo>
                  <a:pt x="979889" y="34728"/>
                  <a:pt x="983189" y="37608"/>
                  <a:pt x="985101" y="41100"/>
                </a:cubicBezTo>
                <a:cubicBezTo>
                  <a:pt x="987013" y="44592"/>
                  <a:pt x="987969" y="51003"/>
                  <a:pt x="987969" y="60331"/>
                </a:cubicBezTo>
                <a:lnTo>
                  <a:pt x="987739" y="85412"/>
                </a:lnTo>
                <a:cubicBezTo>
                  <a:pt x="987739" y="92549"/>
                  <a:pt x="988083" y="97812"/>
                  <a:pt x="988771" y="101202"/>
                </a:cubicBezTo>
                <a:cubicBezTo>
                  <a:pt x="989460" y="104592"/>
                  <a:pt x="990747" y="108224"/>
                  <a:pt x="992633" y="112099"/>
                </a:cubicBezTo>
                <a:lnTo>
                  <a:pt x="971376" y="112099"/>
                </a:lnTo>
                <a:cubicBezTo>
                  <a:pt x="970815" y="110671"/>
                  <a:pt x="970127" y="108556"/>
                  <a:pt x="969311" y="105752"/>
                </a:cubicBezTo>
                <a:cubicBezTo>
                  <a:pt x="968954" y="104478"/>
                  <a:pt x="968699" y="103636"/>
                  <a:pt x="968546" y="103229"/>
                </a:cubicBezTo>
                <a:cubicBezTo>
                  <a:pt x="964876" y="106797"/>
                  <a:pt x="960951" y="109473"/>
                  <a:pt x="956771" y="111257"/>
                </a:cubicBezTo>
                <a:cubicBezTo>
                  <a:pt x="952590" y="113042"/>
                  <a:pt x="948130" y="113934"/>
                  <a:pt x="943389" y="113934"/>
                </a:cubicBezTo>
                <a:cubicBezTo>
                  <a:pt x="935029" y="113934"/>
                  <a:pt x="928440" y="111675"/>
                  <a:pt x="923623" y="107157"/>
                </a:cubicBezTo>
                <a:cubicBezTo>
                  <a:pt x="918805" y="102639"/>
                  <a:pt x="916397" y="96928"/>
                  <a:pt x="916397" y="90024"/>
                </a:cubicBezTo>
                <a:cubicBezTo>
                  <a:pt x="916397" y="85455"/>
                  <a:pt x="917493" y="81382"/>
                  <a:pt x="919685" y="77804"/>
                </a:cubicBezTo>
                <a:cubicBezTo>
                  <a:pt x="921877" y="74224"/>
                  <a:pt x="924948" y="71483"/>
                  <a:pt x="928899" y="69579"/>
                </a:cubicBezTo>
                <a:cubicBezTo>
                  <a:pt x="932850" y="67675"/>
                  <a:pt x="938546" y="66013"/>
                  <a:pt x="945989" y="64592"/>
                </a:cubicBezTo>
                <a:cubicBezTo>
                  <a:pt x="956031" y="62714"/>
                  <a:pt x="962990" y="60962"/>
                  <a:pt x="966864" y="59337"/>
                </a:cubicBezTo>
                <a:lnTo>
                  <a:pt x="966864" y="57172"/>
                </a:lnTo>
                <a:cubicBezTo>
                  <a:pt x="966864" y="52997"/>
                  <a:pt x="965844" y="50020"/>
                  <a:pt x="963805" y="48243"/>
                </a:cubicBezTo>
                <a:cubicBezTo>
                  <a:pt x="961766" y="46463"/>
                  <a:pt x="957918" y="45574"/>
                  <a:pt x="952259" y="45574"/>
                </a:cubicBezTo>
                <a:cubicBezTo>
                  <a:pt x="948436" y="45574"/>
                  <a:pt x="945454" y="46343"/>
                  <a:pt x="943313" y="47882"/>
                </a:cubicBezTo>
                <a:cubicBezTo>
                  <a:pt x="941172" y="49419"/>
                  <a:pt x="939438" y="52116"/>
                  <a:pt x="938113" y="55973"/>
                </a:cubicBezTo>
                <a:moveTo>
                  <a:pt x="966864" y="73407"/>
                </a:moveTo>
                <a:cubicBezTo>
                  <a:pt x="964111" y="74313"/>
                  <a:pt x="959753" y="75397"/>
                  <a:pt x="953788" y="76657"/>
                </a:cubicBezTo>
                <a:cubicBezTo>
                  <a:pt x="947824" y="77915"/>
                  <a:pt x="943924" y="79149"/>
                  <a:pt x="942089" y="80358"/>
                </a:cubicBezTo>
                <a:cubicBezTo>
                  <a:pt x="939285" y="82322"/>
                  <a:pt x="937884" y="84815"/>
                  <a:pt x="937884" y="87837"/>
                </a:cubicBezTo>
                <a:cubicBezTo>
                  <a:pt x="937884" y="90810"/>
                  <a:pt x="939005" y="93380"/>
                  <a:pt x="941248" y="95546"/>
                </a:cubicBezTo>
                <a:cubicBezTo>
                  <a:pt x="943491" y="97711"/>
                  <a:pt x="946346" y="98794"/>
                  <a:pt x="949812" y="98794"/>
                </a:cubicBezTo>
                <a:cubicBezTo>
                  <a:pt x="953686" y="98794"/>
                  <a:pt x="957382" y="97534"/>
                  <a:pt x="960900" y="95016"/>
                </a:cubicBezTo>
                <a:cubicBezTo>
                  <a:pt x="963500" y="93102"/>
                  <a:pt x="965207" y="90760"/>
                  <a:pt x="966023" y="87988"/>
                </a:cubicBezTo>
                <a:cubicBezTo>
                  <a:pt x="966584" y="86175"/>
                  <a:pt x="966864" y="82725"/>
                  <a:pt x="966864" y="77639"/>
                </a:cubicBezTo>
                <a:lnTo>
                  <a:pt x="966864" y="73407"/>
                </a:lnTo>
                <a:close/>
                <a:moveTo>
                  <a:pt x="1082922" y="112099"/>
                </a:moveTo>
                <a:lnTo>
                  <a:pt x="1061435" y="112099"/>
                </a:lnTo>
                <a:lnTo>
                  <a:pt x="1061435" y="70702"/>
                </a:lnTo>
                <a:cubicBezTo>
                  <a:pt x="1061435" y="61944"/>
                  <a:pt x="1060976" y="56279"/>
                  <a:pt x="1060059" y="53708"/>
                </a:cubicBezTo>
                <a:cubicBezTo>
                  <a:pt x="1059141" y="51136"/>
                  <a:pt x="1057650" y="49138"/>
                  <a:pt x="1055585" y="47712"/>
                </a:cubicBezTo>
                <a:cubicBezTo>
                  <a:pt x="1053521" y="46286"/>
                  <a:pt x="1051036" y="45574"/>
                  <a:pt x="1048130" y="45574"/>
                </a:cubicBezTo>
                <a:cubicBezTo>
                  <a:pt x="1044409" y="45574"/>
                  <a:pt x="1041070" y="46592"/>
                  <a:pt x="1038113" y="48630"/>
                </a:cubicBezTo>
                <a:cubicBezTo>
                  <a:pt x="1035156" y="50666"/>
                  <a:pt x="1033130" y="53364"/>
                  <a:pt x="1032034" y="56726"/>
                </a:cubicBezTo>
                <a:cubicBezTo>
                  <a:pt x="1030938" y="60085"/>
                  <a:pt x="1030390" y="66297"/>
                  <a:pt x="1030390" y="75362"/>
                </a:cubicBezTo>
                <a:lnTo>
                  <a:pt x="1030390" y="112099"/>
                </a:lnTo>
                <a:lnTo>
                  <a:pt x="1008903" y="112099"/>
                </a:lnTo>
                <a:lnTo>
                  <a:pt x="1008903" y="30892"/>
                </a:lnTo>
                <a:lnTo>
                  <a:pt x="1028861" y="30892"/>
                </a:lnTo>
                <a:lnTo>
                  <a:pt x="1028861" y="42821"/>
                </a:lnTo>
                <a:cubicBezTo>
                  <a:pt x="1035946" y="33645"/>
                  <a:pt x="1044867" y="29057"/>
                  <a:pt x="1055624" y="29057"/>
                </a:cubicBezTo>
                <a:cubicBezTo>
                  <a:pt x="1060364" y="29057"/>
                  <a:pt x="1064698" y="29911"/>
                  <a:pt x="1068623" y="31619"/>
                </a:cubicBezTo>
                <a:cubicBezTo>
                  <a:pt x="1072548" y="33326"/>
                  <a:pt x="1075517" y="35506"/>
                  <a:pt x="1077531" y="38156"/>
                </a:cubicBezTo>
                <a:cubicBezTo>
                  <a:pt x="1079545" y="40807"/>
                  <a:pt x="1080946" y="43815"/>
                  <a:pt x="1081737" y="47179"/>
                </a:cubicBezTo>
                <a:cubicBezTo>
                  <a:pt x="1082527" y="50544"/>
                  <a:pt x="1082922" y="55361"/>
                  <a:pt x="1082922" y="61631"/>
                </a:cubicBezTo>
                <a:lnTo>
                  <a:pt x="1082922" y="112099"/>
                </a:lnTo>
                <a:close/>
                <a:moveTo>
                  <a:pt x="1102769" y="117298"/>
                </a:moveTo>
                <a:lnTo>
                  <a:pt x="1127315" y="120357"/>
                </a:lnTo>
                <a:cubicBezTo>
                  <a:pt x="1127722" y="123239"/>
                  <a:pt x="1128665" y="125220"/>
                  <a:pt x="1130144" y="126300"/>
                </a:cubicBezTo>
                <a:cubicBezTo>
                  <a:pt x="1132183" y="127843"/>
                  <a:pt x="1135394" y="128615"/>
                  <a:pt x="1139778" y="128615"/>
                </a:cubicBezTo>
                <a:cubicBezTo>
                  <a:pt x="1145386" y="128615"/>
                  <a:pt x="1149591" y="127768"/>
                  <a:pt x="1152395" y="126073"/>
                </a:cubicBezTo>
                <a:cubicBezTo>
                  <a:pt x="1154281" y="124943"/>
                  <a:pt x="1155709" y="123121"/>
                  <a:pt x="1156677" y="120605"/>
                </a:cubicBezTo>
                <a:cubicBezTo>
                  <a:pt x="1157340" y="118808"/>
                  <a:pt x="1157671" y="115497"/>
                  <a:pt x="1157671" y="110672"/>
                </a:cubicBezTo>
                <a:lnTo>
                  <a:pt x="1157671" y="98734"/>
                </a:lnTo>
                <a:cubicBezTo>
                  <a:pt x="1151248" y="107644"/>
                  <a:pt x="1143143" y="112099"/>
                  <a:pt x="1133355" y="112099"/>
                </a:cubicBezTo>
                <a:cubicBezTo>
                  <a:pt x="1122446" y="112099"/>
                  <a:pt x="1113806" y="107485"/>
                  <a:pt x="1107433" y="98258"/>
                </a:cubicBezTo>
                <a:cubicBezTo>
                  <a:pt x="1102438" y="90969"/>
                  <a:pt x="1099940" y="81895"/>
                  <a:pt x="1099940" y="71037"/>
                </a:cubicBezTo>
                <a:cubicBezTo>
                  <a:pt x="1099940" y="57426"/>
                  <a:pt x="1103215" y="47026"/>
                  <a:pt x="1109766" y="39839"/>
                </a:cubicBezTo>
                <a:cubicBezTo>
                  <a:pt x="1116316" y="32651"/>
                  <a:pt x="1124460" y="29057"/>
                  <a:pt x="1134196" y="29057"/>
                </a:cubicBezTo>
                <a:cubicBezTo>
                  <a:pt x="1144239" y="29057"/>
                  <a:pt x="1152523" y="33487"/>
                  <a:pt x="1159048" y="42348"/>
                </a:cubicBezTo>
                <a:lnTo>
                  <a:pt x="1159048" y="30892"/>
                </a:lnTo>
                <a:lnTo>
                  <a:pt x="1179158" y="30892"/>
                </a:lnTo>
                <a:lnTo>
                  <a:pt x="1179158" y="103812"/>
                </a:lnTo>
                <a:cubicBezTo>
                  <a:pt x="1179158" y="113402"/>
                  <a:pt x="1178368" y="120569"/>
                  <a:pt x="1176788" y="125313"/>
                </a:cubicBezTo>
                <a:cubicBezTo>
                  <a:pt x="1175207" y="130057"/>
                  <a:pt x="1172990" y="133781"/>
                  <a:pt x="1170135" y="136484"/>
                </a:cubicBezTo>
                <a:cubicBezTo>
                  <a:pt x="1167281" y="139189"/>
                  <a:pt x="1163470" y="141306"/>
                  <a:pt x="1158704" y="142835"/>
                </a:cubicBezTo>
                <a:cubicBezTo>
                  <a:pt x="1153937" y="144366"/>
                  <a:pt x="1147909" y="145132"/>
                  <a:pt x="1140620" y="145132"/>
                </a:cubicBezTo>
                <a:cubicBezTo>
                  <a:pt x="1126856" y="145132"/>
                  <a:pt x="1117094" y="142754"/>
                  <a:pt x="1111333" y="137999"/>
                </a:cubicBezTo>
                <a:cubicBezTo>
                  <a:pt x="1105573" y="133245"/>
                  <a:pt x="1102693" y="127219"/>
                  <a:pt x="1102693" y="119920"/>
                </a:cubicBezTo>
                <a:cubicBezTo>
                  <a:pt x="1102693" y="119200"/>
                  <a:pt x="1102718" y="118326"/>
                  <a:pt x="1102769" y="117298"/>
                </a:cubicBezTo>
                <a:moveTo>
                  <a:pt x="1121962" y="69813"/>
                </a:moveTo>
                <a:cubicBezTo>
                  <a:pt x="1121962" y="78403"/>
                  <a:pt x="1123631" y="84692"/>
                  <a:pt x="1126970" y="88681"/>
                </a:cubicBezTo>
                <a:cubicBezTo>
                  <a:pt x="1130309" y="92670"/>
                  <a:pt x="1134426" y="94664"/>
                  <a:pt x="1139320" y="94664"/>
                </a:cubicBezTo>
                <a:cubicBezTo>
                  <a:pt x="1144570" y="94664"/>
                  <a:pt x="1149005" y="92619"/>
                  <a:pt x="1152625" y="88528"/>
                </a:cubicBezTo>
                <a:cubicBezTo>
                  <a:pt x="1156244" y="84437"/>
                  <a:pt x="1158054" y="78377"/>
                  <a:pt x="1158054" y="70348"/>
                </a:cubicBezTo>
                <a:cubicBezTo>
                  <a:pt x="1158054" y="61963"/>
                  <a:pt x="1156320" y="55737"/>
                  <a:pt x="1152854" y="51672"/>
                </a:cubicBezTo>
                <a:cubicBezTo>
                  <a:pt x="1149388" y="47606"/>
                  <a:pt x="1145004" y="45574"/>
                  <a:pt x="1139702" y="45574"/>
                </a:cubicBezTo>
                <a:cubicBezTo>
                  <a:pt x="1134553" y="45574"/>
                  <a:pt x="1130309" y="47568"/>
                  <a:pt x="1126970" y="51557"/>
                </a:cubicBezTo>
                <a:cubicBezTo>
                  <a:pt x="1123631" y="55546"/>
                  <a:pt x="1121962" y="61631"/>
                  <a:pt x="1121962" y="69813"/>
                </a:cubicBezTo>
                <a:close/>
                <a:moveTo>
                  <a:pt x="1247485" y="86253"/>
                </a:moveTo>
                <a:lnTo>
                  <a:pt x="1268895" y="89924"/>
                </a:lnTo>
                <a:cubicBezTo>
                  <a:pt x="1266142" y="97749"/>
                  <a:pt x="1261796" y="103706"/>
                  <a:pt x="1255858" y="107797"/>
                </a:cubicBezTo>
                <a:cubicBezTo>
                  <a:pt x="1249919" y="111888"/>
                  <a:pt x="1242489" y="113934"/>
                  <a:pt x="1233568" y="113934"/>
                </a:cubicBezTo>
                <a:cubicBezTo>
                  <a:pt x="1219447" y="113934"/>
                  <a:pt x="1208997" y="109320"/>
                  <a:pt x="1202217" y="100093"/>
                </a:cubicBezTo>
                <a:cubicBezTo>
                  <a:pt x="1196864" y="92702"/>
                  <a:pt x="1194188" y="83373"/>
                  <a:pt x="1194188" y="72107"/>
                </a:cubicBezTo>
                <a:cubicBezTo>
                  <a:pt x="1194188" y="58649"/>
                  <a:pt x="1197706" y="48110"/>
                  <a:pt x="1204740" y="40489"/>
                </a:cubicBezTo>
                <a:cubicBezTo>
                  <a:pt x="1211775" y="32867"/>
                  <a:pt x="1220671" y="29057"/>
                  <a:pt x="1231427" y="29057"/>
                </a:cubicBezTo>
                <a:cubicBezTo>
                  <a:pt x="1243508" y="29057"/>
                  <a:pt x="1253041" y="33046"/>
                  <a:pt x="1260025" y="41024"/>
                </a:cubicBezTo>
                <a:cubicBezTo>
                  <a:pt x="1267009" y="49002"/>
                  <a:pt x="1270348" y="61223"/>
                  <a:pt x="1270042" y="77689"/>
                </a:cubicBezTo>
                <a:lnTo>
                  <a:pt x="1216210" y="77689"/>
                </a:lnTo>
                <a:cubicBezTo>
                  <a:pt x="1216363" y="84061"/>
                  <a:pt x="1218096" y="89019"/>
                  <a:pt x="1221410" y="92562"/>
                </a:cubicBezTo>
                <a:cubicBezTo>
                  <a:pt x="1224723" y="96105"/>
                  <a:pt x="1228852" y="97876"/>
                  <a:pt x="1233797" y="97876"/>
                </a:cubicBezTo>
                <a:cubicBezTo>
                  <a:pt x="1237162" y="97876"/>
                  <a:pt x="1239991" y="96958"/>
                  <a:pt x="1242285" y="95123"/>
                </a:cubicBezTo>
                <a:cubicBezTo>
                  <a:pt x="1244579" y="93288"/>
                  <a:pt x="1246312" y="90331"/>
                  <a:pt x="1247485" y="86253"/>
                </a:cubicBezTo>
                <a:moveTo>
                  <a:pt x="1248708" y="64537"/>
                </a:moveTo>
                <a:cubicBezTo>
                  <a:pt x="1248555" y="58343"/>
                  <a:pt x="1246949" y="53634"/>
                  <a:pt x="1243891" y="50410"/>
                </a:cubicBezTo>
                <a:cubicBezTo>
                  <a:pt x="1240832" y="47186"/>
                  <a:pt x="1237111" y="45574"/>
                  <a:pt x="1232727" y="45574"/>
                </a:cubicBezTo>
                <a:cubicBezTo>
                  <a:pt x="1228037" y="45574"/>
                  <a:pt x="1224163" y="47274"/>
                  <a:pt x="1221104" y="50675"/>
                </a:cubicBezTo>
                <a:cubicBezTo>
                  <a:pt x="1218045" y="54078"/>
                  <a:pt x="1216542" y="58699"/>
                  <a:pt x="1216593" y="64537"/>
                </a:cubicBezTo>
                <a:lnTo>
                  <a:pt x="1248708" y="6453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Filling">
            <a:extLst xmlns:a="http://schemas.openxmlformats.org/drawingml/2006/main">
              <a:ext uri="{FF2B5EF4-FFF2-40B4-BE49-F238E27FC236}">
                <a16:creationId xmlns:a16="http://schemas.microsoft.com/office/drawing/2014/main" id="{E3D6F32F-66AB-418E-9E12-CF474EE2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182" y="1522215"/>
            <a:ext cx="439498" cy="145132"/>
          </a:xfrm>
          <a:custGeom xmlns:a="http://schemas.openxmlformats.org/drawingml/2006/main">
            <a:pathLst>
              <a:path w="439498" h="145132">
                <a:moveTo>
                  <a:pt x="0" y="112099"/>
                </a:moveTo>
                <a:lnTo>
                  <a:pt x="0" y="0"/>
                </a:lnTo>
                <a:lnTo>
                  <a:pt x="76848" y="0"/>
                </a:lnTo>
                <a:lnTo>
                  <a:pt x="76848" y="18963"/>
                </a:lnTo>
                <a:lnTo>
                  <a:pt x="22634" y="18963"/>
                </a:lnTo>
                <a:lnTo>
                  <a:pt x="22634" y="45421"/>
                </a:lnTo>
                <a:lnTo>
                  <a:pt x="69431" y="45421"/>
                </a:lnTo>
                <a:lnTo>
                  <a:pt x="69431" y="64384"/>
                </a:lnTo>
                <a:lnTo>
                  <a:pt x="22634" y="64384"/>
                </a:lnTo>
                <a:lnTo>
                  <a:pt x="22634" y="112099"/>
                </a:lnTo>
                <a:lnTo>
                  <a:pt x="0" y="112099"/>
                </a:lnTo>
                <a:close/>
                <a:moveTo>
                  <a:pt x="95395" y="19881"/>
                </a:moveTo>
                <a:lnTo>
                  <a:pt x="95395" y="0"/>
                </a:lnTo>
                <a:lnTo>
                  <a:pt x="116882" y="0"/>
                </a:lnTo>
                <a:lnTo>
                  <a:pt x="116882" y="19881"/>
                </a:lnTo>
                <a:lnTo>
                  <a:pt x="95395" y="19881"/>
                </a:lnTo>
                <a:moveTo>
                  <a:pt x="95395" y="112099"/>
                </a:moveTo>
                <a:lnTo>
                  <a:pt x="95395" y="30892"/>
                </a:lnTo>
                <a:lnTo>
                  <a:pt x="116882" y="30892"/>
                </a:lnTo>
                <a:lnTo>
                  <a:pt x="116882" y="112099"/>
                </a:lnTo>
                <a:lnTo>
                  <a:pt x="95395" y="112099"/>
                </a:lnTo>
                <a:close/>
                <a:moveTo>
                  <a:pt x="138896" y="112099"/>
                </a:moveTo>
                <a:lnTo>
                  <a:pt x="138896" y="0"/>
                </a:lnTo>
                <a:lnTo>
                  <a:pt x="160383" y="0"/>
                </a:lnTo>
                <a:lnTo>
                  <a:pt x="160383" y="112099"/>
                </a:lnTo>
                <a:lnTo>
                  <a:pt x="138896" y="112099"/>
                </a:lnTo>
                <a:close/>
                <a:moveTo>
                  <a:pt x="182396" y="112099"/>
                </a:moveTo>
                <a:lnTo>
                  <a:pt x="182396" y="0"/>
                </a:lnTo>
                <a:lnTo>
                  <a:pt x="203883" y="0"/>
                </a:lnTo>
                <a:lnTo>
                  <a:pt x="203883" y="112099"/>
                </a:lnTo>
                <a:lnTo>
                  <a:pt x="182396" y="112099"/>
                </a:lnTo>
                <a:close/>
                <a:moveTo>
                  <a:pt x="225897" y="19881"/>
                </a:moveTo>
                <a:lnTo>
                  <a:pt x="225897" y="0"/>
                </a:lnTo>
                <a:lnTo>
                  <a:pt x="247384" y="0"/>
                </a:lnTo>
                <a:lnTo>
                  <a:pt x="247384" y="19881"/>
                </a:lnTo>
                <a:lnTo>
                  <a:pt x="225897" y="19881"/>
                </a:lnTo>
                <a:moveTo>
                  <a:pt x="225897" y="112099"/>
                </a:moveTo>
                <a:lnTo>
                  <a:pt x="225897" y="30892"/>
                </a:lnTo>
                <a:lnTo>
                  <a:pt x="247384" y="30892"/>
                </a:lnTo>
                <a:lnTo>
                  <a:pt x="247384" y="112099"/>
                </a:lnTo>
                <a:lnTo>
                  <a:pt x="225897" y="112099"/>
                </a:lnTo>
                <a:close/>
                <a:moveTo>
                  <a:pt x="343262" y="112099"/>
                </a:moveTo>
                <a:lnTo>
                  <a:pt x="321776" y="112099"/>
                </a:lnTo>
                <a:lnTo>
                  <a:pt x="321776" y="70702"/>
                </a:lnTo>
                <a:cubicBezTo>
                  <a:pt x="321776" y="61944"/>
                  <a:pt x="321317" y="56279"/>
                  <a:pt x="320399" y="53708"/>
                </a:cubicBezTo>
                <a:cubicBezTo>
                  <a:pt x="319482" y="51136"/>
                  <a:pt x="317991" y="49138"/>
                  <a:pt x="315926" y="47712"/>
                </a:cubicBezTo>
                <a:cubicBezTo>
                  <a:pt x="313861" y="46286"/>
                  <a:pt x="311376" y="45574"/>
                  <a:pt x="308471" y="45574"/>
                </a:cubicBezTo>
                <a:cubicBezTo>
                  <a:pt x="304749" y="45574"/>
                  <a:pt x="301410" y="46592"/>
                  <a:pt x="298454" y="48630"/>
                </a:cubicBezTo>
                <a:cubicBezTo>
                  <a:pt x="295497" y="50666"/>
                  <a:pt x="293471" y="53364"/>
                  <a:pt x="292375" y="56726"/>
                </a:cubicBezTo>
                <a:cubicBezTo>
                  <a:pt x="291279" y="60085"/>
                  <a:pt x="290731" y="66297"/>
                  <a:pt x="290731" y="75362"/>
                </a:cubicBezTo>
                <a:lnTo>
                  <a:pt x="290731" y="112099"/>
                </a:lnTo>
                <a:lnTo>
                  <a:pt x="269244" y="112099"/>
                </a:lnTo>
                <a:lnTo>
                  <a:pt x="269244" y="30892"/>
                </a:lnTo>
                <a:lnTo>
                  <a:pt x="289201" y="30892"/>
                </a:lnTo>
                <a:lnTo>
                  <a:pt x="289201" y="42821"/>
                </a:lnTo>
                <a:cubicBezTo>
                  <a:pt x="296287" y="33645"/>
                  <a:pt x="305208" y="29057"/>
                  <a:pt x="315964" y="29057"/>
                </a:cubicBezTo>
                <a:cubicBezTo>
                  <a:pt x="320705" y="29057"/>
                  <a:pt x="325038" y="29911"/>
                  <a:pt x="328963" y="31619"/>
                </a:cubicBezTo>
                <a:cubicBezTo>
                  <a:pt x="332889" y="33326"/>
                  <a:pt x="335858" y="35506"/>
                  <a:pt x="337872" y="38156"/>
                </a:cubicBezTo>
                <a:cubicBezTo>
                  <a:pt x="339885" y="40807"/>
                  <a:pt x="341287" y="43815"/>
                  <a:pt x="342077" y="47179"/>
                </a:cubicBezTo>
                <a:cubicBezTo>
                  <a:pt x="342867" y="50544"/>
                  <a:pt x="343262" y="55361"/>
                  <a:pt x="343262" y="61631"/>
                </a:cubicBezTo>
                <a:lnTo>
                  <a:pt x="343262" y="112099"/>
                </a:lnTo>
                <a:close/>
                <a:moveTo>
                  <a:pt x="363109" y="117298"/>
                </a:moveTo>
                <a:lnTo>
                  <a:pt x="387654" y="120357"/>
                </a:lnTo>
                <a:cubicBezTo>
                  <a:pt x="388062" y="123239"/>
                  <a:pt x="389005" y="125220"/>
                  <a:pt x="390484" y="126300"/>
                </a:cubicBezTo>
                <a:cubicBezTo>
                  <a:pt x="392523" y="127843"/>
                  <a:pt x="395734" y="128615"/>
                  <a:pt x="400118" y="128615"/>
                </a:cubicBezTo>
                <a:cubicBezTo>
                  <a:pt x="405726" y="128615"/>
                  <a:pt x="409931" y="127768"/>
                  <a:pt x="412735" y="126073"/>
                </a:cubicBezTo>
                <a:cubicBezTo>
                  <a:pt x="414621" y="124943"/>
                  <a:pt x="416049" y="123121"/>
                  <a:pt x="417017" y="120605"/>
                </a:cubicBezTo>
                <a:cubicBezTo>
                  <a:pt x="417680" y="118808"/>
                  <a:pt x="418011" y="115497"/>
                  <a:pt x="418011" y="110672"/>
                </a:cubicBezTo>
                <a:lnTo>
                  <a:pt x="418011" y="98734"/>
                </a:lnTo>
                <a:cubicBezTo>
                  <a:pt x="411588" y="107644"/>
                  <a:pt x="403483" y="112099"/>
                  <a:pt x="393695" y="112099"/>
                </a:cubicBezTo>
                <a:cubicBezTo>
                  <a:pt x="382786" y="112099"/>
                  <a:pt x="374145" y="107485"/>
                  <a:pt x="367773" y="98258"/>
                </a:cubicBezTo>
                <a:cubicBezTo>
                  <a:pt x="362777" y="90969"/>
                  <a:pt x="360280" y="81895"/>
                  <a:pt x="360280" y="71037"/>
                </a:cubicBezTo>
                <a:cubicBezTo>
                  <a:pt x="360280" y="57426"/>
                  <a:pt x="363555" y="47026"/>
                  <a:pt x="370105" y="39839"/>
                </a:cubicBezTo>
                <a:cubicBezTo>
                  <a:pt x="376656" y="32651"/>
                  <a:pt x="384800" y="29057"/>
                  <a:pt x="394536" y="29057"/>
                </a:cubicBezTo>
                <a:cubicBezTo>
                  <a:pt x="404579" y="29057"/>
                  <a:pt x="412862" y="33487"/>
                  <a:pt x="419388" y="42348"/>
                </a:cubicBezTo>
                <a:lnTo>
                  <a:pt x="419388" y="30892"/>
                </a:lnTo>
                <a:lnTo>
                  <a:pt x="439498" y="30892"/>
                </a:lnTo>
                <a:lnTo>
                  <a:pt x="439498" y="103812"/>
                </a:lnTo>
                <a:cubicBezTo>
                  <a:pt x="439498" y="113402"/>
                  <a:pt x="438708" y="120569"/>
                  <a:pt x="437128" y="125313"/>
                </a:cubicBezTo>
                <a:cubicBezTo>
                  <a:pt x="435547" y="130057"/>
                  <a:pt x="433330" y="133781"/>
                  <a:pt x="430475" y="136484"/>
                </a:cubicBezTo>
                <a:cubicBezTo>
                  <a:pt x="427620" y="139189"/>
                  <a:pt x="423810" y="141306"/>
                  <a:pt x="419043" y="142835"/>
                </a:cubicBezTo>
                <a:cubicBezTo>
                  <a:pt x="414277" y="144366"/>
                  <a:pt x="408249" y="145132"/>
                  <a:pt x="400959" y="145132"/>
                </a:cubicBezTo>
                <a:cubicBezTo>
                  <a:pt x="387196" y="145132"/>
                  <a:pt x="377433" y="142754"/>
                  <a:pt x="371673" y="137999"/>
                </a:cubicBezTo>
                <a:cubicBezTo>
                  <a:pt x="365913" y="133245"/>
                  <a:pt x="363032" y="127219"/>
                  <a:pt x="363032" y="119920"/>
                </a:cubicBezTo>
                <a:cubicBezTo>
                  <a:pt x="363032" y="119200"/>
                  <a:pt x="363058" y="118326"/>
                  <a:pt x="363109" y="117298"/>
                </a:cubicBezTo>
                <a:moveTo>
                  <a:pt x="382302" y="69813"/>
                </a:moveTo>
                <a:cubicBezTo>
                  <a:pt x="382302" y="78403"/>
                  <a:pt x="383971" y="84692"/>
                  <a:pt x="387310" y="88681"/>
                </a:cubicBezTo>
                <a:cubicBezTo>
                  <a:pt x="390649" y="92670"/>
                  <a:pt x="394766" y="94664"/>
                  <a:pt x="399659" y="94664"/>
                </a:cubicBezTo>
                <a:cubicBezTo>
                  <a:pt x="404910" y="94664"/>
                  <a:pt x="409345" y="92619"/>
                  <a:pt x="412964" y="88528"/>
                </a:cubicBezTo>
                <a:cubicBezTo>
                  <a:pt x="416584" y="84437"/>
                  <a:pt x="418393" y="78377"/>
                  <a:pt x="418393" y="70348"/>
                </a:cubicBezTo>
                <a:cubicBezTo>
                  <a:pt x="418393" y="61963"/>
                  <a:pt x="416660" y="55737"/>
                  <a:pt x="413194" y="51672"/>
                </a:cubicBezTo>
                <a:cubicBezTo>
                  <a:pt x="409727" y="47606"/>
                  <a:pt x="405343" y="45574"/>
                  <a:pt x="400042" y="45574"/>
                </a:cubicBezTo>
                <a:cubicBezTo>
                  <a:pt x="394893" y="45574"/>
                  <a:pt x="390649" y="47568"/>
                  <a:pt x="387310" y="51557"/>
                </a:cubicBezTo>
                <a:cubicBezTo>
                  <a:pt x="383971" y="55546"/>
                  <a:pt x="382302" y="61631"/>
                  <a:pt x="382302" y="6981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801577-D6E3-494E-A795-58F4858A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605" y="493976"/>
            <a:ext cx="2819350" cy="1998236"/>
          </a:xfrm>
          <a:custGeom xmlns:a="http://schemas.openxmlformats.org/drawingml/2006/main">
            <a:pathLst>
              <a:path w="2819350" h="1998236">
                <a:moveTo>
                  <a:pt x="0" y="144073"/>
                </a:moveTo>
                <a:cubicBezTo>
                  <a:pt x="522" y="65164"/>
                  <a:pt x="65164" y="522"/>
                  <a:pt x="144073" y="0"/>
                </a:cubicBezTo>
                <a:lnTo>
                  <a:pt x="2674755" y="0"/>
                </a:lnTo>
                <a:cubicBezTo>
                  <a:pt x="2754709" y="522"/>
                  <a:pt x="2819350" y="65164"/>
                  <a:pt x="2818828" y="144073"/>
                </a:cubicBezTo>
                <a:lnTo>
                  <a:pt x="2818828" y="1852075"/>
                </a:lnTo>
                <a:cubicBezTo>
                  <a:pt x="2819350" y="1932550"/>
                  <a:pt x="2754709" y="1997192"/>
                  <a:pt x="2674755" y="1998236"/>
                </a:cubicBezTo>
                <a:lnTo>
                  <a:pt x="144073" y="1998236"/>
                </a:lnTo>
                <a:cubicBezTo>
                  <a:pt x="65164" y="1997192"/>
                  <a:pt x="522" y="1932550"/>
                  <a:pt x="0" y="1852075"/>
                </a:cubicBezTo>
                <a:lnTo>
                  <a:pt x="0" y="144073"/>
                </a:lnTo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68B1C3-8769-40FA-96A2-D19E0337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499" y="616456"/>
            <a:ext cx="790194" cy="297212"/>
          </a:xfrm>
          <a:custGeom xmlns:a="http://schemas.openxmlformats.org/drawingml/2006/main">
            <a:pathLst>
              <a:path w="790194" h="297212">
                <a:moveTo>
                  <a:pt x="922" y="48738"/>
                </a:moveTo>
                <a:cubicBezTo>
                  <a:pt x="0" y="22133"/>
                  <a:pt x="22133" y="0"/>
                  <a:pt x="48947" y="713"/>
                </a:cubicBezTo>
                <a:lnTo>
                  <a:pt x="740082" y="713"/>
                </a:lnTo>
                <a:cubicBezTo>
                  <a:pt x="767035" y="0"/>
                  <a:pt x="789168" y="22133"/>
                  <a:pt x="790194" y="48738"/>
                </a:cubicBezTo>
                <a:lnTo>
                  <a:pt x="790194" y="247100"/>
                </a:lnTo>
                <a:cubicBezTo>
                  <a:pt x="789168" y="274540"/>
                  <a:pt x="767035" y="296673"/>
                  <a:pt x="740082" y="297212"/>
                </a:cubicBezTo>
                <a:lnTo>
                  <a:pt x="48947" y="297212"/>
                </a:lnTo>
                <a:cubicBezTo>
                  <a:pt x="22133" y="296673"/>
                  <a:pt x="0" y="274540"/>
                  <a:pt x="922" y="247100"/>
                </a:cubicBezTo>
                <a:lnTo>
                  <a:pt x="922" y="48738"/>
                </a:lnTo>
              </a:path>
            </a:pathLst>
          </a:custGeom>
          <a:solidFill xmlns:a="http://schemas.openxmlformats.org/drawingml/2006/main">
            <a:srgbClr val="54823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Sampling">
            <a:extLst xmlns:a="http://schemas.openxmlformats.org/drawingml/2006/main">
              <a:ext uri="{FF2B5EF4-FFF2-40B4-BE49-F238E27FC236}">
                <a16:creationId xmlns:a16="http://schemas.microsoft.com/office/drawing/2014/main" id="{2C6DBBCE-E8A1-4FFB-8B10-22A115E7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605" y="705638"/>
            <a:ext cx="688989" cy="147120"/>
          </a:xfrm>
          <a:custGeom xmlns:a="http://schemas.openxmlformats.org/drawingml/2006/main">
            <a:pathLst>
              <a:path w="688989" h="147120">
                <a:moveTo>
                  <a:pt x="0" y="77689"/>
                </a:moveTo>
                <a:lnTo>
                  <a:pt x="22022" y="75548"/>
                </a:lnTo>
                <a:cubicBezTo>
                  <a:pt x="23348" y="82967"/>
                  <a:pt x="26037" y="88416"/>
                  <a:pt x="30089" y="91895"/>
                </a:cubicBezTo>
                <a:cubicBezTo>
                  <a:pt x="34142" y="95373"/>
                  <a:pt x="39609" y="97111"/>
                  <a:pt x="46491" y="97111"/>
                </a:cubicBezTo>
                <a:cubicBezTo>
                  <a:pt x="53781" y="97111"/>
                  <a:pt x="59274" y="95564"/>
                  <a:pt x="62969" y="92471"/>
                </a:cubicBezTo>
                <a:cubicBezTo>
                  <a:pt x="66665" y="89377"/>
                  <a:pt x="68513" y="85759"/>
                  <a:pt x="68513" y="81615"/>
                </a:cubicBezTo>
                <a:cubicBezTo>
                  <a:pt x="68513" y="78956"/>
                  <a:pt x="67736" y="76694"/>
                  <a:pt x="66181" y="74829"/>
                </a:cubicBezTo>
                <a:cubicBezTo>
                  <a:pt x="64626" y="72962"/>
                  <a:pt x="61912" y="71338"/>
                  <a:pt x="58037" y="69956"/>
                </a:cubicBezTo>
                <a:cubicBezTo>
                  <a:pt x="55387" y="69037"/>
                  <a:pt x="49346" y="67403"/>
                  <a:pt x="39915" y="65053"/>
                </a:cubicBezTo>
                <a:cubicBezTo>
                  <a:pt x="27783" y="62039"/>
                  <a:pt x="19269" y="58335"/>
                  <a:pt x="14376" y="53942"/>
                </a:cubicBezTo>
                <a:cubicBezTo>
                  <a:pt x="7494" y="47761"/>
                  <a:pt x="4053" y="40226"/>
                  <a:pt x="4053" y="31339"/>
                </a:cubicBezTo>
                <a:cubicBezTo>
                  <a:pt x="4053" y="25618"/>
                  <a:pt x="5671" y="20268"/>
                  <a:pt x="8908" y="15288"/>
                </a:cubicBezTo>
                <a:cubicBezTo>
                  <a:pt x="12145" y="10307"/>
                  <a:pt x="16810" y="6514"/>
                  <a:pt x="22901" y="3909"/>
                </a:cubicBezTo>
                <a:cubicBezTo>
                  <a:pt x="28993" y="1303"/>
                  <a:pt x="36347" y="0"/>
                  <a:pt x="44962" y="0"/>
                </a:cubicBezTo>
                <a:cubicBezTo>
                  <a:pt x="59031" y="0"/>
                  <a:pt x="69622" y="3098"/>
                  <a:pt x="76733" y="9295"/>
                </a:cubicBezTo>
                <a:cubicBezTo>
                  <a:pt x="83845" y="15491"/>
                  <a:pt x="87579" y="23760"/>
                  <a:pt x="87935" y="34104"/>
                </a:cubicBezTo>
                <a:lnTo>
                  <a:pt x="65302" y="35021"/>
                </a:lnTo>
                <a:cubicBezTo>
                  <a:pt x="64333" y="29261"/>
                  <a:pt x="62256" y="25119"/>
                  <a:pt x="59070" y="22596"/>
                </a:cubicBezTo>
                <a:cubicBezTo>
                  <a:pt x="55884" y="20072"/>
                  <a:pt x="51105" y="18811"/>
                  <a:pt x="44732" y="18811"/>
                </a:cubicBezTo>
                <a:cubicBezTo>
                  <a:pt x="38156" y="18811"/>
                  <a:pt x="33008" y="20162"/>
                  <a:pt x="29286" y="22866"/>
                </a:cubicBezTo>
                <a:cubicBezTo>
                  <a:pt x="26890" y="24599"/>
                  <a:pt x="25692" y="26919"/>
                  <a:pt x="25692" y="29826"/>
                </a:cubicBezTo>
                <a:cubicBezTo>
                  <a:pt x="25692" y="32479"/>
                  <a:pt x="26814" y="34748"/>
                  <a:pt x="29057" y="36634"/>
                </a:cubicBezTo>
                <a:cubicBezTo>
                  <a:pt x="31912" y="39032"/>
                  <a:pt x="38845" y="41533"/>
                  <a:pt x="49856" y="44137"/>
                </a:cubicBezTo>
                <a:cubicBezTo>
                  <a:pt x="60867" y="46742"/>
                  <a:pt x="69010" y="49437"/>
                  <a:pt x="74286" y="52221"/>
                </a:cubicBezTo>
                <a:cubicBezTo>
                  <a:pt x="79562" y="55004"/>
                  <a:pt x="83692" y="58809"/>
                  <a:pt x="86674" y="63636"/>
                </a:cubicBezTo>
                <a:cubicBezTo>
                  <a:pt x="89656" y="68461"/>
                  <a:pt x="91147" y="74424"/>
                  <a:pt x="91147" y="81524"/>
                </a:cubicBezTo>
                <a:cubicBezTo>
                  <a:pt x="91147" y="87959"/>
                  <a:pt x="89363" y="93985"/>
                  <a:pt x="85794" y="99604"/>
                </a:cubicBezTo>
                <a:cubicBezTo>
                  <a:pt x="82226" y="105222"/>
                  <a:pt x="77179" y="109398"/>
                  <a:pt x="70654" y="112130"/>
                </a:cubicBezTo>
                <a:cubicBezTo>
                  <a:pt x="64129" y="114862"/>
                  <a:pt x="55998" y="116228"/>
                  <a:pt x="46262" y="116228"/>
                </a:cubicBezTo>
                <a:cubicBezTo>
                  <a:pt x="32090" y="116228"/>
                  <a:pt x="21206" y="112946"/>
                  <a:pt x="13611" y="106383"/>
                </a:cubicBezTo>
                <a:cubicBezTo>
                  <a:pt x="6015" y="99819"/>
                  <a:pt x="1478" y="90255"/>
                  <a:pt x="0" y="77689"/>
                </a:cubicBezTo>
                <a:close/>
                <a:moveTo>
                  <a:pt x="126041" y="57961"/>
                </a:moveTo>
                <a:lnTo>
                  <a:pt x="106542" y="54444"/>
                </a:lnTo>
                <a:cubicBezTo>
                  <a:pt x="108734" y="46489"/>
                  <a:pt x="112507" y="40602"/>
                  <a:pt x="117859" y="36780"/>
                </a:cubicBezTo>
                <a:cubicBezTo>
                  <a:pt x="123212" y="32957"/>
                  <a:pt x="131164" y="31045"/>
                  <a:pt x="141717" y="31045"/>
                </a:cubicBezTo>
                <a:cubicBezTo>
                  <a:pt x="151300" y="31045"/>
                  <a:pt x="158437" y="32179"/>
                  <a:pt x="163127" y="34448"/>
                </a:cubicBezTo>
                <a:cubicBezTo>
                  <a:pt x="167817" y="36716"/>
                  <a:pt x="171118" y="39596"/>
                  <a:pt x="173029" y="43088"/>
                </a:cubicBezTo>
                <a:cubicBezTo>
                  <a:pt x="174941" y="46580"/>
                  <a:pt x="175897" y="52991"/>
                  <a:pt x="175897" y="62319"/>
                </a:cubicBezTo>
                <a:lnTo>
                  <a:pt x="175667" y="87400"/>
                </a:lnTo>
                <a:cubicBezTo>
                  <a:pt x="175667" y="94537"/>
                  <a:pt x="176011" y="99800"/>
                  <a:pt x="176700" y="103190"/>
                </a:cubicBezTo>
                <a:cubicBezTo>
                  <a:pt x="177388" y="106580"/>
                  <a:pt x="178675" y="110212"/>
                  <a:pt x="180561" y="114087"/>
                </a:cubicBezTo>
                <a:lnTo>
                  <a:pt x="159304" y="114087"/>
                </a:lnTo>
                <a:cubicBezTo>
                  <a:pt x="158743" y="112659"/>
                  <a:pt x="158055" y="110544"/>
                  <a:pt x="157239" y="107740"/>
                </a:cubicBezTo>
                <a:cubicBezTo>
                  <a:pt x="156882" y="106466"/>
                  <a:pt x="156627" y="105624"/>
                  <a:pt x="156474" y="105217"/>
                </a:cubicBezTo>
                <a:cubicBezTo>
                  <a:pt x="152804" y="108785"/>
                  <a:pt x="148879" y="111461"/>
                  <a:pt x="144699" y="113246"/>
                </a:cubicBezTo>
                <a:cubicBezTo>
                  <a:pt x="140519" y="115030"/>
                  <a:pt x="136058" y="115922"/>
                  <a:pt x="131317" y="115922"/>
                </a:cubicBezTo>
                <a:cubicBezTo>
                  <a:pt x="122957" y="115922"/>
                  <a:pt x="116368" y="113663"/>
                  <a:pt x="111551" y="109145"/>
                </a:cubicBezTo>
                <a:cubicBezTo>
                  <a:pt x="106734" y="104627"/>
                  <a:pt x="104325" y="98916"/>
                  <a:pt x="104325" y="92012"/>
                </a:cubicBezTo>
                <a:cubicBezTo>
                  <a:pt x="104325" y="87443"/>
                  <a:pt x="105421" y="83370"/>
                  <a:pt x="107613" y="79792"/>
                </a:cubicBezTo>
                <a:cubicBezTo>
                  <a:pt x="109805" y="76212"/>
                  <a:pt x="112876" y="73471"/>
                  <a:pt x="116827" y="71567"/>
                </a:cubicBezTo>
                <a:cubicBezTo>
                  <a:pt x="120778" y="69663"/>
                  <a:pt x="126474" y="68001"/>
                  <a:pt x="133917" y="66580"/>
                </a:cubicBezTo>
                <a:cubicBezTo>
                  <a:pt x="143960" y="64702"/>
                  <a:pt x="150918" y="62950"/>
                  <a:pt x="154792" y="61325"/>
                </a:cubicBezTo>
                <a:lnTo>
                  <a:pt x="154792" y="59160"/>
                </a:lnTo>
                <a:cubicBezTo>
                  <a:pt x="154792" y="54985"/>
                  <a:pt x="153773" y="52009"/>
                  <a:pt x="151734" y="50231"/>
                </a:cubicBezTo>
                <a:cubicBezTo>
                  <a:pt x="149694" y="48451"/>
                  <a:pt x="145846" y="47562"/>
                  <a:pt x="140187" y="47562"/>
                </a:cubicBezTo>
                <a:cubicBezTo>
                  <a:pt x="136364" y="47562"/>
                  <a:pt x="133382" y="48331"/>
                  <a:pt x="131241" y="49870"/>
                </a:cubicBezTo>
                <a:cubicBezTo>
                  <a:pt x="129100" y="51407"/>
                  <a:pt x="127367" y="54104"/>
                  <a:pt x="126041" y="57961"/>
                </a:cubicBezTo>
                <a:moveTo>
                  <a:pt x="154792" y="75395"/>
                </a:moveTo>
                <a:cubicBezTo>
                  <a:pt x="152039" y="76302"/>
                  <a:pt x="147681" y="77385"/>
                  <a:pt x="141717" y="78645"/>
                </a:cubicBezTo>
                <a:cubicBezTo>
                  <a:pt x="135752" y="79903"/>
                  <a:pt x="131852" y="81137"/>
                  <a:pt x="130017" y="82346"/>
                </a:cubicBezTo>
                <a:cubicBezTo>
                  <a:pt x="127214" y="84311"/>
                  <a:pt x="125812" y="86804"/>
                  <a:pt x="125812" y="89826"/>
                </a:cubicBezTo>
                <a:cubicBezTo>
                  <a:pt x="125812" y="92798"/>
                  <a:pt x="126933" y="95368"/>
                  <a:pt x="129176" y="97534"/>
                </a:cubicBezTo>
                <a:cubicBezTo>
                  <a:pt x="131419" y="99699"/>
                  <a:pt x="134274" y="100782"/>
                  <a:pt x="137740" y="100782"/>
                </a:cubicBezTo>
                <a:cubicBezTo>
                  <a:pt x="141615" y="100782"/>
                  <a:pt x="145310" y="99522"/>
                  <a:pt x="148828" y="97004"/>
                </a:cubicBezTo>
                <a:cubicBezTo>
                  <a:pt x="151428" y="95091"/>
                  <a:pt x="153135" y="92748"/>
                  <a:pt x="153951" y="89976"/>
                </a:cubicBezTo>
                <a:cubicBezTo>
                  <a:pt x="154512" y="88163"/>
                  <a:pt x="154792" y="84714"/>
                  <a:pt x="154792" y="79627"/>
                </a:cubicBezTo>
                <a:lnTo>
                  <a:pt x="154792" y="75395"/>
                </a:lnTo>
                <a:close/>
                <a:moveTo>
                  <a:pt x="195378" y="32880"/>
                </a:moveTo>
                <a:lnTo>
                  <a:pt x="215183" y="32880"/>
                </a:lnTo>
                <a:lnTo>
                  <a:pt x="215183" y="43968"/>
                </a:lnTo>
                <a:cubicBezTo>
                  <a:pt x="222269" y="35353"/>
                  <a:pt x="230706" y="31045"/>
                  <a:pt x="240493" y="31045"/>
                </a:cubicBezTo>
                <a:cubicBezTo>
                  <a:pt x="245693" y="31045"/>
                  <a:pt x="250204" y="32120"/>
                  <a:pt x="254028" y="34271"/>
                </a:cubicBezTo>
                <a:cubicBezTo>
                  <a:pt x="257851" y="36422"/>
                  <a:pt x="260986" y="39674"/>
                  <a:pt x="263433" y="44027"/>
                </a:cubicBezTo>
                <a:cubicBezTo>
                  <a:pt x="267001" y="39674"/>
                  <a:pt x="270850" y="36422"/>
                  <a:pt x="274979" y="34271"/>
                </a:cubicBezTo>
                <a:cubicBezTo>
                  <a:pt x="279108" y="32120"/>
                  <a:pt x="283518" y="31045"/>
                  <a:pt x="288208" y="31045"/>
                </a:cubicBezTo>
                <a:cubicBezTo>
                  <a:pt x="294172" y="31045"/>
                  <a:pt x="299219" y="32256"/>
                  <a:pt x="303348" y="34677"/>
                </a:cubicBezTo>
                <a:cubicBezTo>
                  <a:pt x="307477" y="37099"/>
                  <a:pt x="310561" y="40654"/>
                  <a:pt x="312600" y="45344"/>
                </a:cubicBezTo>
                <a:cubicBezTo>
                  <a:pt x="314079" y="48811"/>
                  <a:pt x="314818" y="54418"/>
                  <a:pt x="314818" y="62167"/>
                </a:cubicBezTo>
                <a:lnTo>
                  <a:pt x="314818" y="114087"/>
                </a:lnTo>
                <a:lnTo>
                  <a:pt x="293331" y="114087"/>
                </a:lnTo>
                <a:lnTo>
                  <a:pt x="293331" y="67725"/>
                </a:lnTo>
                <a:cubicBezTo>
                  <a:pt x="293331" y="59680"/>
                  <a:pt x="292592" y="54487"/>
                  <a:pt x="291113" y="52145"/>
                </a:cubicBezTo>
                <a:cubicBezTo>
                  <a:pt x="289125" y="49089"/>
                  <a:pt x="286067" y="47562"/>
                  <a:pt x="281937" y="47562"/>
                </a:cubicBezTo>
                <a:cubicBezTo>
                  <a:pt x="278930" y="47562"/>
                  <a:pt x="276101" y="48478"/>
                  <a:pt x="273450" y="50312"/>
                </a:cubicBezTo>
                <a:cubicBezTo>
                  <a:pt x="270799" y="52144"/>
                  <a:pt x="268887" y="54830"/>
                  <a:pt x="267715" y="58370"/>
                </a:cubicBezTo>
                <a:cubicBezTo>
                  <a:pt x="266542" y="61908"/>
                  <a:pt x="265956" y="67496"/>
                  <a:pt x="265956" y="75135"/>
                </a:cubicBezTo>
                <a:lnTo>
                  <a:pt x="265956" y="114087"/>
                </a:lnTo>
                <a:lnTo>
                  <a:pt x="244469" y="114087"/>
                </a:lnTo>
                <a:lnTo>
                  <a:pt x="244469" y="69634"/>
                </a:lnTo>
                <a:cubicBezTo>
                  <a:pt x="244469" y="61742"/>
                  <a:pt x="244087" y="56651"/>
                  <a:pt x="243322" y="54360"/>
                </a:cubicBezTo>
                <a:cubicBezTo>
                  <a:pt x="242558" y="52068"/>
                  <a:pt x="241372" y="50361"/>
                  <a:pt x="239767" y="49241"/>
                </a:cubicBezTo>
                <a:cubicBezTo>
                  <a:pt x="238161" y="48122"/>
                  <a:pt x="235982" y="47562"/>
                  <a:pt x="233229" y="47562"/>
                </a:cubicBezTo>
                <a:cubicBezTo>
                  <a:pt x="229915" y="47562"/>
                  <a:pt x="226933" y="48453"/>
                  <a:pt x="224282" y="50236"/>
                </a:cubicBezTo>
                <a:cubicBezTo>
                  <a:pt x="221632" y="52017"/>
                  <a:pt x="219733" y="54588"/>
                  <a:pt x="218586" y="57949"/>
                </a:cubicBezTo>
                <a:cubicBezTo>
                  <a:pt x="217439" y="61310"/>
                  <a:pt x="216865" y="66886"/>
                  <a:pt x="216865" y="74676"/>
                </a:cubicBezTo>
                <a:lnTo>
                  <a:pt x="216865" y="114087"/>
                </a:lnTo>
                <a:lnTo>
                  <a:pt x="195378" y="114087"/>
                </a:lnTo>
                <a:lnTo>
                  <a:pt x="195378" y="32880"/>
                </a:lnTo>
                <a:close/>
                <a:moveTo>
                  <a:pt x="335574" y="32880"/>
                </a:moveTo>
                <a:lnTo>
                  <a:pt x="355608" y="32880"/>
                </a:lnTo>
                <a:lnTo>
                  <a:pt x="355608" y="44809"/>
                </a:lnTo>
                <a:cubicBezTo>
                  <a:pt x="358207" y="40731"/>
                  <a:pt x="361725" y="37417"/>
                  <a:pt x="366160" y="34868"/>
                </a:cubicBezTo>
                <a:cubicBezTo>
                  <a:pt x="370595" y="32319"/>
                  <a:pt x="375514" y="31045"/>
                  <a:pt x="380918" y="31045"/>
                </a:cubicBezTo>
                <a:cubicBezTo>
                  <a:pt x="390348" y="31045"/>
                  <a:pt x="398352" y="34741"/>
                  <a:pt x="404928" y="42133"/>
                </a:cubicBezTo>
                <a:cubicBezTo>
                  <a:pt x="411504" y="49524"/>
                  <a:pt x="414792" y="59822"/>
                  <a:pt x="414792" y="73025"/>
                </a:cubicBezTo>
                <a:cubicBezTo>
                  <a:pt x="414792" y="86585"/>
                  <a:pt x="411478" y="97124"/>
                  <a:pt x="404851" y="104643"/>
                </a:cubicBezTo>
                <a:cubicBezTo>
                  <a:pt x="398224" y="112162"/>
                  <a:pt x="390196" y="115922"/>
                  <a:pt x="380765" y="115922"/>
                </a:cubicBezTo>
                <a:cubicBezTo>
                  <a:pt x="376279" y="115922"/>
                  <a:pt x="372213" y="115030"/>
                  <a:pt x="368568" y="113246"/>
                </a:cubicBezTo>
                <a:cubicBezTo>
                  <a:pt x="364924" y="111461"/>
                  <a:pt x="361088" y="108403"/>
                  <a:pt x="357060" y="104070"/>
                </a:cubicBezTo>
                <a:lnTo>
                  <a:pt x="357060" y="144979"/>
                </a:lnTo>
                <a:lnTo>
                  <a:pt x="335574" y="144979"/>
                </a:lnTo>
                <a:lnTo>
                  <a:pt x="335574" y="32880"/>
                </a:lnTo>
                <a:moveTo>
                  <a:pt x="356831" y="72071"/>
                </a:moveTo>
                <a:cubicBezTo>
                  <a:pt x="356831" y="81182"/>
                  <a:pt x="358641" y="87913"/>
                  <a:pt x="362260" y="92265"/>
                </a:cubicBezTo>
                <a:cubicBezTo>
                  <a:pt x="365879" y="96617"/>
                  <a:pt x="370289" y="98794"/>
                  <a:pt x="375489" y="98794"/>
                </a:cubicBezTo>
                <a:cubicBezTo>
                  <a:pt x="380484" y="98794"/>
                  <a:pt x="384639" y="96796"/>
                  <a:pt x="387953" y="92801"/>
                </a:cubicBezTo>
                <a:cubicBezTo>
                  <a:pt x="391266" y="88805"/>
                  <a:pt x="392923" y="82252"/>
                  <a:pt x="392923" y="73139"/>
                </a:cubicBezTo>
                <a:cubicBezTo>
                  <a:pt x="392923" y="64639"/>
                  <a:pt x="391215" y="58327"/>
                  <a:pt x="387800" y="54205"/>
                </a:cubicBezTo>
                <a:cubicBezTo>
                  <a:pt x="384384" y="50082"/>
                  <a:pt x="380153" y="48020"/>
                  <a:pt x="375106" y="48020"/>
                </a:cubicBezTo>
                <a:cubicBezTo>
                  <a:pt x="369856" y="48020"/>
                  <a:pt x="365497" y="50044"/>
                  <a:pt x="362031" y="54090"/>
                </a:cubicBezTo>
                <a:cubicBezTo>
                  <a:pt x="358564" y="58136"/>
                  <a:pt x="356831" y="64130"/>
                  <a:pt x="356831" y="72071"/>
                </a:cubicBezTo>
                <a:close/>
                <a:moveTo>
                  <a:pt x="431886" y="114087"/>
                </a:moveTo>
                <a:lnTo>
                  <a:pt x="431886" y="1988"/>
                </a:lnTo>
                <a:lnTo>
                  <a:pt x="453373" y="1988"/>
                </a:lnTo>
                <a:lnTo>
                  <a:pt x="453373" y="114087"/>
                </a:lnTo>
                <a:lnTo>
                  <a:pt x="431886" y="114087"/>
                </a:lnTo>
                <a:close/>
                <a:moveTo>
                  <a:pt x="475387" y="21869"/>
                </a:moveTo>
                <a:lnTo>
                  <a:pt x="475387" y="1988"/>
                </a:lnTo>
                <a:lnTo>
                  <a:pt x="496874" y="1988"/>
                </a:lnTo>
                <a:lnTo>
                  <a:pt x="496874" y="21869"/>
                </a:lnTo>
                <a:lnTo>
                  <a:pt x="475387" y="21869"/>
                </a:lnTo>
                <a:moveTo>
                  <a:pt x="475387" y="114087"/>
                </a:moveTo>
                <a:lnTo>
                  <a:pt x="475387" y="32880"/>
                </a:lnTo>
                <a:lnTo>
                  <a:pt x="496874" y="32880"/>
                </a:lnTo>
                <a:lnTo>
                  <a:pt x="496874" y="114087"/>
                </a:lnTo>
                <a:lnTo>
                  <a:pt x="475387" y="114087"/>
                </a:lnTo>
                <a:close/>
                <a:moveTo>
                  <a:pt x="592753" y="114087"/>
                </a:moveTo>
                <a:lnTo>
                  <a:pt x="571266" y="114087"/>
                </a:lnTo>
                <a:lnTo>
                  <a:pt x="571266" y="72690"/>
                </a:lnTo>
                <a:cubicBezTo>
                  <a:pt x="571266" y="63932"/>
                  <a:pt x="570807" y="58267"/>
                  <a:pt x="569890" y="55696"/>
                </a:cubicBezTo>
                <a:cubicBezTo>
                  <a:pt x="568972" y="53124"/>
                  <a:pt x="567481" y="51126"/>
                  <a:pt x="565417" y="49700"/>
                </a:cubicBezTo>
                <a:cubicBezTo>
                  <a:pt x="563352" y="48274"/>
                  <a:pt x="560867" y="47562"/>
                  <a:pt x="557961" y="47562"/>
                </a:cubicBezTo>
                <a:cubicBezTo>
                  <a:pt x="554240" y="47562"/>
                  <a:pt x="550901" y="48580"/>
                  <a:pt x="547944" y="50618"/>
                </a:cubicBezTo>
                <a:cubicBezTo>
                  <a:pt x="544988" y="52654"/>
                  <a:pt x="542961" y="55352"/>
                  <a:pt x="541865" y="58714"/>
                </a:cubicBezTo>
                <a:cubicBezTo>
                  <a:pt x="540769" y="62073"/>
                  <a:pt x="540221" y="68285"/>
                  <a:pt x="540221" y="77350"/>
                </a:cubicBezTo>
                <a:lnTo>
                  <a:pt x="540221" y="114087"/>
                </a:lnTo>
                <a:lnTo>
                  <a:pt x="518734" y="114087"/>
                </a:lnTo>
                <a:lnTo>
                  <a:pt x="518734" y="32880"/>
                </a:lnTo>
                <a:lnTo>
                  <a:pt x="538692" y="32880"/>
                </a:lnTo>
                <a:lnTo>
                  <a:pt x="538692" y="44809"/>
                </a:lnTo>
                <a:cubicBezTo>
                  <a:pt x="545778" y="35633"/>
                  <a:pt x="554699" y="31045"/>
                  <a:pt x="565455" y="31045"/>
                </a:cubicBezTo>
                <a:cubicBezTo>
                  <a:pt x="570196" y="31045"/>
                  <a:pt x="574529" y="31899"/>
                  <a:pt x="578454" y="33607"/>
                </a:cubicBezTo>
                <a:cubicBezTo>
                  <a:pt x="582379" y="35314"/>
                  <a:pt x="585349" y="37494"/>
                  <a:pt x="587362" y="40144"/>
                </a:cubicBezTo>
                <a:cubicBezTo>
                  <a:pt x="589376" y="42795"/>
                  <a:pt x="590778" y="45803"/>
                  <a:pt x="591568" y="49167"/>
                </a:cubicBezTo>
                <a:cubicBezTo>
                  <a:pt x="592358" y="52532"/>
                  <a:pt x="592753" y="57349"/>
                  <a:pt x="592753" y="63619"/>
                </a:cubicBezTo>
                <a:lnTo>
                  <a:pt x="592753" y="114087"/>
                </a:lnTo>
                <a:close/>
                <a:moveTo>
                  <a:pt x="612600" y="119286"/>
                </a:moveTo>
                <a:lnTo>
                  <a:pt x="637146" y="122345"/>
                </a:lnTo>
                <a:cubicBezTo>
                  <a:pt x="637554" y="125227"/>
                  <a:pt x="638497" y="127208"/>
                  <a:pt x="639975" y="128288"/>
                </a:cubicBezTo>
                <a:cubicBezTo>
                  <a:pt x="642014" y="129831"/>
                  <a:pt x="645226" y="130603"/>
                  <a:pt x="649610" y="130603"/>
                </a:cubicBezTo>
                <a:cubicBezTo>
                  <a:pt x="655217" y="130603"/>
                  <a:pt x="659423" y="129756"/>
                  <a:pt x="662226" y="128061"/>
                </a:cubicBezTo>
                <a:cubicBezTo>
                  <a:pt x="664113" y="126931"/>
                  <a:pt x="665540" y="125109"/>
                  <a:pt x="666509" y="122593"/>
                </a:cubicBezTo>
                <a:cubicBezTo>
                  <a:pt x="667171" y="120797"/>
                  <a:pt x="667503" y="117485"/>
                  <a:pt x="667503" y="112660"/>
                </a:cubicBezTo>
                <a:lnTo>
                  <a:pt x="667503" y="100722"/>
                </a:lnTo>
                <a:cubicBezTo>
                  <a:pt x="661079" y="109632"/>
                  <a:pt x="652974" y="114087"/>
                  <a:pt x="643187" y="114087"/>
                </a:cubicBezTo>
                <a:cubicBezTo>
                  <a:pt x="632277" y="114087"/>
                  <a:pt x="623637" y="109473"/>
                  <a:pt x="617265" y="100246"/>
                </a:cubicBezTo>
                <a:cubicBezTo>
                  <a:pt x="612269" y="92957"/>
                  <a:pt x="609771" y="83883"/>
                  <a:pt x="609771" y="73025"/>
                </a:cubicBezTo>
                <a:cubicBezTo>
                  <a:pt x="609771" y="59414"/>
                  <a:pt x="613046" y="49014"/>
                  <a:pt x="619597" y="41827"/>
                </a:cubicBezTo>
                <a:cubicBezTo>
                  <a:pt x="626147" y="34639"/>
                  <a:pt x="634291" y="31045"/>
                  <a:pt x="644028" y="31045"/>
                </a:cubicBezTo>
                <a:cubicBezTo>
                  <a:pt x="654070" y="31045"/>
                  <a:pt x="662354" y="35475"/>
                  <a:pt x="668879" y="44336"/>
                </a:cubicBezTo>
                <a:lnTo>
                  <a:pt x="668879" y="32880"/>
                </a:lnTo>
                <a:lnTo>
                  <a:pt x="688989" y="32880"/>
                </a:lnTo>
                <a:lnTo>
                  <a:pt x="688989" y="105800"/>
                </a:lnTo>
                <a:cubicBezTo>
                  <a:pt x="688989" y="115390"/>
                  <a:pt x="688199" y="122557"/>
                  <a:pt x="686619" y="127301"/>
                </a:cubicBezTo>
                <a:cubicBezTo>
                  <a:pt x="685039" y="132045"/>
                  <a:pt x="682821" y="135769"/>
                  <a:pt x="679966" y="138472"/>
                </a:cubicBezTo>
                <a:cubicBezTo>
                  <a:pt x="677112" y="141177"/>
                  <a:pt x="673301" y="143294"/>
                  <a:pt x="668535" y="144823"/>
                </a:cubicBezTo>
                <a:cubicBezTo>
                  <a:pt x="663769" y="146354"/>
                  <a:pt x="657740" y="147120"/>
                  <a:pt x="650451" y="147120"/>
                </a:cubicBezTo>
                <a:cubicBezTo>
                  <a:pt x="636687" y="147120"/>
                  <a:pt x="626925" y="144742"/>
                  <a:pt x="621164" y="139987"/>
                </a:cubicBezTo>
                <a:cubicBezTo>
                  <a:pt x="615404" y="135233"/>
                  <a:pt x="612524" y="129207"/>
                  <a:pt x="612524" y="121908"/>
                </a:cubicBezTo>
                <a:cubicBezTo>
                  <a:pt x="612524" y="121188"/>
                  <a:pt x="612549" y="120314"/>
                  <a:pt x="612600" y="119286"/>
                </a:cubicBezTo>
                <a:moveTo>
                  <a:pt x="631793" y="71801"/>
                </a:moveTo>
                <a:cubicBezTo>
                  <a:pt x="631793" y="80391"/>
                  <a:pt x="633463" y="86680"/>
                  <a:pt x="636802" y="90669"/>
                </a:cubicBezTo>
                <a:cubicBezTo>
                  <a:pt x="640141" y="94658"/>
                  <a:pt x="644257" y="96653"/>
                  <a:pt x="649151" y="96653"/>
                </a:cubicBezTo>
                <a:cubicBezTo>
                  <a:pt x="654401" y="96653"/>
                  <a:pt x="658836" y="94607"/>
                  <a:pt x="662456" y="90516"/>
                </a:cubicBezTo>
                <a:cubicBezTo>
                  <a:pt x="666075" y="86425"/>
                  <a:pt x="667885" y="80365"/>
                  <a:pt x="667885" y="72336"/>
                </a:cubicBezTo>
                <a:cubicBezTo>
                  <a:pt x="667885" y="63951"/>
                  <a:pt x="666152" y="57725"/>
                  <a:pt x="662685" y="53660"/>
                </a:cubicBezTo>
                <a:cubicBezTo>
                  <a:pt x="659219" y="49594"/>
                  <a:pt x="654835" y="47562"/>
                  <a:pt x="649533" y="47562"/>
                </a:cubicBezTo>
                <a:cubicBezTo>
                  <a:pt x="644384" y="47562"/>
                  <a:pt x="640141" y="49556"/>
                  <a:pt x="636802" y="53545"/>
                </a:cubicBezTo>
                <a:cubicBezTo>
                  <a:pt x="633463" y="57534"/>
                  <a:pt x="631793" y="63619"/>
                  <a:pt x="631793" y="7180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50AF71-A64C-4F25-9966-D04BD5EE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8493" y="616456"/>
            <a:ext cx="789898" cy="297212"/>
          </a:xfrm>
          <a:custGeom xmlns:a="http://schemas.openxmlformats.org/drawingml/2006/main">
            <a:pathLst>
              <a:path w="789898" h="297212">
                <a:moveTo>
                  <a:pt x="626" y="48738"/>
                </a:moveTo>
                <a:cubicBezTo>
                  <a:pt x="0" y="22133"/>
                  <a:pt x="22133" y="0"/>
                  <a:pt x="48651" y="713"/>
                </a:cubicBezTo>
                <a:lnTo>
                  <a:pt x="739786" y="713"/>
                </a:lnTo>
                <a:cubicBezTo>
                  <a:pt x="767035" y="0"/>
                  <a:pt x="789168" y="22133"/>
                  <a:pt x="789898" y="48738"/>
                </a:cubicBezTo>
                <a:lnTo>
                  <a:pt x="789898" y="247100"/>
                </a:lnTo>
                <a:cubicBezTo>
                  <a:pt x="789168" y="274540"/>
                  <a:pt x="767035" y="296673"/>
                  <a:pt x="739786" y="297212"/>
                </a:cubicBezTo>
                <a:lnTo>
                  <a:pt x="48651" y="297212"/>
                </a:lnTo>
                <a:cubicBezTo>
                  <a:pt x="22133" y="296673"/>
                  <a:pt x="0" y="274540"/>
                  <a:pt x="626" y="247100"/>
                </a:cubicBezTo>
                <a:lnTo>
                  <a:pt x="626" y="48738"/>
                </a:lnTo>
              </a:path>
            </a:pathLst>
          </a:custGeom>
          <a:solidFill xmlns:a="http://schemas.openxmlformats.org/drawingml/2006/main">
            <a:srgbClr val="54823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Selection">
            <a:extLst xmlns:a="http://schemas.openxmlformats.org/drawingml/2006/main">
              <a:ext uri="{FF2B5EF4-FFF2-40B4-BE49-F238E27FC236}">
                <a16:creationId xmlns:a16="http://schemas.microsoft.com/office/drawing/2014/main" id="{A3C83AE5-B2FC-4BAA-9906-7CD62AF6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949" y="705638"/>
            <a:ext cx="679754" cy="116228"/>
          </a:xfrm>
          <a:custGeom xmlns:a="http://schemas.openxmlformats.org/drawingml/2006/main">
            <a:pathLst>
              <a:path w="679754" h="116228">
                <a:moveTo>
                  <a:pt x="0" y="77689"/>
                </a:moveTo>
                <a:lnTo>
                  <a:pt x="22022" y="75548"/>
                </a:lnTo>
                <a:cubicBezTo>
                  <a:pt x="23348" y="82967"/>
                  <a:pt x="26037" y="88416"/>
                  <a:pt x="30089" y="91895"/>
                </a:cubicBezTo>
                <a:cubicBezTo>
                  <a:pt x="34142" y="95373"/>
                  <a:pt x="39609" y="97111"/>
                  <a:pt x="46491" y="97111"/>
                </a:cubicBezTo>
                <a:cubicBezTo>
                  <a:pt x="53781" y="97111"/>
                  <a:pt x="59274" y="95564"/>
                  <a:pt x="62969" y="92471"/>
                </a:cubicBezTo>
                <a:cubicBezTo>
                  <a:pt x="66665" y="89377"/>
                  <a:pt x="68513" y="85759"/>
                  <a:pt x="68513" y="81615"/>
                </a:cubicBezTo>
                <a:cubicBezTo>
                  <a:pt x="68513" y="78956"/>
                  <a:pt x="67736" y="76694"/>
                  <a:pt x="66181" y="74829"/>
                </a:cubicBezTo>
                <a:cubicBezTo>
                  <a:pt x="64626" y="72962"/>
                  <a:pt x="61912" y="71338"/>
                  <a:pt x="58037" y="69956"/>
                </a:cubicBezTo>
                <a:cubicBezTo>
                  <a:pt x="55387" y="69037"/>
                  <a:pt x="49346" y="67403"/>
                  <a:pt x="39915" y="65053"/>
                </a:cubicBezTo>
                <a:cubicBezTo>
                  <a:pt x="27783" y="62039"/>
                  <a:pt x="19269" y="58335"/>
                  <a:pt x="14376" y="53942"/>
                </a:cubicBezTo>
                <a:cubicBezTo>
                  <a:pt x="7494" y="47761"/>
                  <a:pt x="4053" y="40226"/>
                  <a:pt x="4053" y="31339"/>
                </a:cubicBezTo>
                <a:cubicBezTo>
                  <a:pt x="4053" y="25618"/>
                  <a:pt x="5671" y="20268"/>
                  <a:pt x="8908" y="15288"/>
                </a:cubicBezTo>
                <a:cubicBezTo>
                  <a:pt x="12145" y="10307"/>
                  <a:pt x="16810" y="6514"/>
                  <a:pt x="22901" y="3909"/>
                </a:cubicBezTo>
                <a:cubicBezTo>
                  <a:pt x="28993" y="1303"/>
                  <a:pt x="36347" y="0"/>
                  <a:pt x="44962" y="0"/>
                </a:cubicBezTo>
                <a:cubicBezTo>
                  <a:pt x="59031" y="0"/>
                  <a:pt x="69622" y="3098"/>
                  <a:pt x="76733" y="9295"/>
                </a:cubicBezTo>
                <a:cubicBezTo>
                  <a:pt x="83845" y="15491"/>
                  <a:pt x="87579" y="23760"/>
                  <a:pt x="87935" y="34104"/>
                </a:cubicBezTo>
                <a:lnTo>
                  <a:pt x="65302" y="35021"/>
                </a:lnTo>
                <a:cubicBezTo>
                  <a:pt x="64333" y="29261"/>
                  <a:pt x="62256" y="25119"/>
                  <a:pt x="59070" y="22596"/>
                </a:cubicBezTo>
                <a:cubicBezTo>
                  <a:pt x="55884" y="20072"/>
                  <a:pt x="51105" y="18811"/>
                  <a:pt x="44732" y="18811"/>
                </a:cubicBezTo>
                <a:cubicBezTo>
                  <a:pt x="38156" y="18811"/>
                  <a:pt x="33008" y="20162"/>
                  <a:pt x="29286" y="22866"/>
                </a:cubicBezTo>
                <a:cubicBezTo>
                  <a:pt x="26890" y="24599"/>
                  <a:pt x="25692" y="26919"/>
                  <a:pt x="25692" y="29826"/>
                </a:cubicBezTo>
                <a:cubicBezTo>
                  <a:pt x="25692" y="32479"/>
                  <a:pt x="26814" y="34748"/>
                  <a:pt x="29057" y="36634"/>
                </a:cubicBezTo>
                <a:cubicBezTo>
                  <a:pt x="31912" y="39032"/>
                  <a:pt x="38845" y="41533"/>
                  <a:pt x="49856" y="44137"/>
                </a:cubicBezTo>
                <a:cubicBezTo>
                  <a:pt x="60867" y="46742"/>
                  <a:pt x="69010" y="49437"/>
                  <a:pt x="74286" y="52221"/>
                </a:cubicBezTo>
                <a:cubicBezTo>
                  <a:pt x="79562" y="55004"/>
                  <a:pt x="83692" y="58809"/>
                  <a:pt x="86674" y="63636"/>
                </a:cubicBezTo>
                <a:cubicBezTo>
                  <a:pt x="89656" y="68461"/>
                  <a:pt x="91147" y="74424"/>
                  <a:pt x="91147" y="81524"/>
                </a:cubicBezTo>
                <a:cubicBezTo>
                  <a:pt x="91147" y="87959"/>
                  <a:pt x="89363" y="93985"/>
                  <a:pt x="85794" y="99604"/>
                </a:cubicBezTo>
                <a:cubicBezTo>
                  <a:pt x="82226" y="105222"/>
                  <a:pt x="77179" y="109398"/>
                  <a:pt x="70654" y="112130"/>
                </a:cubicBezTo>
                <a:cubicBezTo>
                  <a:pt x="64129" y="114862"/>
                  <a:pt x="55998" y="116228"/>
                  <a:pt x="46262" y="116228"/>
                </a:cubicBezTo>
                <a:cubicBezTo>
                  <a:pt x="32090" y="116228"/>
                  <a:pt x="21206" y="112946"/>
                  <a:pt x="13611" y="106383"/>
                </a:cubicBezTo>
                <a:cubicBezTo>
                  <a:pt x="6015" y="99819"/>
                  <a:pt x="1478" y="90255"/>
                  <a:pt x="0" y="77689"/>
                </a:cubicBezTo>
                <a:close/>
                <a:moveTo>
                  <a:pt x="157009" y="88241"/>
                </a:moveTo>
                <a:lnTo>
                  <a:pt x="178420" y="91912"/>
                </a:lnTo>
                <a:cubicBezTo>
                  <a:pt x="175667" y="99737"/>
                  <a:pt x="171321" y="105695"/>
                  <a:pt x="165382" y="109785"/>
                </a:cubicBezTo>
                <a:cubicBezTo>
                  <a:pt x="159444" y="113876"/>
                  <a:pt x="152014" y="115922"/>
                  <a:pt x="143093" y="115922"/>
                </a:cubicBezTo>
                <a:cubicBezTo>
                  <a:pt x="128972" y="115922"/>
                  <a:pt x="118522" y="111308"/>
                  <a:pt x="111742" y="102082"/>
                </a:cubicBezTo>
                <a:cubicBezTo>
                  <a:pt x="106389" y="94690"/>
                  <a:pt x="103713" y="85361"/>
                  <a:pt x="103713" y="74095"/>
                </a:cubicBezTo>
                <a:cubicBezTo>
                  <a:pt x="103713" y="60637"/>
                  <a:pt x="107230" y="50098"/>
                  <a:pt x="114265" y="42477"/>
                </a:cubicBezTo>
                <a:cubicBezTo>
                  <a:pt x="121300" y="34856"/>
                  <a:pt x="130195" y="31045"/>
                  <a:pt x="140952" y="31045"/>
                </a:cubicBezTo>
                <a:cubicBezTo>
                  <a:pt x="153033" y="31045"/>
                  <a:pt x="162566" y="35034"/>
                  <a:pt x="169550" y="43012"/>
                </a:cubicBezTo>
                <a:cubicBezTo>
                  <a:pt x="176534" y="50990"/>
                  <a:pt x="179873" y="63212"/>
                  <a:pt x="179567" y="79677"/>
                </a:cubicBezTo>
                <a:lnTo>
                  <a:pt x="125735" y="79677"/>
                </a:lnTo>
                <a:cubicBezTo>
                  <a:pt x="125888" y="86049"/>
                  <a:pt x="127621" y="91007"/>
                  <a:pt x="130935" y="94550"/>
                </a:cubicBezTo>
                <a:cubicBezTo>
                  <a:pt x="134248" y="98093"/>
                  <a:pt x="138377" y="99864"/>
                  <a:pt x="143322" y="99864"/>
                </a:cubicBezTo>
                <a:cubicBezTo>
                  <a:pt x="146687" y="99864"/>
                  <a:pt x="149516" y="98946"/>
                  <a:pt x="151810" y="97111"/>
                </a:cubicBezTo>
                <a:cubicBezTo>
                  <a:pt x="154104" y="95276"/>
                  <a:pt x="155837" y="92319"/>
                  <a:pt x="157009" y="88241"/>
                </a:cubicBezTo>
                <a:moveTo>
                  <a:pt x="158233" y="66525"/>
                </a:moveTo>
                <a:cubicBezTo>
                  <a:pt x="158080" y="60331"/>
                  <a:pt x="156474" y="55622"/>
                  <a:pt x="153416" y="52398"/>
                </a:cubicBezTo>
                <a:cubicBezTo>
                  <a:pt x="150357" y="49174"/>
                  <a:pt x="146636" y="47562"/>
                  <a:pt x="142252" y="47562"/>
                </a:cubicBezTo>
                <a:cubicBezTo>
                  <a:pt x="137562" y="47562"/>
                  <a:pt x="133687" y="49262"/>
                  <a:pt x="130629" y="52663"/>
                </a:cubicBezTo>
                <a:cubicBezTo>
                  <a:pt x="127570" y="56066"/>
                  <a:pt x="126066" y="60687"/>
                  <a:pt x="126117" y="66525"/>
                </a:cubicBezTo>
                <a:lnTo>
                  <a:pt x="158233" y="66525"/>
                </a:lnTo>
                <a:close/>
                <a:moveTo>
                  <a:pt x="196984" y="114087"/>
                </a:moveTo>
                <a:lnTo>
                  <a:pt x="196984" y="1988"/>
                </a:lnTo>
                <a:lnTo>
                  <a:pt x="218471" y="1988"/>
                </a:lnTo>
                <a:lnTo>
                  <a:pt x="218471" y="114087"/>
                </a:lnTo>
                <a:lnTo>
                  <a:pt x="196984" y="114087"/>
                </a:lnTo>
                <a:close/>
                <a:moveTo>
                  <a:pt x="287511" y="88241"/>
                </a:moveTo>
                <a:lnTo>
                  <a:pt x="308922" y="91912"/>
                </a:lnTo>
                <a:cubicBezTo>
                  <a:pt x="306169" y="99737"/>
                  <a:pt x="301823" y="105695"/>
                  <a:pt x="295884" y="109785"/>
                </a:cubicBezTo>
                <a:cubicBezTo>
                  <a:pt x="289945" y="113876"/>
                  <a:pt x="282515" y="115922"/>
                  <a:pt x="273594" y="115922"/>
                </a:cubicBezTo>
                <a:cubicBezTo>
                  <a:pt x="259474" y="115922"/>
                  <a:pt x="249023" y="111308"/>
                  <a:pt x="242243" y="102082"/>
                </a:cubicBezTo>
                <a:cubicBezTo>
                  <a:pt x="236891" y="94690"/>
                  <a:pt x="234215" y="85361"/>
                  <a:pt x="234215" y="74095"/>
                </a:cubicBezTo>
                <a:cubicBezTo>
                  <a:pt x="234215" y="60637"/>
                  <a:pt x="237732" y="50098"/>
                  <a:pt x="244767" y="42477"/>
                </a:cubicBezTo>
                <a:cubicBezTo>
                  <a:pt x="251802" y="34856"/>
                  <a:pt x="260697" y="31045"/>
                  <a:pt x="271453" y="31045"/>
                </a:cubicBezTo>
                <a:cubicBezTo>
                  <a:pt x="283535" y="31045"/>
                  <a:pt x="293068" y="35034"/>
                  <a:pt x="300051" y="43012"/>
                </a:cubicBezTo>
                <a:cubicBezTo>
                  <a:pt x="307035" y="50990"/>
                  <a:pt x="310374" y="63212"/>
                  <a:pt x="310068" y="79677"/>
                </a:cubicBezTo>
                <a:lnTo>
                  <a:pt x="256237" y="79677"/>
                </a:lnTo>
                <a:cubicBezTo>
                  <a:pt x="256390" y="86049"/>
                  <a:pt x="258123" y="91007"/>
                  <a:pt x="261436" y="94550"/>
                </a:cubicBezTo>
                <a:cubicBezTo>
                  <a:pt x="264750" y="98093"/>
                  <a:pt x="268879" y="99864"/>
                  <a:pt x="273824" y="99864"/>
                </a:cubicBezTo>
                <a:cubicBezTo>
                  <a:pt x="277188" y="99864"/>
                  <a:pt x="280017" y="98946"/>
                  <a:pt x="282311" y="97111"/>
                </a:cubicBezTo>
                <a:cubicBezTo>
                  <a:pt x="284605" y="95276"/>
                  <a:pt x="286339" y="92319"/>
                  <a:pt x="287511" y="88241"/>
                </a:cubicBezTo>
                <a:moveTo>
                  <a:pt x="288735" y="66525"/>
                </a:moveTo>
                <a:cubicBezTo>
                  <a:pt x="288582" y="60331"/>
                  <a:pt x="286976" y="55622"/>
                  <a:pt x="283917" y="52398"/>
                </a:cubicBezTo>
                <a:cubicBezTo>
                  <a:pt x="280859" y="49174"/>
                  <a:pt x="277137" y="47562"/>
                  <a:pt x="272753" y="47562"/>
                </a:cubicBezTo>
                <a:cubicBezTo>
                  <a:pt x="268063" y="47562"/>
                  <a:pt x="264189" y="49262"/>
                  <a:pt x="261130" y="52663"/>
                </a:cubicBezTo>
                <a:cubicBezTo>
                  <a:pt x="258072" y="56066"/>
                  <a:pt x="256568" y="60687"/>
                  <a:pt x="256619" y="66525"/>
                </a:cubicBezTo>
                <a:lnTo>
                  <a:pt x="288735" y="66525"/>
                </a:lnTo>
                <a:close/>
                <a:moveTo>
                  <a:pt x="398292" y="56890"/>
                </a:moveTo>
                <a:lnTo>
                  <a:pt x="377111" y="60714"/>
                </a:lnTo>
                <a:cubicBezTo>
                  <a:pt x="376398" y="56508"/>
                  <a:pt x="374779" y="53341"/>
                  <a:pt x="372256" y="51213"/>
                </a:cubicBezTo>
                <a:cubicBezTo>
                  <a:pt x="369732" y="49085"/>
                  <a:pt x="366457" y="48020"/>
                  <a:pt x="362430" y="48020"/>
                </a:cubicBezTo>
                <a:cubicBezTo>
                  <a:pt x="357077" y="48020"/>
                  <a:pt x="352808" y="49863"/>
                  <a:pt x="349622" y="53547"/>
                </a:cubicBezTo>
                <a:cubicBezTo>
                  <a:pt x="346436" y="57232"/>
                  <a:pt x="344843" y="63394"/>
                  <a:pt x="344843" y="72033"/>
                </a:cubicBezTo>
                <a:cubicBezTo>
                  <a:pt x="344843" y="81639"/>
                  <a:pt x="346461" y="88425"/>
                  <a:pt x="349698" y="92390"/>
                </a:cubicBezTo>
                <a:cubicBezTo>
                  <a:pt x="352935" y="96353"/>
                  <a:pt x="357281" y="98335"/>
                  <a:pt x="362736" y="98335"/>
                </a:cubicBezTo>
                <a:cubicBezTo>
                  <a:pt x="366814" y="98335"/>
                  <a:pt x="370153" y="97175"/>
                  <a:pt x="372753" y="94856"/>
                </a:cubicBezTo>
                <a:cubicBezTo>
                  <a:pt x="375353" y="92536"/>
                  <a:pt x="377188" y="88547"/>
                  <a:pt x="378258" y="82889"/>
                </a:cubicBezTo>
                <a:lnTo>
                  <a:pt x="399363" y="86559"/>
                </a:lnTo>
                <a:cubicBezTo>
                  <a:pt x="397171" y="96245"/>
                  <a:pt x="392965" y="103560"/>
                  <a:pt x="386746" y="108505"/>
                </a:cubicBezTo>
                <a:cubicBezTo>
                  <a:pt x="380527" y="113449"/>
                  <a:pt x="372192" y="115922"/>
                  <a:pt x="361742" y="115922"/>
                </a:cubicBezTo>
                <a:cubicBezTo>
                  <a:pt x="349864" y="115922"/>
                  <a:pt x="340395" y="112175"/>
                  <a:pt x="333335" y="104681"/>
                </a:cubicBezTo>
                <a:cubicBezTo>
                  <a:pt x="326274" y="97188"/>
                  <a:pt x="322744" y="86814"/>
                  <a:pt x="322744" y="73560"/>
                </a:cubicBezTo>
                <a:cubicBezTo>
                  <a:pt x="322744" y="60153"/>
                  <a:pt x="326287" y="49715"/>
                  <a:pt x="333373" y="42247"/>
                </a:cubicBezTo>
                <a:cubicBezTo>
                  <a:pt x="340459" y="34779"/>
                  <a:pt x="350042" y="31045"/>
                  <a:pt x="362124" y="31045"/>
                </a:cubicBezTo>
                <a:cubicBezTo>
                  <a:pt x="372014" y="31045"/>
                  <a:pt x="379877" y="33173"/>
                  <a:pt x="385714" y="37430"/>
                </a:cubicBezTo>
                <a:cubicBezTo>
                  <a:pt x="391551" y="41686"/>
                  <a:pt x="395743" y="48173"/>
                  <a:pt x="398292" y="56890"/>
                </a:cubicBezTo>
                <a:close/>
                <a:moveTo>
                  <a:pt x="451725" y="32880"/>
                </a:moveTo>
                <a:lnTo>
                  <a:pt x="451725" y="50009"/>
                </a:lnTo>
                <a:lnTo>
                  <a:pt x="437044" y="50009"/>
                </a:lnTo>
                <a:lnTo>
                  <a:pt x="437044" y="82683"/>
                </a:lnTo>
                <a:cubicBezTo>
                  <a:pt x="437044" y="89301"/>
                  <a:pt x="437184" y="93157"/>
                  <a:pt x="437464" y="94251"/>
                </a:cubicBezTo>
                <a:cubicBezTo>
                  <a:pt x="437745" y="95344"/>
                  <a:pt x="438382" y="96247"/>
                  <a:pt x="439376" y="96961"/>
                </a:cubicBezTo>
                <a:cubicBezTo>
                  <a:pt x="440370" y="97673"/>
                  <a:pt x="441581" y="98029"/>
                  <a:pt x="443008" y="98029"/>
                </a:cubicBezTo>
                <a:cubicBezTo>
                  <a:pt x="444996" y="98029"/>
                  <a:pt x="447876" y="97341"/>
                  <a:pt x="451649" y="95964"/>
                </a:cubicBezTo>
                <a:lnTo>
                  <a:pt x="453484" y="112696"/>
                </a:lnTo>
                <a:cubicBezTo>
                  <a:pt x="448488" y="114847"/>
                  <a:pt x="442829" y="115922"/>
                  <a:pt x="436508" y="115922"/>
                </a:cubicBezTo>
                <a:cubicBezTo>
                  <a:pt x="432634" y="115922"/>
                  <a:pt x="429142" y="115272"/>
                  <a:pt x="426033" y="113972"/>
                </a:cubicBezTo>
                <a:cubicBezTo>
                  <a:pt x="422923" y="112672"/>
                  <a:pt x="420642" y="110990"/>
                  <a:pt x="419189" y="108925"/>
                </a:cubicBezTo>
                <a:cubicBezTo>
                  <a:pt x="417736" y="106861"/>
                  <a:pt x="416729" y="104070"/>
                  <a:pt x="416168" y="100552"/>
                </a:cubicBezTo>
                <a:cubicBezTo>
                  <a:pt x="415710" y="98054"/>
                  <a:pt x="415480" y="93008"/>
                  <a:pt x="415480" y="85412"/>
                </a:cubicBezTo>
                <a:lnTo>
                  <a:pt x="415480" y="50009"/>
                </a:lnTo>
                <a:lnTo>
                  <a:pt x="405616" y="50009"/>
                </a:lnTo>
                <a:lnTo>
                  <a:pt x="405616" y="32880"/>
                </a:lnTo>
                <a:lnTo>
                  <a:pt x="415480" y="32880"/>
                </a:lnTo>
                <a:lnTo>
                  <a:pt x="415480" y="16670"/>
                </a:lnTo>
                <a:lnTo>
                  <a:pt x="437044" y="3976"/>
                </a:lnTo>
                <a:lnTo>
                  <a:pt x="437044" y="32880"/>
                </a:lnTo>
                <a:lnTo>
                  <a:pt x="451725" y="32880"/>
                </a:lnTo>
                <a:close/>
                <a:moveTo>
                  <a:pt x="466687" y="21869"/>
                </a:moveTo>
                <a:lnTo>
                  <a:pt x="466687" y="1988"/>
                </a:lnTo>
                <a:lnTo>
                  <a:pt x="488174" y="1988"/>
                </a:lnTo>
                <a:lnTo>
                  <a:pt x="488174" y="21869"/>
                </a:lnTo>
                <a:lnTo>
                  <a:pt x="466687" y="21869"/>
                </a:lnTo>
                <a:moveTo>
                  <a:pt x="466687" y="114087"/>
                </a:moveTo>
                <a:lnTo>
                  <a:pt x="466687" y="32880"/>
                </a:lnTo>
                <a:lnTo>
                  <a:pt x="488174" y="32880"/>
                </a:lnTo>
                <a:lnTo>
                  <a:pt x="488174" y="114087"/>
                </a:lnTo>
                <a:lnTo>
                  <a:pt x="466687" y="114087"/>
                </a:lnTo>
                <a:close/>
                <a:moveTo>
                  <a:pt x="505217" y="72336"/>
                </a:moveTo>
                <a:cubicBezTo>
                  <a:pt x="505217" y="65200"/>
                  <a:pt x="506976" y="58292"/>
                  <a:pt x="510493" y="51614"/>
                </a:cubicBezTo>
                <a:cubicBezTo>
                  <a:pt x="514011" y="44936"/>
                  <a:pt x="518994" y="39839"/>
                  <a:pt x="525443" y="36321"/>
                </a:cubicBezTo>
                <a:cubicBezTo>
                  <a:pt x="531891" y="32804"/>
                  <a:pt x="539092" y="31045"/>
                  <a:pt x="547044" y="31045"/>
                </a:cubicBezTo>
                <a:cubicBezTo>
                  <a:pt x="559330" y="31045"/>
                  <a:pt x="569398" y="35034"/>
                  <a:pt x="577248" y="43012"/>
                </a:cubicBezTo>
                <a:cubicBezTo>
                  <a:pt x="585098" y="50990"/>
                  <a:pt x="589024" y="61071"/>
                  <a:pt x="589024" y="73254"/>
                </a:cubicBezTo>
                <a:cubicBezTo>
                  <a:pt x="589024" y="85540"/>
                  <a:pt x="585060" y="95722"/>
                  <a:pt x="577133" y="103802"/>
                </a:cubicBezTo>
                <a:cubicBezTo>
                  <a:pt x="569206" y="111882"/>
                  <a:pt x="559228" y="115922"/>
                  <a:pt x="547197" y="115922"/>
                </a:cubicBezTo>
                <a:cubicBezTo>
                  <a:pt x="539754" y="115922"/>
                  <a:pt x="532656" y="114240"/>
                  <a:pt x="525901" y="110875"/>
                </a:cubicBezTo>
                <a:cubicBezTo>
                  <a:pt x="519147" y="107511"/>
                  <a:pt x="514011" y="102579"/>
                  <a:pt x="510493" y="96079"/>
                </a:cubicBezTo>
                <a:cubicBezTo>
                  <a:pt x="506976" y="89579"/>
                  <a:pt x="505217" y="81665"/>
                  <a:pt x="505217" y="72336"/>
                </a:cubicBezTo>
                <a:moveTo>
                  <a:pt x="527239" y="73483"/>
                </a:moveTo>
                <a:cubicBezTo>
                  <a:pt x="527239" y="81512"/>
                  <a:pt x="529151" y="87661"/>
                  <a:pt x="532974" y="91931"/>
                </a:cubicBezTo>
                <a:cubicBezTo>
                  <a:pt x="536798" y="96200"/>
                  <a:pt x="541513" y="98335"/>
                  <a:pt x="547121" y="98335"/>
                </a:cubicBezTo>
                <a:cubicBezTo>
                  <a:pt x="552728" y="98335"/>
                  <a:pt x="557431" y="96200"/>
                  <a:pt x="561228" y="91931"/>
                </a:cubicBezTo>
                <a:cubicBezTo>
                  <a:pt x="565026" y="87661"/>
                  <a:pt x="566925" y="81461"/>
                  <a:pt x="566925" y="73331"/>
                </a:cubicBezTo>
                <a:cubicBezTo>
                  <a:pt x="566925" y="65404"/>
                  <a:pt x="565026" y="59305"/>
                  <a:pt x="561228" y="55036"/>
                </a:cubicBezTo>
                <a:cubicBezTo>
                  <a:pt x="557431" y="50767"/>
                  <a:pt x="552728" y="48632"/>
                  <a:pt x="547121" y="48632"/>
                </a:cubicBezTo>
                <a:cubicBezTo>
                  <a:pt x="541513" y="48632"/>
                  <a:pt x="536798" y="50767"/>
                  <a:pt x="532974" y="55036"/>
                </a:cubicBezTo>
                <a:cubicBezTo>
                  <a:pt x="529151" y="59305"/>
                  <a:pt x="527239" y="65455"/>
                  <a:pt x="527239" y="73483"/>
                </a:cubicBezTo>
                <a:close/>
                <a:moveTo>
                  <a:pt x="679754" y="114087"/>
                </a:moveTo>
                <a:lnTo>
                  <a:pt x="658267" y="114087"/>
                </a:lnTo>
                <a:lnTo>
                  <a:pt x="658267" y="72690"/>
                </a:lnTo>
                <a:cubicBezTo>
                  <a:pt x="658267" y="63932"/>
                  <a:pt x="657808" y="58267"/>
                  <a:pt x="656890" y="55696"/>
                </a:cubicBezTo>
                <a:cubicBezTo>
                  <a:pt x="655973" y="53124"/>
                  <a:pt x="654482" y="51126"/>
                  <a:pt x="652417" y="49700"/>
                </a:cubicBezTo>
                <a:cubicBezTo>
                  <a:pt x="650353" y="48274"/>
                  <a:pt x="647867" y="47562"/>
                  <a:pt x="644962" y="47562"/>
                </a:cubicBezTo>
                <a:cubicBezTo>
                  <a:pt x="641240" y="47562"/>
                  <a:pt x="637901" y="48580"/>
                  <a:pt x="634945" y="50618"/>
                </a:cubicBezTo>
                <a:cubicBezTo>
                  <a:pt x="631988" y="52654"/>
                  <a:pt x="629962" y="55352"/>
                  <a:pt x="628866" y="58714"/>
                </a:cubicBezTo>
                <a:cubicBezTo>
                  <a:pt x="627770" y="62073"/>
                  <a:pt x="627222" y="68285"/>
                  <a:pt x="627222" y="77350"/>
                </a:cubicBezTo>
                <a:lnTo>
                  <a:pt x="627222" y="114087"/>
                </a:lnTo>
                <a:lnTo>
                  <a:pt x="605735" y="114087"/>
                </a:lnTo>
                <a:lnTo>
                  <a:pt x="605735" y="32880"/>
                </a:lnTo>
                <a:lnTo>
                  <a:pt x="625692" y="32880"/>
                </a:lnTo>
                <a:lnTo>
                  <a:pt x="625692" y="44809"/>
                </a:lnTo>
                <a:cubicBezTo>
                  <a:pt x="632778" y="35633"/>
                  <a:pt x="641699" y="31045"/>
                  <a:pt x="652455" y="31045"/>
                </a:cubicBezTo>
                <a:cubicBezTo>
                  <a:pt x="657196" y="31045"/>
                  <a:pt x="661529" y="31899"/>
                  <a:pt x="665455" y="33607"/>
                </a:cubicBezTo>
                <a:cubicBezTo>
                  <a:pt x="669380" y="35314"/>
                  <a:pt x="672349" y="37494"/>
                  <a:pt x="674363" y="40144"/>
                </a:cubicBezTo>
                <a:cubicBezTo>
                  <a:pt x="676376" y="42795"/>
                  <a:pt x="677778" y="45803"/>
                  <a:pt x="678568" y="49167"/>
                </a:cubicBezTo>
                <a:cubicBezTo>
                  <a:pt x="679359" y="52532"/>
                  <a:pt x="679754" y="57349"/>
                  <a:pt x="679754" y="63619"/>
                </a:cubicBezTo>
                <a:lnTo>
                  <a:pt x="679754" y="1140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00EA45-F2D2-4D1F-9E6F-22EC5311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486" y="616456"/>
            <a:ext cx="789603" cy="297212"/>
          </a:xfrm>
          <a:custGeom xmlns:a="http://schemas.openxmlformats.org/drawingml/2006/main">
            <a:pathLst>
              <a:path w="789603" h="297212">
                <a:moveTo>
                  <a:pt x="331" y="48738"/>
                </a:moveTo>
                <a:cubicBezTo>
                  <a:pt x="0" y="22133"/>
                  <a:pt x="22133" y="0"/>
                  <a:pt x="50443" y="713"/>
                </a:cubicBezTo>
                <a:lnTo>
                  <a:pt x="739490" y="713"/>
                </a:lnTo>
                <a:cubicBezTo>
                  <a:pt x="767035" y="0"/>
                  <a:pt x="789168" y="22133"/>
                  <a:pt x="789603" y="48738"/>
                </a:cubicBezTo>
                <a:lnTo>
                  <a:pt x="789603" y="247100"/>
                </a:lnTo>
                <a:cubicBezTo>
                  <a:pt x="789168" y="274540"/>
                  <a:pt x="767035" y="296673"/>
                  <a:pt x="739490" y="297212"/>
                </a:cubicBezTo>
                <a:lnTo>
                  <a:pt x="50443" y="297212"/>
                </a:lnTo>
                <a:cubicBezTo>
                  <a:pt x="22133" y="296673"/>
                  <a:pt x="0" y="274540"/>
                  <a:pt x="331" y="247100"/>
                </a:cubicBezTo>
                <a:lnTo>
                  <a:pt x="331" y="48738"/>
                </a:lnTo>
              </a:path>
            </a:pathLst>
          </a:custGeom>
          <a:solidFill xmlns:a="http://schemas.openxmlformats.org/drawingml/2006/main">
            <a:srgbClr val="54823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Variation">
            <a:extLst xmlns:a="http://schemas.openxmlformats.org/drawingml/2006/main">
              <a:ext uri="{FF2B5EF4-FFF2-40B4-BE49-F238E27FC236}">
                <a16:creationId xmlns:a16="http://schemas.microsoft.com/office/drawing/2014/main" id="{665C8185-5CA0-4980-AC3C-2438A476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256" y="707626"/>
            <a:ext cx="659389" cy="113934"/>
          </a:xfrm>
          <a:custGeom xmlns:a="http://schemas.openxmlformats.org/drawingml/2006/main">
            <a:pathLst>
              <a:path w="659389" h="113934">
                <a:moveTo>
                  <a:pt x="40068" y="112099"/>
                </a:moveTo>
                <a:lnTo>
                  <a:pt x="0" y="0"/>
                </a:lnTo>
                <a:lnTo>
                  <a:pt x="24545" y="0"/>
                </a:lnTo>
                <a:lnTo>
                  <a:pt x="52914" y="82889"/>
                </a:lnTo>
                <a:lnTo>
                  <a:pt x="80365" y="0"/>
                </a:lnTo>
                <a:lnTo>
                  <a:pt x="104376" y="0"/>
                </a:lnTo>
                <a:lnTo>
                  <a:pt x="64231" y="112099"/>
                </a:lnTo>
                <a:lnTo>
                  <a:pt x="40068" y="112099"/>
                </a:lnTo>
                <a:close/>
                <a:moveTo>
                  <a:pt x="131776" y="55973"/>
                </a:moveTo>
                <a:lnTo>
                  <a:pt x="112278" y="52455"/>
                </a:lnTo>
                <a:cubicBezTo>
                  <a:pt x="114470" y="44501"/>
                  <a:pt x="118242" y="38614"/>
                  <a:pt x="123594" y="34792"/>
                </a:cubicBezTo>
                <a:cubicBezTo>
                  <a:pt x="128947" y="30969"/>
                  <a:pt x="136900" y="29057"/>
                  <a:pt x="147452" y="29057"/>
                </a:cubicBezTo>
                <a:cubicBezTo>
                  <a:pt x="157035" y="29057"/>
                  <a:pt x="164172" y="30191"/>
                  <a:pt x="168862" y="32460"/>
                </a:cubicBezTo>
                <a:cubicBezTo>
                  <a:pt x="173552" y="34728"/>
                  <a:pt x="176853" y="37608"/>
                  <a:pt x="178764" y="41100"/>
                </a:cubicBezTo>
                <a:cubicBezTo>
                  <a:pt x="180676" y="44592"/>
                  <a:pt x="181632" y="51003"/>
                  <a:pt x="181632" y="60331"/>
                </a:cubicBezTo>
                <a:lnTo>
                  <a:pt x="181402" y="85412"/>
                </a:lnTo>
                <a:cubicBezTo>
                  <a:pt x="181402" y="92549"/>
                  <a:pt x="181747" y="97812"/>
                  <a:pt x="182435" y="101202"/>
                </a:cubicBezTo>
                <a:cubicBezTo>
                  <a:pt x="183123" y="104592"/>
                  <a:pt x="184410" y="108224"/>
                  <a:pt x="186296" y="112099"/>
                </a:cubicBezTo>
                <a:lnTo>
                  <a:pt x="165039" y="112099"/>
                </a:lnTo>
                <a:cubicBezTo>
                  <a:pt x="164478" y="110671"/>
                  <a:pt x="163790" y="108556"/>
                  <a:pt x="162974" y="105752"/>
                </a:cubicBezTo>
                <a:cubicBezTo>
                  <a:pt x="162617" y="104478"/>
                  <a:pt x="162363" y="103636"/>
                  <a:pt x="162210" y="103229"/>
                </a:cubicBezTo>
                <a:cubicBezTo>
                  <a:pt x="158539" y="106797"/>
                  <a:pt x="154614" y="109473"/>
                  <a:pt x="150434" y="111257"/>
                </a:cubicBezTo>
                <a:cubicBezTo>
                  <a:pt x="146254" y="113042"/>
                  <a:pt x="141793" y="113934"/>
                  <a:pt x="137052" y="113934"/>
                </a:cubicBezTo>
                <a:cubicBezTo>
                  <a:pt x="128692" y="113934"/>
                  <a:pt x="122103" y="111675"/>
                  <a:pt x="117286" y="107157"/>
                </a:cubicBezTo>
                <a:cubicBezTo>
                  <a:pt x="112469" y="102639"/>
                  <a:pt x="110060" y="96928"/>
                  <a:pt x="110060" y="90024"/>
                </a:cubicBezTo>
                <a:cubicBezTo>
                  <a:pt x="110060" y="85455"/>
                  <a:pt x="111156" y="81382"/>
                  <a:pt x="113348" y="77804"/>
                </a:cubicBezTo>
                <a:cubicBezTo>
                  <a:pt x="115540" y="74224"/>
                  <a:pt x="118611" y="71483"/>
                  <a:pt x="122562" y="69579"/>
                </a:cubicBezTo>
                <a:cubicBezTo>
                  <a:pt x="126513" y="67675"/>
                  <a:pt x="132210" y="66013"/>
                  <a:pt x="139652" y="64592"/>
                </a:cubicBezTo>
                <a:cubicBezTo>
                  <a:pt x="149695" y="62714"/>
                  <a:pt x="156653" y="60962"/>
                  <a:pt x="160527" y="59337"/>
                </a:cubicBezTo>
                <a:lnTo>
                  <a:pt x="160527" y="57172"/>
                </a:lnTo>
                <a:cubicBezTo>
                  <a:pt x="160527" y="52997"/>
                  <a:pt x="159508" y="50020"/>
                  <a:pt x="157469" y="48243"/>
                </a:cubicBezTo>
                <a:cubicBezTo>
                  <a:pt x="155430" y="46463"/>
                  <a:pt x="151581" y="45574"/>
                  <a:pt x="145922" y="45574"/>
                </a:cubicBezTo>
                <a:cubicBezTo>
                  <a:pt x="142099" y="45574"/>
                  <a:pt x="139117" y="46343"/>
                  <a:pt x="136976" y="47882"/>
                </a:cubicBezTo>
                <a:cubicBezTo>
                  <a:pt x="134835" y="49419"/>
                  <a:pt x="133102" y="52116"/>
                  <a:pt x="131776" y="55973"/>
                </a:cubicBezTo>
                <a:moveTo>
                  <a:pt x="160527" y="73407"/>
                </a:moveTo>
                <a:cubicBezTo>
                  <a:pt x="157775" y="74313"/>
                  <a:pt x="153416" y="75397"/>
                  <a:pt x="147452" y="76657"/>
                </a:cubicBezTo>
                <a:cubicBezTo>
                  <a:pt x="141487" y="77915"/>
                  <a:pt x="137588" y="79149"/>
                  <a:pt x="135753" y="80358"/>
                </a:cubicBezTo>
                <a:cubicBezTo>
                  <a:pt x="132949" y="82322"/>
                  <a:pt x="131547" y="84815"/>
                  <a:pt x="131547" y="87837"/>
                </a:cubicBezTo>
                <a:cubicBezTo>
                  <a:pt x="131547" y="90810"/>
                  <a:pt x="132668" y="93380"/>
                  <a:pt x="134911" y="95546"/>
                </a:cubicBezTo>
                <a:cubicBezTo>
                  <a:pt x="137154" y="97711"/>
                  <a:pt x="140009" y="98794"/>
                  <a:pt x="143476" y="98794"/>
                </a:cubicBezTo>
                <a:cubicBezTo>
                  <a:pt x="147350" y="98794"/>
                  <a:pt x="151046" y="97534"/>
                  <a:pt x="154563" y="95016"/>
                </a:cubicBezTo>
                <a:cubicBezTo>
                  <a:pt x="157163" y="93102"/>
                  <a:pt x="158871" y="90760"/>
                  <a:pt x="159686" y="87988"/>
                </a:cubicBezTo>
                <a:cubicBezTo>
                  <a:pt x="160247" y="86175"/>
                  <a:pt x="160527" y="82725"/>
                  <a:pt x="160527" y="77639"/>
                </a:cubicBezTo>
                <a:lnTo>
                  <a:pt x="160527" y="73407"/>
                </a:lnTo>
                <a:close/>
                <a:moveTo>
                  <a:pt x="223289" y="112099"/>
                </a:moveTo>
                <a:lnTo>
                  <a:pt x="201802" y="112099"/>
                </a:lnTo>
                <a:lnTo>
                  <a:pt x="201802" y="30892"/>
                </a:lnTo>
                <a:lnTo>
                  <a:pt x="221760" y="30892"/>
                </a:lnTo>
                <a:lnTo>
                  <a:pt x="221760" y="42438"/>
                </a:lnTo>
                <a:cubicBezTo>
                  <a:pt x="225175" y="36984"/>
                  <a:pt x="228246" y="33390"/>
                  <a:pt x="230974" y="31657"/>
                </a:cubicBezTo>
                <a:cubicBezTo>
                  <a:pt x="233701" y="29924"/>
                  <a:pt x="236798" y="29057"/>
                  <a:pt x="240264" y="29057"/>
                </a:cubicBezTo>
                <a:cubicBezTo>
                  <a:pt x="245158" y="29057"/>
                  <a:pt x="249873" y="30408"/>
                  <a:pt x="254410" y="33110"/>
                </a:cubicBezTo>
                <a:lnTo>
                  <a:pt x="247758" y="51844"/>
                </a:lnTo>
                <a:cubicBezTo>
                  <a:pt x="244139" y="49499"/>
                  <a:pt x="240774" y="48326"/>
                  <a:pt x="237664" y="48326"/>
                </a:cubicBezTo>
                <a:cubicBezTo>
                  <a:pt x="234657" y="48326"/>
                  <a:pt x="232108" y="49155"/>
                  <a:pt x="230018" y="50811"/>
                </a:cubicBezTo>
                <a:cubicBezTo>
                  <a:pt x="227928" y="52468"/>
                  <a:pt x="226284" y="55463"/>
                  <a:pt x="225086" y="59796"/>
                </a:cubicBezTo>
                <a:cubicBezTo>
                  <a:pt x="223888" y="64129"/>
                  <a:pt x="223289" y="73203"/>
                  <a:pt x="223289" y="87018"/>
                </a:cubicBezTo>
                <a:lnTo>
                  <a:pt x="223289" y="112099"/>
                </a:lnTo>
                <a:close/>
                <a:moveTo>
                  <a:pt x="263620" y="19881"/>
                </a:moveTo>
                <a:lnTo>
                  <a:pt x="263620" y="0"/>
                </a:lnTo>
                <a:lnTo>
                  <a:pt x="285107" y="0"/>
                </a:lnTo>
                <a:lnTo>
                  <a:pt x="285107" y="19881"/>
                </a:lnTo>
                <a:lnTo>
                  <a:pt x="263620" y="19881"/>
                </a:lnTo>
                <a:moveTo>
                  <a:pt x="263620" y="112099"/>
                </a:moveTo>
                <a:lnTo>
                  <a:pt x="263620" y="30892"/>
                </a:lnTo>
                <a:lnTo>
                  <a:pt x="285107" y="30892"/>
                </a:lnTo>
                <a:lnTo>
                  <a:pt x="285107" y="112099"/>
                </a:lnTo>
                <a:lnTo>
                  <a:pt x="263620" y="112099"/>
                </a:lnTo>
                <a:close/>
                <a:moveTo>
                  <a:pt x="323178" y="55973"/>
                </a:moveTo>
                <a:lnTo>
                  <a:pt x="303680" y="52455"/>
                </a:lnTo>
                <a:cubicBezTo>
                  <a:pt x="305872" y="44501"/>
                  <a:pt x="309644" y="38614"/>
                  <a:pt x="314996" y="34792"/>
                </a:cubicBezTo>
                <a:cubicBezTo>
                  <a:pt x="320349" y="30969"/>
                  <a:pt x="328301" y="29057"/>
                  <a:pt x="338854" y="29057"/>
                </a:cubicBezTo>
                <a:cubicBezTo>
                  <a:pt x="348437" y="29057"/>
                  <a:pt x="355574" y="30191"/>
                  <a:pt x="360264" y="32460"/>
                </a:cubicBezTo>
                <a:cubicBezTo>
                  <a:pt x="364954" y="34728"/>
                  <a:pt x="368255" y="37608"/>
                  <a:pt x="370166" y="41100"/>
                </a:cubicBezTo>
                <a:cubicBezTo>
                  <a:pt x="372078" y="44592"/>
                  <a:pt x="373034" y="51003"/>
                  <a:pt x="373034" y="60331"/>
                </a:cubicBezTo>
                <a:lnTo>
                  <a:pt x="372804" y="85412"/>
                </a:lnTo>
                <a:cubicBezTo>
                  <a:pt x="372804" y="92549"/>
                  <a:pt x="373149" y="97812"/>
                  <a:pt x="373837" y="101202"/>
                </a:cubicBezTo>
                <a:cubicBezTo>
                  <a:pt x="374525" y="104592"/>
                  <a:pt x="375812" y="108224"/>
                  <a:pt x="377698" y="112099"/>
                </a:cubicBezTo>
                <a:lnTo>
                  <a:pt x="356441" y="112099"/>
                </a:lnTo>
                <a:cubicBezTo>
                  <a:pt x="355880" y="110671"/>
                  <a:pt x="355192" y="108556"/>
                  <a:pt x="354376" y="105752"/>
                </a:cubicBezTo>
                <a:cubicBezTo>
                  <a:pt x="354019" y="104478"/>
                  <a:pt x="353764" y="103636"/>
                  <a:pt x="353612" y="103229"/>
                </a:cubicBezTo>
                <a:cubicBezTo>
                  <a:pt x="349941" y="106797"/>
                  <a:pt x="346016" y="109473"/>
                  <a:pt x="341836" y="111257"/>
                </a:cubicBezTo>
                <a:cubicBezTo>
                  <a:pt x="337656" y="113042"/>
                  <a:pt x="333195" y="113934"/>
                  <a:pt x="328454" y="113934"/>
                </a:cubicBezTo>
                <a:cubicBezTo>
                  <a:pt x="320094" y="113934"/>
                  <a:pt x="313505" y="111675"/>
                  <a:pt x="308688" y="107157"/>
                </a:cubicBezTo>
                <a:cubicBezTo>
                  <a:pt x="303871" y="102639"/>
                  <a:pt x="301462" y="96928"/>
                  <a:pt x="301462" y="90024"/>
                </a:cubicBezTo>
                <a:cubicBezTo>
                  <a:pt x="301462" y="85455"/>
                  <a:pt x="302558" y="81382"/>
                  <a:pt x="304750" y="77804"/>
                </a:cubicBezTo>
                <a:cubicBezTo>
                  <a:pt x="306942" y="74224"/>
                  <a:pt x="310013" y="71483"/>
                  <a:pt x="313964" y="69579"/>
                </a:cubicBezTo>
                <a:cubicBezTo>
                  <a:pt x="317915" y="67675"/>
                  <a:pt x="323612" y="66013"/>
                  <a:pt x="331054" y="64592"/>
                </a:cubicBezTo>
                <a:cubicBezTo>
                  <a:pt x="341097" y="62714"/>
                  <a:pt x="348055" y="60962"/>
                  <a:pt x="351929" y="59337"/>
                </a:cubicBezTo>
                <a:lnTo>
                  <a:pt x="351929" y="57172"/>
                </a:lnTo>
                <a:cubicBezTo>
                  <a:pt x="351929" y="52997"/>
                  <a:pt x="350910" y="50020"/>
                  <a:pt x="348871" y="48243"/>
                </a:cubicBezTo>
                <a:cubicBezTo>
                  <a:pt x="346832" y="46463"/>
                  <a:pt x="342983" y="45574"/>
                  <a:pt x="337324" y="45574"/>
                </a:cubicBezTo>
                <a:cubicBezTo>
                  <a:pt x="333501" y="45574"/>
                  <a:pt x="330519" y="46343"/>
                  <a:pt x="328378" y="47882"/>
                </a:cubicBezTo>
                <a:cubicBezTo>
                  <a:pt x="326237" y="49419"/>
                  <a:pt x="324504" y="52116"/>
                  <a:pt x="323178" y="55973"/>
                </a:cubicBezTo>
                <a:moveTo>
                  <a:pt x="351929" y="73407"/>
                </a:moveTo>
                <a:cubicBezTo>
                  <a:pt x="349177" y="74313"/>
                  <a:pt x="344818" y="75397"/>
                  <a:pt x="338854" y="76657"/>
                </a:cubicBezTo>
                <a:cubicBezTo>
                  <a:pt x="332889" y="77915"/>
                  <a:pt x="328990" y="79149"/>
                  <a:pt x="327154" y="80358"/>
                </a:cubicBezTo>
                <a:cubicBezTo>
                  <a:pt x="324351" y="82322"/>
                  <a:pt x="322949" y="84815"/>
                  <a:pt x="322949" y="87837"/>
                </a:cubicBezTo>
                <a:cubicBezTo>
                  <a:pt x="322949" y="90810"/>
                  <a:pt x="324070" y="93380"/>
                  <a:pt x="326313" y="95546"/>
                </a:cubicBezTo>
                <a:cubicBezTo>
                  <a:pt x="328556" y="97711"/>
                  <a:pt x="331411" y="98794"/>
                  <a:pt x="334877" y="98794"/>
                </a:cubicBezTo>
                <a:cubicBezTo>
                  <a:pt x="338752" y="98794"/>
                  <a:pt x="342448" y="97534"/>
                  <a:pt x="345965" y="95016"/>
                </a:cubicBezTo>
                <a:cubicBezTo>
                  <a:pt x="348565" y="93102"/>
                  <a:pt x="350273" y="90760"/>
                  <a:pt x="351088" y="87988"/>
                </a:cubicBezTo>
                <a:cubicBezTo>
                  <a:pt x="351649" y="86175"/>
                  <a:pt x="351929" y="82725"/>
                  <a:pt x="351929" y="77639"/>
                </a:cubicBezTo>
                <a:lnTo>
                  <a:pt x="351929" y="73407"/>
                </a:lnTo>
                <a:close/>
                <a:moveTo>
                  <a:pt x="431360" y="30892"/>
                </a:moveTo>
                <a:lnTo>
                  <a:pt x="431360" y="48020"/>
                </a:lnTo>
                <a:lnTo>
                  <a:pt x="416679" y="48020"/>
                </a:lnTo>
                <a:lnTo>
                  <a:pt x="416679" y="80695"/>
                </a:lnTo>
                <a:cubicBezTo>
                  <a:pt x="416679" y="87313"/>
                  <a:pt x="416819" y="91169"/>
                  <a:pt x="417099" y="92263"/>
                </a:cubicBezTo>
                <a:cubicBezTo>
                  <a:pt x="417380" y="93356"/>
                  <a:pt x="418017" y="94259"/>
                  <a:pt x="419011" y="94973"/>
                </a:cubicBezTo>
                <a:cubicBezTo>
                  <a:pt x="420005" y="95685"/>
                  <a:pt x="421216" y="96041"/>
                  <a:pt x="422643" y="96041"/>
                </a:cubicBezTo>
                <a:cubicBezTo>
                  <a:pt x="424631" y="96041"/>
                  <a:pt x="427511" y="95353"/>
                  <a:pt x="431284" y="93976"/>
                </a:cubicBezTo>
                <a:lnTo>
                  <a:pt x="433119" y="110708"/>
                </a:lnTo>
                <a:cubicBezTo>
                  <a:pt x="428123" y="112858"/>
                  <a:pt x="422465" y="113934"/>
                  <a:pt x="416143" y="113934"/>
                </a:cubicBezTo>
                <a:cubicBezTo>
                  <a:pt x="412269" y="113934"/>
                  <a:pt x="408777" y="113284"/>
                  <a:pt x="405668" y="111984"/>
                </a:cubicBezTo>
                <a:cubicBezTo>
                  <a:pt x="402558" y="110684"/>
                  <a:pt x="400277" y="109002"/>
                  <a:pt x="398824" y="106937"/>
                </a:cubicBezTo>
                <a:cubicBezTo>
                  <a:pt x="397371" y="104873"/>
                  <a:pt x="396364" y="102082"/>
                  <a:pt x="395804" y="98564"/>
                </a:cubicBezTo>
                <a:cubicBezTo>
                  <a:pt x="395345" y="96066"/>
                  <a:pt x="395115" y="91020"/>
                  <a:pt x="395115" y="83424"/>
                </a:cubicBezTo>
                <a:lnTo>
                  <a:pt x="395115" y="48020"/>
                </a:lnTo>
                <a:lnTo>
                  <a:pt x="385251" y="48020"/>
                </a:lnTo>
                <a:lnTo>
                  <a:pt x="385251" y="30892"/>
                </a:lnTo>
                <a:lnTo>
                  <a:pt x="395115" y="30892"/>
                </a:lnTo>
                <a:lnTo>
                  <a:pt x="395115" y="14681"/>
                </a:lnTo>
                <a:lnTo>
                  <a:pt x="416679" y="1988"/>
                </a:lnTo>
                <a:lnTo>
                  <a:pt x="416679" y="30892"/>
                </a:lnTo>
                <a:lnTo>
                  <a:pt x="431360" y="30892"/>
                </a:lnTo>
                <a:close/>
                <a:moveTo>
                  <a:pt x="446322" y="19881"/>
                </a:moveTo>
                <a:lnTo>
                  <a:pt x="446322" y="0"/>
                </a:lnTo>
                <a:lnTo>
                  <a:pt x="467808" y="0"/>
                </a:lnTo>
                <a:lnTo>
                  <a:pt x="467808" y="19881"/>
                </a:lnTo>
                <a:lnTo>
                  <a:pt x="446322" y="19881"/>
                </a:lnTo>
                <a:moveTo>
                  <a:pt x="446322" y="112099"/>
                </a:moveTo>
                <a:lnTo>
                  <a:pt x="446322" y="30892"/>
                </a:lnTo>
                <a:lnTo>
                  <a:pt x="467808" y="30892"/>
                </a:lnTo>
                <a:lnTo>
                  <a:pt x="467808" y="112099"/>
                </a:lnTo>
                <a:lnTo>
                  <a:pt x="446322" y="112099"/>
                </a:lnTo>
                <a:close/>
                <a:moveTo>
                  <a:pt x="484852" y="70348"/>
                </a:moveTo>
                <a:cubicBezTo>
                  <a:pt x="484852" y="63212"/>
                  <a:pt x="486611" y="56304"/>
                  <a:pt x="490128" y="49626"/>
                </a:cubicBezTo>
                <a:cubicBezTo>
                  <a:pt x="493646" y="42948"/>
                  <a:pt x="498629" y="37850"/>
                  <a:pt x="505077" y="34333"/>
                </a:cubicBezTo>
                <a:cubicBezTo>
                  <a:pt x="511526" y="30816"/>
                  <a:pt x="518726" y="29057"/>
                  <a:pt x="526679" y="29057"/>
                </a:cubicBezTo>
                <a:cubicBezTo>
                  <a:pt x="538964" y="29057"/>
                  <a:pt x="549032" y="33046"/>
                  <a:pt x="556883" y="41024"/>
                </a:cubicBezTo>
                <a:cubicBezTo>
                  <a:pt x="564733" y="49002"/>
                  <a:pt x="568658" y="59082"/>
                  <a:pt x="568658" y="71266"/>
                </a:cubicBezTo>
                <a:cubicBezTo>
                  <a:pt x="568658" y="83551"/>
                  <a:pt x="564695" y="93734"/>
                  <a:pt x="556768" y="101814"/>
                </a:cubicBezTo>
                <a:cubicBezTo>
                  <a:pt x="548841" y="109894"/>
                  <a:pt x="538862" y="113934"/>
                  <a:pt x="526832" y="113934"/>
                </a:cubicBezTo>
                <a:cubicBezTo>
                  <a:pt x="519389" y="113934"/>
                  <a:pt x="512291" y="112252"/>
                  <a:pt x="505536" y="108887"/>
                </a:cubicBezTo>
                <a:cubicBezTo>
                  <a:pt x="498782" y="105523"/>
                  <a:pt x="493646" y="100591"/>
                  <a:pt x="490128" y="94091"/>
                </a:cubicBezTo>
                <a:cubicBezTo>
                  <a:pt x="486611" y="87591"/>
                  <a:pt x="484852" y="79677"/>
                  <a:pt x="484852" y="70348"/>
                </a:cubicBezTo>
                <a:moveTo>
                  <a:pt x="506874" y="71495"/>
                </a:moveTo>
                <a:cubicBezTo>
                  <a:pt x="506874" y="79524"/>
                  <a:pt x="508786" y="85673"/>
                  <a:pt x="512609" y="89943"/>
                </a:cubicBezTo>
                <a:cubicBezTo>
                  <a:pt x="516432" y="94212"/>
                  <a:pt x="521148" y="96347"/>
                  <a:pt x="526755" y="96347"/>
                </a:cubicBezTo>
                <a:cubicBezTo>
                  <a:pt x="532363" y="96347"/>
                  <a:pt x="537065" y="94212"/>
                  <a:pt x="540863" y="89943"/>
                </a:cubicBezTo>
                <a:cubicBezTo>
                  <a:pt x="544661" y="85673"/>
                  <a:pt x="546560" y="79473"/>
                  <a:pt x="546560" y="71342"/>
                </a:cubicBezTo>
                <a:cubicBezTo>
                  <a:pt x="546560" y="63415"/>
                  <a:pt x="544661" y="57317"/>
                  <a:pt x="540863" y="53048"/>
                </a:cubicBezTo>
                <a:cubicBezTo>
                  <a:pt x="537065" y="48779"/>
                  <a:pt x="532363" y="46644"/>
                  <a:pt x="526755" y="46644"/>
                </a:cubicBezTo>
                <a:cubicBezTo>
                  <a:pt x="521148" y="46644"/>
                  <a:pt x="516432" y="48779"/>
                  <a:pt x="512609" y="53048"/>
                </a:cubicBezTo>
                <a:cubicBezTo>
                  <a:pt x="508786" y="57317"/>
                  <a:pt x="506874" y="63466"/>
                  <a:pt x="506874" y="71495"/>
                </a:cubicBezTo>
                <a:close/>
                <a:moveTo>
                  <a:pt x="659389" y="112099"/>
                </a:moveTo>
                <a:lnTo>
                  <a:pt x="637902" y="112099"/>
                </a:lnTo>
                <a:lnTo>
                  <a:pt x="637902" y="70702"/>
                </a:lnTo>
                <a:cubicBezTo>
                  <a:pt x="637902" y="61944"/>
                  <a:pt x="637443" y="56279"/>
                  <a:pt x="636526" y="53708"/>
                </a:cubicBezTo>
                <a:cubicBezTo>
                  <a:pt x="635608" y="51136"/>
                  <a:pt x="634117" y="49138"/>
                  <a:pt x="632052" y="47712"/>
                </a:cubicBezTo>
                <a:cubicBezTo>
                  <a:pt x="629988" y="46286"/>
                  <a:pt x="627503" y="45574"/>
                  <a:pt x="624597" y="45574"/>
                </a:cubicBezTo>
                <a:cubicBezTo>
                  <a:pt x="620876" y="45574"/>
                  <a:pt x="617537" y="46592"/>
                  <a:pt x="614580" y="48630"/>
                </a:cubicBezTo>
                <a:cubicBezTo>
                  <a:pt x="611623" y="50666"/>
                  <a:pt x="609597" y="53364"/>
                  <a:pt x="608501" y="56726"/>
                </a:cubicBezTo>
                <a:cubicBezTo>
                  <a:pt x="607405" y="60085"/>
                  <a:pt x="606857" y="66297"/>
                  <a:pt x="606857" y="75362"/>
                </a:cubicBezTo>
                <a:lnTo>
                  <a:pt x="606857" y="112099"/>
                </a:lnTo>
                <a:lnTo>
                  <a:pt x="585370" y="112099"/>
                </a:lnTo>
                <a:lnTo>
                  <a:pt x="585370" y="30892"/>
                </a:lnTo>
                <a:lnTo>
                  <a:pt x="605328" y="30892"/>
                </a:lnTo>
                <a:lnTo>
                  <a:pt x="605328" y="42821"/>
                </a:lnTo>
                <a:cubicBezTo>
                  <a:pt x="612413" y="33645"/>
                  <a:pt x="621334" y="29057"/>
                  <a:pt x="632091" y="29057"/>
                </a:cubicBezTo>
                <a:cubicBezTo>
                  <a:pt x="636831" y="29057"/>
                  <a:pt x="641164" y="29911"/>
                  <a:pt x="645090" y="31619"/>
                </a:cubicBezTo>
                <a:cubicBezTo>
                  <a:pt x="649015" y="33326"/>
                  <a:pt x="651984" y="35506"/>
                  <a:pt x="653998" y="38156"/>
                </a:cubicBezTo>
                <a:cubicBezTo>
                  <a:pt x="656012" y="40807"/>
                  <a:pt x="657413" y="43815"/>
                  <a:pt x="658204" y="47179"/>
                </a:cubicBezTo>
                <a:cubicBezTo>
                  <a:pt x="658994" y="50544"/>
                  <a:pt x="659389" y="55361"/>
                  <a:pt x="659389" y="61631"/>
                </a:cubicBezTo>
                <a:lnTo>
                  <a:pt x="659389" y="11209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4CA3B2-817C-41F9-9358-806143A3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514" y="949164"/>
            <a:ext cx="829762" cy="562287"/>
          </a:xfrm>
          <a:custGeom xmlns:a="http://schemas.openxmlformats.org/drawingml/2006/main">
            <a:pathLst>
              <a:path w="829762" h="562287">
                <a:moveTo>
                  <a:pt x="609" y="93961"/>
                </a:moveTo>
                <a:cubicBezTo>
                  <a:pt x="0" y="42804"/>
                  <a:pt x="41900" y="905"/>
                  <a:pt x="94570" y="0"/>
                </a:cubicBezTo>
                <a:lnTo>
                  <a:pt x="735592" y="0"/>
                </a:lnTo>
                <a:cubicBezTo>
                  <a:pt x="787863" y="905"/>
                  <a:pt x="829762" y="42804"/>
                  <a:pt x="829553" y="93961"/>
                </a:cubicBezTo>
                <a:lnTo>
                  <a:pt x="829553" y="467717"/>
                </a:lnTo>
                <a:cubicBezTo>
                  <a:pt x="829762" y="520387"/>
                  <a:pt x="787863" y="562287"/>
                  <a:pt x="735592" y="561678"/>
                </a:cubicBezTo>
                <a:lnTo>
                  <a:pt x="94570" y="561678"/>
                </a:lnTo>
                <a:cubicBezTo>
                  <a:pt x="41900" y="562287"/>
                  <a:pt x="0" y="520387"/>
                  <a:pt x="609" y="467717"/>
                </a:cubicBezTo>
                <a:lnTo>
                  <a:pt x="609" y="9396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6C696D-EDC2-476E-A5E5-95BD74F6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814" y="941369"/>
            <a:ext cx="847162" cy="578782"/>
          </a:xfrm>
          <a:custGeom xmlns:a="http://schemas.openxmlformats.org/drawingml/2006/main">
            <a:pathLst>
              <a:path w="847162" h="578782">
                <a:moveTo>
                  <a:pt x="3219" y="502065"/>
                </a:moveTo>
                <a:lnTo>
                  <a:pt x="4611" y="506919"/>
                </a:lnTo>
                <a:lnTo>
                  <a:pt x="6212" y="511670"/>
                </a:lnTo>
                <a:lnTo>
                  <a:pt x="8039" y="516315"/>
                </a:lnTo>
                <a:lnTo>
                  <a:pt x="10092" y="520857"/>
                </a:lnTo>
                <a:lnTo>
                  <a:pt x="12406" y="525363"/>
                </a:lnTo>
                <a:lnTo>
                  <a:pt x="17470" y="533698"/>
                </a:lnTo>
                <a:lnTo>
                  <a:pt x="23351" y="541563"/>
                </a:lnTo>
                <a:lnTo>
                  <a:pt x="29946" y="548836"/>
                </a:lnTo>
                <a:lnTo>
                  <a:pt x="37219" y="555431"/>
                </a:lnTo>
                <a:lnTo>
                  <a:pt x="45084" y="561312"/>
                </a:lnTo>
                <a:lnTo>
                  <a:pt x="53419" y="566376"/>
                </a:lnTo>
                <a:lnTo>
                  <a:pt x="57925" y="568690"/>
                </a:lnTo>
                <a:lnTo>
                  <a:pt x="62467" y="570743"/>
                </a:lnTo>
                <a:lnTo>
                  <a:pt x="67112" y="572570"/>
                </a:lnTo>
                <a:lnTo>
                  <a:pt x="71863" y="574171"/>
                </a:lnTo>
                <a:lnTo>
                  <a:pt x="76717" y="575563"/>
                </a:lnTo>
                <a:lnTo>
                  <a:pt x="81676" y="576694"/>
                </a:lnTo>
                <a:lnTo>
                  <a:pt x="86705" y="577599"/>
                </a:lnTo>
                <a:lnTo>
                  <a:pt x="91821" y="578243"/>
                </a:lnTo>
                <a:lnTo>
                  <a:pt x="97023" y="578643"/>
                </a:lnTo>
                <a:lnTo>
                  <a:pt x="102156" y="578782"/>
                </a:lnTo>
                <a:lnTo>
                  <a:pt x="745006" y="578782"/>
                </a:lnTo>
                <a:lnTo>
                  <a:pt x="750156" y="578643"/>
                </a:lnTo>
                <a:lnTo>
                  <a:pt x="755342" y="578243"/>
                </a:lnTo>
                <a:lnTo>
                  <a:pt x="760457" y="577599"/>
                </a:lnTo>
                <a:lnTo>
                  <a:pt x="765503" y="576694"/>
                </a:lnTo>
                <a:lnTo>
                  <a:pt x="770445" y="575563"/>
                </a:lnTo>
                <a:lnTo>
                  <a:pt x="775300" y="574171"/>
                </a:lnTo>
                <a:lnTo>
                  <a:pt x="780067" y="572570"/>
                </a:lnTo>
                <a:lnTo>
                  <a:pt x="784713" y="570743"/>
                </a:lnTo>
                <a:lnTo>
                  <a:pt x="789237" y="568690"/>
                </a:lnTo>
                <a:lnTo>
                  <a:pt x="793744" y="566376"/>
                </a:lnTo>
                <a:lnTo>
                  <a:pt x="802078" y="561312"/>
                </a:lnTo>
                <a:lnTo>
                  <a:pt x="809961" y="555431"/>
                </a:lnTo>
                <a:lnTo>
                  <a:pt x="817217" y="548836"/>
                </a:lnTo>
                <a:lnTo>
                  <a:pt x="823811" y="541563"/>
                </a:lnTo>
                <a:lnTo>
                  <a:pt x="829693" y="533698"/>
                </a:lnTo>
                <a:lnTo>
                  <a:pt x="834773" y="525363"/>
                </a:lnTo>
                <a:lnTo>
                  <a:pt x="837070" y="520857"/>
                </a:lnTo>
                <a:lnTo>
                  <a:pt x="839123" y="516315"/>
                </a:lnTo>
                <a:lnTo>
                  <a:pt x="840950" y="511670"/>
                </a:lnTo>
                <a:lnTo>
                  <a:pt x="842569" y="506919"/>
                </a:lnTo>
                <a:lnTo>
                  <a:pt x="843943" y="502065"/>
                </a:lnTo>
                <a:lnTo>
                  <a:pt x="845092" y="497106"/>
                </a:lnTo>
                <a:lnTo>
                  <a:pt x="845979" y="492077"/>
                </a:lnTo>
                <a:lnTo>
                  <a:pt x="846640" y="486961"/>
                </a:lnTo>
                <a:lnTo>
                  <a:pt x="847023" y="481759"/>
                </a:lnTo>
                <a:lnTo>
                  <a:pt x="847162" y="476626"/>
                </a:lnTo>
                <a:lnTo>
                  <a:pt x="847162" y="102156"/>
                </a:lnTo>
                <a:lnTo>
                  <a:pt x="847023" y="97006"/>
                </a:lnTo>
                <a:lnTo>
                  <a:pt x="846640" y="91821"/>
                </a:lnTo>
                <a:lnTo>
                  <a:pt x="845979" y="86705"/>
                </a:lnTo>
                <a:lnTo>
                  <a:pt x="845092" y="81676"/>
                </a:lnTo>
                <a:lnTo>
                  <a:pt x="843943" y="76717"/>
                </a:lnTo>
                <a:lnTo>
                  <a:pt x="842569" y="71863"/>
                </a:lnTo>
                <a:lnTo>
                  <a:pt x="840950" y="67112"/>
                </a:lnTo>
                <a:lnTo>
                  <a:pt x="839123" y="62467"/>
                </a:lnTo>
                <a:lnTo>
                  <a:pt x="837070" y="57925"/>
                </a:lnTo>
                <a:lnTo>
                  <a:pt x="834773" y="53419"/>
                </a:lnTo>
                <a:lnTo>
                  <a:pt x="829693" y="45084"/>
                </a:lnTo>
                <a:lnTo>
                  <a:pt x="823811" y="37202"/>
                </a:lnTo>
                <a:lnTo>
                  <a:pt x="817217" y="29946"/>
                </a:lnTo>
                <a:lnTo>
                  <a:pt x="809961" y="23351"/>
                </a:lnTo>
                <a:lnTo>
                  <a:pt x="802078" y="17470"/>
                </a:lnTo>
                <a:lnTo>
                  <a:pt x="793744" y="12406"/>
                </a:lnTo>
                <a:lnTo>
                  <a:pt x="789237" y="10092"/>
                </a:lnTo>
                <a:lnTo>
                  <a:pt x="784713" y="8039"/>
                </a:lnTo>
                <a:lnTo>
                  <a:pt x="780067" y="6212"/>
                </a:lnTo>
                <a:lnTo>
                  <a:pt x="775300" y="4594"/>
                </a:lnTo>
                <a:lnTo>
                  <a:pt x="770445" y="3219"/>
                </a:lnTo>
                <a:lnTo>
                  <a:pt x="765503" y="2088"/>
                </a:lnTo>
                <a:lnTo>
                  <a:pt x="760457" y="1183"/>
                </a:lnTo>
                <a:lnTo>
                  <a:pt x="755342" y="522"/>
                </a:lnTo>
                <a:lnTo>
                  <a:pt x="750156" y="139"/>
                </a:lnTo>
                <a:lnTo>
                  <a:pt x="745006" y="0"/>
                </a:lnTo>
                <a:lnTo>
                  <a:pt x="102156" y="0"/>
                </a:lnTo>
                <a:lnTo>
                  <a:pt x="97023" y="139"/>
                </a:lnTo>
                <a:lnTo>
                  <a:pt x="91821" y="522"/>
                </a:lnTo>
                <a:lnTo>
                  <a:pt x="86705" y="1183"/>
                </a:lnTo>
                <a:lnTo>
                  <a:pt x="81676" y="2088"/>
                </a:lnTo>
                <a:lnTo>
                  <a:pt x="76717" y="3219"/>
                </a:lnTo>
                <a:lnTo>
                  <a:pt x="71863" y="4594"/>
                </a:lnTo>
                <a:lnTo>
                  <a:pt x="67112" y="6212"/>
                </a:lnTo>
                <a:lnTo>
                  <a:pt x="62467" y="8039"/>
                </a:lnTo>
                <a:lnTo>
                  <a:pt x="57925" y="10092"/>
                </a:lnTo>
                <a:lnTo>
                  <a:pt x="53419" y="12406"/>
                </a:lnTo>
                <a:lnTo>
                  <a:pt x="45084" y="17470"/>
                </a:lnTo>
                <a:lnTo>
                  <a:pt x="37219" y="23351"/>
                </a:lnTo>
                <a:lnTo>
                  <a:pt x="29946" y="29946"/>
                </a:lnTo>
                <a:lnTo>
                  <a:pt x="23351" y="37202"/>
                </a:lnTo>
                <a:lnTo>
                  <a:pt x="17470" y="45084"/>
                </a:lnTo>
                <a:lnTo>
                  <a:pt x="12406" y="53419"/>
                </a:lnTo>
                <a:lnTo>
                  <a:pt x="10092" y="57925"/>
                </a:lnTo>
                <a:lnTo>
                  <a:pt x="8039" y="62467"/>
                </a:lnTo>
                <a:lnTo>
                  <a:pt x="6212" y="67112"/>
                </a:lnTo>
                <a:lnTo>
                  <a:pt x="4611" y="71863"/>
                </a:lnTo>
                <a:lnTo>
                  <a:pt x="3219" y="76717"/>
                </a:lnTo>
                <a:lnTo>
                  <a:pt x="2088" y="81676"/>
                </a:lnTo>
                <a:lnTo>
                  <a:pt x="1183" y="86705"/>
                </a:lnTo>
                <a:lnTo>
                  <a:pt x="539" y="91821"/>
                </a:lnTo>
                <a:lnTo>
                  <a:pt x="139" y="97006"/>
                </a:lnTo>
                <a:lnTo>
                  <a:pt x="0" y="102156"/>
                </a:lnTo>
                <a:lnTo>
                  <a:pt x="0" y="476626"/>
                </a:lnTo>
                <a:lnTo>
                  <a:pt x="139" y="481759"/>
                </a:lnTo>
                <a:lnTo>
                  <a:pt x="539" y="486961"/>
                </a:lnTo>
                <a:lnTo>
                  <a:pt x="1183" y="492077"/>
                </a:lnTo>
                <a:lnTo>
                  <a:pt x="2088" y="497106"/>
                </a:lnTo>
                <a:lnTo>
                  <a:pt x="3219" y="502065"/>
                </a:lnTo>
                <a:close/>
                <a:moveTo>
                  <a:pt x="20072" y="81103"/>
                </a:moveTo>
                <a:lnTo>
                  <a:pt x="21183" y="77167"/>
                </a:lnTo>
                <a:lnTo>
                  <a:pt x="22513" y="73207"/>
                </a:lnTo>
                <a:lnTo>
                  <a:pt x="24043" y="69320"/>
                </a:lnTo>
                <a:lnTo>
                  <a:pt x="25699" y="65636"/>
                </a:lnTo>
                <a:lnTo>
                  <a:pt x="27518" y="62060"/>
                </a:lnTo>
                <a:lnTo>
                  <a:pt x="31953" y="54756"/>
                </a:lnTo>
                <a:lnTo>
                  <a:pt x="36899" y="48166"/>
                </a:lnTo>
                <a:lnTo>
                  <a:pt x="42270" y="42270"/>
                </a:lnTo>
                <a:lnTo>
                  <a:pt x="48164" y="36901"/>
                </a:lnTo>
                <a:lnTo>
                  <a:pt x="54843" y="31900"/>
                </a:lnTo>
                <a:lnTo>
                  <a:pt x="62060" y="27518"/>
                </a:lnTo>
                <a:lnTo>
                  <a:pt x="65663" y="25685"/>
                </a:lnTo>
                <a:lnTo>
                  <a:pt x="69427" y="23977"/>
                </a:lnTo>
                <a:lnTo>
                  <a:pt x="69044" y="24151"/>
                </a:lnTo>
                <a:lnTo>
                  <a:pt x="73207" y="22513"/>
                </a:lnTo>
                <a:lnTo>
                  <a:pt x="77167" y="21183"/>
                </a:lnTo>
                <a:lnTo>
                  <a:pt x="81103" y="20072"/>
                </a:lnTo>
                <a:lnTo>
                  <a:pt x="85136" y="19141"/>
                </a:lnTo>
                <a:lnTo>
                  <a:pt x="89292" y="18388"/>
                </a:lnTo>
                <a:lnTo>
                  <a:pt x="93426" y="17866"/>
                </a:lnTo>
                <a:lnTo>
                  <a:pt x="98004" y="17513"/>
                </a:lnTo>
                <a:lnTo>
                  <a:pt x="102487" y="17400"/>
                </a:lnTo>
                <a:lnTo>
                  <a:pt x="744675" y="17400"/>
                </a:lnTo>
                <a:lnTo>
                  <a:pt x="749184" y="17514"/>
                </a:lnTo>
                <a:lnTo>
                  <a:pt x="753754" y="17866"/>
                </a:lnTo>
                <a:lnTo>
                  <a:pt x="757888" y="18388"/>
                </a:lnTo>
                <a:lnTo>
                  <a:pt x="761962" y="19126"/>
                </a:lnTo>
                <a:lnTo>
                  <a:pt x="766059" y="20072"/>
                </a:lnTo>
                <a:lnTo>
                  <a:pt x="769995" y="21183"/>
                </a:lnTo>
                <a:lnTo>
                  <a:pt x="773955" y="22513"/>
                </a:lnTo>
                <a:lnTo>
                  <a:pt x="778118" y="24151"/>
                </a:lnTo>
                <a:lnTo>
                  <a:pt x="777736" y="23977"/>
                </a:lnTo>
                <a:lnTo>
                  <a:pt x="781499" y="25685"/>
                </a:lnTo>
                <a:lnTo>
                  <a:pt x="785104" y="27519"/>
                </a:lnTo>
                <a:lnTo>
                  <a:pt x="792340" y="31903"/>
                </a:lnTo>
                <a:lnTo>
                  <a:pt x="798923" y="36832"/>
                </a:lnTo>
                <a:lnTo>
                  <a:pt x="804813" y="42182"/>
                </a:lnTo>
                <a:lnTo>
                  <a:pt x="810358" y="48271"/>
                </a:lnTo>
                <a:lnTo>
                  <a:pt x="815208" y="54753"/>
                </a:lnTo>
                <a:lnTo>
                  <a:pt x="819565" y="61902"/>
                </a:lnTo>
                <a:lnTo>
                  <a:pt x="821344" y="65369"/>
                </a:lnTo>
                <a:lnTo>
                  <a:pt x="823185" y="69427"/>
                </a:lnTo>
                <a:lnTo>
                  <a:pt x="823011" y="69044"/>
                </a:lnTo>
                <a:lnTo>
                  <a:pt x="824658" y="73231"/>
                </a:lnTo>
                <a:lnTo>
                  <a:pt x="825897" y="76874"/>
                </a:lnTo>
                <a:lnTo>
                  <a:pt x="827152" y="81259"/>
                </a:lnTo>
                <a:lnTo>
                  <a:pt x="827030" y="80841"/>
                </a:lnTo>
                <a:lnTo>
                  <a:pt x="828022" y="85139"/>
                </a:lnTo>
                <a:lnTo>
                  <a:pt x="828767" y="89238"/>
                </a:lnTo>
                <a:lnTo>
                  <a:pt x="829338" y="93749"/>
                </a:lnTo>
                <a:lnTo>
                  <a:pt x="829649" y="97995"/>
                </a:lnTo>
                <a:lnTo>
                  <a:pt x="829762" y="102487"/>
                </a:lnTo>
                <a:lnTo>
                  <a:pt x="829762" y="476295"/>
                </a:lnTo>
                <a:lnTo>
                  <a:pt x="829649" y="480787"/>
                </a:lnTo>
                <a:lnTo>
                  <a:pt x="829338" y="485033"/>
                </a:lnTo>
                <a:lnTo>
                  <a:pt x="828774" y="489490"/>
                </a:lnTo>
                <a:lnTo>
                  <a:pt x="828022" y="493646"/>
                </a:lnTo>
                <a:lnTo>
                  <a:pt x="827030" y="497941"/>
                </a:lnTo>
                <a:lnTo>
                  <a:pt x="827152" y="497523"/>
                </a:lnTo>
                <a:lnTo>
                  <a:pt x="825897" y="501908"/>
                </a:lnTo>
                <a:lnTo>
                  <a:pt x="824658" y="505551"/>
                </a:lnTo>
                <a:lnTo>
                  <a:pt x="823011" y="509738"/>
                </a:lnTo>
                <a:lnTo>
                  <a:pt x="823185" y="509355"/>
                </a:lnTo>
                <a:lnTo>
                  <a:pt x="821344" y="513413"/>
                </a:lnTo>
                <a:lnTo>
                  <a:pt x="819565" y="516880"/>
                </a:lnTo>
                <a:lnTo>
                  <a:pt x="815263" y="523939"/>
                </a:lnTo>
                <a:lnTo>
                  <a:pt x="810355" y="530515"/>
                </a:lnTo>
                <a:lnTo>
                  <a:pt x="804813" y="536600"/>
                </a:lnTo>
                <a:lnTo>
                  <a:pt x="798923" y="541950"/>
                </a:lnTo>
                <a:lnTo>
                  <a:pt x="792340" y="546879"/>
                </a:lnTo>
                <a:lnTo>
                  <a:pt x="785104" y="551263"/>
                </a:lnTo>
                <a:lnTo>
                  <a:pt x="781526" y="553083"/>
                </a:lnTo>
                <a:lnTo>
                  <a:pt x="777842" y="554739"/>
                </a:lnTo>
                <a:lnTo>
                  <a:pt x="773955" y="556269"/>
                </a:lnTo>
                <a:lnTo>
                  <a:pt x="769995" y="557599"/>
                </a:lnTo>
                <a:lnTo>
                  <a:pt x="766059" y="558710"/>
                </a:lnTo>
                <a:lnTo>
                  <a:pt x="761981" y="559651"/>
                </a:lnTo>
                <a:lnTo>
                  <a:pt x="757621" y="560425"/>
                </a:lnTo>
                <a:lnTo>
                  <a:pt x="758056" y="560373"/>
                </a:lnTo>
                <a:lnTo>
                  <a:pt x="753754" y="560916"/>
                </a:lnTo>
                <a:lnTo>
                  <a:pt x="749184" y="561268"/>
                </a:lnTo>
                <a:lnTo>
                  <a:pt x="744675" y="561382"/>
                </a:lnTo>
                <a:lnTo>
                  <a:pt x="102487" y="561382"/>
                </a:lnTo>
                <a:lnTo>
                  <a:pt x="98004" y="561269"/>
                </a:lnTo>
                <a:lnTo>
                  <a:pt x="93426" y="560916"/>
                </a:lnTo>
                <a:lnTo>
                  <a:pt x="89124" y="560373"/>
                </a:lnTo>
                <a:lnTo>
                  <a:pt x="89559" y="560425"/>
                </a:lnTo>
                <a:lnTo>
                  <a:pt x="85123" y="559638"/>
                </a:lnTo>
                <a:lnTo>
                  <a:pt x="81103" y="558710"/>
                </a:lnTo>
                <a:lnTo>
                  <a:pt x="77167" y="557599"/>
                </a:lnTo>
                <a:lnTo>
                  <a:pt x="73207" y="556269"/>
                </a:lnTo>
                <a:lnTo>
                  <a:pt x="69320" y="554739"/>
                </a:lnTo>
                <a:lnTo>
                  <a:pt x="65636" y="553083"/>
                </a:lnTo>
                <a:lnTo>
                  <a:pt x="62060" y="551264"/>
                </a:lnTo>
                <a:lnTo>
                  <a:pt x="54843" y="546882"/>
                </a:lnTo>
                <a:lnTo>
                  <a:pt x="48164" y="541881"/>
                </a:lnTo>
                <a:lnTo>
                  <a:pt x="42270" y="536512"/>
                </a:lnTo>
                <a:lnTo>
                  <a:pt x="36901" y="530618"/>
                </a:lnTo>
                <a:lnTo>
                  <a:pt x="31900" y="523939"/>
                </a:lnTo>
                <a:lnTo>
                  <a:pt x="27518" y="516722"/>
                </a:lnTo>
                <a:lnTo>
                  <a:pt x="25699" y="513146"/>
                </a:lnTo>
                <a:lnTo>
                  <a:pt x="24043" y="509462"/>
                </a:lnTo>
                <a:lnTo>
                  <a:pt x="22513" y="505575"/>
                </a:lnTo>
                <a:lnTo>
                  <a:pt x="21183" y="501615"/>
                </a:lnTo>
                <a:lnTo>
                  <a:pt x="20072" y="497679"/>
                </a:lnTo>
                <a:lnTo>
                  <a:pt x="19144" y="493659"/>
                </a:lnTo>
                <a:lnTo>
                  <a:pt x="18357" y="489223"/>
                </a:lnTo>
                <a:lnTo>
                  <a:pt x="18409" y="489658"/>
                </a:lnTo>
                <a:lnTo>
                  <a:pt x="17866" y="485356"/>
                </a:lnTo>
                <a:lnTo>
                  <a:pt x="17513" y="480778"/>
                </a:lnTo>
                <a:lnTo>
                  <a:pt x="17400" y="476295"/>
                </a:lnTo>
                <a:lnTo>
                  <a:pt x="17400" y="102487"/>
                </a:lnTo>
                <a:lnTo>
                  <a:pt x="17513" y="98004"/>
                </a:lnTo>
                <a:lnTo>
                  <a:pt x="17866" y="93426"/>
                </a:lnTo>
                <a:lnTo>
                  <a:pt x="18409" y="89124"/>
                </a:lnTo>
                <a:lnTo>
                  <a:pt x="18357" y="89541"/>
                </a:lnTo>
                <a:lnTo>
                  <a:pt x="19143" y="85125"/>
                </a:lnTo>
                <a:lnTo>
                  <a:pt x="20072" y="811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Simulator">
            <a:extLst xmlns:a="http://schemas.openxmlformats.org/drawingml/2006/main">
              <a:ext uri="{FF2B5EF4-FFF2-40B4-BE49-F238E27FC236}">
                <a16:creationId xmlns:a16="http://schemas.microsoft.com/office/drawing/2014/main" id="{60184979-CD7B-4B51-88A0-9EE6DF0A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6679" y="999979"/>
            <a:ext cx="718479" cy="116228"/>
          </a:xfrm>
          <a:custGeom xmlns:a="http://schemas.openxmlformats.org/drawingml/2006/main">
            <a:pathLst>
              <a:path w="718479" h="116228">
                <a:moveTo>
                  <a:pt x="0" y="77689"/>
                </a:moveTo>
                <a:lnTo>
                  <a:pt x="22022" y="75548"/>
                </a:lnTo>
                <a:cubicBezTo>
                  <a:pt x="23348" y="82967"/>
                  <a:pt x="26037" y="88416"/>
                  <a:pt x="30089" y="91895"/>
                </a:cubicBezTo>
                <a:cubicBezTo>
                  <a:pt x="34142" y="95373"/>
                  <a:pt x="39609" y="97111"/>
                  <a:pt x="46491" y="97111"/>
                </a:cubicBezTo>
                <a:cubicBezTo>
                  <a:pt x="53781" y="97111"/>
                  <a:pt x="59274" y="95564"/>
                  <a:pt x="62969" y="92471"/>
                </a:cubicBezTo>
                <a:cubicBezTo>
                  <a:pt x="66665" y="89377"/>
                  <a:pt x="68513" y="85759"/>
                  <a:pt x="68513" y="81615"/>
                </a:cubicBezTo>
                <a:cubicBezTo>
                  <a:pt x="68513" y="78956"/>
                  <a:pt x="67736" y="76694"/>
                  <a:pt x="66181" y="74829"/>
                </a:cubicBezTo>
                <a:cubicBezTo>
                  <a:pt x="64626" y="72962"/>
                  <a:pt x="61912" y="71338"/>
                  <a:pt x="58037" y="69956"/>
                </a:cubicBezTo>
                <a:cubicBezTo>
                  <a:pt x="55387" y="69037"/>
                  <a:pt x="49346" y="67403"/>
                  <a:pt x="39915" y="65053"/>
                </a:cubicBezTo>
                <a:cubicBezTo>
                  <a:pt x="27783" y="62039"/>
                  <a:pt x="19269" y="58335"/>
                  <a:pt x="14376" y="53942"/>
                </a:cubicBezTo>
                <a:cubicBezTo>
                  <a:pt x="7494" y="47761"/>
                  <a:pt x="4053" y="40226"/>
                  <a:pt x="4053" y="31339"/>
                </a:cubicBezTo>
                <a:cubicBezTo>
                  <a:pt x="4053" y="25618"/>
                  <a:pt x="5671" y="20268"/>
                  <a:pt x="8908" y="15288"/>
                </a:cubicBezTo>
                <a:cubicBezTo>
                  <a:pt x="12145" y="10307"/>
                  <a:pt x="16810" y="6514"/>
                  <a:pt x="22901" y="3909"/>
                </a:cubicBezTo>
                <a:cubicBezTo>
                  <a:pt x="28993" y="1303"/>
                  <a:pt x="36347" y="0"/>
                  <a:pt x="44962" y="0"/>
                </a:cubicBezTo>
                <a:cubicBezTo>
                  <a:pt x="59031" y="0"/>
                  <a:pt x="69622" y="3098"/>
                  <a:pt x="76733" y="9295"/>
                </a:cubicBezTo>
                <a:cubicBezTo>
                  <a:pt x="83845" y="15491"/>
                  <a:pt x="87579" y="23760"/>
                  <a:pt x="87935" y="34104"/>
                </a:cubicBezTo>
                <a:lnTo>
                  <a:pt x="65302" y="35021"/>
                </a:lnTo>
                <a:cubicBezTo>
                  <a:pt x="64333" y="29261"/>
                  <a:pt x="62256" y="25119"/>
                  <a:pt x="59070" y="22596"/>
                </a:cubicBezTo>
                <a:cubicBezTo>
                  <a:pt x="55884" y="20072"/>
                  <a:pt x="51105" y="18811"/>
                  <a:pt x="44732" y="18811"/>
                </a:cubicBezTo>
                <a:cubicBezTo>
                  <a:pt x="38156" y="18811"/>
                  <a:pt x="33008" y="20162"/>
                  <a:pt x="29286" y="22866"/>
                </a:cubicBezTo>
                <a:cubicBezTo>
                  <a:pt x="26890" y="24599"/>
                  <a:pt x="25692" y="26919"/>
                  <a:pt x="25692" y="29826"/>
                </a:cubicBezTo>
                <a:cubicBezTo>
                  <a:pt x="25692" y="32479"/>
                  <a:pt x="26814" y="34748"/>
                  <a:pt x="29057" y="36634"/>
                </a:cubicBezTo>
                <a:cubicBezTo>
                  <a:pt x="31912" y="39032"/>
                  <a:pt x="38845" y="41533"/>
                  <a:pt x="49856" y="44137"/>
                </a:cubicBezTo>
                <a:cubicBezTo>
                  <a:pt x="60867" y="46742"/>
                  <a:pt x="69010" y="49437"/>
                  <a:pt x="74286" y="52221"/>
                </a:cubicBezTo>
                <a:cubicBezTo>
                  <a:pt x="79562" y="55004"/>
                  <a:pt x="83692" y="58809"/>
                  <a:pt x="86674" y="63636"/>
                </a:cubicBezTo>
                <a:cubicBezTo>
                  <a:pt x="89656" y="68461"/>
                  <a:pt x="91147" y="74424"/>
                  <a:pt x="91147" y="81524"/>
                </a:cubicBezTo>
                <a:cubicBezTo>
                  <a:pt x="91147" y="87959"/>
                  <a:pt x="89363" y="93985"/>
                  <a:pt x="85794" y="99604"/>
                </a:cubicBezTo>
                <a:cubicBezTo>
                  <a:pt x="82226" y="105222"/>
                  <a:pt x="77179" y="109398"/>
                  <a:pt x="70654" y="112130"/>
                </a:cubicBezTo>
                <a:cubicBezTo>
                  <a:pt x="64129" y="114862"/>
                  <a:pt x="55998" y="116228"/>
                  <a:pt x="46262" y="116228"/>
                </a:cubicBezTo>
                <a:cubicBezTo>
                  <a:pt x="32090" y="116228"/>
                  <a:pt x="21206" y="112946"/>
                  <a:pt x="13611" y="106383"/>
                </a:cubicBezTo>
                <a:cubicBezTo>
                  <a:pt x="6015" y="99819"/>
                  <a:pt x="1478" y="90255"/>
                  <a:pt x="0" y="77689"/>
                </a:cubicBezTo>
                <a:close/>
                <a:moveTo>
                  <a:pt x="109982" y="21869"/>
                </a:moveTo>
                <a:lnTo>
                  <a:pt x="109982" y="1988"/>
                </a:lnTo>
                <a:lnTo>
                  <a:pt x="131469" y="1988"/>
                </a:lnTo>
                <a:lnTo>
                  <a:pt x="131469" y="21869"/>
                </a:lnTo>
                <a:lnTo>
                  <a:pt x="109982" y="21869"/>
                </a:lnTo>
                <a:moveTo>
                  <a:pt x="109982" y="114087"/>
                </a:moveTo>
                <a:lnTo>
                  <a:pt x="109982" y="32880"/>
                </a:lnTo>
                <a:lnTo>
                  <a:pt x="131469" y="32880"/>
                </a:lnTo>
                <a:lnTo>
                  <a:pt x="131469" y="114087"/>
                </a:lnTo>
                <a:lnTo>
                  <a:pt x="109982" y="114087"/>
                </a:lnTo>
                <a:close/>
                <a:moveTo>
                  <a:pt x="151878" y="32880"/>
                </a:moveTo>
                <a:lnTo>
                  <a:pt x="171682" y="32880"/>
                </a:lnTo>
                <a:lnTo>
                  <a:pt x="171682" y="43968"/>
                </a:lnTo>
                <a:cubicBezTo>
                  <a:pt x="178768" y="35353"/>
                  <a:pt x="187205" y="31045"/>
                  <a:pt x="196992" y="31045"/>
                </a:cubicBezTo>
                <a:cubicBezTo>
                  <a:pt x="202192" y="31045"/>
                  <a:pt x="206703" y="32120"/>
                  <a:pt x="210527" y="34271"/>
                </a:cubicBezTo>
                <a:cubicBezTo>
                  <a:pt x="214350" y="36422"/>
                  <a:pt x="217485" y="39674"/>
                  <a:pt x="219932" y="44027"/>
                </a:cubicBezTo>
                <a:cubicBezTo>
                  <a:pt x="223500" y="39674"/>
                  <a:pt x="227349" y="36422"/>
                  <a:pt x="231478" y="34271"/>
                </a:cubicBezTo>
                <a:cubicBezTo>
                  <a:pt x="235607" y="32120"/>
                  <a:pt x="240017" y="31045"/>
                  <a:pt x="244707" y="31045"/>
                </a:cubicBezTo>
                <a:cubicBezTo>
                  <a:pt x="250671" y="31045"/>
                  <a:pt x="255718" y="32256"/>
                  <a:pt x="259847" y="34677"/>
                </a:cubicBezTo>
                <a:cubicBezTo>
                  <a:pt x="263976" y="37099"/>
                  <a:pt x="267060" y="40654"/>
                  <a:pt x="269099" y="45344"/>
                </a:cubicBezTo>
                <a:cubicBezTo>
                  <a:pt x="270578" y="48811"/>
                  <a:pt x="271317" y="54418"/>
                  <a:pt x="271317" y="62167"/>
                </a:cubicBezTo>
                <a:lnTo>
                  <a:pt x="271317" y="114087"/>
                </a:lnTo>
                <a:lnTo>
                  <a:pt x="249830" y="114087"/>
                </a:lnTo>
                <a:lnTo>
                  <a:pt x="249830" y="67725"/>
                </a:lnTo>
                <a:cubicBezTo>
                  <a:pt x="249830" y="59680"/>
                  <a:pt x="249091" y="54487"/>
                  <a:pt x="247613" y="52145"/>
                </a:cubicBezTo>
                <a:cubicBezTo>
                  <a:pt x="245624" y="49089"/>
                  <a:pt x="242566" y="47562"/>
                  <a:pt x="238437" y="47562"/>
                </a:cubicBezTo>
                <a:cubicBezTo>
                  <a:pt x="235429" y="47562"/>
                  <a:pt x="232600" y="48478"/>
                  <a:pt x="229949" y="50312"/>
                </a:cubicBezTo>
                <a:cubicBezTo>
                  <a:pt x="227298" y="52144"/>
                  <a:pt x="225386" y="54830"/>
                  <a:pt x="224214" y="58370"/>
                </a:cubicBezTo>
                <a:cubicBezTo>
                  <a:pt x="223042" y="61908"/>
                  <a:pt x="222455" y="67496"/>
                  <a:pt x="222455" y="75135"/>
                </a:cubicBezTo>
                <a:lnTo>
                  <a:pt x="222455" y="114087"/>
                </a:lnTo>
                <a:lnTo>
                  <a:pt x="200968" y="114087"/>
                </a:lnTo>
                <a:lnTo>
                  <a:pt x="200968" y="69634"/>
                </a:lnTo>
                <a:cubicBezTo>
                  <a:pt x="200968" y="61742"/>
                  <a:pt x="200586" y="56651"/>
                  <a:pt x="199821" y="54360"/>
                </a:cubicBezTo>
                <a:cubicBezTo>
                  <a:pt x="199057" y="52068"/>
                  <a:pt x="197872" y="50361"/>
                  <a:pt x="196266" y="49241"/>
                </a:cubicBezTo>
                <a:cubicBezTo>
                  <a:pt x="194660" y="48122"/>
                  <a:pt x="192481" y="47562"/>
                  <a:pt x="189728" y="47562"/>
                </a:cubicBezTo>
                <a:cubicBezTo>
                  <a:pt x="186415" y="47562"/>
                  <a:pt x="183432" y="48453"/>
                  <a:pt x="180782" y="50236"/>
                </a:cubicBezTo>
                <a:cubicBezTo>
                  <a:pt x="178131" y="52017"/>
                  <a:pt x="176232" y="54588"/>
                  <a:pt x="175085" y="57949"/>
                </a:cubicBezTo>
                <a:cubicBezTo>
                  <a:pt x="173938" y="61310"/>
                  <a:pt x="173364" y="66886"/>
                  <a:pt x="173364" y="74676"/>
                </a:cubicBezTo>
                <a:lnTo>
                  <a:pt x="173364" y="114087"/>
                </a:lnTo>
                <a:lnTo>
                  <a:pt x="151878" y="114087"/>
                </a:lnTo>
                <a:lnTo>
                  <a:pt x="151878" y="32880"/>
                </a:lnTo>
                <a:close/>
                <a:moveTo>
                  <a:pt x="346134" y="114087"/>
                </a:moveTo>
                <a:lnTo>
                  <a:pt x="346134" y="101929"/>
                </a:lnTo>
                <a:cubicBezTo>
                  <a:pt x="343177" y="106262"/>
                  <a:pt x="339290" y="109677"/>
                  <a:pt x="334473" y="112175"/>
                </a:cubicBezTo>
                <a:cubicBezTo>
                  <a:pt x="329656" y="114673"/>
                  <a:pt x="324571" y="115922"/>
                  <a:pt x="319218" y="115922"/>
                </a:cubicBezTo>
                <a:cubicBezTo>
                  <a:pt x="313763" y="115922"/>
                  <a:pt x="308870" y="114724"/>
                  <a:pt x="304537" y="112328"/>
                </a:cubicBezTo>
                <a:cubicBezTo>
                  <a:pt x="300204" y="109932"/>
                  <a:pt x="297068" y="106568"/>
                  <a:pt x="295131" y="102235"/>
                </a:cubicBezTo>
                <a:cubicBezTo>
                  <a:pt x="293194" y="97901"/>
                  <a:pt x="292226" y="91912"/>
                  <a:pt x="292226" y="84265"/>
                </a:cubicBezTo>
                <a:lnTo>
                  <a:pt x="292226" y="32880"/>
                </a:lnTo>
                <a:lnTo>
                  <a:pt x="313712" y="32880"/>
                </a:lnTo>
                <a:lnTo>
                  <a:pt x="313712" y="70109"/>
                </a:lnTo>
                <a:cubicBezTo>
                  <a:pt x="313712" y="81503"/>
                  <a:pt x="314108" y="88483"/>
                  <a:pt x="314898" y="91051"/>
                </a:cubicBezTo>
                <a:cubicBezTo>
                  <a:pt x="315688" y="93619"/>
                  <a:pt x="317128" y="95654"/>
                  <a:pt x="319218" y="97154"/>
                </a:cubicBezTo>
                <a:cubicBezTo>
                  <a:pt x="321308" y="98655"/>
                  <a:pt x="323959" y="99405"/>
                  <a:pt x="327170" y="99405"/>
                </a:cubicBezTo>
                <a:cubicBezTo>
                  <a:pt x="330841" y="99405"/>
                  <a:pt x="334129" y="98401"/>
                  <a:pt x="337035" y="96392"/>
                </a:cubicBezTo>
                <a:cubicBezTo>
                  <a:pt x="339940" y="94383"/>
                  <a:pt x="341928" y="91891"/>
                  <a:pt x="342999" y="88915"/>
                </a:cubicBezTo>
                <a:cubicBezTo>
                  <a:pt x="344069" y="85939"/>
                  <a:pt x="344605" y="78654"/>
                  <a:pt x="344605" y="67058"/>
                </a:cubicBezTo>
                <a:lnTo>
                  <a:pt x="344605" y="32880"/>
                </a:lnTo>
                <a:lnTo>
                  <a:pt x="366091" y="32880"/>
                </a:lnTo>
                <a:lnTo>
                  <a:pt x="366091" y="114087"/>
                </a:lnTo>
                <a:lnTo>
                  <a:pt x="346134" y="114087"/>
                </a:lnTo>
                <a:close/>
                <a:moveTo>
                  <a:pt x="388386" y="114087"/>
                </a:moveTo>
                <a:lnTo>
                  <a:pt x="388386" y="1988"/>
                </a:lnTo>
                <a:lnTo>
                  <a:pt x="409872" y="1988"/>
                </a:lnTo>
                <a:lnTo>
                  <a:pt x="409872" y="114087"/>
                </a:lnTo>
                <a:lnTo>
                  <a:pt x="388386" y="114087"/>
                </a:lnTo>
                <a:close/>
                <a:moveTo>
                  <a:pt x="447943" y="57961"/>
                </a:moveTo>
                <a:lnTo>
                  <a:pt x="428445" y="54444"/>
                </a:lnTo>
                <a:cubicBezTo>
                  <a:pt x="430637" y="46489"/>
                  <a:pt x="434409" y="40602"/>
                  <a:pt x="439762" y="36780"/>
                </a:cubicBezTo>
                <a:cubicBezTo>
                  <a:pt x="445114" y="32957"/>
                  <a:pt x="453067" y="31045"/>
                  <a:pt x="463619" y="31045"/>
                </a:cubicBezTo>
                <a:cubicBezTo>
                  <a:pt x="473202" y="31045"/>
                  <a:pt x="480339" y="32179"/>
                  <a:pt x="485029" y="34448"/>
                </a:cubicBezTo>
                <a:cubicBezTo>
                  <a:pt x="489719" y="36716"/>
                  <a:pt x="493020" y="39596"/>
                  <a:pt x="494931" y="43088"/>
                </a:cubicBezTo>
                <a:cubicBezTo>
                  <a:pt x="496843" y="46580"/>
                  <a:pt x="497799" y="52991"/>
                  <a:pt x="497799" y="62319"/>
                </a:cubicBezTo>
                <a:lnTo>
                  <a:pt x="497570" y="87400"/>
                </a:lnTo>
                <a:cubicBezTo>
                  <a:pt x="497570" y="94537"/>
                  <a:pt x="497914" y="99800"/>
                  <a:pt x="498602" y="103190"/>
                </a:cubicBezTo>
                <a:cubicBezTo>
                  <a:pt x="499290" y="106580"/>
                  <a:pt x="500577" y="110212"/>
                  <a:pt x="502463" y="114087"/>
                </a:cubicBezTo>
                <a:lnTo>
                  <a:pt x="481206" y="114087"/>
                </a:lnTo>
                <a:cubicBezTo>
                  <a:pt x="480645" y="112659"/>
                  <a:pt x="479957" y="110544"/>
                  <a:pt x="479141" y="107740"/>
                </a:cubicBezTo>
                <a:cubicBezTo>
                  <a:pt x="478784" y="106466"/>
                  <a:pt x="478530" y="105624"/>
                  <a:pt x="478377" y="105217"/>
                </a:cubicBezTo>
                <a:cubicBezTo>
                  <a:pt x="474706" y="108785"/>
                  <a:pt x="470781" y="111461"/>
                  <a:pt x="466601" y="113246"/>
                </a:cubicBezTo>
                <a:cubicBezTo>
                  <a:pt x="462421" y="115030"/>
                  <a:pt x="457960" y="115922"/>
                  <a:pt x="453219" y="115922"/>
                </a:cubicBezTo>
                <a:cubicBezTo>
                  <a:pt x="444859" y="115922"/>
                  <a:pt x="438270" y="113663"/>
                  <a:pt x="433453" y="109145"/>
                </a:cubicBezTo>
                <a:cubicBezTo>
                  <a:pt x="428636" y="104627"/>
                  <a:pt x="426227" y="98916"/>
                  <a:pt x="426227" y="92012"/>
                </a:cubicBezTo>
                <a:cubicBezTo>
                  <a:pt x="426227" y="87443"/>
                  <a:pt x="427323" y="83370"/>
                  <a:pt x="429515" y="79792"/>
                </a:cubicBezTo>
                <a:cubicBezTo>
                  <a:pt x="431707" y="76212"/>
                  <a:pt x="434779" y="73471"/>
                  <a:pt x="438729" y="71567"/>
                </a:cubicBezTo>
                <a:cubicBezTo>
                  <a:pt x="442680" y="69663"/>
                  <a:pt x="448377" y="68001"/>
                  <a:pt x="455819" y="66580"/>
                </a:cubicBezTo>
                <a:cubicBezTo>
                  <a:pt x="465862" y="64702"/>
                  <a:pt x="472820" y="62950"/>
                  <a:pt x="476694" y="61325"/>
                </a:cubicBezTo>
                <a:lnTo>
                  <a:pt x="476694" y="59160"/>
                </a:lnTo>
                <a:cubicBezTo>
                  <a:pt x="476694" y="54985"/>
                  <a:pt x="475675" y="52009"/>
                  <a:pt x="473636" y="50231"/>
                </a:cubicBezTo>
                <a:cubicBezTo>
                  <a:pt x="471597" y="48451"/>
                  <a:pt x="467748" y="47562"/>
                  <a:pt x="462089" y="47562"/>
                </a:cubicBezTo>
                <a:cubicBezTo>
                  <a:pt x="458266" y="47562"/>
                  <a:pt x="455284" y="48331"/>
                  <a:pt x="453143" y="49870"/>
                </a:cubicBezTo>
                <a:cubicBezTo>
                  <a:pt x="451002" y="51407"/>
                  <a:pt x="449269" y="54104"/>
                  <a:pt x="447943" y="57961"/>
                </a:cubicBezTo>
                <a:moveTo>
                  <a:pt x="476694" y="75395"/>
                </a:moveTo>
                <a:cubicBezTo>
                  <a:pt x="473942" y="76302"/>
                  <a:pt x="469583" y="77385"/>
                  <a:pt x="463619" y="78645"/>
                </a:cubicBezTo>
                <a:cubicBezTo>
                  <a:pt x="457654" y="79903"/>
                  <a:pt x="453755" y="81137"/>
                  <a:pt x="451920" y="82346"/>
                </a:cubicBezTo>
                <a:cubicBezTo>
                  <a:pt x="449116" y="84311"/>
                  <a:pt x="447714" y="86804"/>
                  <a:pt x="447714" y="89826"/>
                </a:cubicBezTo>
                <a:cubicBezTo>
                  <a:pt x="447714" y="92798"/>
                  <a:pt x="448835" y="95368"/>
                  <a:pt x="451078" y="97534"/>
                </a:cubicBezTo>
                <a:cubicBezTo>
                  <a:pt x="453321" y="99699"/>
                  <a:pt x="456176" y="100782"/>
                  <a:pt x="459643" y="100782"/>
                </a:cubicBezTo>
                <a:cubicBezTo>
                  <a:pt x="463517" y="100782"/>
                  <a:pt x="467213" y="99522"/>
                  <a:pt x="470730" y="97004"/>
                </a:cubicBezTo>
                <a:cubicBezTo>
                  <a:pt x="473330" y="95091"/>
                  <a:pt x="475038" y="92748"/>
                  <a:pt x="475853" y="89976"/>
                </a:cubicBezTo>
                <a:cubicBezTo>
                  <a:pt x="476414" y="88163"/>
                  <a:pt x="476694" y="84714"/>
                  <a:pt x="476694" y="79627"/>
                </a:cubicBezTo>
                <a:lnTo>
                  <a:pt x="476694" y="75395"/>
                </a:lnTo>
                <a:close/>
                <a:moveTo>
                  <a:pt x="556126" y="32880"/>
                </a:moveTo>
                <a:lnTo>
                  <a:pt x="556126" y="50009"/>
                </a:lnTo>
                <a:lnTo>
                  <a:pt x="541445" y="50009"/>
                </a:lnTo>
                <a:lnTo>
                  <a:pt x="541445" y="82683"/>
                </a:lnTo>
                <a:cubicBezTo>
                  <a:pt x="541445" y="89301"/>
                  <a:pt x="541585" y="93157"/>
                  <a:pt x="541865" y="94251"/>
                </a:cubicBezTo>
                <a:cubicBezTo>
                  <a:pt x="542146" y="95344"/>
                  <a:pt x="542783" y="96247"/>
                  <a:pt x="543777" y="96961"/>
                </a:cubicBezTo>
                <a:cubicBezTo>
                  <a:pt x="544771" y="97673"/>
                  <a:pt x="545982" y="98029"/>
                  <a:pt x="547409" y="98029"/>
                </a:cubicBezTo>
                <a:cubicBezTo>
                  <a:pt x="549397" y="98029"/>
                  <a:pt x="552277" y="97341"/>
                  <a:pt x="556050" y="95964"/>
                </a:cubicBezTo>
                <a:lnTo>
                  <a:pt x="557885" y="112696"/>
                </a:lnTo>
                <a:cubicBezTo>
                  <a:pt x="552889" y="114847"/>
                  <a:pt x="547231" y="115922"/>
                  <a:pt x="540909" y="115922"/>
                </a:cubicBezTo>
                <a:cubicBezTo>
                  <a:pt x="537035" y="115922"/>
                  <a:pt x="533543" y="115272"/>
                  <a:pt x="530434" y="113972"/>
                </a:cubicBezTo>
                <a:cubicBezTo>
                  <a:pt x="527324" y="112672"/>
                  <a:pt x="525043" y="110990"/>
                  <a:pt x="523590" y="108925"/>
                </a:cubicBezTo>
                <a:cubicBezTo>
                  <a:pt x="522137" y="106861"/>
                  <a:pt x="521130" y="104070"/>
                  <a:pt x="520570" y="100552"/>
                </a:cubicBezTo>
                <a:cubicBezTo>
                  <a:pt x="520111" y="98054"/>
                  <a:pt x="519881" y="93008"/>
                  <a:pt x="519881" y="85412"/>
                </a:cubicBezTo>
                <a:lnTo>
                  <a:pt x="519881" y="50009"/>
                </a:lnTo>
                <a:lnTo>
                  <a:pt x="510017" y="50009"/>
                </a:lnTo>
                <a:lnTo>
                  <a:pt x="510017" y="32880"/>
                </a:lnTo>
                <a:lnTo>
                  <a:pt x="519881" y="32880"/>
                </a:lnTo>
                <a:lnTo>
                  <a:pt x="519881" y="16670"/>
                </a:lnTo>
                <a:lnTo>
                  <a:pt x="541445" y="3976"/>
                </a:lnTo>
                <a:lnTo>
                  <a:pt x="541445" y="32880"/>
                </a:lnTo>
                <a:lnTo>
                  <a:pt x="556126" y="32880"/>
                </a:lnTo>
                <a:close/>
                <a:moveTo>
                  <a:pt x="566117" y="72336"/>
                </a:moveTo>
                <a:cubicBezTo>
                  <a:pt x="566117" y="65200"/>
                  <a:pt x="567875" y="58292"/>
                  <a:pt x="571393" y="51614"/>
                </a:cubicBezTo>
                <a:cubicBezTo>
                  <a:pt x="574910" y="44936"/>
                  <a:pt x="579893" y="39839"/>
                  <a:pt x="586342" y="36321"/>
                </a:cubicBezTo>
                <a:cubicBezTo>
                  <a:pt x="592790" y="32804"/>
                  <a:pt x="599991" y="31045"/>
                  <a:pt x="607943" y="31045"/>
                </a:cubicBezTo>
                <a:cubicBezTo>
                  <a:pt x="620229" y="31045"/>
                  <a:pt x="630297" y="35034"/>
                  <a:pt x="638147" y="43012"/>
                </a:cubicBezTo>
                <a:cubicBezTo>
                  <a:pt x="645998" y="50990"/>
                  <a:pt x="649923" y="61071"/>
                  <a:pt x="649923" y="73254"/>
                </a:cubicBezTo>
                <a:cubicBezTo>
                  <a:pt x="649923" y="85540"/>
                  <a:pt x="645960" y="95722"/>
                  <a:pt x="638033" y="103802"/>
                </a:cubicBezTo>
                <a:cubicBezTo>
                  <a:pt x="630106" y="111882"/>
                  <a:pt x="620127" y="115922"/>
                  <a:pt x="608096" y="115922"/>
                </a:cubicBezTo>
                <a:cubicBezTo>
                  <a:pt x="600654" y="115922"/>
                  <a:pt x="593555" y="114240"/>
                  <a:pt x="586801" y="110875"/>
                </a:cubicBezTo>
                <a:cubicBezTo>
                  <a:pt x="580046" y="107511"/>
                  <a:pt x="574910" y="102579"/>
                  <a:pt x="571393" y="96079"/>
                </a:cubicBezTo>
                <a:cubicBezTo>
                  <a:pt x="567875" y="89579"/>
                  <a:pt x="566117" y="81665"/>
                  <a:pt x="566117" y="72336"/>
                </a:cubicBezTo>
                <a:moveTo>
                  <a:pt x="588139" y="73483"/>
                </a:moveTo>
                <a:cubicBezTo>
                  <a:pt x="588139" y="81512"/>
                  <a:pt x="590050" y="87661"/>
                  <a:pt x="593874" y="91931"/>
                </a:cubicBezTo>
                <a:cubicBezTo>
                  <a:pt x="597697" y="96200"/>
                  <a:pt x="602412" y="98335"/>
                  <a:pt x="608020" y="98335"/>
                </a:cubicBezTo>
                <a:cubicBezTo>
                  <a:pt x="613627" y="98335"/>
                  <a:pt x="618330" y="96200"/>
                  <a:pt x="622128" y="91931"/>
                </a:cubicBezTo>
                <a:cubicBezTo>
                  <a:pt x="625926" y="87661"/>
                  <a:pt x="627824" y="81461"/>
                  <a:pt x="627824" y="73331"/>
                </a:cubicBezTo>
                <a:cubicBezTo>
                  <a:pt x="627824" y="65404"/>
                  <a:pt x="625926" y="59305"/>
                  <a:pt x="622128" y="55036"/>
                </a:cubicBezTo>
                <a:cubicBezTo>
                  <a:pt x="618330" y="50767"/>
                  <a:pt x="613627" y="48632"/>
                  <a:pt x="608020" y="48632"/>
                </a:cubicBezTo>
                <a:cubicBezTo>
                  <a:pt x="602412" y="48632"/>
                  <a:pt x="597697" y="50767"/>
                  <a:pt x="593874" y="55036"/>
                </a:cubicBezTo>
                <a:cubicBezTo>
                  <a:pt x="590050" y="59305"/>
                  <a:pt x="588139" y="65455"/>
                  <a:pt x="588139" y="73483"/>
                </a:cubicBezTo>
                <a:close/>
                <a:moveTo>
                  <a:pt x="687358" y="114087"/>
                </a:moveTo>
                <a:lnTo>
                  <a:pt x="665871" y="114087"/>
                </a:lnTo>
                <a:lnTo>
                  <a:pt x="665871" y="32880"/>
                </a:lnTo>
                <a:lnTo>
                  <a:pt x="685829" y="32880"/>
                </a:lnTo>
                <a:lnTo>
                  <a:pt x="685829" y="44427"/>
                </a:lnTo>
                <a:cubicBezTo>
                  <a:pt x="689244" y="38972"/>
                  <a:pt x="692315" y="35378"/>
                  <a:pt x="695043" y="33645"/>
                </a:cubicBezTo>
                <a:cubicBezTo>
                  <a:pt x="697770" y="31912"/>
                  <a:pt x="700867" y="31045"/>
                  <a:pt x="704333" y="31045"/>
                </a:cubicBezTo>
                <a:cubicBezTo>
                  <a:pt x="709227" y="31045"/>
                  <a:pt x="713942" y="32396"/>
                  <a:pt x="718479" y="35098"/>
                </a:cubicBezTo>
                <a:lnTo>
                  <a:pt x="711827" y="53832"/>
                </a:lnTo>
                <a:cubicBezTo>
                  <a:pt x="708208" y="51487"/>
                  <a:pt x="704843" y="50314"/>
                  <a:pt x="701733" y="50314"/>
                </a:cubicBezTo>
                <a:cubicBezTo>
                  <a:pt x="698726" y="50314"/>
                  <a:pt x="696177" y="51143"/>
                  <a:pt x="694087" y="52799"/>
                </a:cubicBezTo>
                <a:cubicBezTo>
                  <a:pt x="691997" y="54456"/>
                  <a:pt x="690353" y="57451"/>
                  <a:pt x="689155" y="61784"/>
                </a:cubicBezTo>
                <a:cubicBezTo>
                  <a:pt x="687957" y="66117"/>
                  <a:pt x="687358" y="75191"/>
                  <a:pt x="687358" y="89006"/>
                </a:cubicBezTo>
                <a:lnTo>
                  <a:pt x="687358" y="1140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&amp;">
            <a:extLst xmlns:a="http://schemas.openxmlformats.org/drawingml/2006/main">
              <a:ext uri="{FF2B5EF4-FFF2-40B4-BE49-F238E27FC236}">
                <a16:creationId xmlns:a16="http://schemas.microsoft.com/office/drawing/2014/main" id="{BD436A78-CD43-4EE6-B409-D6960157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54" y="1149621"/>
            <a:ext cx="103687" cy="116992"/>
          </a:xfrm>
          <a:custGeom xmlns:a="http://schemas.openxmlformats.org/drawingml/2006/main">
            <a:pathLst>
              <a:path w="103687" h="116992">
                <a:moveTo>
                  <a:pt x="103687" y="100552"/>
                </a:moveTo>
                <a:lnTo>
                  <a:pt x="90688" y="116992"/>
                </a:lnTo>
                <a:cubicBezTo>
                  <a:pt x="84316" y="113919"/>
                  <a:pt x="78199" y="109688"/>
                  <a:pt x="72336" y="104299"/>
                </a:cubicBezTo>
                <a:cubicBezTo>
                  <a:pt x="67800" y="108377"/>
                  <a:pt x="62982" y="111385"/>
                  <a:pt x="57884" y="113322"/>
                </a:cubicBezTo>
                <a:cubicBezTo>
                  <a:pt x="52787" y="115259"/>
                  <a:pt x="46720" y="116228"/>
                  <a:pt x="39686" y="116228"/>
                </a:cubicBezTo>
                <a:cubicBezTo>
                  <a:pt x="25718" y="116228"/>
                  <a:pt x="15217" y="112295"/>
                  <a:pt x="8182" y="104428"/>
                </a:cubicBezTo>
                <a:cubicBezTo>
                  <a:pt x="2727" y="98349"/>
                  <a:pt x="0" y="91351"/>
                  <a:pt x="0" y="83434"/>
                </a:cubicBezTo>
                <a:cubicBezTo>
                  <a:pt x="0" y="76231"/>
                  <a:pt x="2141" y="69757"/>
                  <a:pt x="6423" y="64011"/>
                </a:cubicBezTo>
                <a:cubicBezTo>
                  <a:pt x="10705" y="58264"/>
                  <a:pt x="17103" y="53270"/>
                  <a:pt x="25616" y="49031"/>
                </a:cubicBezTo>
                <a:cubicBezTo>
                  <a:pt x="21793" y="44486"/>
                  <a:pt x="18912" y="40158"/>
                  <a:pt x="16975" y="36046"/>
                </a:cubicBezTo>
                <a:cubicBezTo>
                  <a:pt x="15038" y="31935"/>
                  <a:pt x="14070" y="28040"/>
                  <a:pt x="14070" y="24361"/>
                </a:cubicBezTo>
                <a:cubicBezTo>
                  <a:pt x="14070" y="17569"/>
                  <a:pt x="16784" y="11811"/>
                  <a:pt x="22213" y="7087"/>
                </a:cubicBezTo>
                <a:cubicBezTo>
                  <a:pt x="27642" y="2362"/>
                  <a:pt x="35378" y="0"/>
                  <a:pt x="45421" y="0"/>
                </a:cubicBezTo>
                <a:cubicBezTo>
                  <a:pt x="55106" y="0"/>
                  <a:pt x="62676" y="2473"/>
                  <a:pt x="68131" y="7420"/>
                </a:cubicBezTo>
                <a:cubicBezTo>
                  <a:pt x="73585" y="12364"/>
                  <a:pt x="76313" y="18405"/>
                  <a:pt x="76313" y="25542"/>
                </a:cubicBezTo>
                <a:cubicBezTo>
                  <a:pt x="76313" y="30080"/>
                  <a:pt x="74962" y="34390"/>
                  <a:pt x="72260" y="38469"/>
                </a:cubicBezTo>
                <a:cubicBezTo>
                  <a:pt x="69558" y="42548"/>
                  <a:pt x="64104" y="47161"/>
                  <a:pt x="55896" y="52310"/>
                </a:cubicBezTo>
                <a:lnTo>
                  <a:pt x="71495" y="73032"/>
                </a:lnTo>
                <a:cubicBezTo>
                  <a:pt x="73331" y="69787"/>
                  <a:pt x="74911" y="65553"/>
                  <a:pt x="76236" y="60329"/>
                </a:cubicBezTo>
                <a:lnTo>
                  <a:pt x="95658" y="64673"/>
                </a:lnTo>
                <a:cubicBezTo>
                  <a:pt x="93721" y="71574"/>
                  <a:pt x="92039" y="76623"/>
                  <a:pt x="90612" y="79818"/>
                </a:cubicBezTo>
                <a:cubicBezTo>
                  <a:pt x="89184" y="83012"/>
                  <a:pt x="87655" y="85683"/>
                  <a:pt x="86024" y="87830"/>
                </a:cubicBezTo>
                <a:cubicBezTo>
                  <a:pt x="88420" y="90078"/>
                  <a:pt x="91517" y="92543"/>
                  <a:pt x="95314" y="95226"/>
                </a:cubicBezTo>
                <a:cubicBezTo>
                  <a:pt x="99112" y="97909"/>
                  <a:pt x="101903" y="99684"/>
                  <a:pt x="103687" y="100552"/>
                </a:cubicBezTo>
                <a:moveTo>
                  <a:pt x="45191" y="39447"/>
                </a:moveTo>
                <a:lnTo>
                  <a:pt x="51003" y="35000"/>
                </a:lnTo>
                <a:cubicBezTo>
                  <a:pt x="55285" y="31677"/>
                  <a:pt x="57426" y="28379"/>
                  <a:pt x="57426" y="25107"/>
                </a:cubicBezTo>
                <a:cubicBezTo>
                  <a:pt x="57426" y="22348"/>
                  <a:pt x="56393" y="19997"/>
                  <a:pt x="54329" y="18055"/>
                </a:cubicBezTo>
                <a:cubicBezTo>
                  <a:pt x="52264" y="16112"/>
                  <a:pt x="49473" y="15140"/>
                  <a:pt x="45956" y="15140"/>
                </a:cubicBezTo>
                <a:cubicBezTo>
                  <a:pt x="42540" y="15140"/>
                  <a:pt x="39864" y="15996"/>
                  <a:pt x="37927" y="17709"/>
                </a:cubicBezTo>
                <a:cubicBezTo>
                  <a:pt x="35990" y="19421"/>
                  <a:pt x="35021" y="21402"/>
                  <a:pt x="35021" y="23652"/>
                </a:cubicBezTo>
                <a:cubicBezTo>
                  <a:pt x="35021" y="26309"/>
                  <a:pt x="36653" y="29529"/>
                  <a:pt x="39915" y="33313"/>
                </a:cubicBezTo>
                <a:lnTo>
                  <a:pt x="45191" y="39447"/>
                </a:lnTo>
                <a:moveTo>
                  <a:pt x="36780" y="62836"/>
                </a:moveTo>
                <a:cubicBezTo>
                  <a:pt x="31835" y="65340"/>
                  <a:pt x="28139" y="68355"/>
                  <a:pt x="25692" y="71882"/>
                </a:cubicBezTo>
                <a:cubicBezTo>
                  <a:pt x="23246" y="75409"/>
                  <a:pt x="22022" y="79013"/>
                  <a:pt x="22022" y="82693"/>
                </a:cubicBezTo>
                <a:cubicBezTo>
                  <a:pt x="22022" y="87344"/>
                  <a:pt x="23539" y="91140"/>
                  <a:pt x="26572" y="94079"/>
                </a:cubicBezTo>
                <a:cubicBezTo>
                  <a:pt x="29605" y="97018"/>
                  <a:pt x="33670" y="98488"/>
                  <a:pt x="38768" y="98488"/>
                </a:cubicBezTo>
                <a:cubicBezTo>
                  <a:pt x="42133" y="98488"/>
                  <a:pt x="45370" y="97823"/>
                  <a:pt x="48479" y="96495"/>
                </a:cubicBezTo>
                <a:cubicBezTo>
                  <a:pt x="51589" y="95165"/>
                  <a:pt x="54979" y="92966"/>
                  <a:pt x="58649" y="89900"/>
                </a:cubicBezTo>
                <a:lnTo>
                  <a:pt x="36780" y="628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ADS">
            <a:extLst xmlns:a="http://schemas.openxmlformats.org/drawingml/2006/main">
              <a:ext uri="{FF2B5EF4-FFF2-40B4-BE49-F238E27FC236}">
                <a16:creationId xmlns:a16="http://schemas.microsoft.com/office/drawing/2014/main" id="{1C8DDDB2-D775-4F05-81EC-1689504A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772" y="1299262"/>
            <a:ext cx="323007" cy="116228"/>
          </a:xfrm>
          <a:custGeom xmlns:a="http://schemas.openxmlformats.org/drawingml/2006/main">
            <a:pathLst>
              <a:path w="323007" h="116228">
                <a:moveTo>
                  <a:pt x="112481" y="114087"/>
                </a:moveTo>
                <a:lnTo>
                  <a:pt x="87859" y="114087"/>
                </a:lnTo>
                <a:lnTo>
                  <a:pt x="78071" y="88547"/>
                </a:lnTo>
                <a:lnTo>
                  <a:pt x="33263" y="88547"/>
                </a:lnTo>
                <a:lnTo>
                  <a:pt x="24010" y="114087"/>
                </a:lnTo>
                <a:lnTo>
                  <a:pt x="0" y="114087"/>
                </a:lnTo>
                <a:lnTo>
                  <a:pt x="43662" y="1988"/>
                </a:lnTo>
                <a:lnTo>
                  <a:pt x="67596" y="1988"/>
                </a:lnTo>
                <a:lnTo>
                  <a:pt x="112481" y="114087"/>
                </a:lnTo>
                <a:moveTo>
                  <a:pt x="70807" y="69584"/>
                </a:moveTo>
                <a:lnTo>
                  <a:pt x="55361" y="28139"/>
                </a:lnTo>
                <a:lnTo>
                  <a:pt x="40221" y="69584"/>
                </a:lnTo>
                <a:lnTo>
                  <a:pt x="70807" y="69584"/>
                </a:lnTo>
                <a:close/>
                <a:moveTo>
                  <a:pt x="124418" y="1988"/>
                </a:moveTo>
                <a:lnTo>
                  <a:pt x="165786" y="1988"/>
                </a:lnTo>
                <a:cubicBezTo>
                  <a:pt x="175115" y="1988"/>
                  <a:pt x="182226" y="2702"/>
                  <a:pt x="187120" y="4129"/>
                </a:cubicBezTo>
                <a:cubicBezTo>
                  <a:pt x="193696" y="6066"/>
                  <a:pt x="199329" y="9507"/>
                  <a:pt x="204019" y="14452"/>
                </a:cubicBezTo>
                <a:cubicBezTo>
                  <a:pt x="208709" y="19397"/>
                  <a:pt x="212277" y="25450"/>
                  <a:pt x="214724" y="32613"/>
                </a:cubicBezTo>
                <a:cubicBezTo>
                  <a:pt x="217171" y="39775"/>
                  <a:pt x="218394" y="48607"/>
                  <a:pt x="218394" y="59108"/>
                </a:cubicBezTo>
                <a:cubicBezTo>
                  <a:pt x="218394" y="68335"/>
                  <a:pt x="217247" y="76287"/>
                  <a:pt x="214953" y="82965"/>
                </a:cubicBezTo>
                <a:cubicBezTo>
                  <a:pt x="212149" y="91122"/>
                  <a:pt x="208148" y="97723"/>
                  <a:pt x="202948" y="102770"/>
                </a:cubicBezTo>
                <a:cubicBezTo>
                  <a:pt x="199023" y="106593"/>
                  <a:pt x="193721" y="109575"/>
                  <a:pt x="187043" y="111716"/>
                </a:cubicBezTo>
                <a:cubicBezTo>
                  <a:pt x="182047" y="113297"/>
                  <a:pt x="175369" y="114087"/>
                  <a:pt x="167009" y="114087"/>
                </a:cubicBezTo>
                <a:lnTo>
                  <a:pt x="124418" y="114087"/>
                </a:lnTo>
                <a:lnTo>
                  <a:pt x="124418" y="1988"/>
                </a:lnTo>
                <a:moveTo>
                  <a:pt x="147052" y="20952"/>
                </a:moveTo>
                <a:lnTo>
                  <a:pt x="147052" y="95123"/>
                </a:lnTo>
                <a:lnTo>
                  <a:pt x="163951" y="95123"/>
                </a:lnTo>
                <a:cubicBezTo>
                  <a:pt x="170272" y="95123"/>
                  <a:pt x="174834" y="94766"/>
                  <a:pt x="177638" y="94053"/>
                </a:cubicBezTo>
                <a:cubicBezTo>
                  <a:pt x="181308" y="93137"/>
                  <a:pt x="184354" y="91584"/>
                  <a:pt x="186776" y="89395"/>
                </a:cubicBezTo>
                <a:cubicBezTo>
                  <a:pt x="189197" y="87205"/>
                  <a:pt x="191172" y="83602"/>
                  <a:pt x="192702" y="78585"/>
                </a:cubicBezTo>
                <a:cubicBezTo>
                  <a:pt x="194231" y="73569"/>
                  <a:pt x="194996" y="66732"/>
                  <a:pt x="194996" y="58076"/>
                </a:cubicBezTo>
                <a:cubicBezTo>
                  <a:pt x="194996" y="49419"/>
                  <a:pt x="194231" y="42774"/>
                  <a:pt x="192702" y="38140"/>
                </a:cubicBezTo>
                <a:cubicBezTo>
                  <a:pt x="191172" y="33505"/>
                  <a:pt x="189031" y="29890"/>
                  <a:pt x="186279" y="27293"/>
                </a:cubicBezTo>
                <a:cubicBezTo>
                  <a:pt x="183526" y="24695"/>
                  <a:pt x="180034" y="22938"/>
                  <a:pt x="175803" y="22022"/>
                </a:cubicBezTo>
                <a:cubicBezTo>
                  <a:pt x="172642" y="21308"/>
                  <a:pt x="166449" y="20952"/>
                  <a:pt x="157222" y="20952"/>
                </a:cubicBezTo>
                <a:lnTo>
                  <a:pt x="147052" y="20952"/>
                </a:lnTo>
                <a:close/>
                <a:moveTo>
                  <a:pt x="231860" y="77689"/>
                </a:moveTo>
                <a:lnTo>
                  <a:pt x="253883" y="75548"/>
                </a:lnTo>
                <a:cubicBezTo>
                  <a:pt x="255208" y="82967"/>
                  <a:pt x="257897" y="88416"/>
                  <a:pt x="261950" y="91895"/>
                </a:cubicBezTo>
                <a:cubicBezTo>
                  <a:pt x="266002" y="95373"/>
                  <a:pt x="271470" y="97111"/>
                  <a:pt x="278352" y="97111"/>
                </a:cubicBezTo>
                <a:cubicBezTo>
                  <a:pt x="285641" y="97111"/>
                  <a:pt x="291134" y="95564"/>
                  <a:pt x="294830" y="92471"/>
                </a:cubicBezTo>
                <a:cubicBezTo>
                  <a:pt x="298526" y="89377"/>
                  <a:pt x="300374" y="85759"/>
                  <a:pt x="300374" y="81615"/>
                </a:cubicBezTo>
                <a:cubicBezTo>
                  <a:pt x="300374" y="78956"/>
                  <a:pt x="299596" y="76694"/>
                  <a:pt x="298041" y="74829"/>
                </a:cubicBezTo>
                <a:cubicBezTo>
                  <a:pt x="296487" y="72962"/>
                  <a:pt x="293772" y="71338"/>
                  <a:pt x="289898" y="69956"/>
                </a:cubicBezTo>
                <a:cubicBezTo>
                  <a:pt x="287247" y="69037"/>
                  <a:pt x="281206" y="67403"/>
                  <a:pt x="271775" y="65053"/>
                </a:cubicBezTo>
                <a:cubicBezTo>
                  <a:pt x="259643" y="62039"/>
                  <a:pt x="251130" y="58335"/>
                  <a:pt x="246236" y="53942"/>
                </a:cubicBezTo>
                <a:cubicBezTo>
                  <a:pt x="239354" y="47761"/>
                  <a:pt x="235913" y="40226"/>
                  <a:pt x="235913" y="31339"/>
                </a:cubicBezTo>
                <a:cubicBezTo>
                  <a:pt x="235913" y="25618"/>
                  <a:pt x="237532" y="20268"/>
                  <a:pt x="240769" y="15288"/>
                </a:cubicBezTo>
                <a:cubicBezTo>
                  <a:pt x="244006" y="10307"/>
                  <a:pt x="248670" y="6514"/>
                  <a:pt x="254762" y="3909"/>
                </a:cubicBezTo>
                <a:cubicBezTo>
                  <a:pt x="260854" y="1303"/>
                  <a:pt x="268207" y="0"/>
                  <a:pt x="276822" y="0"/>
                </a:cubicBezTo>
                <a:cubicBezTo>
                  <a:pt x="290892" y="0"/>
                  <a:pt x="301482" y="3098"/>
                  <a:pt x="308594" y="9295"/>
                </a:cubicBezTo>
                <a:cubicBezTo>
                  <a:pt x="315705" y="15491"/>
                  <a:pt x="319439" y="23760"/>
                  <a:pt x="319796" y="34104"/>
                </a:cubicBezTo>
                <a:lnTo>
                  <a:pt x="297162" y="35021"/>
                </a:lnTo>
                <a:cubicBezTo>
                  <a:pt x="296194" y="29261"/>
                  <a:pt x="294116" y="25119"/>
                  <a:pt x="290930" y="22596"/>
                </a:cubicBezTo>
                <a:cubicBezTo>
                  <a:pt x="287744" y="20072"/>
                  <a:pt x="282965" y="18811"/>
                  <a:pt x="276593" y="18811"/>
                </a:cubicBezTo>
                <a:cubicBezTo>
                  <a:pt x="270017" y="18811"/>
                  <a:pt x="264868" y="20162"/>
                  <a:pt x="261147" y="22866"/>
                </a:cubicBezTo>
                <a:cubicBezTo>
                  <a:pt x="258751" y="24599"/>
                  <a:pt x="257553" y="26919"/>
                  <a:pt x="257553" y="29826"/>
                </a:cubicBezTo>
                <a:cubicBezTo>
                  <a:pt x="257553" y="32479"/>
                  <a:pt x="258674" y="34748"/>
                  <a:pt x="260917" y="36634"/>
                </a:cubicBezTo>
                <a:cubicBezTo>
                  <a:pt x="263772" y="39032"/>
                  <a:pt x="270705" y="41533"/>
                  <a:pt x="281716" y="44137"/>
                </a:cubicBezTo>
                <a:cubicBezTo>
                  <a:pt x="292727" y="46742"/>
                  <a:pt x="300871" y="49437"/>
                  <a:pt x="306147" y="52221"/>
                </a:cubicBezTo>
                <a:cubicBezTo>
                  <a:pt x="311423" y="55004"/>
                  <a:pt x="315552" y="58809"/>
                  <a:pt x="318534" y="63636"/>
                </a:cubicBezTo>
                <a:cubicBezTo>
                  <a:pt x="321516" y="68461"/>
                  <a:pt x="323007" y="74424"/>
                  <a:pt x="323007" y="81524"/>
                </a:cubicBezTo>
                <a:cubicBezTo>
                  <a:pt x="323007" y="87959"/>
                  <a:pt x="321223" y="93985"/>
                  <a:pt x="317655" y="99604"/>
                </a:cubicBezTo>
                <a:cubicBezTo>
                  <a:pt x="314086" y="105222"/>
                  <a:pt x="309040" y="109398"/>
                  <a:pt x="302515" y="112130"/>
                </a:cubicBezTo>
                <a:cubicBezTo>
                  <a:pt x="295990" y="114862"/>
                  <a:pt x="287859" y="116228"/>
                  <a:pt x="278122" y="116228"/>
                </a:cubicBezTo>
                <a:cubicBezTo>
                  <a:pt x="263951" y="116228"/>
                  <a:pt x="253067" y="112946"/>
                  <a:pt x="245471" y="106383"/>
                </a:cubicBezTo>
                <a:cubicBezTo>
                  <a:pt x="237876" y="99819"/>
                  <a:pt x="233339" y="90255"/>
                  <a:pt x="231860" y="776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2C57AB-5337-4097-AAE1-344EFFB3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8" y="1149614"/>
            <a:ext cx="1533651" cy="1250725"/>
          </a:xfrm>
          <a:custGeom xmlns:a="http://schemas.openxmlformats.org/drawingml/2006/main">
            <a:pathLst>
              <a:path w="1533651" h="1250725">
                <a:moveTo>
                  <a:pt x="1044" y="131545"/>
                </a:moveTo>
                <a:cubicBezTo>
                  <a:pt x="0" y="58465"/>
                  <a:pt x="58465" y="0"/>
                  <a:pt x="130501" y="0"/>
                </a:cubicBezTo>
                <a:lnTo>
                  <a:pt x="1402106" y="0"/>
                </a:lnTo>
                <a:cubicBezTo>
                  <a:pt x="1474491" y="0"/>
                  <a:pt x="1532955" y="58465"/>
                  <a:pt x="1533651" y="131545"/>
                </a:cubicBezTo>
                <a:lnTo>
                  <a:pt x="1533651" y="1119179"/>
                </a:lnTo>
                <a:cubicBezTo>
                  <a:pt x="1532955" y="1191738"/>
                  <a:pt x="1474491" y="1250203"/>
                  <a:pt x="1402106" y="1250725"/>
                </a:cubicBezTo>
                <a:lnTo>
                  <a:pt x="130501" y="1250725"/>
                </a:lnTo>
                <a:cubicBezTo>
                  <a:pt x="58465" y="1250203"/>
                  <a:pt x="0" y="1191738"/>
                  <a:pt x="1044" y="1119179"/>
                </a:cubicBezTo>
                <a:lnTo>
                  <a:pt x="1044" y="131545"/>
                </a:lnTo>
              </a:path>
            </a:pathLst>
          </a:custGeom>
          <a:solidFill xmlns:a="http://schemas.openxmlformats.org/drawingml/2006/main">
            <a:srgbClr val="54823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Objectives">
            <a:extLst xmlns:a="http://schemas.openxmlformats.org/drawingml/2006/main">
              <a:ext uri="{FF2B5EF4-FFF2-40B4-BE49-F238E27FC236}">
                <a16:creationId xmlns:a16="http://schemas.microsoft.com/office/drawing/2014/main" id="{C90293E4-2DE8-4B55-A664-BAB69B34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3772" y="1247775"/>
            <a:ext cx="777425" cy="147120"/>
          </a:xfrm>
          <a:custGeom xmlns:a="http://schemas.openxmlformats.org/drawingml/2006/main">
            <a:pathLst>
              <a:path w="777425" h="147120">
                <a:moveTo>
                  <a:pt x="0" y="58726"/>
                </a:moveTo>
                <a:cubicBezTo>
                  <a:pt x="0" y="47292"/>
                  <a:pt x="1708" y="37697"/>
                  <a:pt x="5123" y="29939"/>
                </a:cubicBezTo>
                <a:cubicBezTo>
                  <a:pt x="7672" y="24221"/>
                  <a:pt x="11151" y="19091"/>
                  <a:pt x="15561" y="14548"/>
                </a:cubicBezTo>
                <a:cubicBezTo>
                  <a:pt x="19970" y="10004"/>
                  <a:pt x="24800" y="6635"/>
                  <a:pt x="30051" y="4440"/>
                </a:cubicBezTo>
                <a:cubicBezTo>
                  <a:pt x="37035" y="1480"/>
                  <a:pt x="45089" y="0"/>
                  <a:pt x="54214" y="0"/>
                </a:cubicBezTo>
                <a:cubicBezTo>
                  <a:pt x="70731" y="0"/>
                  <a:pt x="83947" y="5130"/>
                  <a:pt x="93862" y="15391"/>
                </a:cubicBezTo>
                <a:cubicBezTo>
                  <a:pt x="103777" y="25650"/>
                  <a:pt x="108734" y="39917"/>
                  <a:pt x="108734" y="58190"/>
                </a:cubicBezTo>
                <a:cubicBezTo>
                  <a:pt x="108734" y="76311"/>
                  <a:pt x="103815" y="90489"/>
                  <a:pt x="93976" y="100724"/>
                </a:cubicBezTo>
                <a:cubicBezTo>
                  <a:pt x="84138" y="110958"/>
                  <a:pt x="70986" y="116075"/>
                  <a:pt x="54520" y="116075"/>
                </a:cubicBezTo>
                <a:cubicBezTo>
                  <a:pt x="37850" y="116075"/>
                  <a:pt x="24596" y="110983"/>
                  <a:pt x="14758" y="100801"/>
                </a:cubicBezTo>
                <a:cubicBezTo>
                  <a:pt x="4919" y="90617"/>
                  <a:pt x="0" y="76591"/>
                  <a:pt x="0" y="58726"/>
                </a:cubicBezTo>
                <a:moveTo>
                  <a:pt x="23322" y="57961"/>
                </a:moveTo>
                <a:cubicBezTo>
                  <a:pt x="23322" y="70654"/>
                  <a:pt x="26253" y="80276"/>
                  <a:pt x="32116" y="86827"/>
                </a:cubicBezTo>
                <a:cubicBezTo>
                  <a:pt x="37978" y="93377"/>
                  <a:pt x="45421" y="96653"/>
                  <a:pt x="54444" y="96653"/>
                </a:cubicBezTo>
                <a:cubicBezTo>
                  <a:pt x="63466" y="96653"/>
                  <a:pt x="70871" y="93403"/>
                  <a:pt x="76657" y="86903"/>
                </a:cubicBezTo>
                <a:cubicBezTo>
                  <a:pt x="82443" y="80404"/>
                  <a:pt x="85336" y="70654"/>
                  <a:pt x="85336" y="57655"/>
                </a:cubicBezTo>
                <a:cubicBezTo>
                  <a:pt x="85336" y="44809"/>
                  <a:pt x="82519" y="35225"/>
                  <a:pt x="76886" y="28904"/>
                </a:cubicBezTo>
                <a:cubicBezTo>
                  <a:pt x="71253" y="22583"/>
                  <a:pt x="63772" y="19422"/>
                  <a:pt x="54444" y="19422"/>
                </a:cubicBezTo>
                <a:cubicBezTo>
                  <a:pt x="45115" y="19422"/>
                  <a:pt x="37596" y="22621"/>
                  <a:pt x="31886" y="29019"/>
                </a:cubicBezTo>
                <a:cubicBezTo>
                  <a:pt x="26177" y="35416"/>
                  <a:pt x="23322" y="45064"/>
                  <a:pt x="23322" y="57961"/>
                </a:cubicBezTo>
                <a:close/>
                <a:moveTo>
                  <a:pt x="125319" y="114087"/>
                </a:moveTo>
                <a:lnTo>
                  <a:pt x="125319" y="1988"/>
                </a:lnTo>
                <a:lnTo>
                  <a:pt x="146805" y="1988"/>
                </a:lnTo>
                <a:lnTo>
                  <a:pt x="146805" y="42362"/>
                </a:lnTo>
                <a:cubicBezTo>
                  <a:pt x="153432" y="34817"/>
                  <a:pt x="161283" y="31045"/>
                  <a:pt x="170357" y="31045"/>
                </a:cubicBezTo>
                <a:cubicBezTo>
                  <a:pt x="180246" y="31045"/>
                  <a:pt x="188428" y="34626"/>
                  <a:pt x="194902" y="41788"/>
                </a:cubicBezTo>
                <a:cubicBezTo>
                  <a:pt x="201376" y="48951"/>
                  <a:pt x="204613" y="59235"/>
                  <a:pt x="204613" y="72642"/>
                </a:cubicBezTo>
                <a:cubicBezTo>
                  <a:pt x="204613" y="86508"/>
                  <a:pt x="201313" y="97188"/>
                  <a:pt x="194711" y="104681"/>
                </a:cubicBezTo>
                <a:cubicBezTo>
                  <a:pt x="188110" y="112175"/>
                  <a:pt x="180094" y="115922"/>
                  <a:pt x="170663" y="115922"/>
                </a:cubicBezTo>
                <a:cubicBezTo>
                  <a:pt x="166024" y="115922"/>
                  <a:pt x="161449" y="114762"/>
                  <a:pt x="156937" y="112443"/>
                </a:cubicBezTo>
                <a:cubicBezTo>
                  <a:pt x="152426" y="110123"/>
                  <a:pt x="148539" y="106695"/>
                  <a:pt x="145276" y="102158"/>
                </a:cubicBezTo>
                <a:lnTo>
                  <a:pt x="145276" y="114087"/>
                </a:lnTo>
                <a:lnTo>
                  <a:pt x="125319" y="114087"/>
                </a:lnTo>
                <a:moveTo>
                  <a:pt x="146653" y="71765"/>
                </a:moveTo>
                <a:cubicBezTo>
                  <a:pt x="146653" y="80164"/>
                  <a:pt x="147978" y="86373"/>
                  <a:pt x="150629" y="90394"/>
                </a:cubicBezTo>
                <a:cubicBezTo>
                  <a:pt x="154350" y="96096"/>
                  <a:pt x="159295" y="98946"/>
                  <a:pt x="165463" y="98946"/>
                </a:cubicBezTo>
                <a:cubicBezTo>
                  <a:pt x="170204" y="98946"/>
                  <a:pt x="174244" y="96923"/>
                  <a:pt x="177583" y="92877"/>
                </a:cubicBezTo>
                <a:cubicBezTo>
                  <a:pt x="180922" y="88831"/>
                  <a:pt x="182591" y="82455"/>
                  <a:pt x="182591" y="73751"/>
                </a:cubicBezTo>
                <a:cubicBezTo>
                  <a:pt x="182591" y="64486"/>
                  <a:pt x="180909" y="57805"/>
                  <a:pt x="177545" y="53708"/>
                </a:cubicBezTo>
                <a:cubicBezTo>
                  <a:pt x="174180" y="49610"/>
                  <a:pt x="169873" y="47562"/>
                  <a:pt x="164622" y="47562"/>
                </a:cubicBezTo>
                <a:cubicBezTo>
                  <a:pt x="159473" y="47562"/>
                  <a:pt x="155191" y="49560"/>
                  <a:pt x="151776" y="53557"/>
                </a:cubicBezTo>
                <a:cubicBezTo>
                  <a:pt x="148360" y="57552"/>
                  <a:pt x="146653" y="63622"/>
                  <a:pt x="146653" y="71765"/>
                </a:cubicBezTo>
                <a:close/>
                <a:moveTo>
                  <a:pt x="221478" y="21869"/>
                </a:moveTo>
                <a:lnTo>
                  <a:pt x="221478" y="1988"/>
                </a:lnTo>
                <a:lnTo>
                  <a:pt x="242965" y="1988"/>
                </a:lnTo>
                <a:lnTo>
                  <a:pt x="242965" y="21869"/>
                </a:lnTo>
                <a:lnTo>
                  <a:pt x="221478" y="21869"/>
                </a:lnTo>
                <a:moveTo>
                  <a:pt x="242965" y="32880"/>
                </a:moveTo>
                <a:lnTo>
                  <a:pt x="242965" y="111616"/>
                </a:lnTo>
                <a:cubicBezTo>
                  <a:pt x="242965" y="121971"/>
                  <a:pt x="242289" y="129278"/>
                  <a:pt x="240938" y="133538"/>
                </a:cubicBezTo>
                <a:cubicBezTo>
                  <a:pt x="239587" y="137797"/>
                  <a:pt x="236987" y="141126"/>
                  <a:pt x="233139" y="143524"/>
                </a:cubicBezTo>
                <a:cubicBezTo>
                  <a:pt x="229290" y="145921"/>
                  <a:pt x="224383" y="147120"/>
                  <a:pt x="218419" y="147120"/>
                </a:cubicBezTo>
                <a:cubicBezTo>
                  <a:pt x="216278" y="147120"/>
                  <a:pt x="213971" y="146928"/>
                  <a:pt x="211499" y="146544"/>
                </a:cubicBezTo>
                <a:cubicBezTo>
                  <a:pt x="209027" y="146160"/>
                  <a:pt x="206363" y="145584"/>
                  <a:pt x="203508" y="144816"/>
                </a:cubicBezTo>
                <a:lnTo>
                  <a:pt x="207255" y="126398"/>
                </a:lnTo>
                <a:cubicBezTo>
                  <a:pt x="208275" y="126602"/>
                  <a:pt x="209230" y="126767"/>
                  <a:pt x="210123" y="126895"/>
                </a:cubicBezTo>
                <a:cubicBezTo>
                  <a:pt x="211015" y="127022"/>
                  <a:pt x="211843" y="127086"/>
                  <a:pt x="212608" y="127086"/>
                </a:cubicBezTo>
                <a:cubicBezTo>
                  <a:pt x="214800" y="127086"/>
                  <a:pt x="216597" y="126614"/>
                  <a:pt x="217998" y="125671"/>
                </a:cubicBezTo>
                <a:cubicBezTo>
                  <a:pt x="219400" y="124728"/>
                  <a:pt x="220331" y="123594"/>
                  <a:pt x="220789" y="122269"/>
                </a:cubicBezTo>
                <a:cubicBezTo>
                  <a:pt x="221248" y="120943"/>
                  <a:pt x="221478" y="116967"/>
                  <a:pt x="221478" y="110340"/>
                </a:cubicBezTo>
                <a:lnTo>
                  <a:pt x="221478" y="32880"/>
                </a:lnTo>
                <a:lnTo>
                  <a:pt x="242965" y="32880"/>
                </a:lnTo>
                <a:close/>
                <a:moveTo>
                  <a:pt x="312463" y="88241"/>
                </a:moveTo>
                <a:lnTo>
                  <a:pt x="333873" y="91912"/>
                </a:lnTo>
                <a:cubicBezTo>
                  <a:pt x="331121" y="99737"/>
                  <a:pt x="326775" y="105695"/>
                  <a:pt x="320836" y="109785"/>
                </a:cubicBezTo>
                <a:cubicBezTo>
                  <a:pt x="314897" y="113876"/>
                  <a:pt x="307467" y="115922"/>
                  <a:pt x="298546" y="115922"/>
                </a:cubicBezTo>
                <a:cubicBezTo>
                  <a:pt x="284426" y="115922"/>
                  <a:pt x="273975" y="111308"/>
                  <a:pt x="267195" y="102082"/>
                </a:cubicBezTo>
                <a:cubicBezTo>
                  <a:pt x="261843" y="94690"/>
                  <a:pt x="259167" y="85361"/>
                  <a:pt x="259167" y="74095"/>
                </a:cubicBezTo>
                <a:cubicBezTo>
                  <a:pt x="259167" y="60637"/>
                  <a:pt x="262684" y="50098"/>
                  <a:pt x="269719" y="42477"/>
                </a:cubicBezTo>
                <a:cubicBezTo>
                  <a:pt x="276754" y="34856"/>
                  <a:pt x="285649" y="31045"/>
                  <a:pt x="296405" y="31045"/>
                </a:cubicBezTo>
                <a:cubicBezTo>
                  <a:pt x="308487" y="31045"/>
                  <a:pt x="318020" y="35034"/>
                  <a:pt x="325003" y="43012"/>
                </a:cubicBezTo>
                <a:cubicBezTo>
                  <a:pt x="331987" y="50990"/>
                  <a:pt x="335326" y="63212"/>
                  <a:pt x="335020" y="79677"/>
                </a:cubicBezTo>
                <a:lnTo>
                  <a:pt x="281189" y="79677"/>
                </a:lnTo>
                <a:cubicBezTo>
                  <a:pt x="281342" y="86049"/>
                  <a:pt x="283075" y="91007"/>
                  <a:pt x="286388" y="94550"/>
                </a:cubicBezTo>
                <a:cubicBezTo>
                  <a:pt x="289702" y="98093"/>
                  <a:pt x="293831" y="99864"/>
                  <a:pt x="298776" y="99864"/>
                </a:cubicBezTo>
                <a:cubicBezTo>
                  <a:pt x="302140" y="99864"/>
                  <a:pt x="304969" y="98946"/>
                  <a:pt x="307263" y="97111"/>
                </a:cubicBezTo>
                <a:cubicBezTo>
                  <a:pt x="309557" y="95276"/>
                  <a:pt x="311291" y="92319"/>
                  <a:pt x="312463" y="88241"/>
                </a:cubicBezTo>
                <a:moveTo>
                  <a:pt x="313687" y="66525"/>
                </a:moveTo>
                <a:cubicBezTo>
                  <a:pt x="313534" y="60331"/>
                  <a:pt x="311928" y="55622"/>
                  <a:pt x="308869" y="52398"/>
                </a:cubicBezTo>
                <a:cubicBezTo>
                  <a:pt x="305811" y="49174"/>
                  <a:pt x="302089" y="47562"/>
                  <a:pt x="297705" y="47562"/>
                </a:cubicBezTo>
                <a:cubicBezTo>
                  <a:pt x="293015" y="47562"/>
                  <a:pt x="289141" y="49262"/>
                  <a:pt x="286082" y="52663"/>
                </a:cubicBezTo>
                <a:cubicBezTo>
                  <a:pt x="283024" y="56066"/>
                  <a:pt x="281520" y="60687"/>
                  <a:pt x="281571" y="66525"/>
                </a:cubicBezTo>
                <a:lnTo>
                  <a:pt x="313687" y="66525"/>
                </a:lnTo>
                <a:close/>
                <a:moveTo>
                  <a:pt x="423245" y="56890"/>
                </a:moveTo>
                <a:lnTo>
                  <a:pt x="402064" y="60714"/>
                </a:lnTo>
                <a:cubicBezTo>
                  <a:pt x="401351" y="56508"/>
                  <a:pt x="399732" y="53341"/>
                  <a:pt x="397209" y="51213"/>
                </a:cubicBezTo>
                <a:cubicBezTo>
                  <a:pt x="394685" y="49085"/>
                  <a:pt x="391410" y="48020"/>
                  <a:pt x="387383" y="48020"/>
                </a:cubicBezTo>
                <a:cubicBezTo>
                  <a:pt x="382030" y="48020"/>
                  <a:pt x="377761" y="49863"/>
                  <a:pt x="374575" y="53547"/>
                </a:cubicBezTo>
                <a:cubicBezTo>
                  <a:pt x="371389" y="57232"/>
                  <a:pt x="369796" y="63394"/>
                  <a:pt x="369796" y="72033"/>
                </a:cubicBezTo>
                <a:cubicBezTo>
                  <a:pt x="369796" y="81639"/>
                  <a:pt x="371414" y="88425"/>
                  <a:pt x="374651" y="92390"/>
                </a:cubicBezTo>
                <a:cubicBezTo>
                  <a:pt x="377889" y="96353"/>
                  <a:pt x="382234" y="98335"/>
                  <a:pt x="387689" y="98335"/>
                </a:cubicBezTo>
                <a:cubicBezTo>
                  <a:pt x="391767" y="98335"/>
                  <a:pt x="395106" y="97175"/>
                  <a:pt x="397706" y="94856"/>
                </a:cubicBezTo>
                <a:cubicBezTo>
                  <a:pt x="400306" y="92536"/>
                  <a:pt x="402141" y="88547"/>
                  <a:pt x="403211" y="82889"/>
                </a:cubicBezTo>
                <a:lnTo>
                  <a:pt x="424316" y="86559"/>
                </a:lnTo>
                <a:cubicBezTo>
                  <a:pt x="422124" y="96245"/>
                  <a:pt x="417918" y="103560"/>
                  <a:pt x="411699" y="108505"/>
                </a:cubicBezTo>
                <a:cubicBezTo>
                  <a:pt x="405480" y="113449"/>
                  <a:pt x="397145" y="115922"/>
                  <a:pt x="386695" y="115922"/>
                </a:cubicBezTo>
                <a:cubicBezTo>
                  <a:pt x="374817" y="115922"/>
                  <a:pt x="365348" y="112175"/>
                  <a:pt x="358288" y="104681"/>
                </a:cubicBezTo>
                <a:cubicBezTo>
                  <a:pt x="351228" y="97188"/>
                  <a:pt x="347697" y="86814"/>
                  <a:pt x="347697" y="73560"/>
                </a:cubicBezTo>
                <a:cubicBezTo>
                  <a:pt x="347697" y="60153"/>
                  <a:pt x="351240" y="49715"/>
                  <a:pt x="358326" y="42247"/>
                </a:cubicBezTo>
                <a:cubicBezTo>
                  <a:pt x="365412" y="34779"/>
                  <a:pt x="374996" y="31045"/>
                  <a:pt x="387077" y="31045"/>
                </a:cubicBezTo>
                <a:cubicBezTo>
                  <a:pt x="396967" y="31045"/>
                  <a:pt x="404830" y="33173"/>
                  <a:pt x="410667" y="37430"/>
                </a:cubicBezTo>
                <a:cubicBezTo>
                  <a:pt x="416504" y="41686"/>
                  <a:pt x="420697" y="48173"/>
                  <a:pt x="423245" y="56890"/>
                </a:cubicBezTo>
                <a:close/>
                <a:moveTo>
                  <a:pt x="476677" y="32880"/>
                </a:moveTo>
                <a:lnTo>
                  <a:pt x="476677" y="50009"/>
                </a:lnTo>
                <a:lnTo>
                  <a:pt x="461996" y="50009"/>
                </a:lnTo>
                <a:lnTo>
                  <a:pt x="461996" y="82683"/>
                </a:lnTo>
                <a:cubicBezTo>
                  <a:pt x="461996" y="89301"/>
                  <a:pt x="462136" y="93157"/>
                  <a:pt x="462416" y="94251"/>
                </a:cubicBezTo>
                <a:cubicBezTo>
                  <a:pt x="462697" y="95344"/>
                  <a:pt x="463334" y="96247"/>
                  <a:pt x="464328" y="96961"/>
                </a:cubicBezTo>
                <a:cubicBezTo>
                  <a:pt x="465322" y="97673"/>
                  <a:pt x="466533" y="98029"/>
                  <a:pt x="467960" y="98029"/>
                </a:cubicBezTo>
                <a:cubicBezTo>
                  <a:pt x="469948" y="98029"/>
                  <a:pt x="472829" y="97341"/>
                  <a:pt x="476601" y="95964"/>
                </a:cubicBezTo>
                <a:lnTo>
                  <a:pt x="478436" y="112696"/>
                </a:lnTo>
                <a:cubicBezTo>
                  <a:pt x="473440" y="114847"/>
                  <a:pt x="467782" y="115922"/>
                  <a:pt x="461461" y="115922"/>
                </a:cubicBezTo>
                <a:cubicBezTo>
                  <a:pt x="457586" y="115922"/>
                  <a:pt x="454094" y="115272"/>
                  <a:pt x="450985" y="113972"/>
                </a:cubicBezTo>
                <a:cubicBezTo>
                  <a:pt x="447875" y="112672"/>
                  <a:pt x="445594" y="110990"/>
                  <a:pt x="444141" y="108925"/>
                </a:cubicBezTo>
                <a:cubicBezTo>
                  <a:pt x="442688" y="106861"/>
                  <a:pt x="441682" y="104070"/>
                  <a:pt x="441121" y="100552"/>
                </a:cubicBezTo>
                <a:cubicBezTo>
                  <a:pt x="440662" y="98054"/>
                  <a:pt x="440433" y="93008"/>
                  <a:pt x="440433" y="85412"/>
                </a:cubicBezTo>
                <a:lnTo>
                  <a:pt x="440433" y="50009"/>
                </a:lnTo>
                <a:lnTo>
                  <a:pt x="430569" y="50009"/>
                </a:lnTo>
                <a:lnTo>
                  <a:pt x="430569" y="32880"/>
                </a:lnTo>
                <a:lnTo>
                  <a:pt x="440433" y="32880"/>
                </a:lnTo>
                <a:lnTo>
                  <a:pt x="440433" y="16670"/>
                </a:lnTo>
                <a:lnTo>
                  <a:pt x="461996" y="3976"/>
                </a:lnTo>
                <a:lnTo>
                  <a:pt x="461996" y="32880"/>
                </a:lnTo>
                <a:lnTo>
                  <a:pt x="476677" y="32880"/>
                </a:lnTo>
                <a:close/>
                <a:moveTo>
                  <a:pt x="491639" y="21869"/>
                </a:moveTo>
                <a:lnTo>
                  <a:pt x="491639" y="1988"/>
                </a:lnTo>
                <a:lnTo>
                  <a:pt x="513126" y="1988"/>
                </a:lnTo>
                <a:lnTo>
                  <a:pt x="513126" y="21869"/>
                </a:lnTo>
                <a:lnTo>
                  <a:pt x="491639" y="21869"/>
                </a:lnTo>
                <a:moveTo>
                  <a:pt x="491639" y="114087"/>
                </a:moveTo>
                <a:lnTo>
                  <a:pt x="491639" y="32880"/>
                </a:lnTo>
                <a:lnTo>
                  <a:pt x="513126" y="32880"/>
                </a:lnTo>
                <a:lnTo>
                  <a:pt x="513126" y="114087"/>
                </a:lnTo>
                <a:lnTo>
                  <a:pt x="491639" y="114087"/>
                </a:lnTo>
                <a:close/>
                <a:moveTo>
                  <a:pt x="557468" y="114087"/>
                </a:moveTo>
                <a:lnTo>
                  <a:pt x="524741" y="32880"/>
                </a:lnTo>
                <a:lnTo>
                  <a:pt x="547298" y="32880"/>
                </a:lnTo>
                <a:lnTo>
                  <a:pt x="562591" y="74325"/>
                </a:lnTo>
                <a:lnTo>
                  <a:pt x="567026" y="88165"/>
                </a:lnTo>
                <a:cubicBezTo>
                  <a:pt x="568199" y="84647"/>
                  <a:pt x="568938" y="82328"/>
                  <a:pt x="569244" y="81206"/>
                </a:cubicBezTo>
                <a:cubicBezTo>
                  <a:pt x="569958" y="78913"/>
                  <a:pt x="570722" y="76619"/>
                  <a:pt x="571538" y="74325"/>
                </a:cubicBezTo>
                <a:lnTo>
                  <a:pt x="586984" y="32880"/>
                </a:lnTo>
                <a:lnTo>
                  <a:pt x="609082" y="32880"/>
                </a:lnTo>
                <a:lnTo>
                  <a:pt x="576814" y="114087"/>
                </a:lnTo>
                <a:lnTo>
                  <a:pt x="557468" y="114087"/>
                </a:lnTo>
                <a:close/>
                <a:moveTo>
                  <a:pt x="669167" y="88241"/>
                </a:moveTo>
                <a:lnTo>
                  <a:pt x="690578" y="91912"/>
                </a:lnTo>
                <a:cubicBezTo>
                  <a:pt x="687825" y="99737"/>
                  <a:pt x="683479" y="105695"/>
                  <a:pt x="677540" y="109785"/>
                </a:cubicBezTo>
                <a:cubicBezTo>
                  <a:pt x="671602" y="113876"/>
                  <a:pt x="664172" y="115922"/>
                  <a:pt x="655251" y="115922"/>
                </a:cubicBezTo>
                <a:cubicBezTo>
                  <a:pt x="641130" y="115922"/>
                  <a:pt x="630680" y="111308"/>
                  <a:pt x="623900" y="102082"/>
                </a:cubicBezTo>
                <a:cubicBezTo>
                  <a:pt x="618547" y="94690"/>
                  <a:pt x="615871" y="85361"/>
                  <a:pt x="615871" y="74095"/>
                </a:cubicBezTo>
                <a:cubicBezTo>
                  <a:pt x="615871" y="60637"/>
                  <a:pt x="619388" y="50098"/>
                  <a:pt x="626423" y="42477"/>
                </a:cubicBezTo>
                <a:cubicBezTo>
                  <a:pt x="633458" y="34856"/>
                  <a:pt x="642353" y="31045"/>
                  <a:pt x="653110" y="31045"/>
                </a:cubicBezTo>
                <a:cubicBezTo>
                  <a:pt x="665191" y="31045"/>
                  <a:pt x="674724" y="35034"/>
                  <a:pt x="681708" y="43012"/>
                </a:cubicBezTo>
                <a:cubicBezTo>
                  <a:pt x="688692" y="50990"/>
                  <a:pt x="692031" y="63212"/>
                  <a:pt x="691725" y="79677"/>
                </a:cubicBezTo>
                <a:lnTo>
                  <a:pt x="637893" y="79677"/>
                </a:lnTo>
                <a:cubicBezTo>
                  <a:pt x="638046" y="86049"/>
                  <a:pt x="639779" y="91007"/>
                  <a:pt x="643093" y="94550"/>
                </a:cubicBezTo>
                <a:cubicBezTo>
                  <a:pt x="646406" y="98093"/>
                  <a:pt x="650535" y="99864"/>
                  <a:pt x="655480" y="99864"/>
                </a:cubicBezTo>
                <a:cubicBezTo>
                  <a:pt x="658845" y="99864"/>
                  <a:pt x="661674" y="98946"/>
                  <a:pt x="663968" y="97111"/>
                </a:cubicBezTo>
                <a:cubicBezTo>
                  <a:pt x="666262" y="95276"/>
                  <a:pt x="667995" y="92319"/>
                  <a:pt x="669167" y="88241"/>
                </a:cubicBezTo>
                <a:moveTo>
                  <a:pt x="670391" y="66525"/>
                </a:moveTo>
                <a:cubicBezTo>
                  <a:pt x="670238" y="60331"/>
                  <a:pt x="668632" y="55622"/>
                  <a:pt x="665574" y="52398"/>
                </a:cubicBezTo>
                <a:cubicBezTo>
                  <a:pt x="662515" y="49174"/>
                  <a:pt x="658794" y="47562"/>
                  <a:pt x="654410" y="47562"/>
                </a:cubicBezTo>
                <a:cubicBezTo>
                  <a:pt x="649720" y="47562"/>
                  <a:pt x="645845" y="49262"/>
                  <a:pt x="642787" y="52663"/>
                </a:cubicBezTo>
                <a:cubicBezTo>
                  <a:pt x="639728" y="56066"/>
                  <a:pt x="638224" y="60687"/>
                  <a:pt x="638275" y="66525"/>
                </a:cubicBezTo>
                <a:lnTo>
                  <a:pt x="670391" y="66525"/>
                </a:lnTo>
                <a:close/>
                <a:moveTo>
                  <a:pt x="701572" y="90994"/>
                </a:moveTo>
                <a:lnTo>
                  <a:pt x="723135" y="87630"/>
                </a:lnTo>
                <a:cubicBezTo>
                  <a:pt x="724052" y="91784"/>
                  <a:pt x="725913" y="94938"/>
                  <a:pt x="728717" y="97092"/>
                </a:cubicBezTo>
                <a:cubicBezTo>
                  <a:pt x="731521" y="99246"/>
                  <a:pt x="735446" y="100323"/>
                  <a:pt x="740493" y="100323"/>
                </a:cubicBezTo>
                <a:cubicBezTo>
                  <a:pt x="746049" y="100323"/>
                  <a:pt x="750229" y="99305"/>
                  <a:pt x="753033" y="97269"/>
                </a:cubicBezTo>
                <a:cubicBezTo>
                  <a:pt x="754919" y="95843"/>
                  <a:pt x="755862" y="93934"/>
                  <a:pt x="755862" y="91541"/>
                </a:cubicBezTo>
                <a:cubicBezTo>
                  <a:pt x="755862" y="89912"/>
                  <a:pt x="755352" y="88562"/>
                  <a:pt x="754333" y="87493"/>
                </a:cubicBezTo>
                <a:cubicBezTo>
                  <a:pt x="753262" y="86475"/>
                  <a:pt x="750866" y="85534"/>
                  <a:pt x="747145" y="84669"/>
                </a:cubicBezTo>
                <a:cubicBezTo>
                  <a:pt x="729813" y="80852"/>
                  <a:pt x="718827" y="77365"/>
                  <a:pt x="714188" y="74207"/>
                </a:cubicBezTo>
                <a:cubicBezTo>
                  <a:pt x="707765" y="69827"/>
                  <a:pt x="704554" y="63740"/>
                  <a:pt x="704554" y="55949"/>
                </a:cubicBezTo>
                <a:cubicBezTo>
                  <a:pt x="704554" y="48920"/>
                  <a:pt x="707332" y="43013"/>
                  <a:pt x="712888" y="38226"/>
                </a:cubicBezTo>
                <a:cubicBezTo>
                  <a:pt x="718445" y="33439"/>
                  <a:pt x="727060" y="31045"/>
                  <a:pt x="738734" y="31045"/>
                </a:cubicBezTo>
                <a:cubicBezTo>
                  <a:pt x="749847" y="31045"/>
                  <a:pt x="758105" y="32848"/>
                  <a:pt x="763509" y="36455"/>
                </a:cubicBezTo>
                <a:cubicBezTo>
                  <a:pt x="768912" y="40062"/>
                  <a:pt x="772634" y="45395"/>
                  <a:pt x="774673" y="52455"/>
                </a:cubicBezTo>
                <a:lnTo>
                  <a:pt x="754409" y="56279"/>
                </a:lnTo>
                <a:cubicBezTo>
                  <a:pt x="753543" y="53118"/>
                  <a:pt x="751899" y="50697"/>
                  <a:pt x="749477" y="49014"/>
                </a:cubicBezTo>
                <a:cubicBezTo>
                  <a:pt x="747056" y="47332"/>
                  <a:pt x="743602" y="46491"/>
                  <a:pt x="739116" y="46491"/>
                </a:cubicBezTo>
                <a:cubicBezTo>
                  <a:pt x="733458" y="46491"/>
                  <a:pt x="729405" y="47280"/>
                  <a:pt x="726958" y="48859"/>
                </a:cubicBezTo>
                <a:cubicBezTo>
                  <a:pt x="725327" y="49977"/>
                  <a:pt x="724511" y="51428"/>
                  <a:pt x="724511" y="53211"/>
                </a:cubicBezTo>
                <a:cubicBezTo>
                  <a:pt x="724511" y="54737"/>
                  <a:pt x="725225" y="56034"/>
                  <a:pt x="726652" y="57103"/>
                </a:cubicBezTo>
                <a:cubicBezTo>
                  <a:pt x="728589" y="58529"/>
                  <a:pt x="735280" y="60540"/>
                  <a:pt x="746725" y="63137"/>
                </a:cubicBezTo>
                <a:cubicBezTo>
                  <a:pt x="758169" y="65733"/>
                  <a:pt x="766160" y="68919"/>
                  <a:pt x="770696" y="72693"/>
                </a:cubicBezTo>
                <a:cubicBezTo>
                  <a:pt x="775182" y="76519"/>
                  <a:pt x="777425" y="81849"/>
                  <a:pt x="777425" y="88683"/>
                </a:cubicBezTo>
                <a:cubicBezTo>
                  <a:pt x="777425" y="96131"/>
                  <a:pt x="774316" y="102532"/>
                  <a:pt x="768097" y="107888"/>
                </a:cubicBezTo>
                <a:cubicBezTo>
                  <a:pt x="761877" y="113244"/>
                  <a:pt x="752676" y="115922"/>
                  <a:pt x="740493" y="115922"/>
                </a:cubicBezTo>
                <a:cubicBezTo>
                  <a:pt x="729431" y="115922"/>
                  <a:pt x="720675" y="113686"/>
                  <a:pt x="714227" y="109214"/>
                </a:cubicBezTo>
                <a:cubicBezTo>
                  <a:pt x="707778" y="104741"/>
                  <a:pt x="703560" y="98668"/>
                  <a:pt x="701572" y="9099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B253D7-FBB9-4EFF-B08F-FF998369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91" y="1483698"/>
            <a:ext cx="942393" cy="570726"/>
          </a:xfrm>
          <a:custGeom xmlns:a="http://schemas.openxmlformats.org/drawingml/2006/main">
            <a:pathLst>
              <a:path w="942393" h="570726">
                <a:moveTo>
                  <a:pt x="0" y="96049"/>
                </a:moveTo>
                <a:cubicBezTo>
                  <a:pt x="174" y="43396"/>
                  <a:pt x="42700" y="870"/>
                  <a:pt x="96049" y="0"/>
                </a:cubicBezTo>
                <a:lnTo>
                  <a:pt x="847737" y="0"/>
                </a:lnTo>
                <a:cubicBezTo>
                  <a:pt x="899867" y="870"/>
                  <a:pt x="942393" y="43396"/>
                  <a:pt x="941697" y="96049"/>
                </a:cubicBezTo>
                <a:lnTo>
                  <a:pt x="941697" y="476069"/>
                </a:lnTo>
                <a:cubicBezTo>
                  <a:pt x="942393" y="528200"/>
                  <a:pt x="899867" y="570726"/>
                  <a:pt x="847737" y="570030"/>
                </a:cubicBezTo>
                <a:lnTo>
                  <a:pt x="96049" y="570030"/>
                </a:lnTo>
                <a:cubicBezTo>
                  <a:pt x="42700" y="570726"/>
                  <a:pt x="174" y="528200"/>
                  <a:pt x="0" y="476069"/>
                </a:cubicBezTo>
                <a:lnTo>
                  <a:pt x="0" y="96049"/>
                </a:lnTo>
              </a:path>
            </a:pathLst>
          </a:custGeom>
          <a:solidFill xmlns:a="http://schemas.openxmlformats.org/drawingml/2006/main">
            <a:srgbClr val="54823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Evaluation">
            <a:extLst xmlns:a="http://schemas.openxmlformats.org/drawingml/2006/main">
              <a:ext uri="{FF2B5EF4-FFF2-40B4-BE49-F238E27FC236}">
                <a16:creationId xmlns:a16="http://schemas.microsoft.com/office/drawing/2014/main" id="{DA384A49-57F7-4F2F-9AB2-22C74194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762" y="1712625"/>
            <a:ext cx="769719" cy="113934"/>
          </a:xfrm>
          <a:custGeom xmlns:a="http://schemas.openxmlformats.org/drawingml/2006/main">
            <a:pathLst>
              <a:path w="769719" h="113934">
                <a:moveTo>
                  <a:pt x="0" y="112099"/>
                </a:moveTo>
                <a:lnTo>
                  <a:pt x="0" y="0"/>
                </a:lnTo>
                <a:lnTo>
                  <a:pt x="83118" y="0"/>
                </a:lnTo>
                <a:lnTo>
                  <a:pt x="83118" y="18963"/>
                </a:lnTo>
                <a:lnTo>
                  <a:pt x="22634" y="18963"/>
                </a:lnTo>
                <a:lnTo>
                  <a:pt x="22634" y="43738"/>
                </a:lnTo>
                <a:lnTo>
                  <a:pt x="78913" y="43738"/>
                </a:lnTo>
                <a:lnTo>
                  <a:pt x="78913" y="62702"/>
                </a:lnTo>
                <a:lnTo>
                  <a:pt x="22634" y="62702"/>
                </a:lnTo>
                <a:lnTo>
                  <a:pt x="22634" y="93135"/>
                </a:lnTo>
                <a:lnTo>
                  <a:pt x="85259" y="93135"/>
                </a:lnTo>
                <a:lnTo>
                  <a:pt x="85259" y="112099"/>
                </a:lnTo>
                <a:lnTo>
                  <a:pt x="0" y="112099"/>
                </a:lnTo>
                <a:close/>
                <a:moveTo>
                  <a:pt x="126576" y="112099"/>
                </a:moveTo>
                <a:lnTo>
                  <a:pt x="93849" y="30892"/>
                </a:lnTo>
                <a:lnTo>
                  <a:pt x="116406" y="30892"/>
                </a:lnTo>
                <a:lnTo>
                  <a:pt x="131699" y="72336"/>
                </a:lnTo>
                <a:lnTo>
                  <a:pt x="136134" y="86177"/>
                </a:lnTo>
                <a:cubicBezTo>
                  <a:pt x="137306" y="82659"/>
                  <a:pt x="138046" y="80340"/>
                  <a:pt x="138351" y="79218"/>
                </a:cubicBezTo>
                <a:cubicBezTo>
                  <a:pt x="139065" y="76924"/>
                  <a:pt x="139830" y="74630"/>
                  <a:pt x="140645" y="72336"/>
                </a:cubicBezTo>
                <a:lnTo>
                  <a:pt x="156092" y="30892"/>
                </a:lnTo>
                <a:lnTo>
                  <a:pt x="178190" y="30892"/>
                </a:lnTo>
                <a:lnTo>
                  <a:pt x="145922" y="112099"/>
                </a:lnTo>
                <a:lnTo>
                  <a:pt x="126576" y="112099"/>
                </a:lnTo>
                <a:close/>
                <a:moveTo>
                  <a:pt x="207306" y="55973"/>
                </a:moveTo>
                <a:lnTo>
                  <a:pt x="187807" y="52455"/>
                </a:lnTo>
                <a:cubicBezTo>
                  <a:pt x="189999" y="44501"/>
                  <a:pt x="193772" y="38614"/>
                  <a:pt x="199124" y="34792"/>
                </a:cubicBezTo>
                <a:cubicBezTo>
                  <a:pt x="204477" y="30969"/>
                  <a:pt x="212429" y="29057"/>
                  <a:pt x="222982" y="29057"/>
                </a:cubicBezTo>
                <a:cubicBezTo>
                  <a:pt x="232565" y="29057"/>
                  <a:pt x="239702" y="30191"/>
                  <a:pt x="244392" y="32460"/>
                </a:cubicBezTo>
                <a:cubicBezTo>
                  <a:pt x="249082" y="34728"/>
                  <a:pt x="252383" y="37608"/>
                  <a:pt x="254294" y="41100"/>
                </a:cubicBezTo>
                <a:cubicBezTo>
                  <a:pt x="256206" y="44592"/>
                  <a:pt x="257162" y="51003"/>
                  <a:pt x="257162" y="60331"/>
                </a:cubicBezTo>
                <a:lnTo>
                  <a:pt x="256932" y="85412"/>
                </a:lnTo>
                <a:cubicBezTo>
                  <a:pt x="256932" y="92549"/>
                  <a:pt x="257276" y="97812"/>
                  <a:pt x="257965" y="101202"/>
                </a:cubicBezTo>
                <a:cubicBezTo>
                  <a:pt x="258653" y="104592"/>
                  <a:pt x="259940" y="108224"/>
                  <a:pt x="261826" y="112099"/>
                </a:cubicBezTo>
                <a:lnTo>
                  <a:pt x="240569" y="112099"/>
                </a:lnTo>
                <a:cubicBezTo>
                  <a:pt x="240008" y="110671"/>
                  <a:pt x="239320" y="108556"/>
                  <a:pt x="238504" y="105752"/>
                </a:cubicBezTo>
                <a:cubicBezTo>
                  <a:pt x="238147" y="104478"/>
                  <a:pt x="237892" y="103636"/>
                  <a:pt x="237740" y="103229"/>
                </a:cubicBezTo>
                <a:cubicBezTo>
                  <a:pt x="234069" y="106797"/>
                  <a:pt x="230144" y="109473"/>
                  <a:pt x="225964" y="111257"/>
                </a:cubicBezTo>
                <a:cubicBezTo>
                  <a:pt x="221784" y="113042"/>
                  <a:pt x="217323" y="113934"/>
                  <a:pt x="212582" y="113934"/>
                </a:cubicBezTo>
                <a:cubicBezTo>
                  <a:pt x="204222" y="113934"/>
                  <a:pt x="197633" y="111675"/>
                  <a:pt x="192816" y="107157"/>
                </a:cubicBezTo>
                <a:cubicBezTo>
                  <a:pt x="187999" y="102639"/>
                  <a:pt x="185590" y="96928"/>
                  <a:pt x="185590" y="90024"/>
                </a:cubicBezTo>
                <a:cubicBezTo>
                  <a:pt x="185590" y="85455"/>
                  <a:pt x="186686" y="81382"/>
                  <a:pt x="188878" y="77804"/>
                </a:cubicBezTo>
                <a:cubicBezTo>
                  <a:pt x="191070" y="74224"/>
                  <a:pt x="194141" y="71483"/>
                  <a:pt x="198092" y="69579"/>
                </a:cubicBezTo>
                <a:cubicBezTo>
                  <a:pt x="202043" y="67675"/>
                  <a:pt x="207740" y="66013"/>
                  <a:pt x="215182" y="64592"/>
                </a:cubicBezTo>
                <a:cubicBezTo>
                  <a:pt x="225225" y="62714"/>
                  <a:pt x="232183" y="60962"/>
                  <a:pt x="236057" y="59337"/>
                </a:cubicBezTo>
                <a:lnTo>
                  <a:pt x="236057" y="57172"/>
                </a:lnTo>
                <a:cubicBezTo>
                  <a:pt x="236057" y="52997"/>
                  <a:pt x="235038" y="50020"/>
                  <a:pt x="232999" y="48243"/>
                </a:cubicBezTo>
                <a:cubicBezTo>
                  <a:pt x="230960" y="46463"/>
                  <a:pt x="227111" y="45574"/>
                  <a:pt x="221452" y="45574"/>
                </a:cubicBezTo>
                <a:cubicBezTo>
                  <a:pt x="217629" y="45574"/>
                  <a:pt x="214647" y="46343"/>
                  <a:pt x="212506" y="47882"/>
                </a:cubicBezTo>
                <a:cubicBezTo>
                  <a:pt x="210365" y="49419"/>
                  <a:pt x="208632" y="52116"/>
                  <a:pt x="207306" y="55973"/>
                </a:cubicBezTo>
                <a:moveTo>
                  <a:pt x="236057" y="73407"/>
                </a:moveTo>
                <a:cubicBezTo>
                  <a:pt x="233305" y="74313"/>
                  <a:pt x="228946" y="75397"/>
                  <a:pt x="222982" y="76657"/>
                </a:cubicBezTo>
                <a:cubicBezTo>
                  <a:pt x="217017" y="77915"/>
                  <a:pt x="213118" y="79149"/>
                  <a:pt x="211282" y="80358"/>
                </a:cubicBezTo>
                <a:cubicBezTo>
                  <a:pt x="208479" y="82322"/>
                  <a:pt x="207077" y="84815"/>
                  <a:pt x="207077" y="87837"/>
                </a:cubicBezTo>
                <a:cubicBezTo>
                  <a:pt x="207077" y="90810"/>
                  <a:pt x="208198" y="93380"/>
                  <a:pt x="210441" y="95546"/>
                </a:cubicBezTo>
                <a:cubicBezTo>
                  <a:pt x="212684" y="97711"/>
                  <a:pt x="215539" y="98794"/>
                  <a:pt x="219005" y="98794"/>
                </a:cubicBezTo>
                <a:cubicBezTo>
                  <a:pt x="222880" y="98794"/>
                  <a:pt x="226576" y="97534"/>
                  <a:pt x="230093" y="95016"/>
                </a:cubicBezTo>
                <a:cubicBezTo>
                  <a:pt x="232693" y="93102"/>
                  <a:pt x="234401" y="90760"/>
                  <a:pt x="235216" y="87988"/>
                </a:cubicBezTo>
                <a:cubicBezTo>
                  <a:pt x="235777" y="86175"/>
                  <a:pt x="236057" y="82725"/>
                  <a:pt x="236057" y="77639"/>
                </a:cubicBezTo>
                <a:lnTo>
                  <a:pt x="236057" y="73407"/>
                </a:lnTo>
                <a:close/>
                <a:moveTo>
                  <a:pt x="278249" y="112099"/>
                </a:moveTo>
                <a:lnTo>
                  <a:pt x="278249" y="0"/>
                </a:lnTo>
                <a:lnTo>
                  <a:pt x="299736" y="0"/>
                </a:lnTo>
                <a:lnTo>
                  <a:pt x="299736" y="112099"/>
                </a:lnTo>
                <a:lnTo>
                  <a:pt x="278249" y="112099"/>
                </a:lnTo>
                <a:close/>
                <a:moveTo>
                  <a:pt x="375200" y="112099"/>
                </a:moveTo>
                <a:lnTo>
                  <a:pt x="375200" y="99941"/>
                </a:lnTo>
                <a:cubicBezTo>
                  <a:pt x="372243" y="104274"/>
                  <a:pt x="368356" y="107689"/>
                  <a:pt x="363539" y="110187"/>
                </a:cubicBezTo>
                <a:cubicBezTo>
                  <a:pt x="358721" y="112685"/>
                  <a:pt x="353636" y="113934"/>
                  <a:pt x="348284" y="113934"/>
                </a:cubicBezTo>
                <a:cubicBezTo>
                  <a:pt x="342829" y="113934"/>
                  <a:pt x="337935" y="112736"/>
                  <a:pt x="333602" y="110340"/>
                </a:cubicBezTo>
                <a:cubicBezTo>
                  <a:pt x="329269" y="107944"/>
                  <a:pt x="326134" y="104579"/>
                  <a:pt x="324197" y="100246"/>
                </a:cubicBezTo>
                <a:cubicBezTo>
                  <a:pt x="322260" y="95913"/>
                  <a:pt x="321291" y="89924"/>
                  <a:pt x="321291" y="82277"/>
                </a:cubicBezTo>
                <a:lnTo>
                  <a:pt x="321291" y="30892"/>
                </a:lnTo>
                <a:lnTo>
                  <a:pt x="342778" y="30892"/>
                </a:lnTo>
                <a:lnTo>
                  <a:pt x="342778" y="68121"/>
                </a:lnTo>
                <a:cubicBezTo>
                  <a:pt x="342778" y="79515"/>
                  <a:pt x="343173" y="86495"/>
                  <a:pt x="343963" y="89063"/>
                </a:cubicBezTo>
                <a:cubicBezTo>
                  <a:pt x="344754" y="91631"/>
                  <a:pt x="346194" y="93666"/>
                  <a:pt x="348284" y="95166"/>
                </a:cubicBezTo>
                <a:cubicBezTo>
                  <a:pt x="350374" y="96667"/>
                  <a:pt x="353025" y="97417"/>
                  <a:pt x="356236" y="97417"/>
                </a:cubicBezTo>
                <a:cubicBezTo>
                  <a:pt x="359907" y="97417"/>
                  <a:pt x="363195" y="96413"/>
                  <a:pt x="366100" y="94404"/>
                </a:cubicBezTo>
                <a:cubicBezTo>
                  <a:pt x="369006" y="92395"/>
                  <a:pt x="370994" y="89903"/>
                  <a:pt x="372065" y="86927"/>
                </a:cubicBezTo>
                <a:cubicBezTo>
                  <a:pt x="373135" y="83951"/>
                  <a:pt x="373670" y="76666"/>
                  <a:pt x="373670" y="65070"/>
                </a:cubicBezTo>
                <a:lnTo>
                  <a:pt x="373670" y="30892"/>
                </a:lnTo>
                <a:lnTo>
                  <a:pt x="395157" y="30892"/>
                </a:lnTo>
                <a:lnTo>
                  <a:pt x="395157" y="112099"/>
                </a:lnTo>
                <a:lnTo>
                  <a:pt x="375200" y="112099"/>
                </a:lnTo>
                <a:close/>
                <a:moveTo>
                  <a:pt x="433509" y="55973"/>
                </a:moveTo>
                <a:lnTo>
                  <a:pt x="414010" y="52455"/>
                </a:lnTo>
                <a:cubicBezTo>
                  <a:pt x="416202" y="44501"/>
                  <a:pt x="419975" y="38614"/>
                  <a:pt x="425327" y="34792"/>
                </a:cubicBezTo>
                <a:cubicBezTo>
                  <a:pt x="430680" y="30969"/>
                  <a:pt x="438632" y="29057"/>
                  <a:pt x="449184" y="29057"/>
                </a:cubicBezTo>
                <a:cubicBezTo>
                  <a:pt x="458768" y="29057"/>
                  <a:pt x="465905" y="30191"/>
                  <a:pt x="470595" y="32460"/>
                </a:cubicBezTo>
                <a:cubicBezTo>
                  <a:pt x="475285" y="34728"/>
                  <a:pt x="478586" y="37608"/>
                  <a:pt x="480497" y="41100"/>
                </a:cubicBezTo>
                <a:cubicBezTo>
                  <a:pt x="482409" y="44592"/>
                  <a:pt x="483365" y="51003"/>
                  <a:pt x="483365" y="60331"/>
                </a:cubicBezTo>
                <a:lnTo>
                  <a:pt x="483135" y="85412"/>
                </a:lnTo>
                <a:cubicBezTo>
                  <a:pt x="483135" y="92549"/>
                  <a:pt x="483479" y="97812"/>
                  <a:pt x="484168" y="101202"/>
                </a:cubicBezTo>
                <a:cubicBezTo>
                  <a:pt x="484856" y="104592"/>
                  <a:pt x="486143" y="108224"/>
                  <a:pt x="488029" y="112099"/>
                </a:cubicBezTo>
                <a:lnTo>
                  <a:pt x="466772" y="112099"/>
                </a:lnTo>
                <a:cubicBezTo>
                  <a:pt x="466211" y="110671"/>
                  <a:pt x="465523" y="108556"/>
                  <a:pt x="464707" y="105752"/>
                </a:cubicBezTo>
                <a:cubicBezTo>
                  <a:pt x="464350" y="104478"/>
                  <a:pt x="464095" y="103636"/>
                  <a:pt x="463942" y="103229"/>
                </a:cubicBezTo>
                <a:cubicBezTo>
                  <a:pt x="460272" y="106797"/>
                  <a:pt x="456347" y="109473"/>
                  <a:pt x="452167" y="111257"/>
                </a:cubicBezTo>
                <a:cubicBezTo>
                  <a:pt x="447987" y="113042"/>
                  <a:pt x="443526" y="113934"/>
                  <a:pt x="438785" y="113934"/>
                </a:cubicBezTo>
                <a:cubicBezTo>
                  <a:pt x="430425" y="113934"/>
                  <a:pt x="423836" y="111675"/>
                  <a:pt x="419019" y="107157"/>
                </a:cubicBezTo>
                <a:cubicBezTo>
                  <a:pt x="414201" y="102639"/>
                  <a:pt x="411793" y="96928"/>
                  <a:pt x="411793" y="90024"/>
                </a:cubicBezTo>
                <a:cubicBezTo>
                  <a:pt x="411793" y="85455"/>
                  <a:pt x="412889" y="81382"/>
                  <a:pt x="415081" y="77804"/>
                </a:cubicBezTo>
                <a:cubicBezTo>
                  <a:pt x="417273" y="74224"/>
                  <a:pt x="420344" y="71483"/>
                  <a:pt x="424295" y="69579"/>
                </a:cubicBezTo>
                <a:cubicBezTo>
                  <a:pt x="428246" y="67675"/>
                  <a:pt x="433942" y="66013"/>
                  <a:pt x="441385" y="64592"/>
                </a:cubicBezTo>
                <a:cubicBezTo>
                  <a:pt x="451427" y="62714"/>
                  <a:pt x="458386" y="60962"/>
                  <a:pt x="462260" y="59337"/>
                </a:cubicBezTo>
                <a:lnTo>
                  <a:pt x="462260" y="57172"/>
                </a:lnTo>
                <a:cubicBezTo>
                  <a:pt x="462260" y="52997"/>
                  <a:pt x="461241" y="50020"/>
                  <a:pt x="459201" y="48243"/>
                </a:cubicBezTo>
                <a:cubicBezTo>
                  <a:pt x="457162" y="46463"/>
                  <a:pt x="453314" y="45574"/>
                  <a:pt x="447655" y="45574"/>
                </a:cubicBezTo>
                <a:cubicBezTo>
                  <a:pt x="443832" y="45574"/>
                  <a:pt x="440850" y="46343"/>
                  <a:pt x="438709" y="47882"/>
                </a:cubicBezTo>
                <a:cubicBezTo>
                  <a:pt x="436568" y="49419"/>
                  <a:pt x="434834" y="52116"/>
                  <a:pt x="433509" y="55973"/>
                </a:cubicBezTo>
                <a:moveTo>
                  <a:pt x="462260" y="73407"/>
                </a:moveTo>
                <a:cubicBezTo>
                  <a:pt x="459507" y="74313"/>
                  <a:pt x="455149" y="75397"/>
                  <a:pt x="449184" y="76657"/>
                </a:cubicBezTo>
                <a:cubicBezTo>
                  <a:pt x="443220" y="77915"/>
                  <a:pt x="439320" y="79149"/>
                  <a:pt x="437485" y="80358"/>
                </a:cubicBezTo>
                <a:cubicBezTo>
                  <a:pt x="434682" y="82322"/>
                  <a:pt x="433280" y="84815"/>
                  <a:pt x="433280" y="87837"/>
                </a:cubicBezTo>
                <a:cubicBezTo>
                  <a:pt x="433280" y="90810"/>
                  <a:pt x="434401" y="93380"/>
                  <a:pt x="436644" y="95546"/>
                </a:cubicBezTo>
                <a:cubicBezTo>
                  <a:pt x="438887" y="97711"/>
                  <a:pt x="441742" y="98794"/>
                  <a:pt x="445208" y="98794"/>
                </a:cubicBezTo>
                <a:cubicBezTo>
                  <a:pt x="449083" y="98794"/>
                  <a:pt x="452778" y="97534"/>
                  <a:pt x="456296" y="95016"/>
                </a:cubicBezTo>
                <a:cubicBezTo>
                  <a:pt x="458896" y="93102"/>
                  <a:pt x="460603" y="90760"/>
                  <a:pt x="461419" y="87988"/>
                </a:cubicBezTo>
                <a:cubicBezTo>
                  <a:pt x="461980" y="86175"/>
                  <a:pt x="462260" y="82725"/>
                  <a:pt x="462260" y="77639"/>
                </a:cubicBezTo>
                <a:lnTo>
                  <a:pt x="462260" y="73407"/>
                </a:lnTo>
                <a:close/>
                <a:moveTo>
                  <a:pt x="541691" y="30892"/>
                </a:moveTo>
                <a:lnTo>
                  <a:pt x="541691" y="48020"/>
                </a:lnTo>
                <a:lnTo>
                  <a:pt x="527009" y="48020"/>
                </a:lnTo>
                <a:lnTo>
                  <a:pt x="527009" y="80695"/>
                </a:lnTo>
                <a:cubicBezTo>
                  <a:pt x="527009" y="87313"/>
                  <a:pt x="527150" y="91169"/>
                  <a:pt x="527430" y="92263"/>
                </a:cubicBezTo>
                <a:cubicBezTo>
                  <a:pt x="527710" y="93356"/>
                  <a:pt x="528348" y="94259"/>
                  <a:pt x="529342" y="94973"/>
                </a:cubicBezTo>
                <a:cubicBezTo>
                  <a:pt x="530336" y="95685"/>
                  <a:pt x="531546" y="96041"/>
                  <a:pt x="532974" y="96041"/>
                </a:cubicBezTo>
                <a:cubicBezTo>
                  <a:pt x="534962" y="96041"/>
                  <a:pt x="537842" y="95353"/>
                  <a:pt x="541614" y="93976"/>
                </a:cubicBezTo>
                <a:lnTo>
                  <a:pt x="543450" y="110708"/>
                </a:lnTo>
                <a:cubicBezTo>
                  <a:pt x="538454" y="112858"/>
                  <a:pt x="532795" y="113934"/>
                  <a:pt x="526474" y="113934"/>
                </a:cubicBezTo>
                <a:cubicBezTo>
                  <a:pt x="522600" y="113934"/>
                  <a:pt x="519108" y="113284"/>
                  <a:pt x="515998" y="111984"/>
                </a:cubicBezTo>
                <a:cubicBezTo>
                  <a:pt x="512889" y="110684"/>
                  <a:pt x="510608" y="109002"/>
                  <a:pt x="509155" y="106937"/>
                </a:cubicBezTo>
                <a:cubicBezTo>
                  <a:pt x="507702" y="104873"/>
                  <a:pt x="506695" y="102082"/>
                  <a:pt x="506134" y="98564"/>
                </a:cubicBezTo>
                <a:cubicBezTo>
                  <a:pt x="505676" y="96066"/>
                  <a:pt x="505446" y="91020"/>
                  <a:pt x="505446" y="83424"/>
                </a:cubicBezTo>
                <a:lnTo>
                  <a:pt x="505446" y="48020"/>
                </a:lnTo>
                <a:lnTo>
                  <a:pt x="495582" y="48020"/>
                </a:lnTo>
                <a:lnTo>
                  <a:pt x="495582" y="30892"/>
                </a:lnTo>
                <a:lnTo>
                  <a:pt x="505446" y="30892"/>
                </a:lnTo>
                <a:lnTo>
                  <a:pt x="505446" y="14681"/>
                </a:lnTo>
                <a:lnTo>
                  <a:pt x="527009" y="1988"/>
                </a:lnTo>
                <a:lnTo>
                  <a:pt x="527009" y="30892"/>
                </a:lnTo>
                <a:lnTo>
                  <a:pt x="541691" y="30892"/>
                </a:lnTo>
                <a:close/>
                <a:moveTo>
                  <a:pt x="556652" y="19881"/>
                </a:moveTo>
                <a:lnTo>
                  <a:pt x="556652" y="0"/>
                </a:lnTo>
                <a:lnTo>
                  <a:pt x="578139" y="0"/>
                </a:lnTo>
                <a:lnTo>
                  <a:pt x="578139" y="19881"/>
                </a:lnTo>
                <a:lnTo>
                  <a:pt x="556652" y="19881"/>
                </a:lnTo>
                <a:moveTo>
                  <a:pt x="556652" y="112099"/>
                </a:moveTo>
                <a:lnTo>
                  <a:pt x="556652" y="30892"/>
                </a:lnTo>
                <a:lnTo>
                  <a:pt x="578139" y="30892"/>
                </a:lnTo>
                <a:lnTo>
                  <a:pt x="578139" y="112099"/>
                </a:lnTo>
                <a:lnTo>
                  <a:pt x="556652" y="112099"/>
                </a:lnTo>
                <a:close/>
                <a:moveTo>
                  <a:pt x="595183" y="70348"/>
                </a:moveTo>
                <a:cubicBezTo>
                  <a:pt x="595183" y="63212"/>
                  <a:pt x="596942" y="56304"/>
                  <a:pt x="600459" y="49626"/>
                </a:cubicBezTo>
                <a:cubicBezTo>
                  <a:pt x="603977" y="42948"/>
                  <a:pt x="608960" y="37850"/>
                  <a:pt x="615408" y="34333"/>
                </a:cubicBezTo>
                <a:cubicBezTo>
                  <a:pt x="621857" y="30816"/>
                  <a:pt x="629057" y="29057"/>
                  <a:pt x="637010" y="29057"/>
                </a:cubicBezTo>
                <a:cubicBezTo>
                  <a:pt x="649295" y="29057"/>
                  <a:pt x="659363" y="33046"/>
                  <a:pt x="667214" y="41024"/>
                </a:cubicBezTo>
                <a:cubicBezTo>
                  <a:pt x="675064" y="49002"/>
                  <a:pt x="678989" y="59082"/>
                  <a:pt x="678989" y="71266"/>
                </a:cubicBezTo>
                <a:cubicBezTo>
                  <a:pt x="678989" y="83551"/>
                  <a:pt x="675026" y="93734"/>
                  <a:pt x="667099" y="101814"/>
                </a:cubicBezTo>
                <a:cubicBezTo>
                  <a:pt x="659172" y="109894"/>
                  <a:pt x="649193" y="113934"/>
                  <a:pt x="637163" y="113934"/>
                </a:cubicBezTo>
                <a:cubicBezTo>
                  <a:pt x="629720" y="113934"/>
                  <a:pt x="622621" y="112252"/>
                  <a:pt x="615867" y="108887"/>
                </a:cubicBezTo>
                <a:cubicBezTo>
                  <a:pt x="609112" y="105523"/>
                  <a:pt x="603977" y="100591"/>
                  <a:pt x="600459" y="94091"/>
                </a:cubicBezTo>
                <a:cubicBezTo>
                  <a:pt x="596942" y="87591"/>
                  <a:pt x="595183" y="79677"/>
                  <a:pt x="595183" y="70348"/>
                </a:cubicBezTo>
                <a:moveTo>
                  <a:pt x="617205" y="71495"/>
                </a:moveTo>
                <a:cubicBezTo>
                  <a:pt x="617205" y="79524"/>
                  <a:pt x="619117" y="85673"/>
                  <a:pt x="622940" y="89943"/>
                </a:cubicBezTo>
                <a:cubicBezTo>
                  <a:pt x="626763" y="94212"/>
                  <a:pt x="631479" y="96347"/>
                  <a:pt x="637086" y="96347"/>
                </a:cubicBezTo>
                <a:cubicBezTo>
                  <a:pt x="642694" y="96347"/>
                  <a:pt x="647396" y="94212"/>
                  <a:pt x="651194" y="89943"/>
                </a:cubicBezTo>
                <a:cubicBezTo>
                  <a:pt x="654992" y="85673"/>
                  <a:pt x="656891" y="79473"/>
                  <a:pt x="656891" y="71342"/>
                </a:cubicBezTo>
                <a:cubicBezTo>
                  <a:pt x="656891" y="63415"/>
                  <a:pt x="654992" y="57317"/>
                  <a:pt x="651194" y="53048"/>
                </a:cubicBezTo>
                <a:cubicBezTo>
                  <a:pt x="647396" y="48779"/>
                  <a:pt x="642694" y="46644"/>
                  <a:pt x="637086" y="46644"/>
                </a:cubicBezTo>
                <a:cubicBezTo>
                  <a:pt x="631479" y="46644"/>
                  <a:pt x="626763" y="48779"/>
                  <a:pt x="622940" y="53048"/>
                </a:cubicBezTo>
                <a:cubicBezTo>
                  <a:pt x="619117" y="57317"/>
                  <a:pt x="617205" y="63466"/>
                  <a:pt x="617205" y="71495"/>
                </a:cubicBezTo>
                <a:close/>
                <a:moveTo>
                  <a:pt x="769719" y="112099"/>
                </a:moveTo>
                <a:lnTo>
                  <a:pt x="748232" y="112099"/>
                </a:lnTo>
                <a:lnTo>
                  <a:pt x="748232" y="70702"/>
                </a:lnTo>
                <a:cubicBezTo>
                  <a:pt x="748232" y="61944"/>
                  <a:pt x="747774" y="56279"/>
                  <a:pt x="746856" y="53708"/>
                </a:cubicBezTo>
                <a:cubicBezTo>
                  <a:pt x="745938" y="51136"/>
                  <a:pt x="744447" y="49138"/>
                  <a:pt x="742383" y="47712"/>
                </a:cubicBezTo>
                <a:cubicBezTo>
                  <a:pt x="740318" y="46286"/>
                  <a:pt x="737833" y="45574"/>
                  <a:pt x="734927" y="45574"/>
                </a:cubicBezTo>
                <a:cubicBezTo>
                  <a:pt x="731206" y="45574"/>
                  <a:pt x="727867" y="46592"/>
                  <a:pt x="724910" y="48630"/>
                </a:cubicBezTo>
                <a:cubicBezTo>
                  <a:pt x="721954" y="50666"/>
                  <a:pt x="719927" y="53364"/>
                  <a:pt x="718831" y="56726"/>
                </a:cubicBezTo>
                <a:cubicBezTo>
                  <a:pt x="717735" y="60085"/>
                  <a:pt x="717187" y="66297"/>
                  <a:pt x="717187" y="75362"/>
                </a:cubicBezTo>
                <a:lnTo>
                  <a:pt x="717187" y="112099"/>
                </a:lnTo>
                <a:lnTo>
                  <a:pt x="695701" y="112099"/>
                </a:lnTo>
                <a:lnTo>
                  <a:pt x="695701" y="30892"/>
                </a:lnTo>
                <a:lnTo>
                  <a:pt x="715658" y="30892"/>
                </a:lnTo>
                <a:lnTo>
                  <a:pt x="715658" y="42821"/>
                </a:lnTo>
                <a:cubicBezTo>
                  <a:pt x="722744" y="33645"/>
                  <a:pt x="731665" y="29057"/>
                  <a:pt x="742421" y="29057"/>
                </a:cubicBezTo>
                <a:cubicBezTo>
                  <a:pt x="747162" y="29057"/>
                  <a:pt x="751495" y="29911"/>
                  <a:pt x="755420" y="31619"/>
                </a:cubicBezTo>
                <a:cubicBezTo>
                  <a:pt x="759345" y="33326"/>
                  <a:pt x="762315" y="35506"/>
                  <a:pt x="764328" y="38156"/>
                </a:cubicBezTo>
                <a:cubicBezTo>
                  <a:pt x="766342" y="40807"/>
                  <a:pt x="767744" y="43815"/>
                  <a:pt x="768534" y="47179"/>
                </a:cubicBezTo>
                <a:cubicBezTo>
                  <a:pt x="769324" y="50544"/>
                  <a:pt x="769719" y="55361"/>
                  <a:pt x="769719" y="61631"/>
                </a:cubicBezTo>
                <a:lnTo>
                  <a:pt x="769719" y="11209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DF104-8299-40F7-912C-B2A5EA8C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653" y="756092"/>
            <a:ext cx="687551" cy="193977"/>
          </a:xfrm>
          <a:custGeom xmlns:a="http://schemas.openxmlformats.org/drawingml/2006/main">
            <a:pathLst>
              <a:path w="687551" h="193977">
                <a:moveTo>
                  <a:pt x="661450" y="0"/>
                </a:moveTo>
                <a:lnTo>
                  <a:pt x="0" y="0"/>
                </a:lnTo>
                <a:lnTo>
                  <a:pt x="0" y="17400"/>
                </a:lnTo>
                <a:lnTo>
                  <a:pt x="644050" y="17400"/>
                </a:lnTo>
                <a:lnTo>
                  <a:pt x="644050" y="124376"/>
                </a:lnTo>
                <a:lnTo>
                  <a:pt x="617950" y="124376"/>
                </a:lnTo>
                <a:lnTo>
                  <a:pt x="652750" y="193977"/>
                </a:lnTo>
                <a:lnTo>
                  <a:pt x="687551" y="124376"/>
                </a:lnTo>
                <a:lnTo>
                  <a:pt x="661450" y="124376"/>
                </a:lnTo>
                <a:lnTo>
                  <a:pt x="6614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621B18-6916-4EB8-85FC-250A0F92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784" y="1511538"/>
            <a:ext cx="660337" cy="293193"/>
          </a:xfrm>
          <a:custGeom xmlns:a="http://schemas.openxmlformats.org/drawingml/2006/main">
            <a:pathLst>
              <a:path w="660337" h="293193">
                <a:moveTo>
                  <a:pt x="660337" y="267093"/>
                </a:moveTo>
                <a:lnTo>
                  <a:pt x="660337" y="0"/>
                </a:lnTo>
                <a:lnTo>
                  <a:pt x="642936" y="0"/>
                </a:lnTo>
                <a:lnTo>
                  <a:pt x="642936" y="249693"/>
                </a:lnTo>
                <a:lnTo>
                  <a:pt x="69601" y="249693"/>
                </a:lnTo>
                <a:lnTo>
                  <a:pt x="69601" y="223592"/>
                </a:lnTo>
                <a:lnTo>
                  <a:pt x="0" y="258393"/>
                </a:lnTo>
                <a:lnTo>
                  <a:pt x="69601" y="293193"/>
                </a:lnTo>
                <a:lnTo>
                  <a:pt x="69601" y="267093"/>
                </a:lnTo>
                <a:lnTo>
                  <a:pt x="660337" y="2670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BA6229-B2D9-4612-A799-E6FC7F27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667" y="729992"/>
            <a:ext cx="152826" cy="69601"/>
          </a:xfrm>
          <a:custGeom xmlns:a="http://schemas.openxmlformats.org/drawingml/2006/main">
            <a:pathLst>
              <a:path w="152826" h="69601">
                <a:moveTo>
                  <a:pt x="83225" y="69601"/>
                </a:moveTo>
                <a:lnTo>
                  <a:pt x="152826" y="34800"/>
                </a:lnTo>
                <a:lnTo>
                  <a:pt x="83225" y="0"/>
                </a:lnTo>
                <a:lnTo>
                  <a:pt x="83225" y="26100"/>
                </a:lnTo>
                <a:lnTo>
                  <a:pt x="0" y="26100"/>
                </a:lnTo>
                <a:lnTo>
                  <a:pt x="0" y="43500"/>
                </a:lnTo>
                <a:lnTo>
                  <a:pt x="83225" y="43500"/>
                </a:lnTo>
                <a:lnTo>
                  <a:pt x="83225" y="696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93162A-CACD-4046-B3DA-3C92A521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660" y="729992"/>
            <a:ext cx="152826" cy="69601"/>
          </a:xfrm>
          <a:custGeom xmlns:a="http://schemas.openxmlformats.org/drawingml/2006/main">
            <a:pathLst>
              <a:path w="152826" h="69601">
                <a:moveTo>
                  <a:pt x="83225" y="69601"/>
                </a:moveTo>
                <a:lnTo>
                  <a:pt x="152826" y="34800"/>
                </a:lnTo>
                <a:lnTo>
                  <a:pt x="83225" y="0"/>
                </a:lnTo>
                <a:lnTo>
                  <a:pt x="83225" y="26100"/>
                </a:lnTo>
                <a:lnTo>
                  <a:pt x="0" y="26100"/>
                </a:lnTo>
                <a:lnTo>
                  <a:pt x="0" y="43500"/>
                </a:lnTo>
                <a:lnTo>
                  <a:pt x="83225" y="43500"/>
                </a:lnTo>
                <a:lnTo>
                  <a:pt x="83225" y="696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2BDBBF-E731-40C9-8BF1-D82BDB12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781" y="912972"/>
            <a:ext cx="910029" cy="571596"/>
          </a:xfrm>
          <a:custGeom xmlns:a="http://schemas.openxmlformats.org/drawingml/2006/main">
            <a:pathLst>
              <a:path w="910029" h="571596">
                <a:moveTo>
                  <a:pt x="69601" y="69601"/>
                </a:moveTo>
                <a:lnTo>
                  <a:pt x="34800" y="0"/>
                </a:lnTo>
                <a:lnTo>
                  <a:pt x="0" y="69601"/>
                </a:lnTo>
                <a:lnTo>
                  <a:pt x="26100" y="69601"/>
                </a:lnTo>
                <a:lnTo>
                  <a:pt x="26100" y="209672"/>
                </a:lnTo>
                <a:lnTo>
                  <a:pt x="892629" y="209672"/>
                </a:lnTo>
                <a:lnTo>
                  <a:pt x="892629" y="571596"/>
                </a:lnTo>
                <a:lnTo>
                  <a:pt x="910029" y="571596"/>
                </a:lnTo>
                <a:lnTo>
                  <a:pt x="910029" y="192272"/>
                </a:lnTo>
                <a:lnTo>
                  <a:pt x="43500" y="192272"/>
                </a:lnTo>
                <a:lnTo>
                  <a:pt x="43500" y="69601"/>
                </a:lnTo>
                <a:lnTo>
                  <a:pt x="69601" y="696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B3CBFD-3C44-47F8-9169-F968D715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524" y="1737201"/>
            <a:ext cx="199476" cy="69583"/>
          </a:xfrm>
          <a:custGeom xmlns:a="http://schemas.openxmlformats.org/drawingml/2006/main">
            <a:pathLst>
              <a:path w="199476" h="69583">
                <a:moveTo>
                  <a:pt x="130797" y="69583"/>
                </a:moveTo>
                <a:lnTo>
                  <a:pt x="199476" y="32973"/>
                </a:lnTo>
                <a:lnTo>
                  <a:pt x="128987" y="0"/>
                </a:lnTo>
                <a:lnTo>
                  <a:pt x="129666" y="26091"/>
                </a:lnTo>
                <a:lnTo>
                  <a:pt x="0" y="29493"/>
                </a:lnTo>
                <a:lnTo>
                  <a:pt x="470" y="46893"/>
                </a:lnTo>
                <a:lnTo>
                  <a:pt x="130118" y="43491"/>
                </a:lnTo>
                <a:lnTo>
                  <a:pt x="130797" y="695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DFEF34-CD45-462F-B903-8ECC23A9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979" y="1443347"/>
            <a:ext cx="323817" cy="104401"/>
          </a:xfrm>
          <a:custGeom xmlns:a="http://schemas.openxmlformats.org/drawingml/2006/main">
            <a:pathLst>
              <a:path w="323817" h="104401">
                <a:moveTo>
                  <a:pt x="365" y="32451"/>
                </a:moveTo>
                <a:lnTo>
                  <a:pt x="0" y="67252"/>
                </a:lnTo>
                <a:lnTo>
                  <a:pt x="219242" y="69600"/>
                </a:lnTo>
                <a:lnTo>
                  <a:pt x="218859" y="104401"/>
                </a:lnTo>
                <a:lnTo>
                  <a:pt x="323817" y="53332"/>
                </a:lnTo>
                <a:lnTo>
                  <a:pt x="219990" y="0"/>
                </a:lnTo>
                <a:lnTo>
                  <a:pt x="219619" y="34799"/>
                </a:lnTo>
                <a:lnTo>
                  <a:pt x="365" y="32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467E28-A734-4F0E-95F9-CE88DA61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29" y="1435882"/>
            <a:ext cx="493521" cy="104384"/>
          </a:xfrm>
          <a:custGeom xmlns:a="http://schemas.openxmlformats.org/drawingml/2006/main">
            <a:pathLst>
              <a:path w="493521" h="104384">
                <a:moveTo>
                  <a:pt x="557" y="28623"/>
                </a:moveTo>
                <a:lnTo>
                  <a:pt x="0" y="63406"/>
                </a:lnTo>
                <a:lnTo>
                  <a:pt x="388847" y="69586"/>
                </a:lnTo>
                <a:lnTo>
                  <a:pt x="388302" y="104384"/>
                </a:lnTo>
                <a:lnTo>
                  <a:pt x="493521" y="53836"/>
                </a:lnTo>
                <a:lnTo>
                  <a:pt x="389955" y="0"/>
                </a:lnTo>
                <a:lnTo>
                  <a:pt x="389399" y="34787"/>
                </a:lnTo>
                <a:lnTo>
                  <a:pt x="557" y="286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5D745-CA17-4EAD-A3B2-9FB8E25A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764" y="1439797"/>
            <a:ext cx="377740" cy="104401"/>
          </a:xfrm>
          <a:custGeom xmlns:a="http://schemas.openxmlformats.org/drawingml/2006/main">
            <a:pathLst>
              <a:path w="377740" h="104401">
                <a:moveTo>
                  <a:pt x="331" y="32277"/>
                </a:moveTo>
                <a:lnTo>
                  <a:pt x="0" y="67078"/>
                </a:lnTo>
                <a:lnTo>
                  <a:pt x="273194" y="69603"/>
                </a:lnTo>
                <a:lnTo>
                  <a:pt x="272870" y="104401"/>
                </a:lnTo>
                <a:lnTo>
                  <a:pt x="377740" y="53158"/>
                </a:lnTo>
                <a:lnTo>
                  <a:pt x="273827" y="0"/>
                </a:lnTo>
                <a:lnTo>
                  <a:pt x="273513" y="34803"/>
                </a:lnTo>
                <a:lnTo>
                  <a:pt x="331" y="322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7384FC-882A-41E6-B83C-FFCCE9A0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976" y="1429548"/>
            <a:ext cx="345306" cy="104401"/>
          </a:xfrm>
          <a:custGeom xmlns:a="http://schemas.openxmlformats.org/drawingml/2006/main">
            <a:pathLst>
              <a:path w="345306" h="104401">
                <a:moveTo>
                  <a:pt x="241045" y="104401"/>
                </a:moveTo>
                <a:lnTo>
                  <a:pt x="345306" y="51940"/>
                </a:lnTo>
                <a:lnTo>
                  <a:pt x="240784" y="0"/>
                </a:lnTo>
                <a:lnTo>
                  <a:pt x="240865" y="34797"/>
                </a:lnTo>
                <a:lnTo>
                  <a:pt x="0" y="35409"/>
                </a:lnTo>
                <a:lnTo>
                  <a:pt x="87" y="70210"/>
                </a:lnTo>
                <a:lnTo>
                  <a:pt x="240952" y="69597"/>
                </a:lnTo>
                <a:lnTo>
                  <a:pt x="241045" y="104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E7BA7-2F3F-4CCF-B763-E4F0C104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043" y="1440998"/>
            <a:ext cx="522875" cy="104401"/>
          </a:xfrm>
          <a:custGeom xmlns:a="http://schemas.openxmlformats.org/drawingml/2006/main">
            <a:pathLst>
              <a:path w="522875" h="104401">
                <a:moveTo>
                  <a:pt x="0" y="34800"/>
                </a:moveTo>
                <a:lnTo>
                  <a:pt x="0" y="69601"/>
                </a:lnTo>
                <a:lnTo>
                  <a:pt x="418474" y="69601"/>
                </a:lnTo>
                <a:lnTo>
                  <a:pt x="418474" y="104401"/>
                </a:lnTo>
                <a:lnTo>
                  <a:pt x="522875" y="52201"/>
                </a:lnTo>
                <a:lnTo>
                  <a:pt x="418474" y="0"/>
                </a:lnTo>
                <a:lnTo>
                  <a:pt x="418474" y="34800"/>
                </a:lnTo>
                <a:lnTo>
                  <a:pt x="0" y="348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1BE3A-3870-4CAA-B17F-55E7261F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270" y="1430627"/>
            <a:ext cx="1430729" cy="254043"/>
          </a:xfrm>
          <a:custGeom xmlns:a="http://schemas.openxmlformats.org/drawingml/2006/main">
            <a:pathLst>
              <a:path w="1430729" h="254043">
                <a:moveTo>
                  <a:pt x="0" y="42630"/>
                </a:moveTo>
                <a:cubicBezTo>
                  <a:pt x="348" y="18949"/>
                  <a:pt x="19297" y="0"/>
                  <a:pt x="41760" y="870"/>
                </a:cubicBezTo>
                <a:lnTo>
                  <a:pt x="1388534" y="870"/>
                </a:lnTo>
                <a:cubicBezTo>
                  <a:pt x="1411763" y="0"/>
                  <a:pt x="1430729" y="18949"/>
                  <a:pt x="1430294" y="42630"/>
                </a:cubicBezTo>
                <a:lnTo>
                  <a:pt x="1430294" y="211760"/>
                </a:lnTo>
                <a:cubicBezTo>
                  <a:pt x="1430729" y="235094"/>
                  <a:pt x="1411763" y="254043"/>
                  <a:pt x="1388534" y="253521"/>
                </a:cubicBezTo>
                <a:lnTo>
                  <a:pt x="41760" y="253521"/>
                </a:lnTo>
                <a:cubicBezTo>
                  <a:pt x="19297" y="254043"/>
                  <a:pt x="348" y="235094"/>
                  <a:pt x="0" y="211760"/>
                </a:cubicBezTo>
                <a:lnTo>
                  <a:pt x="0" y="4263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scenariocriticality">
            <a:extLst xmlns:a="http://schemas.openxmlformats.org/drawingml/2006/main">
              <a:ext uri="{FF2B5EF4-FFF2-40B4-BE49-F238E27FC236}">
                <a16:creationId xmlns:a16="http://schemas.microsoft.com/office/drawing/2014/main" id="{A6B8066F-26FB-4BAC-AD35-EEF45947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528" y="1506330"/>
            <a:ext cx="1214686" cy="129812"/>
          </a:xfrm>
          <a:custGeom xmlns:a="http://schemas.openxmlformats.org/drawingml/2006/main">
            <a:pathLst>
              <a:path w="1214686" h="129812">
                <a:moveTo>
                  <a:pt x="0" y="79611"/>
                </a:moveTo>
                <a:lnTo>
                  <a:pt x="19287" y="76602"/>
                </a:lnTo>
                <a:cubicBezTo>
                  <a:pt x="20108" y="80318"/>
                  <a:pt x="21772" y="83139"/>
                  <a:pt x="24280" y="85065"/>
                </a:cubicBezTo>
                <a:cubicBezTo>
                  <a:pt x="26788" y="86992"/>
                  <a:pt x="30299" y="87955"/>
                  <a:pt x="34813" y="87955"/>
                </a:cubicBezTo>
                <a:cubicBezTo>
                  <a:pt x="39783" y="87955"/>
                  <a:pt x="43522" y="87044"/>
                  <a:pt x="46029" y="85224"/>
                </a:cubicBezTo>
                <a:cubicBezTo>
                  <a:pt x="47716" y="83948"/>
                  <a:pt x="48560" y="82241"/>
                  <a:pt x="48560" y="80100"/>
                </a:cubicBezTo>
                <a:cubicBezTo>
                  <a:pt x="48560" y="78643"/>
                  <a:pt x="48104" y="77436"/>
                  <a:pt x="47192" y="76480"/>
                </a:cubicBezTo>
                <a:cubicBezTo>
                  <a:pt x="46235" y="75569"/>
                  <a:pt x="44091" y="74727"/>
                  <a:pt x="40763" y="73953"/>
                </a:cubicBezTo>
                <a:cubicBezTo>
                  <a:pt x="25260" y="70539"/>
                  <a:pt x="15434" y="67420"/>
                  <a:pt x="11285" y="64596"/>
                </a:cubicBezTo>
                <a:cubicBezTo>
                  <a:pt x="5540" y="60678"/>
                  <a:pt x="2667" y="55234"/>
                  <a:pt x="2667" y="48265"/>
                </a:cubicBezTo>
                <a:cubicBezTo>
                  <a:pt x="2667" y="41978"/>
                  <a:pt x="5152" y="36694"/>
                  <a:pt x="10122" y="32412"/>
                </a:cubicBezTo>
                <a:cubicBezTo>
                  <a:pt x="15092" y="28131"/>
                  <a:pt x="22798" y="25990"/>
                  <a:pt x="33240" y="25990"/>
                </a:cubicBezTo>
                <a:cubicBezTo>
                  <a:pt x="43180" y="25990"/>
                  <a:pt x="50566" y="27603"/>
                  <a:pt x="55399" y="30829"/>
                </a:cubicBezTo>
                <a:cubicBezTo>
                  <a:pt x="60233" y="34055"/>
                  <a:pt x="63561" y="38825"/>
                  <a:pt x="65385" y="45140"/>
                </a:cubicBezTo>
                <a:lnTo>
                  <a:pt x="47260" y="48560"/>
                </a:lnTo>
                <a:cubicBezTo>
                  <a:pt x="46485" y="45733"/>
                  <a:pt x="45015" y="43567"/>
                  <a:pt x="42849" y="42062"/>
                </a:cubicBezTo>
                <a:cubicBezTo>
                  <a:pt x="40683" y="40558"/>
                  <a:pt x="37594" y="39805"/>
                  <a:pt x="33582" y="39805"/>
                </a:cubicBezTo>
                <a:cubicBezTo>
                  <a:pt x="28520" y="39805"/>
                  <a:pt x="24896" y="40511"/>
                  <a:pt x="22707" y="41924"/>
                </a:cubicBezTo>
                <a:cubicBezTo>
                  <a:pt x="21248" y="42924"/>
                  <a:pt x="20518" y="44221"/>
                  <a:pt x="20518" y="45816"/>
                </a:cubicBezTo>
                <a:cubicBezTo>
                  <a:pt x="20518" y="47181"/>
                  <a:pt x="21157" y="48341"/>
                  <a:pt x="22433" y="49297"/>
                </a:cubicBezTo>
                <a:cubicBezTo>
                  <a:pt x="24166" y="50573"/>
                  <a:pt x="30150" y="52371"/>
                  <a:pt x="40387" y="54694"/>
                </a:cubicBezTo>
                <a:cubicBezTo>
                  <a:pt x="50623" y="57017"/>
                  <a:pt x="57770" y="59866"/>
                  <a:pt x="61828" y="63241"/>
                </a:cubicBezTo>
                <a:cubicBezTo>
                  <a:pt x="65841" y="66664"/>
                  <a:pt x="67847" y="71431"/>
                  <a:pt x="67847" y="77544"/>
                </a:cubicBezTo>
                <a:cubicBezTo>
                  <a:pt x="67847" y="84205"/>
                  <a:pt x="65066" y="89931"/>
                  <a:pt x="59503" y="94722"/>
                </a:cubicBezTo>
                <a:cubicBezTo>
                  <a:pt x="53940" y="99512"/>
                  <a:pt x="45710" y="101907"/>
                  <a:pt x="34813" y="101907"/>
                </a:cubicBezTo>
                <a:cubicBezTo>
                  <a:pt x="24918" y="101907"/>
                  <a:pt x="17087" y="99908"/>
                  <a:pt x="11319" y="95908"/>
                </a:cubicBezTo>
                <a:cubicBezTo>
                  <a:pt x="5551" y="91907"/>
                  <a:pt x="1778" y="86475"/>
                  <a:pt x="0" y="79611"/>
                </a:cubicBezTo>
                <a:close/>
                <a:moveTo>
                  <a:pt x="147535" y="49107"/>
                </a:moveTo>
                <a:lnTo>
                  <a:pt x="128590" y="52527"/>
                </a:lnTo>
                <a:cubicBezTo>
                  <a:pt x="127952" y="48765"/>
                  <a:pt x="126504" y="45932"/>
                  <a:pt x="124247" y="44029"/>
                </a:cubicBezTo>
                <a:cubicBezTo>
                  <a:pt x="121990" y="42125"/>
                  <a:pt x="119061" y="41173"/>
                  <a:pt x="115459" y="41173"/>
                </a:cubicBezTo>
                <a:cubicBezTo>
                  <a:pt x="110671" y="41173"/>
                  <a:pt x="106852" y="42821"/>
                  <a:pt x="104003" y="46117"/>
                </a:cubicBezTo>
                <a:cubicBezTo>
                  <a:pt x="101153" y="49413"/>
                  <a:pt x="99728" y="54924"/>
                  <a:pt x="99728" y="62651"/>
                </a:cubicBezTo>
                <a:cubicBezTo>
                  <a:pt x="99728" y="71243"/>
                  <a:pt x="101176" y="77313"/>
                  <a:pt x="104071" y="80859"/>
                </a:cubicBezTo>
                <a:cubicBezTo>
                  <a:pt x="106966" y="84404"/>
                  <a:pt x="110853" y="86177"/>
                  <a:pt x="115732" y="86177"/>
                </a:cubicBezTo>
                <a:cubicBezTo>
                  <a:pt x="119380" y="86177"/>
                  <a:pt x="122366" y="85139"/>
                  <a:pt x="124692" y="83065"/>
                </a:cubicBezTo>
                <a:cubicBezTo>
                  <a:pt x="127017" y="80990"/>
                  <a:pt x="128659" y="77422"/>
                  <a:pt x="129616" y="72361"/>
                </a:cubicBezTo>
                <a:lnTo>
                  <a:pt x="148493" y="75644"/>
                </a:lnTo>
                <a:cubicBezTo>
                  <a:pt x="146532" y="84307"/>
                  <a:pt x="142771" y="90850"/>
                  <a:pt x="137208" y="95273"/>
                </a:cubicBezTo>
                <a:cubicBezTo>
                  <a:pt x="131645" y="99696"/>
                  <a:pt x="124190" y="101907"/>
                  <a:pt x="114843" y="101907"/>
                </a:cubicBezTo>
                <a:cubicBezTo>
                  <a:pt x="104219" y="101907"/>
                  <a:pt x="95750" y="98556"/>
                  <a:pt x="89435" y="91853"/>
                </a:cubicBezTo>
                <a:cubicBezTo>
                  <a:pt x="83120" y="85151"/>
                  <a:pt x="79962" y="75872"/>
                  <a:pt x="79962" y="64017"/>
                </a:cubicBezTo>
                <a:cubicBezTo>
                  <a:pt x="79962" y="52025"/>
                  <a:pt x="83131" y="42689"/>
                  <a:pt x="89469" y="36010"/>
                </a:cubicBezTo>
                <a:cubicBezTo>
                  <a:pt x="95807" y="29330"/>
                  <a:pt x="104379" y="25990"/>
                  <a:pt x="115185" y="25990"/>
                </a:cubicBezTo>
                <a:cubicBezTo>
                  <a:pt x="124031" y="25990"/>
                  <a:pt x="131064" y="27893"/>
                  <a:pt x="136285" y="31701"/>
                </a:cubicBezTo>
                <a:cubicBezTo>
                  <a:pt x="141505" y="35508"/>
                  <a:pt x="145256" y="41310"/>
                  <a:pt x="147535" y="49107"/>
                </a:cubicBezTo>
                <a:close/>
                <a:moveTo>
                  <a:pt x="203695" y="77149"/>
                </a:moveTo>
                <a:lnTo>
                  <a:pt x="222845" y="80432"/>
                </a:lnTo>
                <a:cubicBezTo>
                  <a:pt x="220383" y="87431"/>
                  <a:pt x="216496" y="92760"/>
                  <a:pt x="211184" y="96419"/>
                </a:cubicBezTo>
                <a:cubicBezTo>
                  <a:pt x="205872" y="100078"/>
                  <a:pt x="199226" y="101907"/>
                  <a:pt x="191247" y="101907"/>
                </a:cubicBezTo>
                <a:cubicBezTo>
                  <a:pt x="178617" y="101907"/>
                  <a:pt x="169270" y="97781"/>
                  <a:pt x="163205" y="89528"/>
                </a:cubicBezTo>
                <a:cubicBezTo>
                  <a:pt x="158418" y="82917"/>
                  <a:pt x="156024" y="74573"/>
                  <a:pt x="156024" y="64496"/>
                </a:cubicBezTo>
                <a:cubicBezTo>
                  <a:pt x="156024" y="52458"/>
                  <a:pt x="159170" y="43031"/>
                  <a:pt x="165462" y="36215"/>
                </a:cubicBezTo>
                <a:cubicBezTo>
                  <a:pt x="171755" y="29398"/>
                  <a:pt x="179711" y="25990"/>
                  <a:pt x="189332" y="25990"/>
                </a:cubicBezTo>
                <a:cubicBezTo>
                  <a:pt x="200138" y="25990"/>
                  <a:pt x="208665" y="29558"/>
                  <a:pt x="214912" y="36694"/>
                </a:cubicBezTo>
                <a:cubicBezTo>
                  <a:pt x="221158" y="43829"/>
                  <a:pt x="224145" y="54761"/>
                  <a:pt x="223871" y="69489"/>
                </a:cubicBezTo>
                <a:lnTo>
                  <a:pt x="175722" y="69489"/>
                </a:lnTo>
                <a:cubicBezTo>
                  <a:pt x="175858" y="75188"/>
                  <a:pt x="177409" y="79622"/>
                  <a:pt x="180372" y="82791"/>
                </a:cubicBezTo>
                <a:cubicBezTo>
                  <a:pt x="183336" y="85960"/>
                  <a:pt x="187029" y="87545"/>
                  <a:pt x="191452" y="87545"/>
                </a:cubicBezTo>
                <a:cubicBezTo>
                  <a:pt x="194462" y="87545"/>
                  <a:pt x="196992" y="86724"/>
                  <a:pt x="199044" y="85082"/>
                </a:cubicBezTo>
                <a:cubicBezTo>
                  <a:pt x="201096" y="83441"/>
                  <a:pt x="202646" y="80796"/>
                  <a:pt x="203695" y="77149"/>
                </a:cubicBezTo>
                <a:moveTo>
                  <a:pt x="204789" y="57725"/>
                </a:moveTo>
                <a:cubicBezTo>
                  <a:pt x="204652" y="52185"/>
                  <a:pt x="203216" y="47973"/>
                  <a:pt x="200480" y="45089"/>
                </a:cubicBezTo>
                <a:cubicBezTo>
                  <a:pt x="197745" y="42205"/>
                  <a:pt x="194416" y="40763"/>
                  <a:pt x="190495" y="40763"/>
                </a:cubicBezTo>
                <a:cubicBezTo>
                  <a:pt x="186300" y="40763"/>
                  <a:pt x="182835" y="42284"/>
                  <a:pt x="180099" y="45326"/>
                </a:cubicBezTo>
                <a:cubicBezTo>
                  <a:pt x="177363" y="48370"/>
                  <a:pt x="176018" y="52503"/>
                  <a:pt x="176064" y="57725"/>
                </a:cubicBezTo>
                <a:lnTo>
                  <a:pt x="204789" y="57725"/>
                </a:lnTo>
                <a:close/>
                <a:moveTo>
                  <a:pt x="305132" y="100266"/>
                </a:moveTo>
                <a:lnTo>
                  <a:pt x="285913" y="100266"/>
                </a:lnTo>
                <a:lnTo>
                  <a:pt x="285913" y="63239"/>
                </a:lnTo>
                <a:cubicBezTo>
                  <a:pt x="285913" y="55405"/>
                  <a:pt x="285503" y="50338"/>
                  <a:pt x="284682" y="48038"/>
                </a:cubicBezTo>
                <a:cubicBezTo>
                  <a:pt x="283861" y="45739"/>
                  <a:pt x="282527" y="43951"/>
                  <a:pt x="280681" y="42676"/>
                </a:cubicBezTo>
                <a:cubicBezTo>
                  <a:pt x="278834" y="41401"/>
                  <a:pt x="276611" y="40763"/>
                  <a:pt x="274012" y="40763"/>
                </a:cubicBezTo>
                <a:cubicBezTo>
                  <a:pt x="270684" y="40763"/>
                  <a:pt x="267697" y="41674"/>
                  <a:pt x="265053" y="43497"/>
                </a:cubicBezTo>
                <a:cubicBezTo>
                  <a:pt x="262408" y="45318"/>
                  <a:pt x="260596" y="47731"/>
                  <a:pt x="259615" y="50738"/>
                </a:cubicBezTo>
                <a:cubicBezTo>
                  <a:pt x="258635" y="53743"/>
                  <a:pt x="258145" y="59299"/>
                  <a:pt x="258145" y="67407"/>
                </a:cubicBezTo>
                <a:lnTo>
                  <a:pt x="258145" y="100266"/>
                </a:lnTo>
                <a:lnTo>
                  <a:pt x="238926" y="100266"/>
                </a:lnTo>
                <a:lnTo>
                  <a:pt x="238926" y="27631"/>
                </a:lnTo>
                <a:lnTo>
                  <a:pt x="256777" y="27631"/>
                </a:lnTo>
                <a:lnTo>
                  <a:pt x="256777" y="38301"/>
                </a:lnTo>
                <a:cubicBezTo>
                  <a:pt x="263115" y="30093"/>
                  <a:pt x="271094" y="25990"/>
                  <a:pt x="280715" y="25990"/>
                </a:cubicBezTo>
                <a:cubicBezTo>
                  <a:pt x="284955" y="25990"/>
                  <a:pt x="288831" y="26754"/>
                  <a:pt x="292342" y="28281"/>
                </a:cubicBezTo>
                <a:cubicBezTo>
                  <a:pt x="295853" y="29808"/>
                  <a:pt x="298509" y="31758"/>
                  <a:pt x="300310" y="34129"/>
                </a:cubicBezTo>
                <a:cubicBezTo>
                  <a:pt x="302111" y="36500"/>
                  <a:pt x="303365" y="39190"/>
                  <a:pt x="304072" y="42199"/>
                </a:cubicBezTo>
                <a:cubicBezTo>
                  <a:pt x="304778" y="45209"/>
                  <a:pt x="305132" y="49517"/>
                  <a:pt x="305132" y="55126"/>
                </a:cubicBezTo>
                <a:lnTo>
                  <a:pt x="305132" y="100266"/>
                </a:lnTo>
                <a:close/>
                <a:moveTo>
                  <a:pt x="338688" y="50065"/>
                </a:moveTo>
                <a:lnTo>
                  <a:pt x="321247" y="46918"/>
                </a:lnTo>
                <a:cubicBezTo>
                  <a:pt x="323208" y="39804"/>
                  <a:pt x="326582" y="34538"/>
                  <a:pt x="331370" y="31119"/>
                </a:cubicBezTo>
                <a:cubicBezTo>
                  <a:pt x="336157" y="27700"/>
                  <a:pt x="343270" y="25990"/>
                  <a:pt x="352709" y="25990"/>
                </a:cubicBezTo>
                <a:cubicBezTo>
                  <a:pt x="361281" y="25990"/>
                  <a:pt x="367664" y="27004"/>
                  <a:pt x="371859" y="29033"/>
                </a:cubicBezTo>
                <a:cubicBezTo>
                  <a:pt x="376054" y="31062"/>
                  <a:pt x="379006" y="33639"/>
                  <a:pt x="380716" y="36762"/>
                </a:cubicBezTo>
                <a:cubicBezTo>
                  <a:pt x="382426" y="39885"/>
                  <a:pt x="383281" y="45619"/>
                  <a:pt x="383281" y="53963"/>
                </a:cubicBezTo>
                <a:lnTo>
                  <a:pt x="383076" y="76396"/>
                </a:lnTo>
                <a:cubicBezTo>
                  <a:pt x="383076" y="82780"/>
                  <a:pt x="383383" y="87488"/>
                  <a:pt x="383999" y="90520"/>
                </a:cubicBezTo>
                <a:cubicBezTo>
                  <a:pt x="384615" y="93552"/>
                  <a:pt x="385766" y="96801"/>
                  <a:pt x="387453" y="100266"/>
                </a:cubicBezTo>
                <a:lnTo>
                  <a:pt x="368439" y="100266"/>
                </a:lnTo>
                <a:cubicBezTo>
                  <a:pt x="367938" y="98989"/>
                  <a:pt x="367322" y="97097"/>
                  <a:pt x="366593" y="94589"/>
                </a:cubicBezTo>
                <a:cubicBezTo>
                  <a:pt x="366273" y="93449"/>
                  <a:pt x="366045" y="92697"/>
                  <a:pt x="365909" y="92332"/>
                </a:cubicBezTo>
                <a:cubicBezTo>
                  <a:pt x="362626" y="95524"/>
                  <a:pt x="359115" y="97918"/>
                  <a:pt x="355376" y="99514"/>
                </a:cubicBezTo>
                <a:cubicBezTo>
                  <a:pt x="351637" y="101109"/>
                  <a:pt x="347647" y="101907"/>
                  <a:pt x="343407" y="101907"/>
                </a:cubicBezTo>
                <a:cubicBezTo>
                  <a:pt x="335929" y="101907"/>
                  <a:pt x="330036" y="99887"/>
                  <a:pt x="325727" y="95846"/>
                </a:cubicBezTo>
                <a:cubicBezTo>
                  <a:pt x="321418" y="91805"/>
                  <a:pt x="319264" y="86697"/>
                  <a:pt x="319264" y="80521"/>
                </a:cubicBezTo>
                <a:cubicBezTo>
                  <a:pt x="319264" y="76435"/>
                  <a:pt x="320244" y="72791"/>
                  <a:pt x="322205" y="69591"/>
                </a:cubicBezTo>
                <a:cubicBezTo>
                  <a:pt x="324165" y="66389"/>
                  <a:pt x="326913" y="63937"/>
                  <a:pt x="330446" y="62234"/>
                </a:cubicBezTo>
                <a:cubicBezTo>
                  <a:pt x="333980" y="60532"/>
                  <a:pt x="339075" y="59045"/>
                  <a:pt x="345732" y="57774"/>
                </a:cubicBezTo>
                <a:cubicBezTo>
                  <a:pt x="354715" y="56094"/>
                  <a:pt x="360939" y="54527"/>
                  <a:pt x="364404" y="53074"/>
                </a:cubicBezTo>
                <a:lnTo>
                  <a:pt x="364404" y="51138"/>
                </a:lnTo>
                <a:cubicBezTo>
                  <a:pt x="364404" y="47403"/>
                  <a:pt x="363492" y="44741"/>
                  <a:pt x="361668" y="43150"/>
                </a:cubicBezTo>
                <a:cubicBezTo>
                  <a:pt x="359844" y="41559"/>
                  <a:pt x="356402" y="40763"/>
                  <a:pt x="351341" y="40763"/>
                </a:cubicBezTo>
                <a:cubicBezTo>
                  <a:pt x="347921" y="40763"/>
                  <a:pt x="345254" y="41451"/>
                  <a:pt x="343339" y="42828"/>
                </a:cubicBezTo>
                <a:cubicBezTo>
                  <a:pt x="341424" y="44203"/>
                  <a:pt x="339873" y="46615"/>
                  <a:pt x="338688" y="50065"/>
                </a:cubicBezTo>
                <a:moveTo>
                  <a:pt x="364404" y="65658"/>
                </a:moveTo>
                <a:cubicBezTo>
                  <a:pt x="361942" y="66469"/>
                  <a:pt x="358043" y="67438"/>
                  <a:pt x="352709" y="68565"/>
                </a:cubicBezTo>
                <a:cubicBezTo>
                  <a:pt x="347374" y="69691"/>
                  <a:pt x="343886" y="70794"/>
                  <a:pt x="342244" y="71876"/>
                </a:cubicBezTo>
                <a:cubicBezTo>
                  <a:pt x="339737" y="73633"/>
                  <a:pt x="338483" y="75863"/>
                  <a:pt x="338483" y="78566"/>
                </a:cubicBezTo>
                <a:cubicBezTo>
                  <a:pt x="338483" y="81225"/>
                  <a:pt x="339486" y="83523"/>
                  <a:pt x="341492" y="85461"/>
                </a:cubicBezTo>
                <a:cubicBezTo>
                  <a:pt x="343498" y="87397"/>
                  <a:pt x="346052" y="88365"/>
                  <a:pt x="349152" y="88365"/>
                </a:cubicBezTo>
                <a:cubicBezTo>
                  <a:pt x="352617" y="88365"/>
                  <a:pt x="355923" y="87239"/>
                  <a:pt x="359069" y="84986"/>
                </a:cubicBezTo>
                <a:cubicBezTo>
                  <a:pt x="361395" y="83275"/>
                  <a:pt x="362922" y="81180"/>
                  <a:pt x="363652" y="78700"/>
                </a:cubicBezTo>
                <a:cubicBezTo>
                  <a:pt x="364153" y="77079"/>
                  <a:pt x="364404" y="73993"/>
                  <a:pt x="364404" y="69444"/>
                </a:cubicBezTo>
                <a:lnTo>
                  <a:pt x="364404" y="65658"/>
                </a:lnTo>
                <a:close/>
                <a:moveTo>
                  <a:pt x="420154" y="100266"/>
                </a:moveTo>
                <a:lnTo>
                  <a:pt x="400936" y="100266"/>
                </a:lnTo>
                <a:lnTo>
                  <a:pt x="400936" y="27631"/>
                </a:lnTo>
                <a:lnTo>
                  <a:pt x="418787" y="27631"/>
                </a:lnTo>
                <a:lnTo>
                  <a:pt x="418787" y="37959"/>
                </a:lnTo>
                <a:cubicBezTo>
                  <a:pt x="421842" y="33080"/>
                  <a:pt x="424589" y="29865"/>
                  <a:pt x="427028" y="28315"/>
                </a:cubicBezTo>
                <a:cubicBezTo>
                  <a:pt x="429467" y="26765"/>
                  <a:pt x="432237" y="25990"/>
                  <a:pt x="435338" y="25990"/>
                </a:cubicBezTo>
                <a:cubicBezTo>
                  <a:pt x="439715" y="25990"/>
                  <a:pt x="443933" y="27198"/>
                  <a:pt x="447991" y="29615"/>
                </a:cubicBezTo>
                <a:lnTo>
                  <a:pt x="442041" y="46371"/>
                </a:lnTo>
                <a:cubicBezTo>
                  <a:pt x="438803" y="44274"/>
                  <a:pt x="435794" y="43225"/>
                  <a:pt x="433013" y="43225"/>
                </a:cubicBezTo>
                <a:cubicBezTo>
                  <a:pt x="430322" y="43225"/>
                  <a:pt x="428043" y="43966"/>
                  <a:pt x="426173" y="45448"/>
                </a:cubicBezTo>
                <a:cubicBezTo>
                  <a:pt x="424304" y="46930"/>
                  <a:pt x="422833" y="49609"/>
                  <a:pt x="421762" y="53484"/>
                </a:cubicBezTo>
                <a:cubicBezTo>
                  <a:pt x="420690" y="57360"/>
                  <a:pt x="420154" y="65476"/>
                  <a:pt x="420154" y="77833"/>
                </a:cubicBezTo>
                <a:lnTo>
                  <a:pt x="420154" y="100266"/>
                </a:lnTo>
                <a:close/>
                <a:moveTo>
                  <a:pt x="455697" y="17783"/>
                </a:moveTo>
                <a:lnTo>
                  <a:pt x="455697" y="0"/>
                </a:lnTo>
                <a:lnTo>
                  <a:pt x="474915" y="0"/>
                </a:lnTo>
                <a:lnTo>
                  <a:pt x="474915" y="17783"/>
                </a:lnTo>
                <a:lnTo>
                  <a:pt x="455697" y="17783"/>
                </a:lnTo>
                <a:moveTo>
                  <a:pt x="455697" y="100266"/>
                </a:moveTo>
                <a:lnTo>
                  <a:pt x="455697" y="27631"/>
                </a:lnTo>
                <a:lnTo>
                  <a:pt x="474915" y="27631"/>
                </a:lnTo>
                <a:lnTo>
                  <a:pt x="474915" y="100266"/>
                </a:lnTo>
                <a:lnTo>
                  <a:pt x="455697" y="100266"/>
                </a:lnTo>
                <a:close/>
                <a:moveTo>
                  <a:pt x="489531" y="62923"/>
                </a:moveTo>
                <a:cubicBezTo>
                  <a:pt x="489531" y="56539"/>
                  <a:pt x="491104" y="50361"/>
                  <a:pt x="494250" y="44388"/>
                </a:cubicBezTo>
                <a:cubicBezTo>
                  <a:pt x="497396" y="38415"/>
                  <a:pt x="501853" y="33855"/>
                  <a:pt x="507621" y="30709"/>
                </a:cubicBezTo>
                <a:cubicBezTo>
                  <a:pt x="513389" y="27563"/>
                  <a:pt x="519830" y="25990"/>
                  <a:pt x="526943" y="25990"/>
                </a:cubicBezTo>
                <a:cubicBezTo>
                  <a:pt x="537931" y="25990"/>
                  <a:pt x="546936" y="29558"/>
                  <a:pt x="553958" y="36694"/>
                </a:cubicBezTo>
                <a:cubicBezTo>
                  <a:pt x="560980" y="43829"/>
                  <a:pt x="564491" y="52846"/>
                  <a:pt x="564491" y="63743"/>
                </a:cubicBezTo>
                <a:cubicBezTo>
                  <a:pt x="564491" y="74732"/>
                  <a:pt x="560946" y="83840"/>
                  <a:pt x="553856" y="91067"/>
                </a:cubicBezTo>
                <a:cubicBezTo>
                  <a:pt x="546765" y="98294"/>
                  <a:pt x="537840" y="101907"/>
                  <a:pt x="527079" y="101907"/>
                </a:cubicBezTo>
                <a:cubicBezTo>
                  <a:pt x="520422" y="101907"/>
                  <a:pt x="514073" y="100403"/>
                  <a:pt x="508032" y="97393"/>
                </a:cubicBezTo>
                <a:cubicBezTo>
                  <a:pt x="501990" y="94384"/>
                  <a:pt x="497396" y="89973"/>
                  <a:pt x="494250" y="84159"/>
                </a:cubicBezTo>
                <a:cubicBezTo>
                  <a:pt x="491104" y="78346"/>
                  <a:pt x="489531" y="71267"/>
                  <a:pt x="489531" y="62923"/>
                </a:cubicBezTo>
                <a:moveTo>
                  <a:pt x="509228" y="63949"/>
                </a:moveTo>
                <a:cubicBezTo>
                  <a:pt x="509228" y="71130"/>
                  <a:pt x="510938" y="76630"/>
                  <a:pt x="514358" y="80449"/>
                </a:cubicBezTo>
                <a:cubicBezTo>
                  <a:pt x="517778" y="84267"/>
                  <a:pt x="521995" y="86177"/>
                  <a:pt x="527011" y="86177"/>
                </a:cubicBezTo>
                <a:cubicBezTo>
                  <a:pt x="532026" y="86177"/>
                  <a:pt x="536233" y="84267"/>
                  <a:pt x="539630" y="80449"/>
                </a:cubicBezTo>
                <a:cubicBezTo>
                  <a:pt x="543027" y="76630"/>
                  <a:pt x="544725" y="71084"/>
                  <a:pt x="544725" y="63812"/>
                </a:cubicBezTo>
                <a:cubicBezTo>
                  <a:pt x="544725" y="56722"/>
                  <a:pt x="543027" y="51267"/>
                  <a:pt x="539630" y="47449"/>
                </a:cubicBezTo>
                <a:cubicBezTo>
                  <a:pt x="536233" y="43630"/>
                  <a:pt x="532026" y="41720"/>
                  <a:pt x="527011" y="41720"/>
                </a:cubicBezTo>
                <a:cubicBezTo>
                  <a:pt x="521995" y="41720"/>
                  <a:pt x="517778" y="43630"/>
                  <a:pt x="514358" y="47449"/>
                </a:cubicBezTo>
                <a:cubicBezTo>
                  <a:pt x="510938" y="51267"/>
                  <a:pt x="509228" y="56767"/>
                  <a:pt x="509228" y="63949"/>
                </a:cubicBezTo>
                <a:close/>
                <a:moveTo>
                  <a:pt x="680851" y="49107"/>
                </a:moveTo>
                <a:lnTo>
                  <a:pt x="661906" y="52527"/>
                </a:lnTo>
                <a:cubicBezTo>
                  <a:pt x="661268" y="48765"/>
                  <a:pt x="659820" y="45932"/>
                  <a:pt x="657563" y="44029"/>
                </a:cubicBezTo>
                <a:cubicBezTo>
                  <a:pt x="655306" y="42125"/>
                  <a:pt x="652376" y="41173"/>
                  <a:pt x="648774" y="41173"/>
                </a:cubicBezTo>
                <a:cubicBezTo>
                  <a:pt x="643987" y="41173"/>
                  <a:pt x="640168" y="42821"/>
                  <a:pt x="637318" y="46117"/>
                </a:cubicBezTo>
                <a:cubicBezTo>
                  <a:pt x="634469" y="49413"/>
                  <a:pt x="633044" y="54924"/>
                  <a:pt x="633044" y="62651"/>
                </a:cubicBezTo>
                <a:cubicBezTo>
                  <a:pt x="633044" y="71243"/>
                  <a:pt x="634491" y="77313"/>
                  <a:pt x="637387" y="80859"/>
                </a:cubicBezTo>
                <a:cubicBezTo>
                  <a:pt x="640282" y="84404"/>
                  <a:pt x="644169" y="86177"/>
                  <a:pt x="649048" y="86177"/>
                </a:cubicBezTo>
                <a:cubicBezTo>
                  <a:pt x="652696" y="86177"/>
                  <a:pt x="655682" y="85139"/>
                  <a:pt x="658008" y="83065"/>
                </a:cubicBezTo>
                <a:cubicBezTo>
                  <a:pt x="660333" y="80990"/>
                  <a:pt x="661974" y="77422"/>
                  <a:pt x="662932" y="72361"/>
                </a:cubicBezTo>
                <a:lnTo>
                  <a:pt x="681809" y="75644"/>
                </a:lnTo>
                <a:cubicBezTo>
                  <a:pt x="679848" y="84307"/>
                  <a:pt x="676086" y="90850"/>
                  <a:pt x="670524" y="95273"/>
                </a:cubicBezTo>
                <a:cubicBezTo>
                  <a:pt x="664961" y="99696"/>
                  <a:pt x="657506" y="101907"/>
                  <a:pt x="648159" y="101907"/>
                </a:cubicBezTo>
                <a:cubicBezTo>
                  <a:pt x="637535" y="101907"/>
                  <a:pt x="629065" y="98556"/>
                  <a:pt x="622750" y="91853"/>
                </a:cubicBezTo>
                <a:cubicBezTo>
                  <a:pt x="616435" y="85151"/>
                  <a:pt x="613278" y="75872"/>
                  <a:pt x="613278" y="64017"/>
                </a:cubicBezTo>
                <a:cubicBezTo>
                  <a:pt x="613278" y="52025"/>
                  <a:pt x="616447" y="42689"/>
                  <a:pt x="622785" y="36010"/>
                </a:cubicBezTo>
                <a:cubicBezTo>
                  <a:pt x="629122" y="29330"/>
                  <a:pt x="637695" y="25990"/>
                  <a:pt x="648501" y="25990"/>
                </a:cubicBezTo>
                <a:cubicBezTo>
                  <a:pt x="657346" y="25990"/>
                  <a:pt x="664380" y="27893"/>
                  <a:pt x="669600" y="31701"/>
                </a:cubicBezTo>
                <a:cubicBezTo>
                  <a:pt x="674821" y="35508"/>
                  <a:pt x="678571" y="41310"/>
                  <a:pt x="680851" y="49107"/>
                </a:cubicBezTo>
                <a:close/>
                <a:moveTo>
                  <a:pt x="713347" y="100266"/>
                </a:moveTo>
                <a:lnTo>
                  <a:pt x="694129" y="100266"/>
                </a:lnTo>
                <a:lnTo>
                  <a:pt x="694129" y="27631"/>
                </a:lnTo>
                <a:lnTo>
                  <a:pt x="711979" y="27631"/>
                </a:lnTo>
                <a:lnTo>
                  <a:pt x="711979" y="37959"/>
                </a:lnTo>
                <a:cubicBezTo>
                  <a:pt x="715034" y="33080"/>
                  <a:pt x="717782" y="29865"/>
                  <a:pt x="720221" y="28315"/>
                </a:cubicBezTo>
                <a:cubicBezTo>
                  <a:pt x="722660" y="26765"/>
                  <a:pt x="725430" y="25990"/>
                  <a:pt x="728531" y="25990"/>
                </a:cubicBezTo>
                <a:cubicBezTo>
                  <a:pt x="732908" y="25990"/>
                  <a:pt x="737126" y="27198"/>
                  <a:pt x="741184" y="29615"/>
                </a:cubicBezTo>
                <a:lnTo>
                  <a:pt x="735234" y="46371"/>
                </a:lnTo>
                <a:cubicBezTo>
                  <a:pt x="731996" y="44274"/>
                  <a:pt x="728987" y="43225"/>
                  <a:pt x="726205" y="43225"/>
                </a:cubicBezTo>
                <a:cubicBezTo>
                  <a:pt x="723515" y="43225"/>
                  <a:pt x="721236" y="43966"/>
                  <a:pt x="719366" y="45448"/>
                </a:cubicBezTo>
                <a:cubicBezTo>
                  <a:pt x="717497" y="46930"/>
                  <a:pt x="716026" y="49609"/>
                  <a:pt x="714955" y="53484"/>
                </a:cubicBezTo>
                <a:cubicBezTo>
                  <a:pt x="713883" y="57360"/>
                  <a:pt x="713347" y="65476"/>
                  <a:pt x="713347" y="77833"/>
                </a:cubicBezTo>
                <a:lnTo>
                  <a:pt x="713347" y="100266"/>
                </a:lnTo>
                <a:close/>
                <a:moveTo>
                  <a:pt x="748889" y="17783"/>
                </a:moveTo>
                <a:lnTo>
                  <a:pt x="748889" y="0"/>
                </a:lnTo>
                <a:lnTo>
                  <a:pt x="768108" y="0"/>
                </a:lnTo>
                <a:lnTo>
                  <a:pt x="768108" y="17783"/>
                </a:lnTo>
                <a:lnTo>
                  <a:pt x="748889" y="17783"/>
                </a:lnTo>
                <a:moveTo>
                  <a:pt x="748889" y="100266"/>
                </a:moveTo>
                <a:lnTo>
                  <a:pt x="748889" y="27631"/>
                </a:lnTo>
                <a:lnTo>
                  <a:pt x="768108" y="27631"/>
                </a:lnTo>
                <a:lnTo>
                  <a:pt x="768108" y="100266"/>
                </a:lnTo>
                <a:lnTo>
                  <a:pt x="748889" y="100266"/>
                </a:lnTo>
                <a:close/>
                <a:moveTo>
                  <a:pt x="820478" y="27631"/>
                </a:moveTo>
                <a:lnTo>
                  <a:pt x="820478" y="42952"/>
                </a:lnTo>
                <a:lnTo>
                  <a:pt x="807346" y="42952"/>
                </a:lnTo>
                <a:lnTo>
                  <a:pt x="807346" y="72177"/>
                </a:lnTo>
                <a:cubicBezTo>
                  <a:pt x="807346" y="78096"/>
                  <a:pt x="807472" y="81545"/>
                  <a:pt x="807722" y="82524"/>
                </a:cubicBezTo>
                <a:cubicBezTo>
                  <a:pt x="807973" y="83502"/>
                  <a:pt x="808543" y="84309"/>
                  <a:pt x="809432" y="84948"/>
                </a:cubicBezTo>
                <a:cubicBezTo>
                  <a:pt x="810321" y="85585"/>
                  <a:pt x="811404" y="85903"/>
                  <a:pt x="812681" y="85903"/>
                </a:cubicBezTo>
                <a:cubicBezTo>
                  <a:pt x="814459" y="85903"/>
                  <a:pt x="817035" y="85288"/>
                  <a:pt x="820410" y="84057"/>
                </a:cubicBezTo>
                <a:lnTo>
                  <a:pt x="822051" y="99022"/>
                </a:lnTo>
                <a:cubicBezTo>
                  <a:pt x="817583" y="100946"/>
                  <a:pt x="812521" y="101907"/>
                  <a:pt x="806868" y="101907"/>
                </a:cubicBezTo>
                <a:cubicBezTo>
                  <a:pt x="803402" y="101907"/>
                  <a:pt x="800279" y="101326"/>
                  <a:pt x="797498" y="100163"/>
                </a:cubicBezTo>
                <a:cubicBezTo>
                  <a:pt x="794716" y="99001"/>
                  <a:pt x="792676" y="97496"/>
                  <a:pt x="791376" y="95649"/>
                </a:cubicBezTo>
                <a:cubicBezTo>
                  <a:pt x="790077" y="93803"/>
                  <a:pt x="789176" y="91306"/>
                  <a:pt x="788675" y="88160"/>
                </a:cubicBezTo>
                <a:cubicBezTo>
                  <a:pt x="788264" y="85926"/>
                  <a:pt x="788059" y="81412"/>
                  <a:pt x="788059" y="74618"/>
                </a:cubicBezTo>
                <a:lnTo>
                  <a:pt x="788059" y="42952"/>
                </a:lnTo>
                <a:lnTo>
                  <a:pt x="779236" y="42952"/>
                </a:lnTo>
                <a:lnTo>
                  <a:pt x="779236" y="27631"/>
                </a:lnTo>
                <a:lnTo>
                  <a:pt x="788059" y="27631"/>
                </a:lnTo>
                <a:lnTo>
                  <a:pt x="788059" y="13132"/>
                </a:lnTo>
                <a:lnTo>
                  <a:pt x="807346" y="1778"/>
                </a:lnTo>
                <a:lnTo>
                  <a:pt x="807346" y="27631"/>
                </a:lnTo>
                <a:lnTo>
                  <a:pt x="820478" y="27631"/>
                </a:lnTo>
                <a:close/>
                <a:moveTo>
                  <a:pt x="833281" y="17783"/>
                </a:moveTo>
                <a:lnTo>
                  <a:pt x="833281" y="0"/>
                </a:lnTo>
                <a:lnTo>
                  <a:pt x="852500" y="0"/>
                </a:lnTo>
                <a:lnTo>
                  <a:pt x="852500" y="17783"/>
                </a:lnTo>
                <a:lnTo>
                  <a:pt x="833281" y="17783"/>
                </a:lnTo>
                <a:moveTo>
                  <a:pt x="833281" y="100266"/>
                </a:moveTo>
                <a:lnTo>
                  <a:pt x="833281" y="27631"/>
                </a:lnTo>
                <a:lnTo>
                  <a:pt x="852500" y="27631"/>
                </a:lnTo>
                <a:lnTo>
                  <a:pt x="852500" y="100266"/>
                </a:lnTo>
                <a:lnTo>
                  <a:pt x="833281" y="100266"/>
                </a:lnTo>
                <a:close/>
                <a:moveTo>
                  <a:pt x="934895" y="49107"/>
                </a:moveTo>
                <a:lnTo>
                  <a:pt x="915950" y="52527"/>
                </a:lnTo>
                <a:cubicBezTo>
                  <a:pt x="915311" y="48765"/>
                  <a:pt x="913864" y="45932"/>
                  <a:pt x="911607" y="44029"/>
                </a:cubicBezTo>
                <a:cubicBezTo>
                  <a:pt x="909350" y="42125"/>
                  <a:pt x="906420" y="41173"/>
                  <a:pt x="902818" y="41173"/>
                </a:cubicBezTo>
                <a:cubicBezTo>
                  <a:pt x="898030" y="41173"/>
                  <a:pt x="894212" y="42821"/>
                  <a:pt x="891362" y="46117"/>
                </a:cubicBezTo>
                <a:cubicBezTo>
                  <a:pt x="888512" y="49413"/>
                  <a:pt x="887087" y="54924"/>
                  <a:pt x="887087" y="62651"/>
                </a:cubicBezTo>
                <a:cubicBezTo>
                  <a:pt x="887087" y="71243"/>
                  <a:pt x="888535" y="77313"/>
                  <a:pt x="891430" y="80859"/>
                </a:cubicBezTo>
                <a:cubicBezTo>
                  <a:pt x="894326" y="84404"/>
                  <a:pt x="898213" y="86177"/>
                  <a:pt x="903091" y="86177"/>
                </a:cubicBezTo>
                <a:cubicBezTo>
                  <a:pt x="906739" y="86177"/>
                  <a:pt x="909726" y="85139"/>
                  <a:pt x="912051" y="83065"/>
                </a:cubicBezTo>
                <a:cubicBezTo>
                  <a:pt x="914376" y="80990"/>
                  <a:pt x="916018" y="77422"/>
                  <a:pt x="916975" y="72361"/>
                </a:cubicBezTo>
                <a:lnTo>
                  <a:pt x="935852" y="75644"/>
                </a:lnTo>
                <a:cubicBezTo>
                  <a:pt x="933892" y="84307"/>
                  <a:pt x="930130" y="90850"/>
                  <a:pt x="924567" y="95273"/>
                </a:cubicBezTo>
                <a:cubicBezTo>
                  <a:pt x="919004" y="99696"/>
                  <a:pt x="911550" y="101907"/>
                  <a:pt x="902202" y="101907"/>
                </a:cubicBezTo>
                <a:cubicBezTo>
                  <a:pt x="891578" y="101907"/>
                  <a:pt x="883109" y="98556"/>
                  <a:pt x="876794" y="91853"/>
                </a:cubicBezTo>
                <a:cubicBezTo>
                  <a:pt x="870479" y="85151"/>
                  <a:pt x="867321" y="75872"/>
                  <a:pt x="867321" y="64017"/>
                </a:cubicBezTo>
                <a:cubicBezTo>
                  <a:pt x="867321" y="52025"/>
                  <a:pt x="870490" y="42689"/>
                  <a:pt x="876828" y="36010"/>
                </a:cubicBezTo>
                <a:cubicBezTo>
                  <a:pt x="883166" y="29330"/>
                  <a:pt x="891738" y="25990"/>
                  <a:pt x="902544" y="25990"/>
                </a:cubicBezTo>
                <a:cubicBezTo>
                  <a:pt x="911390" y="25990"/>
                  <a:pt x="918423" y="27893"/>
                  <a:pt x="923644" y="31701"/>
                </a:cubicBezTo>
                <a:cubicBezTo>
                  <a:pt x="928865" y="35508"/>
                  <a:pt x="932615" y="41310"/>
                  <a:pt x="934895" y="49107"/>
                </a:cubicBezTo>
                <a:close/>
                <a:moveTo>
                  <a:pt x="963356" y="50065"/>
                </a:moveTo>
                <a:lnTo>
                  <a:pt x="945915" y="46918"/>
                </a:lnTo>
                <a:cubicBezTo>
                  <a:pt x="947876" y="39804"/>
                  <a:pt x="951250" y="34538"/>
                  <a:pt x="956037" y="31119"/>
                </a:cubicBezTo>
                <a:cubicBezTo>
                  <a:pt x="960825" y="27700"/>
                  <a:pt x="967938" y="25990"/>
                  <a:pt x="977376" y="25990"/>
                </a:cubicBezTo>
                <a:cubicBezTo>
                  <a:pt x="985948" y="25990"/>
                  <a:pt x="992332" y="27004"/>
                  <a:pt x="996527" y="29033"/>
                </a:cubicBezTo>
                <a:cubicBezTo>
                  <a:pt x="1000722" y="31062"/>
                  <a:pt x="1003674" y="33639"/>
                  <a:pt x="1005384" y="36762"/>
                </a:cubicBezTo>
                <a:cubicBezTo>
                  <a:pt x="1007094" y="39885"/>
                  <a:pt x="1007949" y="45619"/>
                  <a:pt x="1007949" y="53963"/>
                </a:cubicBezTo>
                <a:lnTo>
                  <a:pt x="1007743" y="76396"/>
                </a:lnTo>
                <a:cubicBezTo>
                  <a:pt x="1007743" y="82780"/>
                  <a:pt x="1008051" y="87488"/>
                  <a:pt x="1008667" y="90520"/>
                </a:cubicBezTo>
                <a:cubicBezTo>
                  <a:pt x="1009282" y="93552"/>
                  <a:pt x="1010434" y="96801"/>
                  <a:pt x="1012121" y="100266"/>
                </a:cubicBezTo>
                <a:lnTo>
                  <a:pt x="993107" y="100266"/>
                </a:lnTo>
                <a:cubicBezTo>
                  <a:pt x="992606" y="98989"/>
                  <a:pt x="991990" y="97097"/>
                  <a:pt x="991260" y="94589"/>
                </a:cubicBezTo>
                <a:cubicBezTo>
                  <a:pt x="990941" y="93449"/>
                  <a:pt x="990713" y="92697"/>
                  <a:pt x="990576" y="92332"/>
                </a:cubicBezTo>
                <a:cubicBezTo>
                  <a:pt x="987294" y="95524"/>
                  <a:pt x="983783" y="97918"/>
                  <a:pt x="980044" y="99514"/>
                </a:cubicBezTo>
                <a:cubicBezTo>
                  <a:pt x="976305" y="101109"/>
                  <a:pt x="972315" y="101907"/>
                  <a:pt x="968075" y="101907"/>
                </a:cubicBezTo>
                <a:cubicBezTo>
                  <a:pt x="960597" y="101907"/>
                  <a:pt x="954704" y="99887"/>
                  <a:pt x="950395" y="95846"/>
                </a:cubicBezTo>
                <a:cubicBezTo>
                  <a:pt x="946086" y="91805"/>
                  <a:pt x="943932" y="86697"/>
                  <a:pt x="943932" y="80521"/>
                </a:cubicBezTo>
                <a:cubicBezTo>
                  <a:pt x="943932" y="76435"/>
                  <a:pt x="944912" y="72791"/>
                  <a:pt x="946873" y="69591"/>
                </a:cubicBezTo>
                <a:cubicBezTo>
                  <a:pt x="948833" y="66389"/>
                  <a:pt x="951580" y="63937"/>
                  <a:pt x="955114" y="62234"/>
                </a:cubicBezTo>
                <a:cubicBezTo>
                  <a:pt x="958648" y="60532"/>
                  <a:pt x="963743" y="59045"/>
                  <a:pt x="970400" y="57774"/>
                </a:cubicBezTo>
                <a:cubicBezTo>
                  <a:pt x="979383" y="56094"/>
                  <a:pt x="985607" y="54527"/>
                  <a:pt x="989072" y="53074"/>
                </a:cubicBezTo>
                <a:lnTo>
                  <a:pt x="989072" y="51138"/>
                </a:lnTo>
                <a:cubicBezTo>
                  <a:pt x="989072" y="47403"/>
                  <a:pt x="988160" y="44741"/>
                  <a:pt x="986336" y="43150"/>
                </a:cubicBezTo>
                <a:cubicBezTo>
                  <a:pt x="984512" y="41559"/>
                  <a:pt x="981070" y="40763"/>
                  <a:pt x="976009" y="40763"/>
                </a:cubicBezTo>
                <a:cubicBezTo>
                  <a:pt x="972589" y="40763"/>
                  <a:pt x="969921" y="41451"/>
                  <a:pt x="968006" y="42828"/>
                </a:cubicBezTo>
                <a:cubicBezTo>
                  <a:pt x="966091" y="44203"/>
                  <a:pt x="964541" y="46615"/>
                  <a:pt x="963356" y="50065"/>
                </a:cubicBezTo>
                <a:moveTo>
                  <a:pt x="989072" y="65658"/>
                </a:moveTo>
                <a:cubicBezTo>
                  <a:pt x="986610" y="66469"/>
                  <a:pt x="982711" y="67438"/>
                  <a:pt x="977376" y="68565"/>
                </a:cubicBezTo>
                <a:cubicBezTo>
                  <a:pt x="972042" y="69691"/>
                  <a:pt x="968554" y="70794"/>
                  <a:pt x="966912" y="71876"/>
                </a:cubicBezTo>
                <a:cubicBezTo>
                  <a:pt x="964404" y="73633"/>
                  <a:pt x="963150" y="75863"/>
                  <a:pt x="963150" y="78566"/>
                </a:cubicBezTo>
                <a:cubicBezTo>
                  <a:pt x="963150" y="81225"/>
                  <a:pt x="964154" y="83523"/>
                  <a:pt x="966160" y="85461"/>
                </a:cubicBezTo>
                <a:cubicBezTo>
                  <a:pt x="968166" y="87397"/>
                  <a:pt x="970719" y="88365"/>
                  <a:pt x="973820" y="88365"/>
                </a:cubicBezTo>
                <a:cubicBezTo>
                  <a:pt x="977285" y="88365"/>
                  <a:pt x="980591" y="87239"/>
                  <a:pt x="983737" y="84986"/>
                </a:cubicBezTo>
                <a:cubicBezTo>
                  <a:pt x="986062" y="83275"/>
                  <a:pt x="987590" y="81180"/>
                  <a:pt x="988319" y="78700"/>
                </a:cubicBezTo>
                <a:cubicBezTo>
                  <a:pt x="988821" y="77079"/>
                  <a:pt x="989072" y="73993"/>
                  <a:pt x="989072" y="69444"/>
                </a:cubicBezTo>
                <a:lnTo>
                  <a:pt x="989072" y="65658"/>
                </a:lnTo>
                <a:close/>
                <a:moveTo>
                  <a:pt x="1026424" y="100266"/>
                </a:moveTo>
                <a:lnTo>
                  <a:pt x="1026424" y="0"/>
                </a:lnTo>
                <a:lnTo>
                  <a:pt x="1045643" y="0"/>
                </a:lnTo>
                <a:lnTo>
                  <a:pt x="1045643" y="100266"/>
                </a:lnTo>
                <a:lnTo>
                  <a:pt x="1026424" y="100266"/>
                </a:lnTo>
                <a:close/>
                <a:moveTo>
                  <a:pt x="1064705" y="17783"/>
                </a:moveTo>
                <a:lnTo>
                  <a:pt x="1064705" y="0"/>
                </a:lnTo>
                <a:lnTo>
                  <a:pt x="1083923" y="0"/>
                </a:lnTo>
                <a:lnTo>
                  <a:pt x="1083923" y="17783"/>
                </a:lnTo>
                <a:lnTo>
                  <a:pt x="1064705" y="17783"/>
                </a:lnTo>
                <a:moveTo>
                  <a:pt x="1064705" y="100266"/>
                </a:moveTo>
                <a:lnTo>
                  <a:pt x="1064705" y="27631"/>
                </a:lnTo>
                <a:lnTo>
                  <a:pt x="1083923" y="27631"/>
                </a:lnTo>
                <a:lnTo>
                  <a:pt x="1083923" y="100266"/>
                </a:lnTo>
                <a:lnTo>
                  <a:pt x="1064705" y="100266"/>
                </a:lnTo>
                <a:close/>
                <a:moveTo>
                  <a:pt x="1136293" y="27631"/>
                </a:moveTo>
                <a:lnTo>
                  <a:pt x="1136293" y="42952"/>
                </a:lnTo>
                <a:lnTo>
                  <a:pt x="1123161" y="42952"/>
                </a:lnTo>
                <a:lnTo>
                  <a:pt x="1123161" y="72177"/>
                </a:lnTo>
                <a:cubicBezTo>
                  <a:pt x="1123161" y="78096"/>
                  <a:pt x="1123287" y="81545"/>
                  <a:pt x="1123538" y="82524"/>
                </a:cubicBezTo>
                <a:cubicBezTo>
                  <a:pt x="1123788" y="83502"/>
                  <a:pt x="1124358" y="84309"/>
                  <a:pt x="1125248" y="84948"/>
                </a:cubicBezTo>
                <a:cubicBezTo>
                  <a:pt x="1126137" y="85585"/>
                  <a:pt x="1127220" y="85903"/>
                  <a:pt x="1128496" y="85903"/>
                </a:cubicBezTo>
                <a:cubicBezTo>
                  <a:pt x="1130274" y="85903"/>
                  <a:pt x="1132851" y="85288"/>
                  <a:pt x="1136225" y="84057"/>
                </a:cubicBezTo>
                <a:lnTo>
                  <a:pt x="1137866" y="99022"/>
                </a:lnTo>
                <a:cubicBezTo>
                  <a:pt x="1133398" y="100946"/>
                  <a:pt x="1128337" y="101907"/>
                  <a:pt x="1122683" y="101907"/>
                </a:cubicBezTo>
                <a:cubicBezTo>
                  <a:pt x="1119217" y="101907"/>
                  <a:pt x="1116094" y="101326"/>
                  <a:pt x="1113313" y="100163"/>
                </a:cubicBezTo>
                <a:cubicBezTo>
                  <a:pt x="1110531" y="99001"/>
                  <a:pt x="1108491" y="97496"/>
                  <a:pt x="1107191" y="95649"/>
                </a:cubicBezTo>
                <a:cubicBezTo>
                  <a:pt x="1105892" y="93803"/>
                  <a:pt x="1104991" y="91306"/>
                  <a:pt x="1104490" y="88160"/>
                </a:cubicBezTo>
                <a:cubicBezTo>
                  <a:pt x="1104079" y="85926"/>
                  <a:pt x="1103874" y="81412"/>
                  <a:pt x="1103874" y="74618"/>
                </a:cubicBezTo>
                <a:lnTo>
                  <a:pt x="1103874" y="42952"/>
                </a:lnTo>
                <a:lnTo>
                  <a:pt x="1095051" y="42952"/>
                </a:lnTo>
                <a:lnTo>
                  <a:pt x="1095051" y="27631"/>
                </a:lnTo>
                <a:lnTo>
                  <a:pt x="1103874" y="27631"/>
                </a:lnTo>
                <a:lnTo>
                  <a:pt x="1103874" y="13132"/>
                </a:lnTo>
                <a:lnTo>
                  <a:pt x="1123161" y="1778"/>
                </a:lnTo>
                <a:lnTo>
                  <a:pt x="1123161" y="27631"/>
                </a:lnTo>
                <a:lnTo>
                  <a:pt x="1136293" y="27631"/>
                </a:lnTo>
                <a:close/>
                <a:moveTo>
                  <a:pt x="1140000" y="27631"/>
                </a:moveTo>
                <a:lnTo>
                  <a:pt x="1160450" y="27631"/>
                </a:lnTo>
                <a:lnTo>
                  <a:pt x="1177822" y="79250"/>
                </a:lnTo>
                <a:lnTo>
                  <a:pt x="1194784" y="27631"/>
                </a:lnTo>
                <a:lnTo>
                  <a:pt x="1214686" y="27631"/>
                </a:lnTo>
                <a:lnTo>
                  <a:pt x="1189039" y="97554"/>
                </a:lnTo>
                <a:lnTo>
                  <a:pt x="1184456" y="110252"/>
                </a:lnTo>
                <a:cubicBezTo>
                  <a:pt x="1182769" y="114492"/>
                  <a:pt x="1181162" y="117729"/>
                  <a:pt x="1179634" y="119964"/>
                </a:cubicBezTo>
                <a:cubicBezTo>
                  <a:pt x="1178107" y="122198"/>
                  <a:pt x="1176351" y="124010"/>
                  <a:pt x="1174368" y="125401"/>
                </a:cubicBezTo>
                <a:cubicBezTo>
                  <a:pt x="1172385" y="126792"/>
                  <a:pt x="1169945" y="127874"/>
                  <a:pt x="1167050" y="128650"/>
                </a:cubicBezTo>
                <a:cubicBezTo>
                  <a:pt x="1164155" y="129425"/>
                  <a:pt x="1160883" y="129812"/>
                  <a:pt x="1157235" y="129812"/>
                </a:cubicBezTo>
                <a:cubicBezTo>
                  <a:pt x="1153542" y="129812"/>
                  <a:pt x="1149917" y="129425"/>
                  <a:pt x="1146361" y="128650"/>
                </a:cubicBezTo>
                <a:lnTo>
                  <a:pt x="1144651" y="113603"/>
                </a:lnTo>
                <a:cubicBezTo>
                  <a:pt x="1147660" y="114196"/>
                  <a:pt x="1150373" y="114492"/>
                  <a:pt x="1152790" y="114492"/>
                </a:cubicBezTo>
                <a:cubicBezTo>
                  <a:pt x="1157258" y="114492"/>
                  <a:pt x="1160564" y="113181"/>
                  <a:pt x="1162707" y="110559"/>
                </a:cubicBezTo>
                <a:cubicBezTo>
                  <a:pt x="1164850" y="107938"/>
                  <a:pt x="1166491" y="104598"/>
                  <a:pt x="1167631" y="100540"/>
                </a:cubicBezTo>
                <a:lnTo>
                  <a:pt x="1140000" y="276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66233-47F4-474F-B6B6-AB07FF31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534" y="1749921"/>
            <a:ext cx="1430555" cy="258393"/>
          </a:xfrm>
          <a:custGeom xmlns:a="http://schemas.openxmlformats.org/drawingml/2006/main">
            <a:pathLst>
              <a:path w="1430555" h="258393">
                <a:moveTo>
                  <a:pt x="0" y="42804"/>
                </a:moveTo>
                <a:cubicBezTo>
                  <a:pt x="174" y="19279"/>
                  <a:pt x="19453" y="0"/>
                  <a:pt x="43848" y="1044"/>
                </a:cubicBezTo>
                <a:lnTo>
                  <a:pt x="1386446" y="1044"/>
                </a:lnTo>
                <a:cubicBezTo>
                  <a:pt x="1411276" y="0"/>
                  <a:pt x="1430555" y="19279"/>
                  <a:pt x="1430294" y="42804"/>
                </a:cubicBezTo>
                <a:lnTo>
                  <a:pt x="1430294" y="216110"/>
                </a:lnTo>
                <a:cubicBezTo>
                  <a:pt x="1430555" y="239113"/>
                  <a:pt x="1411276" y="258393"/>
                  <a:pt x="1386446" y="257871"/>
                </a:cubicBezTo>
                <a:lnTo>
                  <a:pt x="43848" y="257871"/>
                </a:lnTo>
                <a:cubicBezTo>
                  <a:pt x="19453" y="258393"/>
                  <a:pt x="174" y="239113"/>
                  <a:pt x="0" y="216110"/>
                </a:cubicBezTo>
                <a:lnTo>
                  <a:pt x="0" y="4280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scenariointeractivity">
            <a:extLst xmlns:a="http://schemas.openxmlformats.org/drawingml/2006/main">
              <a:ext uri="{FF2B5EF4-FFF2-40B4-BE49-F238E27FC236}">
                <a16:creationId xmlns:a16="http://schemas.microsoft.com/office/drawing/2014/main" id="{0C5CB41F-1BE9-47F5-99F5-D5C36C6B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567" y="1828441"/>
            <a:ext cx="1385208" cy="129812"/>
          </a:xfrm>
          <a:custGeom xmlns:a="http://schemas.openxmlformats.org/drawingml/2006/main">
            <a:pathLst>
              <a:path w="1385208" h="129812">
                <a:moveTo>
                  <a:pt x="0" y="79611"/>
                </a:moveTo>
                <a:lnTo>
                  <a:pt x="19287" y="76602"/>
                </a:lnTo>
                <a:cubicBezTo>
                  <a:pt x="20108" y="80318"/>
                  <a:pt x="21772" y="83139"/>
                  <a:pt x="24280" y="85065"/>
                </a:cubicBezTo>
                <a:cubicBezTo>
                  <a:pt x="26788" y="86992"/>
                  <a:pt x="30299" y="87955"/>
                  <a:pt x="34813" y="87955"/>
                </a:cubicBezTo>
                <a:cubicBezTo>
                  <a:pt x="39783" y="87955"/>
                  <a:pt x="43522" y="87044"/>
                  <a:pt x="46029" y="85224"/>
                </a:cubicBezTo>
                <a:cubicBezTo>
                  <a:pt x="47716" y="83948"/>
                  <a:pt x="48560" y="82241"/>
                  <a:pt x="48560" y="80100"/>
                </a:cubicBezTo>
                <a:cubicBezTo>
                  <a:pt x="48560" y="78643"/>
                  <a:pt x="48104" y="77436"/>
                  <a:pt x="47192" y="76480"/>
                </a:cubicBezTo>
                <a:cubicBezTo>
                  <a:pt x="46235" y="75569"/>
                  <a:pt x="44091" y="74727"/>
                  <a:pt x="40763" y="73953"/>
                </a:cubicBezTo>
                <a:cubicBezTo>
                  <a:pt x="25260" y="70539"/>
                  <a:pt x="15434" y="67420"/>
                  <a:pt x="11285" y="64596"/>
                </a:cubicBezTo>
                <a:cubicBezTo>
                  <a:pt x="5540" y="60678"/>
                  <a:pt x="2667" y="55234"/>
                  <a:pt x="2667" y="48265"/>
                </a:cubicBezTo>
                <a:cubicBezTo>
                  <a:pt x="2667" y="41978"/>
                  <a:pt x="5152" y="36694"/>
                  <a:pt x="10122" y="32412"/>
                </a:cubicBezTo>
                <a:cubicBezTo>
                  <a:pt x="15092" y="28131"/>
                  <a:pt x="22798" y="25990"/>
                  <a:pt x="33240" y="25990"/>
                </a:cubicBezTo>
                <a:cubicBezTo>
                  <a:pt x="43180" y="25990"/>
                  <a:pt x="50566" y="27603"/>
                  <a:pt x="55399" y="30829"/>
                </a:cubicBezTo>
                <a:cubicBezTo>
                  <a:pt x="60233" y="34055"/>
                  <a:pt x="63561" y="38825"/>
                  <a:pt x="65385" y="45140"/>
                </a:cubicBezTo>
                <a:lnTo>
                  <a:pt x="47260" y="48560"/>
                </a:lnTo>
                <a:cubicBezTo>
                  <a:pt x="46485" y="45733"/>
                  <a:pt x="45015" y="43567"/>
                  <a:pt x="42849" y="42062"/>
                </a:cubicBezTo>
                <a:cubicBezTo>
                  <a:pt x="40683" y="40558"/>
                  <a:pt x="37594" y="39805"/>
                  <a:pt x="33582" y="39805"/>
                </a:cubicBezTo>
                <a:cubicBezTo>
                  <a:pt x="28520" y="39805"/>
                  <a:pt x="24896" y="40511"/>
                  <a:pt x="22707" y="41924"/>
                </a:cubicBezTo>
                <a:cubicBezTo>
                  <a:pt x="21248" y="42924"/>
                  <a:pt x="20518" y="44221"/>
                  <a:pt x="20518" y="45816"/>
                </a:cubicBezTo>
                <a:cubicBezTo>
                  <a:pt x="20518" y="47181"/>
                  <a:pt x="21157" y="48341"/>
                  <a:pt x="22433" y="49297"/>
                </a:cubicBezTo>
                <a:cubicBezTo>
                  <a:pt x="24166" y="50573"/>
                  <a:pt x="30150" y="52371"/>
                  <a:pt x="40387" y="54694"/>
                </a:cubicBezTo>
                <a:cubicBezTo>
                  <a:pt x="50623" y="57017"/>
                  <a:pt x="57770" y="59866"/>
                  <a:pt x="61828" y="63241"/>
                </a:cubicBezTo>
                <a:cubicBezTo>
                  <a:pt x="65841" y="66664"/>
                  <a:pt x="67847" y="71431"/>
                  <a:pt x="67847" y="77544"/>
                </a:cubicBezTo>
                <a:cubicBezTo>
                  <a:pt x="67847" y="84205"/>
                  <a:pt x="65066" y="89931"/>
                  <a:pt x="59503" y="94722"/>
                </a:cubicBezTo>
                <a:cubicBezTo>
                  <a:pt x="53940" y="99512"/>
                  <a:pt x="45710" y="101907"/>
                  <a:pt x="34813" y="101907"/>
                </a:cubicBezTo>
                <a:cubicBezTo>
                  <a:pt x="24918" y="101907"/>
                  <a:pt x="17087" y="99908"/>
                  <a:pt x="11319" y="95908"/>
                </a:cubicBezTo>
                <a:cubicBezTo>
                  <a:pt x="5551" y="91907"/>
                  <a:pt x="1778" y="86475"/>
                  <a:pt x="0" y="79611"/>
                </a:cubicBezTo>
                <a:close/>
                <a:moveTo>
                  <a:pt x="147535" y="49107"/>
                </a:moveTo>
                <a:lnTo>
                  <a:pt x="128590" y="52527"/>
                </a:lnTo>
                <a:cubicBezTo>
                  <a:pt x="127952" y="48765"/>
                  <a:pt x="126504" y="45932"/>
                  <a:pt x="124247" y="44029"/>
                </a:cubicBezTo>
                <a:cubicBezTo>
                  <a:pt x="121990" y="42125"/>
                  <a:pt x="119060" y="41173"/>
                  <a:pt x="115458" y="41173"/>
                </a:cubicBezTo>
                <a:cubicBezTo>
                  <a:pt x="110671" y="41173"/>
                  <a:pt x="106852" y="42821"/>
                  <a:pt x="104002" y="46117"/>
                </a:cubicBezTo>
                <a:cubicBezTo>
                  <a:pt x="101153" y="49413"/>
                  <a:pt x="99728" y="54924"/>
                  <a:pt x="99728" y="62651"/>
                </a:cubicBezTo>
                <a:cubicBezTo>
                  <a:pt x="99728" y="71243"/>
                  <a:pt x="101175" y="77313"/>
                  <a:pt x="104071" y="80859"/>
                </a:cubicBezTo>
                <a:cubicBezTo>
                  <a:pt x="106966" y="84404"/>
                  <a:pt x="110853" y="86177"/>
                  <a:pt x="115732" y="86177"/>
                </a:cubicBezTo>
                <a:cubicBezTo>
                  <a:pt x="119380" y="86177"/>
                  <a:pt x="122366" y="85139"/>
                  <a:pt x="124692" y="83065"/>
                </a:cubicBezTo>
                <a:cubicBezTo>
                  <a:pt x="127017" y="80990"/>
                  <a:pt x="128658" y="77422"/>
                  <a:pt x="129616" y="72361"/>
                </a:cubicBezTo>
                <a:lnTo>
                  <a:pt x="148493" y="75644"/>
                </a:lnTo>
                <a:cubicBezTo>
                  <a:pt x="146532" y="84307"/>
                  <a:pt x="142770" y="90850"/>
                  <a:pt x="137208" y="95273"/>
                </a:cubicBezTo>
                <a:cubicBezTo>
                  <a:pt x="131645" y="99696"/>
                  <a:pt x="124190" y="101907"/>
                  <a:pt x="114843" y="101907"/>
                </a:cubicBezTo>
                <a:cubicBezTo>
                  <a:pt x="104219" y="101907"/>
                  <a:pt x="95749" y="98556"/>
                  <a:pt x="89434" y="91853"/>
                </a:cubicBezTo>
                <a:cubicBezTo>
                  <a:pt x="83119" y="85151"/>
                  <a:pt x="79962" y="75872"/>
                  <a:pt x="79962" y="64017"/>
                </a:cubicBezTo>
                <a:cubicBezTo>
                  <a:pt x="79962" y="52025"/>
                  <a:pt x="83131" y="42689"/>
                  <a:pt x="89468" y="36010"/>
                </a:cubicBezTo>
                <a:cubicBezTo>
                  <a:pt x="95806" y="29330"/>
                  <a:pt x="104378" y="25990"/>
                  <a:pt x="115185" y="25990"/>
                </a:cubicBezTo>
                <a:cubicBezTo>
                  <a:pt x="124030" y="25990"/>
                  <a:pt x="131064" y="27893"/>
                  <a:pt x="136284" y="31701"/>
                </a:cubicBezTo>
                <a:cubicBezTo>
                  <a:pt x="141505" y="35508"/>
                  <a:pt x="145255" y="41310"/>
                  <a:pt x="147535" y="49107"/>
                </a:cubicBezTo>
                <a:close/>
                <a:moveTo>
                  <a:pt x="203696" y="77149"/>
                </a:moveTo>
                <a:lnTo>
                  <a:pt x="222846" y="80432"/>
                </a:lnTo>
                <a:cubicBezTo>
                  <a:pt x="220384" y="87431"/>
                  <a:pt x="216497" y="92760"/>
                  <a:pt x="211185" y="96419"/>
                </a:cubicBezTo>
                <a:cubicBezTo>
                  <a:pt x="205873" y="100078"/>
                  <a:pt x="199227" y="101907"/>
                  <a:pt x="191248" y="101907"/>
                </a:cubicBezTo>
                <a:cubicBezTo>
                  <a:pt x="178618" y="101907"/>
                  <a:pt x="169271" y="97781"/>
                  <a:pt x="163206" y="89528"/>
                </a:cubicBezTo>
                <a:cubicBezTo>
                  <a:pt x="158419" y="82917"/>
                  <a:pt x="156025" y="74573"/>
                  <a:pt x="156025" y="64496"/>
                </a:cubicBezTo>
                <a:cubicBezTo>
                  <a:pt x="156025" y="52458"/>
                  <a:pt x="159171" y="43031"/>
                  <a:pt x="165463" y="36215"/>
                </a:cubicBezTo>
                <a:cubicBezTo>
                  <a:pt x="171756" y="29398"/>
                  <a:pt x="179712" y="25990"/>
                  <a:pt x="189333" y="25990"/>
                </a:cubicBezTo>
                <a:cubicBezTo>
                  <a:pt x="200139" y="25990"/>
                  <a:pt x="208666" y="29558"/>
                  <a:pt x="214912" y="36694"/>
                </a:cubicBezTo>
                <a:cubicBezTo>
                  <a:pt x="221159" y="43829"/>
                  <a:pt x="224146" y="54761"/>
                  <a:pt x="223872" y="69489"/>
                </a:cubicBezTo>
                <a:lnTo>
                  <a:pt x="175722" y="69489"/>
                </a:lnTo>
                <a:cubicBezTo>
                  <a:pt x="175859" y="75188"/>
                  <a:pt x="177410" y="79622"/>
                  <a:pt x="180373" y="82791"/>
                </a:cubicBezTo>
                <a:cubicBezTo>
                  <a:pt x="183337" y="85960"/>
                  <a:pt x="187030" y="87545"/>
                  <a:pt x="191453" y="87545"/>
                </a:cubicBezTo>
                <a:cubicBezTo>
                  <a:pt x="194462" y="87545"/>
                  <a:pt x="196993" y="86724"/>
                  <a:pt x="199045" y="85082"/>
                </a:cubicBezTo>
                <a:cubicBezTo>
                  <a:pt x="201097" y="83441"/>
                  <a:pt x="202647" y="80796"/>
                  <a:pt x="203696" y="77149"/>
                </a:cubicBezTo>
                <a:moveTo>
                  <a:pt x="204790" y="57725"/>
                </a:moveTo>
                <a:cubicBezTo>
                  <a:pt x="204653" y="52185"/>
                  <a:pt x="203217" y="47973"/>
                  <a:pt x="200481" y="45089"/>
                </a:cubicBezTo>
                <a:cubicBezTo>
                  <a:pt x="197745" y="42205"/>
                  <a:pt x="194417" y="40763"/>
                  <a:pt x="190496" y="40763"/>
                </a:cubicBezTo>
                <a:cubicBezTo>
                  <a:pt x="186301" y="40763"/>
                  <a:pt x="182835" y="42284"/>
                  <a:pt x="180100" y="45326"/>
                </a:cubicBezTo>
                <a:cubicBezTo>
                  <a:pt x="177364" y="48370"/>
                  <a:pt x="176019" y="52503"/>
                  <a:pt x="176064" y="57725"/>
                </a:cubicBezTo>
                <a:lnTo>
                  <a:pt x="204790" y="57725"/>
                </a:lnTo>
                <a:close/>
                <a:moveTo>
                  <a:pt x="305133" y="100266"/>
                </a:moveTo>
                <a:lnTo>
                  <a:pt x="285914" y="100266"/>
                </a:lnTo>
                <a:lnTo>
                  <a:pt x="285914" y="63239"/>
                </a:lnTo>
                <a:cubicBezTo>
                  <a:pt x="285914" y="55405"/>
                  <a:pt x="285504" y="50338"/>
                  <a:pt x="284683" y="48038"/>
                </a:cubicBezTo>
                <a:cubicBezTo>
                  <a:pt x="283862" y="45739"/>
                  <a:pt x="282529" y="43951"/>
                  <a:pt x="280682" y="42676"/>
                </a:cubicBezTo>
                <a:cubicBezTo>
                  <a:pt x="278835" y="41401"/>
                  <a:pt x="276613" y="40763"/>
                  <a:pt x="274014" y="40763"/>
                </a:cubicBezTo>
                <a:cubicBezTo>
                  <a:pt x="270685" y="40763"/>
                  <a:pt x="267698" y="41674"/>
                  <a:pt x="265054" y="43497"/>
                </a:cubicBezTo>
                <a:cubicBezTo>
                  <a:pt x="262409" y="45318"/>
                  <a:pt x="260597" y="47731"/>
                  <a:pt x="259617" y="50738"/>
                </a:cubicBezTo>
                <a:cubicBezTo>
                  <a:pt x="258636" y="53743"/>
                  <a:pt x="258146" y="59299"/>
                  <a:pt x="258146" y="67407"/>
                </a:cubicBezTo>
                <a:lnTo>
                  <a:pt x="258146" y="100266"/>
                </a:lnTo>
                <a:lnTo>
                  <a:pt x="238927" y="100266"/>
                </a:lnTo>
                <a:lnTo>
                  <a:pt x="238927" y="27631"/>
                </a:lnTo>
                <a:lnTo>
                  <a:pt x="256778" y="27631"/>
                </a:lnTo>
                <a:lnTo>
                  <a:pt x="256778" y="38301"/>
                </a:lnTo>
                <a:cubicBezTo>
                  <a:pt x="263116" y="30093"/>
                  <a:pt x="271095" y="25990"/>
                  <a:pt x="280716" y="25990"/>
                </a:cubicBezTo>
                <a:cubicBezTo>
                  <a:pt x="284957" y="25990"/>
                  <a:pt x="288832" y="26754"/>
                  <a:pt x="292343" y="28281"/>
                </a:cubicBezTo>
                <a:cubicBezTo>
                  <a:pt x="295854" y="29808"/>
                  <a:pt x="298510" y="31758"/>
                  <a:pt x="300311" y="34129"/>
                </a:cubicBezTo>
                <a:cubicBezTo>
                  <a:pt x="302112" y="36500"/>
                  <a:pt x="303366" y="39190"/>
                  <a:pt x="304073" y="42199"/>
                </a:cubicBezTo>
                <a:cubicBezTo>
                  <a:pt x="304780" y="45209"/>
                  <a:pt x="305133" y="49517"/>
                  <a:pt x="305133" y="55126"/>
                </a:cubicBezTo>
                <a:lnTo>
                  <a:pt x="305133" y="100266"/>
                </a:lnTo>
                <a:close/>
                <a:moveTo>
                  <a:pt x="338688" y="50065"/>
                </a:moveTo>
                <a:lnTo>
                  <a:pt x="321247" y="46918"/>
                </a:lnTo>
                <a:cubicBezTo>
                  <a:pt x="323208" y="39804"/>
                  <a:pt x="326582" y="34538"/>
                  <a:pt x="331370" y="31119"/>
                </a:cubicBezTo>
                <a:cubicBezTo>
                  <a:pt x="336157" y="27700"/>
                  <a:pt x="343270" y="25990"/>
                  <a:pt x="352709" y="25990"/>
                </a:cubicBezTo>
                <a:cubicBezTo>
                  <a:pt x="361281" y="25990"/>
                  <a:pt x="367664" y="27004"/>
                  <a:pt x="371859" y="29033"/>
                </a:cubicBezTo>
                <a:cubicBezTo>
                  <a:pt x="376054" y="31062"/>
                  <a:pt x="379006" y="33639"/>
                  <a:pt x="380716" y="36762"/>
                </a:cubicBezTo>
                <a:cubicBezTo>
                  <a:pt x="382426" y="39885"/>
                  <a:pt x="383281" y="45619"/>
                  <a:pt x="383281" y="53963"/>
                </a:cubicBezTo>
                <a:lnTo>
                  <a:pt x="383076" y="76396"/>
                </a:lnTo>
                <a:cubicBezTo>
                  <a:pt x="383076" y="82780"/>
                  <a:pt x="383383" y="87488"/>
                  <a:pt x="383999" y="90520"/>
                </a:cubicBezTo>
                <a:cubicBezTo>
                  <a:pt x="384615" y="93552"/>
                  <a:pt x="385766" y="96801"/>
                  <a:pt x="387453" y="100266"/>
                </a:cubicBezTo>
                <a:lnTo>
                  <a:pt x="368439" y="100266"/>
                </a:lnTo>
                <a:cubicBezTo>
                  <a:pt x="367938" y="98989"/>
                  <a:pt x="367322" y="97097"/>
                  <a:pt x="366593" y="94589"/>
                </a:cubicBezTo>
                <a:cubicBezTo>
                  <a:pt x="366273" y="93449"/>
                  <a:pt x="366045" y="92697"/>
                  <a:pt x="365909" y="92332"/>
                </a:cubicBezTo>
                <a:cubicBezTo>
                  <a:pt x="362626" y="95524"/>
                  <a:pt x="359115" y="97918"/>
                  <a:pt x="355376" y="99514"/>
                </a:cubicBezTo>
                <a:cubicBezTo>
                  <a:pt x="351637" y="101109"/>
                  <a:pt x="347647" y="101907"/>
                  <a:pt x="343407" y="101907"/>
                </a:cubicBezTo>
                <a:cubicBezTo>
                  <a:pt x="335929" y="101907"/>
                  <a:pt x="330036" y="99887"/>
                  <a:pt x="325727" y="95846"/>
                </a:cubicBezTo>
                <a:cubicBezTo>
                  <a:pt x="321418" y="91805"/>
                  <a:pt x="319264" y="86697"/>
                  <a:pt x="319264" y="80521"/>
                </a:cubicBezTo>
                <a:cubicBezTo>
                  <a:pt x="319264" y="76435"/>
                  <a:pt x="320244" y="72791"/>
                  <a:pt x="322205" y="69591"/>
                </a:cubicBezTo>
                <a:cubicBezTo>
                  <a:pt x="324165" y="66389"/>
                  <a:pt x="326913" y="63937"/>
                  <a:pt x="330446" y="62234"/>
                </a:cubicBezTo>
                <a:cubicBezTo>
                  <a:pt x="333980" y="60532"/>
                  <a:pt x="339075" y="59045"/>
                  <a:pt x="345732" y="57774"/>
                </a:cubicBezTo>
                <a:cubicBezTo>
                  <a:pt x="354715" y="56094"/>
                  <a:pt x="360939" y="54527"/>
                  <a:pt x="364404" y="53074"/>
                </a:cubicBezTo>
                <a:lnTo>
                  <a:pt x="364404" y="51138"/>
                </a:lnTo>
                <a:cubicBezTo>
                  <a:pt x="364404" y="47403"/>
                  <a:pt x="363492" y="44741"/>
                  <a:pt x="361668" y="43150"/>
                </a:cubicBezTo>
                <a:cubicBezTo>
                  <a:pt x="359844" y="41559"/>
                  <a:pt x="356402" y="40763"/>
                  <a:pt x="351341" y="40763"/>
                </a:cubicBezTo>
                <a:cubicBezTo>
                  <a:pt x="347921" y="40763"/>
                  <a:pt x="345254" y="41451"/>
                  <a:pt x="343339" y="42828"/>
                </a:cubicBezTo>
                <a:cubicBezTo>
                  <a:pt x="341424" y="44203"/>
                  <a:pt x="339873" y="46615"/>
                  <a:pt x="338688" y="50065"/>
                </a:cubicBezTo>
                <a:moveTo>
                  <a:pt x="364404" y="65658"/>
                </a:moveTo>
                <a:cubicBezTo>
                  <a:pt x="361942" y="66469"/>
                  <a:pt x="358043" y="67438"/>
                  <a:pt x="352709" y="68565"/>
                </a:cubicBezTo>
                <a:cubicBezTo>
                  <a:pt x="347374" y="69691"/>
                  <a:pt x="343886" y="70794"/>
                  <a:pt x="342244" y="71876"/>
                </a:cubicBezTo>
                <a:cubicBezTo>
                  <a:pt x="339737" y="73633"/>
                  <a:pt x="338483" y="75863"/>
                  <a:pt x="338483" y="78566"/>
                </a:cubicBezTo>
                <a:cubicBezTo>
                  <a:pt x="338483" y="81225"/>
                  <a:pt x="339486" y="83523"/>
                  <a:pt x="341492" y="85461"/>
                </a:cubicBezTo>
                <a:cubicBezTo>
                  <a:pt x="343498" y="87397"/>
                  <a:pt x="346052" y="88365"/>
                  <a:pt x="349152" y="88365"/>
                </a:cubicBezTo>
                <a:cubicBezTo>
                  <a:pt x="352617" y="88365"/>
                  <a:pt x="355923" y="87239"/>
                  <a:pt x="359069" y="84986"/>
                </a:cubicBezTo>
                <a:cubicBezTo>
                  <a:pt x="361395" y="83275"/>
                  <a:pt x="362922" y="81180"/>
                  <a:pt x="363652" y="78700"/>
                </a:cubicBezTo>
                <a:cubicBezTo>
                  <a:pt x="364153" y="77079"/>
                  <a:pt x="364404" y="73993"/>
                  <a:pt x="364404" y="69444"/>
                </a:cubicBezTo>
                <a:lnTo>
                  <a:pt x="364404" y="65658"/>
                </a:lnTo>
                <a:close/>
                <a:moveTo>
                  <a:pt x="420154" y="100266"/>
                </a:moveTo>
                <a:lnTo>
                  <a:pt x="400936" y="100266"/>
                </a:lnTo>
                <a:lnTo>
                  <a:pt x="400936" y="27631"/>
                </a:lnTo>
                <a:lnTo>
                  <a:pt x="418787" y="27631"/>
                </a:lnTo>
                <a:lnTo>
                  <a:pt x="418787" y="37959"/>
                </a:lnTo>
                <a:cubicBezTo>
                  <a:pt x="421842" y="33080"/>
                  <a:pt x="424589" y="29865"/>
                  <a:pt x="427028" y="28315"/>
                </a:cubicBezTo>
                <a:cubicBezTo>
                  <a:pt x="429467" y="26765"/>
                  <a:pt x="432237" y="25990"/>
                  <a:pt x="435338" y="25990"/>
                </a:cubicBezTo>
                <a:cubicBezTo>
                  <a:pt x="439715" y="25990"/>
                  <a:pt x="443933" y="27198"/>
                  <a:pt x="447991" y="29615"/>
                </a:cubicBezTo>
                <a:lnTo>
                  <a:pt x="442041" y="46371"/>
                </a:lnTo>
                <a:cubicBezTo>
                  <a:pt x="438803" y="44274"/>
                  <a:pt x="435794" y="43225"/>
                  <a:pt x="433013" y="43225"/>
                </a:cubicBezTo>
                <a:cubicBezTo>
                  <a:pt x="430322" y="43225"/>
                  <a:pt x="428043" y="43966"/>
                  <a:pt x="426173" y="45448"/>
                </a:cubicBezTo>
                <a:cubicBezTo>
                  <a:pt x="424304" y="46930"/>
                  <a:pt x="422833" y="49609"/>
                  <a:pt x="421762" y="53484"/>
                </a:cubicBezTo>
                <a:cubicBezTo>
                  <a:pt x="420690" y="57360"/>
                  <a:pt x="420154" y="65476"/>
                  <a:pt x="420154" y="77833"/>
                </a:cubicBezTo>
                <a:lnTo>
                  <a:pt x="420154" y="100266"/>
                </a:lnTo>
                <a:close/>
                <a:moveTo>
                  <a:pt x="455696" y="17783"/>
                </a:moveTo>
                <a:lnTo>
                  <a:pt x="455696" y="0"/>
                </a:lnTo>
                <a:lnTo>
                  <a:pt x="474914" y="0"/>
                </a:lnTo>
                <a:lnTo>
                  <a:pt x="474914" y="17783"/>
                </a:lnTo>
                <a:lnTo>
                  <a:pt x="455696" y="17783"/>
                </a:lnTo>
                <a:moveTo>
                  <a:pt x="455696" y="100266"/>
                </a:moveTo>
                <a:lnTo>
                  <a:pt x="455696" y="27631"/>
                </a:lnTo>
                <a:lnTo>
                  <a:pt x="474914" y="27631"/>
                </a:lnTo>
                <a:lnTo>
                  <a:pt x="474914" y="100266"/>
                </a:lnTo>
                <a:lnTo>
                  <a:pt x="455696" y="100266"/>
                </a:lnTo>
                <a:close/>
                <a:moveTo>
                  <a:pt x="489531" y="62923"/>
                </a:moveTo>
                <a:cubicBezTo>
                  <a:pt x="489531" y="56539"/>
                  <a:pt x="491105" y="50361"/>
                  <a:pt x="494251" y="44388"/>
                </a:cubicBezTo>
                <a:cubicBezTo>
                  <a:pt x="497397" y="38415"/>
                  <a:pt x="501854" y="33855"/>
                  <a:pt x="507622" y="30709"/>
                </a:cubicBezTo>
                <a:cubicBezTo>
                  <a:pt x="513390" y="27563"/>
                  <a:pt x="519830" y="25990"/>
                  <a:pt x="526943" y="25990"/>
                </a:cubicBezTo>
                <a:cubicBezTo>
                  <a:pt x="537932" y="25990"/>
                  <a:pt x="546937" y="29558"/>
                  <a:pt x="553959" y="36694"/>
                </a:cubicBezTo>
                <a:cubicBezTo>
                  <a:pt x="560981" y="43829"/>
                  <a:pt x="564492" y="52846"/>
                  <a:pt x="564492" y="63743"/>
                </a:cubicBezTo>
                <a:cubicBezTo>
                  <a:pt x="564492" y="74732"/>
                  <a:pt x="560946" y="83840"/>
                  <a:pt x="553856" y="91067"/>
                </a:cubicBezTo>
                <a:cubicBezTo>
                  <a:pt x="546766" y="98294"/>
                  <a:pt x="537841" y="101907"/>
                  <a:pt x="527080" y="101907"/>
                </a:cubicBezTo>
                <a:cubicBezTo>
                  <a:pt x="520423" y="101907"/>
                  <a:pt x="514074" y="100403"/>
                  <a:pt x="508032" y="97393"/>
                </a:cubicBezTo>
                <a:cubicBezTo>
                  <a:pt x="501991" y="94384"/>
                  <a:pt x="497397" y="89973"/>
                  <a:pt x="494251" y="84159"/>
                </a:cubicBezTo>
                <a:cubicBezTo>
                  <a:pt x="491105" y="78346"/>
                  <a:pt x="489531" y="71267"/>
                  <a:pt x="489531" y="62923"/>
                </a:cubicBezTo>
                <a:moveTo>
                  <a:pt x="509229" y="63949"/>
                </a:moveTo>
                <a:cubicBezTo>
                  <a:pt x="509229" y="71130"/>
                  <a:pt x="510939" y="76630"/>
                  <a:pt x="514359" y="80449"/>
                </a:cubicBezTo>
                <a:cubicBezTo>
                  <a:pt x="517778" y="84267"/>
                  <a:pt x="521996" y="86177"/>
                  <a:pt x="527011" y="86177"/>
                </a:cubicBezTo>
                <a:cubicBezTo>
                  <a:pt x="532027" y="86177"/>
                  <a:pt x="536233" y="84267"/>
                  <a:pt x="539630" y="80449"/>
                </a:cubicBezTo>
                <a:cubicBezTo>
                  <a:pt x="543027" y="76630"/>
                  <a:pt x="544726" y="71084"/>
                  <a:pt x="544726" y="63812"/>
                </a:cubicBezTo>
                <a:cubicBezTo>
                  <a:pt x="544726" y="56722"/>
                  <a:pt x="543027" y="51267"/>
                  <a:pt x="539630" y="47449"/>
                </a:cubicBezTo>
                <a:cubicBezTo>
                  <a:pt x="536233" y="43630"/>
                  <a:pt x="532027" y="41720"/>
                  <a:pt x="527011" y="41720"/>
                </a:cubicBezTo>
                <a:cubicBezTo>
                  <a:pt x="521996" y="41720"/>
                  <a:pt x="517778" y="43630"/>
                  <a:pt x="514359" y="47449"/>
                </a:cubicBezTo>
                <a:cubicBezTo>
                  <a:pt x="510939" y="51267"/>
                  <a:pt x="509229" y="56767"/>
                  <a:pt x="509229" y="63949"/>
                </a:cubicBezTo>
                <a:close/>
                <a:moveTo>
                  <a:pt x="617519" y="17783"/>
                </a:moveTo>
                <a:lnTo>
                  <a:pt x="617519" y="0"/>
                </a:lnTo>
                <a:lnTo>
                  <a:pt x="636738" y="0"/>
                </a:lnTo>
                <a:lnTo>
                  <a:pt x="636738" y="17783"/>
                </a:lnTo>
                <a:lnTo>
                  <a:pt x="617519" y="17783"/>
                </a:lnTo>
                <a:moveTo>
                  <a:pt x="617519" y="100266"/>
                </a:moveTo>
                <a:lnTo>
                  <a:pt x="617519" y="27631"/>
                </a:lnTo>
                <a:lnTo>
                  <a:pt x="636738" y="27631"/>
                </a:lnTo>
                <a:lnTo>
                  <a:pt x="636738" y="100266"/>
                </a:lnTo>
                <a:lnTo>
                  <a:pt x="617519" y="100266"/>
                </a:lnTo>
                <a:close/>
                <a:moveTo>
                  <a:pt x="721868" y="100266"/>
                </a:moveTo>
                <a:lnTo>
                  <a:pt x="702649" y="100266"/>
                </a:lnTo>
                <a:lnTo>
                  <a:pt x="702649" y="63239"/>
                </a:lnTo>
                <a:cubicBezTo>
                  <a:pt x="702649" y="55405"/>
                  <a:pt x="702239" y="50338"/>
                  <a:pt x="701418" y="48038"/>
                </a:cubicBezTo>
                <a:cubicBezTo>
                  <a:pt x="700597" y="45739"/>
                  <a:pt x="699264" y="43951"/>
                  <a:pt x="697417" y="42676"/>
                </a:cubicBezTo>
                <a:cubicBezTo>
                  <a:pt x="695570" y="41401"/>
                  <a:pt x="693347" y="40763"/>
                  <a:pt x="690748" y="40763"/>
                </a:cubicBezTo>
                <a:cubicBezTo>
                  <a:pt x="687420" y="40763"/>
                  <a:pt x="684433" y="41674"/>
                  <a:pt x="681789" y="43497"/>
                </a:cubicBezTo>
                <a:cubicBezTo>
                  <a:pt x="679144" y="45318"/>
                  <a:pt x="677332" y="47731"/>
                  <a:pt x="676351" y="50738"/>
                </a:cubicBezTo>
                <a:cubicBezTo>
                  <a:pt x="675371" y="53743"/>
                  <a:pt x="674881" y="59299"/>
                  <a:pt x="674881" y="67407"/>
                </a:cubicBezTo>
                <a:lnTo>
                  <a:pt x="674881" y="100266"/>
                </a:lnTo>
                <a:lnTo>
                  <a:pt x="655662" y="100266"/>
                </a:lnTo>
                <a:lnTo>
                  <a:pt x="655662" y="27631"/>
                </a:lnTo>
                <a:lnTo>
                  <a:pt x="673513" y="27631"/>
                </a:lnTo>
                <a:lnTo>
                  <a:pt x="673513" y="38301"/>
                </a:lnTo>
                <a:cubicBezTo>
                  <a:pt x="679851" y="30093"/>
                  <a:pt x="687830" y="25990"/>
                  <a:pt x="697451" y="25990"/>
                </a:cubicBezTo>
                <a:cubicBezTo>
                  <a:pt x="701692" y="25990"/>
                  <a:pt x="705567" y="26754"/>
                  <a:pt x="709078" y="28281"/>
                </a:cubicBezTo>
                <a:cubicBezTo>
                  <a:pt x="712589" y="29808"/>
                  <a:pt x="715245" y="31758"/>
                  <a:pt x="717046" y="34129"/>
                </a:cubicBezTo>
                <a:cubicBezTo>
                  <a:pt x="718847" y="36500"/>
                  <a:pt x="720101" y="39190"/>
                  <a:pt x="720808" y="42199"/>
                </a:cubicBezTo>
                <a:cubicBezTo>
                  <a:pt x="721514" y="45209"/>
                  <a:pt x="721868" y="49517"/>
                  <a:pt x="721868" y="55126"/>
                </a:cubicBezTo>
                <a:lnTo>
                  <a:pt x="721868" y="100266"/>
                </a:lnTo>
                <a:close/>
                <a:moveTo>
                  <a:pt x="774369" y="27631"/>
                </a:moveTo>
                <a:lnTo>
                  <a:pt x="774369" y="42952"/>
                </a:lnTo>
                <a:lnTo>
                  <a:pt x="761237" y="42952"/>
                </a:lnTo>
                <a:lnTo>
                  <a:pt x="761237" y="72177"/>
                </a:lnTo>
                <a:cubicBezTo>
                  <a:pt x="761237" y="78096"/>
                  <a:pt x="761362" y="81545"/>
                  <a:pt x="761613" y="82524"/>
                </a:cubicBezTo>
                <a:cubicBezTo>
                  <a:pt x="761864" y="83502"/>
                  <a:pt x="762434" y="84309"/>
                  <a:pt x="763323" y="84948"/>
                </a:cubicBezTo>
                <a:cubicBezTo>
                  <a:pt x="764212" y="85585"/>
                  <a:pt x="765295" y="85903"/>
                  <a:pt x="766572" y="85903"/>
                </a:cubicBezTo>
                <a:cubicBezTo>
                  <a:pt x="768350" y="85903"/>
                  <a:pt x="770926" y="85288"/>
                  <a:pt x="774300" y="84057"/>
                </a:cubicBezTo>
                <a:lnTo>
                  <a:pt x="775942" y="99022"/>
                </a:lnTo>
                <a:cubicBezTo>
                  <a:pt x="771473" y="100946"/>
                  <a:pt x="766412" y="101907"/>
                  <a:pt x="760758" y="101907"/>
                </a:cubicBezTo>
                <a:cubicBezTo>
                  <a:pt x="757293" y="101907"/>
                  <a:pt x="754170" y="101326"/>
                  <a:pt x="751388" y="100163"/>
                </a:cubicBezTo>
                <a:cubicBezTo>
                  <a:pt x="748607" y="99001"/>
                  <a:pt x="746567" y="97496"/>
                  <a:pt x="745267" y="95649"/>
                </a:cubicBezTo>
                <a:cubicBezTo>
                  <a:pt x="743968" y="93803"/>
                  <a:pt x="743067" y="91306"/>
                  <a:pt x="742565" y="88160"/>
                </a:cubicBezTo>
                <a:cubicBezTo>
                  <a:pt x="742155" y="85926"/>
                  <a:pt x="741950" y="81412"/>
                  <a:pt x="741950" y="74618"/>
                </a:cubicBezTo>
                <a:lnTo>
                  <a:pt x="741950" y="42952"/>
                </a:lnTo>
                <a:lnTo>
                  <a:pt x="733127" y="42952"/>
                </a:lnTo>
                <a:lnTo>
                  <a:pt x="733127" y="27631"/>
                </a:lnTo>
                <a:lnTo>
                  <a:pt x="741950" y="27631"/>
                </a:lnTo>
                <a:lnTo>
                  <a:pt x="741950" y="13132"/>
                </a:lnTo>
                <a:lnTo>
                  <a:pt x="761237" y="1778"/>
                </a:lnTo>
                <a:lnTo>
                  <a:pt x="761237" y="27631"/>
                </a:lnTo>
                <a:lnTo>
                  <a:pt x="774369" y="27631"/>
                </a:lnTo>
                <a:close/>
                <a:moveTo>
                  <a:pt x="829234" y="77149"/>
                </a:moveTo>
                <a:lnTo>
                  <a:pt x="848384" y="80432"/>
                </a:lnTo>
                <a:cubicBezTo>
                  <a:pt x="845922" y="87431"/>
                  <a:pt x="842035" y="92760"/>
                  <a:pt x="836723" y="96419"/>
                </a:cubicBezTo>
                <a:cubicBezTo>
                  <a:pt x="831411" y="100078"/>
                  <a:pt x="824765" y="101907"/>
                  <a:pt x="816786" y="101907"/>
                </a:cubicBezTo>
                <a:cubicBezTo>
                  <a:pt x="804156" y="101907"/>
                  <a:pt x="794809" y="97781"/>
                  <a:pt x="788744" y="89528"/>
                </a:cubicBezTo>
                <a:cubicBezTo>
                  <a:pt x="783957" y="82917"/>
                  <a:pt x="781563" y="74573"/>
                  <a:pt x="781563" y="64496"/>
                </a:cubicBezTo>
                <a:cubicBezTo>
                  <a:pt x="781563" y="52458"/>
                  <a:pt x="784709" y="43031"/>
                  <a:pt x="791002" y="36215"/>
                </a:cubicBezTo>
                <a:cubicBezTo>
                  <a:pt x="797294" y="29398"/>
                  <a:pt x="805250" y="25990"/>
                  <a:pt x="814871" y="25990"/>
                </a:cubicBezTo>
                <a:cubicBezTo>
                  <a:pt x="825677" y="25990"/>
                  <a:pt x="834204" y="29558"/>
                  <a:pt x="840451" y="36694"/>
                </a:cubicBezTo>
                <a:cubicBezTo>
                  <a:pt x="846697" y="43829"/>
                  <a:pt x="849684" y="54761"/>
                  <a:pt x="849410" y="69489"/>
                </a:cubicBezTo>
                <a:lnTo>
                  <a:pt x="801261" y="69489"/>
                </a:lnTo>
                <a:cubicBezTo>
                  <a:pt x="801397" y="75188"/>
                  <a:pt x="802948" y="79622"/>
                  <a:pt x="805911" y="82791"/>
                </a:cubicBezTo>
                <a:cubicBezTo>
                  <a:pt x="808875" y="85960"/>
                  <a:pt x="812568" y="87545"/>
                  <a:pt x="816991" y="87545"/>
                </a:cubicBezTo>
                <a:cubicBezTo>
                  <a:pt x="820001" y="87545"/>
                  <a:pt x="822531" y="86724"/>
                  <a:pt x="824583" y="85082"/>
                </a:cubicBezTo>
                <a:cubicBezTo>
                  <a:pt x="826635" y="83441"/>
                  <a:pt x="828185" y="80796"/>
                  <a:pt x="829234" y="77149"/>
                </a:cubicBezTo>
                <a:moveTo>
                  <a:pt x="830328" y="57725"/>
                </a:moveTo>
                <a:cubicBezTo>
                  <a:pt x="830191" y="52185"/>
                  <a:pt x="828755" y="47973"/>
                  <a:pt x="826019" y="45089"/>
                </a:cubicBezTo>
                <a:cubicBezTo>
                  <a:pt x="823284" y="42205"/>
                  <a:pt x="819955" y="40763"/>
                  <a:pt x="816034" y="40763"/>
                </a:cubicBezTo>
                <a:cubicBezTo>
                  <a:pt x="811839" y="40763"/>
                  <a:pt x="808374" y="42284"/>
                  <a:pt x="805638" y="45326"/>
                </a:cubicBezTo>
                <a:cubicBezTo>
                  <a:pt x="802902" y="48370"/>
                  <a:pt x="801557" y="52503"/>
                  <a:pt x="801603" y="57725"/>
                </a:cubicBezTo>
                <a:lnTo>
                  <a:pt x="830328" y="57725"/>
                </a:lnTo>
                <a:close/>
                <a:moveTo>
                  <a:pt x="883001" y="100266"/>
                </a:moveTo>
                <a:lnTo>
                  <a:pt x="863782" y="100266"/>
                </a:lnTo>
                <a:lnTo>
                  <a:pt x="863782" y="27631"/>
                </a:lnTo>
                <a:lnTo>
                  <a:pt x="881633" y="27631"/>
                </a:lnTo>
                <a:lnTo>
                  <a:pt x="881633" y="37959"/>
                </a:lnTo>
                <a:cubicBezTo>
                  <a:pt x="884688" y="33080"/>
                  <a:pt x="887435" y="29865"/>
                  <a:pt x="889874" y="28315"/>
                </a:cubicBezTo>
                <a:cubicBezTo>
                  <a:pt x="892314" y="26765"/>
                  <a:pt x="895084" y="25990"/>
                  <a:pt x="898184" y="25990"/>
                </a:cubicBezTo>
                <a:cubicBezTo>
                  <a:pt x="902562" y="25990"/>
                  <a:pt x="906779" y="27198"/>
                  <a:pt x="910837" y="29615"/>
                </a:cubicBezTo>
                <a:lnTo>
                  <a:pt x="904887" y="46371"/>
                </a:lnTo>
                <a:cubicBezTo>
                  <a:pt x="901650" y="44274"/>
                  <a:pt x="898640" y="43225"/>
                  <a:pt x="895859" y="43225"/>
                </a:cubicBezTo>
                <a:cubicBezTo>
                  <a:pt x="893169" y="43225"/>
                  <a:pt x="890889" y="43966"/>
                  <a:pt x="889020" y="45448"/>
                </a:cubicBezTo>
                <a:cubicBezTo>
                  <a:pt x="887150" y="46930"/>
                  <a:pt x="885680" y="49609"/>
                  <a:pt x="884608" y="53484"/>
                </a:cubicBezTo>
                <a:cubicBezTo>
                  <a:pt x="883537" y="57360"/>
                  <a:pt x="883001" y="65476"/>
                  <a:pt x="883001" y="77833"/>
                </a:cubicBezTo>
                <a:lnTo>
                  <a:pt x="883001" y="100266"/>
                </a:lnTo>
                <a:close/>
                <a:moveTo>
                  <a:pt x="932905" y="50065"/>
                </a:moveTo>
                <a:lnTo>
                  <a:pt x="915464" y="46918"/>
                </a:lnTo>
                <a:cubicBezTo>
                  <a:pt x="917425" y="39804"/>
                  <a:pt x="920799" y="34538"/>
                  <a:pt x="925587" y="31119"/>
                </a:cubicBezTo>
                <a:cubicBezTo>
                  <a:pt x="930374" y="27700"/>
                  <a:pt x="937487" y="25990"/>
                  <a:pt x="946926" y="25990"/>
                </a:cubicBezTo>
                <a:cubicBezTo>
                  <a:pt x="955498" y="25990"/>
                  <a:pt x="961881" y="27004"/>
                  <a:pt x="966076" y="29033"/>
                </a:cubicBezTo>
                <a:cubicBezTo>
                  <a:pt x="970271" y="31062"/>
                  <a:pt x="973223" y="33639"/>
                  <a:pt x="974933" y="36762"/>
                </a:cubicBezTo>
                <a:cubicBezTo>
                  <a:pt x="976643" y="39885"/>
                  <a:pt x="977498" y="45619"/>
                  <a:pt x="977498" y="53963"/>
                </a:cubicBezTo>
                <a:lnTo>
                  <a:pt x="977293" y="76396"/>
                </a:lnTo>
                <a:cubicBezTo>
                  <a:pt x="977293" y="82780"/>
                  <a:pt x="977601" y="87488"/>
                  <a:pt x="978216" y="90520"/>
                </a:cubicBezTo>
                <a:cubicBezTo>
                  <a:pt x="978832" y="93552"/>
                  <a:pt x="979983" y="96801"/>
                  <a:pt x="981670" y="100266"/>
                </a:cubicBezTo>
                <a:lnTo>
                  <a:pt x="962656" y="100266"/>
                </a:lnTo>
                <a:cubicBezTo>
                  <a:pt x="962155" y="98989"/>
                  <a:pt x="961539" y="97097"/>
                  <a:pt x="960810" y="94589"/>
                </a:cubicBezTo>
                <a:cubicBezTo>
                  <a:pt x="960491" y="93449"/>
                  <a:pt x="960263" y="92697"/>
                  <a:pt x="960126" y="92332"/>
                </a:cubicBezTo>
                <a:cubicBezTo>
                  <a:pt x="956843" y="95524"/>
                  <a:pt x="953332" y="97918"/>
                  <a:pt x="949593" y="99514"/>
                </a:cubicBezTo>
                <a:cubicBezTo>
                  <a:pt x="945854" y="101109"/>
                  <a:pt x="941865" y="101907"/>
                  <a:pt x="937624" y="101907"/>
                </a:cubicBezTo>
                <a:cubicBezTo>
                  <a:pt x="930146" y="101907"/>
                  <a:pt x="924253" y="99887"/>
                  <a:pt x="919944" y="95846"/>
                </a:cubicBezTo>
                <a:cubicBezTo>
                  <a:pt x="915635" y="91805"/>
                  <a:pt x="913481" y="86697"/>
                  <a:pt x="913481" y="80521"/>
                </a:cubicBezTo>
                <a:cubicBezTo>
                  <a:pt x="913481" y="76435"/>
                  <a:pt x="914461" y="72791"/>
                  <a:pt x="916422" y="69591"/>
                </a:cubicBezTo>
                <a:cubicBezTo>
                  <a:pt x="918383" y="66389"/>
                  <a:pt x="921130" y="63937"/>
                  <a:pt x="924663" y="62234"/>
                </a:cubicBezTo>
                <a:cubicBezTo>
                  <a:pt x="928197" y="60532"/>
                  <a:pt x="933292" y="59045"/>
                  <a:pt x="939950" y="57774"/>
                </a:cubicBezTo>
                <a:cubicBezTo>
                  <a:pt x="948932" y="56094"/>
                  <a:pt x="955156" y="54527"/>
                  <a:pt x="958621" y="53074"/>
                </a:cubicBezTo>
                <a:lnTo>
                  <a:pt x="958621" y="51138"/>
                </a:lnTo>
                <a:cubicBezTo>
                  <a:pt x="958621" y="47403"/>
                  <a:pt x="957709" y="44741"/>
                  <a:pt x="955885" y="43150"/>
                </a:cubicBezTo>
                <a:cubicBezTo>
                  <a:pt x="954062" y="41559"/>
                  <a:pt x="950619" y="40763"/>
                  <a:pt x="945558" y="40763"/>
                </a:cubicBezTo>
                <a:cubicBezTo>
                  <a:pt x="942138" y="40763"/>
                  <a:pt x="939471" y="41451"/>
                  <a:pt x="937556" y="42828"/>
                </a:cubicBezTo>
                <a:cubicBezTo>
                  <a:pt x="935641" y="44203"/>
                  <a:pt x="934090" y="46615"/>
                  <a:pt x="932905" y="50065"/>
                </a:cubicBezTo>
                <a:moveTo>
                  <a:pt x="958621" y="65658"/>
                </a:moveTo>
                <a:cubicBezTo>
                  <a:pt x="956159" y="66469"/>
                  <a:pt x="952260" y="67438"/>
                  <a:pt x="946926" y="68565"/>
                </a:cubicBezTo>
                <a:cubicBezTo>
                  <a:pt x="941591" y="69691"/>
                  <a:pt x="938103" y="70794"/>
                  <a:pt x="936461" y="71876"/>
                </a:cubicBezTo>
                <a:cubicBezTo>
                  <a:pt x="933954" y="73633"/>
                  <a:pt x="932700" y="75863"/>
                  <a:pt x="932700" y="78566"/>
                </a:cubicBezTo>
                <a:cubicBezTo>
                  <a:pt x="932700" y="81225"/>
                  <a:pt x="933703" y="83523"/>
                  <a:pt x="935709" y="85461"/>
                </a:cubicBezTo>
                <a:cubicBezTo>
                  <a:pt x="937715" y="87397"/>
                  <a:pt x="940269" y="88365"/>
                  <a:pt x="943369" y="88365"/>
                </a:cubicBezTo>
                <a:cubicBezTo>
                  <a:pt x="946835" y="88365"/>
                  <a:pt x="950140" y="87239"/>
                  <a:pt x="953286" y="84986"/>
                </a:cubicBezTo>
                <a:cubicBezTo>
                  <a:pt x="955612" y="83275"/>
                  <a:pt x="957139" y="81180"/>
                  <a:pt x="957869" y="78700"/>
                </a:cubicBezTo>
                <a:cubicBezTo>
                  <a:pt x="958370" y="77079"/>
                  <a:pt x="958621" y="73993"/>
                  <a:pt x="958621" y="69444"/>
                </a:cubicBezTo>
                <a:lnTo>
                  <a:pt x="958621" y="65658"/>
                </a:lnTo>
                <a:close/>
                <a:moveTo>
                  <a:pt x="1059307" y="49107"/>
                </a:moveTo>
                <a:lnTo>
                  <a:pt x="1040362" y="52527"/>
                </a:lnTo>
                <a:cubicBezTo>
                  <a:pt x="1039723" y="48765"/>
                  <a:pt x="1038276" y="45932"/>
                  <a:pt x="1036019" y="44029"/>
                </a:cubicBezTo>
                <a:cubicBezTo>
                  <a:pt x="1033762" y="42125"/>
                  <a:pt x="1030832" y="41173"/>
                  <a:pt x="1027230" y="41173"/>
                </a:cubicBezTo>
                <a:cubicBezTo>
                  <a:pt x="1022442" y="41173"/>
                  <a:pt x="1018624" y="42821"/>
                  <a:pt x="1015774" y="46117"/>
                </a:cubicBezTo>
                <a:cubicBezTo>
                  <a:pt x="1012924" y="49413"/>
                  <a:pt x="1011499" y="54924"/>
                  <a:pt x="1011499" y="62651"/>
                </a:cubicBezTo>
                <a:cubicBezTo>
                  <a:pt x="1011499" y="71243"/>
                  <a:pt x="1012947" y="77313"/>
                  <a:pt x="1015842" y="80859"/>
                </a:cubicBezTo>
                <a:cubicBezTo>
                  <a:pt x="1018738" y="84404"/>
                  <a:pt x="1022625" y="86177"/>
                  <a:pt x="1027504" y="86177"/>
                </a:cubicBezTo>
                <a:cubicBezTo>
                  <a:pt x="1031151" y="86177"/>
                  <a:pt x="1034138" y="85139"/>
                  <a:pt x="1036463" y="83065"/>
                </a:cubicBezTo>
                <a:cubicBezTo>
                  <a:pt x="1038789" y="80990"/>
                  <a:pt x="1040430" y="77422"/>
                  <a:pt x="1041388" y="72361"/>
                </a:cubicBezTo>
                <a:lnTo>
                  <a:pt x="1060264" y="75644"/>
                </a:lnTo>
                <a:cubicBezTo>
                  <a:pt x="1058304" y="84307"/>
                  <a:pt x="1054542" y="90850"/>
                  <a:pt x="1048979" y="95273"/>
                </a:cubicBezTo>
                <a:cubicBezTo>
                  <a:pt x="1043417" y="99696"/>
                  <a:pt x="1035962" y="101907"/>
                  <a:pt x="1026614" y="101907"/>
                </a:cubicBezTo>
                <a:cubicBezTo>
                  <a:pt x="1015991" y="101907"/>
                  <a:pt x="1007521" y="98556"/>
                  <a:pt x="1001206" y="91853"/>
                </a:cubicBezTo>
                <a:cubicBezTo>
                  <a:pt x="994891" y="85151"/>
                  <a:pt x="991733" y="75872"/>
                  <a:pt x="991733" y="64017"/>
                </a:cubicBezTo>
                <a:cubicBezTo>
                  <a:pt x="991733" y="52025"/>
                  <a:pt x="994902" y="42689"/>
                  <a:pt x="1001240" y="36010"/>
                </a:cubicBezTo>
                <a:cubicBezTo>
                  <a:pt x="1007578" y="29330"/>
                  <a:pt x="1016150" y="25990"/>
                  <a:pt x="1026956" y="25990"/>
                </a:cubicBezTo>
                <a:cubicBezTo>
                  <a:pt x="1035802" y="25990"/>
                  <a:pt x="1042835" y="27893"/>
                  <a:pt x="1048056" y="31701"/>
                </a:cubicBezTo>
                <a:cubicBezTo>
                  <a:pt x="1053277" y="35508"/>
                  <a:pt x="1057027" y="41310"/>
                  <a:pt x="1059307" y="49107"/>
                </a:cubicBezTo>
                <a:close/>
                <a:moveTo>
                  <a:pt x="1106712" y="27631"/>
                </a:moveTo>
                <a:lnTo>
                  <a:pt x="1106712" y="42952"/>
                </a:lnTo>
                <a:lnTo>
                  <a:pt x="1093581" y="42952"/>
                </a:lnTo>
                <a:lnTo>
                  <a:pt x="1093581" y="72177"/>
                </a:lnTo>
                <a:cubicBezTo>
                  <a:pt x="1093581" y="78096"/>
                  <a:pt x="1093706" y="81545"/>
                  <a:pt x="1093957" y="82524"/>
                </a:cubicBezTo>
                <a:cubicBezTo>
                  <a:pt x="1094208" y="83502"/>
                  <a:pt x="1094778" y="84309"/>
                  <a:pt x="1095667" y="84948"/>
                </a:cubicBezTo>
                <a:cubicBezTo>
                  <a:pt x="1096556" y="85585"/>
                  <a:pt x="1097639" y="85903"/>
                  <a:pt x="1098915" y="85903"/>
                </a:cubicBezTo>
                <a:cubicBezTo>
                  <a:pt x="1100694" y="85903"/>
                  <a:pt x="1103270" y="85288"/>
                  <a:pt x="1106644" y="84057"/>
                </a:cubicBezTo>
                <a:lnTo>
                  <a:pt x="1108285" y="99022"/>
                </a:lnTo>
                <a:cubicBezTo>
                  <a:pt x="1103817" y="100946"/>
                  <a:pt x="1098756" y="101907"/>
                  <a:pt x="1093102" y="101907"/>
                </a:cubicBezTo>
                <a:cubicBezTo>
                  <a:pt x="1089637" y="101907"/>
                  <a:pt x="1086513" y="101326"/>
                  <a:pt x="1083732" y="100163"/>
                </a:cubicBezTo>
                <a:cubicBezTo>
                  <a:pt x="1080951" y="99001"/>
                  <a:pt x="1078910" y="97496"/>
                  <a:pt x="1077611" y="95649"/>
                </a:cubicBezTo>
                <a:cubicBezTo>
                  <a:pt x="1076311" y="93803"/>
                  <a:pt x="1075411" y="91306"/>
                  <a:pt x="1074909" y="88160"/>
                </a:cubicBezTo>
                <a:cubicBezTo>
                  <a:pt x="1074499" y="85926"/>
                  <a:pt x="1074293" y="81412"/>
                  <a:pt x="1074293" y="74618"/>
                </a:cubicBezTo>
                <a:lnTo>
                  <a:pt x="1074293" y="42952"/>
                </a:lnTo>
                <a:lnTo>
                  <a:pt x="1065471" y="42952"/>
                </a:lnTo>
                <a:lnTo>
                  <a:pt x="1065471" y="27631"/>
                </a:lnTo>
                <a:lnTo>
                  <a:pt x="1074293" y="27631"/>
                </a:lnTo>
                <a:lnTo>
                  <a:pt x="1074293" y="13132"/>
                </a:lnTo>
                <a:lnTo>
                  <a:pt x="1093581" y="1778"/>
                </a:lnTo>
                <a:lnTo>
                  <a:pt x="1093581" y="27631"/>
                </a:lnTo>
                <a:lnTo>
                  <a:pt x="1106712" y="27631"/>
                </a:lnTo>
                <a:close/>
                <a:moveTo>
                  <a:pt x="1119516" y="17783"/>
                </a:moveTo>
                <a:lnTo>
                  <a:pt x="1119516" y="0"/>
                </a:lnTo>
                <a:lnTo>
                  <a:pt x="1138734" y="0"/>
                </a:lnTo>
                <a:lnTo>
                  <a:pt x="1138734" y="17783"/>
                </a:lnTo>
                <a:lnTo>
                  <a:pt x="1119516" y="17783"/>
                </a:lnTo>
                <a:moveTo>
                  <a:pt x="1119516" y="100266"/>
                </a:moveTo>
                <a:lnTo>
                  <a:pt x="1119516" y="27631"/>
                </a:lnTo>
                <a:lnTo>
                  <a:pt x="1138734" y="27631"/>
                </a:lnTo>
                <a:lnTo>
                  <a:pt x="1138734" y="100266"/>
                </a:lnTo>
                <a:lnTo>
                  <a:pt x="1119516" y="100266"/>
                </a:lnTo>
                <a:close/>
                <a:moveTo>
                  <a:pt x="1177766" y="100266"/>
                </a:moveTo>
                <a:lnTo>
                  <a:pt x="1148493" y="27631"/>
                </a:lnTo>
                <a:lnTo>
                  <a:pt x="1168670" y="27631"/>
                </a:lnTo>
                <a:lnTo>
                  <a:pt x="1182348" y="64701"/>
                </a:lnTo>
                <a:lnTo>
                  <a:pt x="1186315" y="77080"/>
                </a:lnTo>
                <a:cubicBezTo>
                  <a:pt x="1187364" y="73934"/>
                  <a:pt x="1188025" y="71860"/>
                  <a:pt x="1188299" y="70856"/>
                </a:cubicBezTo>
                <a:cubicBezTo>
                  <a:pt x="1188937" y="68805"/>
                  <a:pt x="1189621" y="66753"/>
                  <a:pt x="1190351" y="64701"/>
                </a:cubicBezTo>
                <a:lnTo>
                  <a:pt x="1204166" y="27631"/>
                </a:lnTo>
                <a:lnTo>
                  <a:pt x="1223932" y="27631"/>
                </a:lnTo>
                <a:lnTo>
                  <a:pt x="1195070" y="100266"/>
                </a:lnTo>
                <a:lnTo>
                  <a:pt x="1177766" y="100266"/>
                </a:lnTo>
                <a:close/>
                <a:moveTo>
                  <a:pt x="1235227" y="17783"/>
                </a:moveTo>
                <a:lnTo>
                  <a:pt x="1235227" y="0"/>
                </a:lnTo>
                <a:lnTo>
                  <a:pt x="1254445" y="0"/>
                </a:lnTo>
                <a:lnTo>
                  <a:pt x="1254445" y="17783"/>
                </a:lnTo>
                <a:lnTo>
                  <a:pt x="1235227" y="17783"/>
                </a:lnTo>
                <a:moveTo>
                  <a:pt x="1235227" y="100266"/>
                </a:moveTo>
                <a:lnTo>
                  <a:pt x="1235227" y="27631"/>
                </a:lnTo>
                <a:lnTo>
                  <a:pt x="1254445" y="27631"/>
                </a:lnTo>
                <a:lnTo>
                  <a:pt x="1254445" y="100266"/>
                </a:lnTo>
                <a:lnTo>
                  <a:pt x="1235227" y="100266"/>
                </a:lnTo>
                <a:close/>
                <a:moveTo>
                  <a:pt x="1306815" y="27631"/>
                </a:moveTo>
                <a:lnTo>
                  <a:pt x="1306815" y="42952"/>
                </a:lnTo>
                <a:lnTo>
                  <a:pt x="1293684" y="42952"/>
                </a:lnTo>
                <a:lnTo>
                  <a:pt x="1293684" y="72177"/>
                </a:lnTo>
                <a:cubicBezTo>
                  <a:pt x="1293684" y="78096"/>
                  <a:pt x="1293809" y="81545"/>
                  <a:pt x="1294060" y="82524"/>
                </a:cubicBezTo>
                <a:cubicBezTo>
                  <a:pt x="1294311" y="83502"/>
                  <a:pt x="1294881" y="84309"/>
                  <a:pt x="1295770" y="84948"/>
                </a:cubicBezTo>
                <a:cubicBezTo>
                  <a:pt x="1296659" y="85585"/>
                  <a:pt x="1297742" y="85903"/>
                  <a:pt x="1299018" y="85903"/>
                </a:cubicBezTo>
                <a:cubicBezTo>
                  <a:pt x="1300797" y="85903"/>
                  <a:pt x="1303373" y="85288"/>
                  <a:pt x="1306747" y="84057"/>
                </a:cubicBezTo>
                <a:lnTo>
                  <a:pt x="1308388" y="99022"/>
                </a:lnTo>
                <a:cubicBezTo>
                  <a:pt x="1303920" y="100946"/>
                  <a:pt x="1298859" y="101907"/>
                  <a:pt x="1293205" y="101907"/>
                </a:cubicBezTo>
                <a:cubicBezTo>
                  <a:pt x="1289740" y="101907"/>
                  <a:pt x="1286616" y="101326"/>
                  <a:pt x="1283835" y="100163"/>
                </a:cubicBezTo>
                <a:cubicBezTo>
                  <a:pt x="1281054" y="99001"/>
                  <a:pt x="1279013" y="97496"/>
                  <a:pt x="1277714" y="95649"/>
                </a:cubicBezTo>
                <a:cubicBezTo>
                  <a:pt x="1276414" y="93803"/>
                  <a:pt x="1275514" y="91306"/>
                  <a:pt x="1275012" y="88160"/>
                </a:cubicBezTo>
                <a:cubicBezTo>
                  <a:pt x="1274602" y="85926"/>
                  <a:pt x="1274396" y="81412"/>
                  <a:pt x="1274396" y="74618"/>
                </a:cubicBezTo>
                <a:lnTo>
                  <a:pt x="1274396" y="42952"/>
                </a:lnTo>
                <a:lnTo>
                  <a:pt x="1265574" y="42952"/>
                </a:lnTo>
                <a:lnTo>
                  <a:pt x="1265574" y="27631"/>
                </a:lnTo>
                <a:lnTo>
                  <a:pt x="1274396" y="27631"/>
                </a:lnTo>
                <a:lnTo>
                  <a:pt x="1274396" y="13132"/>
                </a:lnTo>
                <a:lnTo>
                  <a:pt x="1293684" y="1778"/>
                </a:lnTo>
                <a:lnTo>
                  <a:pt x="1293684" y="27631"/>
                </a:lnTo>
                <a:lnTo>
                  <a:pt x="1306815" y="27631"/>
                </a:lnTo>
                <a:close/>
                <a:moveTo>
                  <a:pt x="1310522" y="27631"/>
                </a:moveTo>
                <a:lnTo>
                  <a:pt x="1330971" y="27631"/>
                </a:lnTo>
                <a:lnTo>
                  <a:pt x="1348344" y="79250"/>
                </a:lnTo>
                <a:lnTo>
                  <a:pt x="1365305" y="27631"/>
                </a:lnTo>
                <a:lnTo>
                  <a:pt x="1385208" y="27631"/>
                </a:lnTo>
                <a:lnTo>
                  <a:pt x="1359560" y="97554"/>
                </a:lnTo>
                <a:lnTo>
                  <a:pt x="1354978" y="110252"/>
                </a:lnTo>
                <a:cubicBezTo>
                  <a:pt x="1353291" y="114492"/>
                  <a:pt x="1351683" y="117729"/>
                  <a:pt x="1350156" y="119964"/>
                </a:cubicBezTo>
                <a:cubicBezTo>
                  <a:pt x="1348629" y="122198"/>
                  <a:pt x="1346873" y="124010"/>
                  <a:pt x="1344890" y="125401"/>
                </a:cubicBezTo>
                <a:cubicBezTo>
                  <a:pt x="1342906" y="126792"/>
                  <a:pt x="1340467" y="127874"/>
                  <a:pt x="1337571" y="128650"/>
                </a:cubicBezTo>
                <a:cubicBezTo>
                  <a:pt x="1334676" y="129425"/>
                  <a:pt x="1331405" y="129812"/>
                  <a:pt x="1327757" y="129812"/>
                </a:cubicBezTo>
                <a:cubicBezTo>
                  <a:pt x="1324064" y="129812"/>
                  <a:pt x="1320439" y="129425"/>
                  <a:pt x="1316882" y="128650"/>
                </a:cubicBezTo>
                <a:lnTo>
                  <a:pt x="1315172" y="113603"/>
                </a:lnTo>
                <a:cubicBezTo>
                  <a:pt x="1318182" y="114196"/>
                  <a:pt x="1320895" y="114492"/>
                  <a:pt x="1323311" y="114492"/>
                </a:cubicBezTo>
                <a:cubicBezTo>
                  <a:pt x="1327780" y="114492"/>
                  <a:pt x="1331085" y="113181"/>
                  <a:pt x="1333228" y="110559"/>
                </a:cubicBezTo>
                <a:cubicBezTo>
                  <a:pt x="1335371" y="107938"/>
                  <a:pt x="1337013" y="104598"/>
                  <a:pt x="1338153" y="100540"/>
                </a:cubicBezTo>
                <a:lnTo>
                  <a:pt x="1310522" y="276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F7295-CF22-4BC8-BC65-59DCCDFA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534" y="2078314"/>
            <a:ext cx="1430521" cy="257296"/>
          </a:xfrm>
          <a:custGeom xmlns:a="http://schemas.openxmlformats.org/drawingml/2006/main">
            <a:pathLst>
              <a:path w="1430521" h="257296">
                <a:moveTo>
                  <a:pt x="0" y="42230"/>
                </a:moveTo>
                <a:cubicBezTo>
                  <a:pt x="139" y="19140"/>
                  <a:pt x="19279" y="0"/>
                  <a:pt x="43848" y="470"/>
                </a:cubicBezTo>
                <a:lnTo>
                  <a:pt x="1388534" y="470"/>
                </a:lnTo>
                <a:cubicBezTo>
                  <a:pt x="1411380" y="0"/>
                  <a:pt x="1430521" y="19140"/>
                  <a:pt x="1430294" y="42230"/>
                </a:cubicBezTo>
                <a:lnTo>
                  <a:pt x="1430294" y="213448"/>
                </a:lnTo>
                <a:cubicBezTo>
                  <a:pt x="1430521" y="237356"/>
                  <a:pt x="1411380" y="256479"/>
                  <a:pt x="1388534" y="257296"/>
                </a:cubicBezTo>
                <a:lnTo>
                  <a:pt x="43848" y="257296"/>
                </a:lnTo>
                <a:cubicBezTo>
                  <a:pt x="19279" y="256479"/>
                  <a:pt x="139" y="237356"/>
                  <a:pt x="0" y="213448"/>
                </a:cubicBezTo>
                <a:lnTo>
                  <a:pt x="0" y="4223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scenariodiversity">
            <a:extLst xmlns:a="http://schemas.openxmlformats.org/drawingml/2006/main">
              <a:ext uri="{FF2B5EF4-FFF2-40B4-BE49-F238E27FC236}">
                <a16:creationId xmlns:a16="http://schemas.microsoft.com/office/drawing/2014/main" id="{3CEDDEC6-C9FE-4755-AE14-D70AB2C3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846" y="2155878"/>
            <a:ext cx="1177276" cy="129812"/>
          </a:xfrm>
          <a:custGeom xmlns:a="http://schemas.openxmlformats.org/drawingml/2006/main">
            <a:pathLst>
              <a:path w="1177276" h="129812">
                <a:moveTo>
                  <a:pt x="0" y="79611"/>
                </a:moveTo>
                <a:lnTo>
                  <a:pt x="19287" y="76602"/>
                </a:lnTo>
                <a:cubicBezTo>
                  <a:pt x="20108" y="80318"/>
                  <a:pt x="21772" y="83139"/>
                  <a:pt x="24280" y="85065"/>
                </a:cubicBezTo>
                <a:cubicBezTo>
                  <a:pt x="26788" y="86992"/>
                  <a:pt x="30299" y="87955"/>
                  <a:pt x="34813" y="87955"/>
                </a:cubicBezTo>
                <a:cubicBezTo>
                  <a:pt x="39783" y="87955"/>
                  <a:pt x="43522" y="87044"/>
                  <a:pt x="46029" y="85224"/>
                </a:cubicBezTo>
                <a:cubicBezTo>
                  <a:pt x="47716" y="83948"/>
                  <a:pt x="48560" y="82241"/>
                  <a:pt x="48560" y="80100"/>
                </a:cubicBezTo>
                <a:cubicBezTo>
                  <a:pt x="48560" y="78643"/>
                  <a:pt x="48104" y="77436"/>
                  <a:pt x="47192" y="76480"/>
                </a:cubicBezTo>
                <a:cubicBezTo>
                  <a:pt x="46235" y="75569"/>
                  <a:pt x="44091" y="74727"/>
                  <a:pt x="40763" y="73953"/>
                </a:cubicBezTo>
                <a:cubicBezTo>
                  <a:pt x="25260" y="70539"/>
                  <a:pt x="15434" y="67420"/>
                  <a:pt x="11285" y="64596"/>
                </a:cubicBezTo>
                <a:cubicBezTo>
                  <a:pt x="5540" y="60678"/>
                  <a:pt x="2667" y="55234"/>
                  <a:pt x="2667" y="48265"/>
                </a:cubicBezTo>
                <a:cubicBezTo>
                  <a:pt x="2667" y="41978"/>
                  <a:pt x="5152" y="36694"/>
                  <a:pt x="10122" y="32412"/>
                </a:cubicBezTo>
                <a:cubicBezTo>
                  <a:pt x="15092" y="28131"/>
                  <a:pt x="22798" y="25990"/>
                  <a:pt x="33240" y="25990"/>
                </a:cubicBezTo>
                <a:cubicBezTo>
                  <a:pt x="43180" y="25990"/>
                  <a:pt x="50566" y="27603"/>
                  <a:pt x="55399" y="30829"/>
                </a:cubicBezTo>
                <a:cubicBezTo>
                  <a:pt x="60233" y="34055"/>
                  <a:pt x="63561" y="38825"/>
                  <a:pt x="65385" y="45140"/>
                </a:cubicBezTo>
                <a:lnTo>
                  <a:pt x="47260" y="48560"/>
                </a:lnTo>
                <a:cubicBezTo>
                  <a:pt x="46485" y="45733"/>
                  <a:pt x="45015" y="43567"/>
                  <a:pt x="42849" y="42062"/>
                </a:cubicBezTo>
                <a:cubicBezTo>
                  <a:pt x="40683" y="40558"/>
                  <a:pt x="37594" y="39805"/>
                  <a:pt x="33582" y="39805"/>
                </a:cubicBezTo>
                <a:cubicBezTo>
                  <a:pt x="28520" y="39805"/>
                  <a:pt x="24896" y="40511"/>
                  <a:pt x="22707" y="41924"/>
                </a:cubicBezTo>
                <a:cubicBezTo>
                  <a:pt x="21248" y="42924"/>
                  <a:pt x="20518" y="44221"/>
                  <a:pt x="20518" y="45816"/>
                </a:cubicBezTo>
                <a:cubicBezTo>
                  <a:pt x="20518" y="47181"/>
                  <a:pt x="21157" y="48341"/>
                  <a:pt x="22433" y="49297"/>
                </a:cubicBezTo>
                <a:cubicBezTo>
                  <a:pt x="24166" y="50573"/>
                  <a:pt x="30150" y="52371"/>
                  <a:pt x="40387" y="54694"/>
                </a:cubicBezTo>
                <a:cubicBezTo>
                  <a:pt x="50623" y="57017"/>
                  <a:pt x="57770" y="59866"/>
                  <a:pt x="61828" y="63241"/>
                </a:cubicBezTo>
                <a:cubicBezTo>
                  <a:pt x="65841" y="66664"/>
                  <a:pt x="67847" y="71431"/>
                  <a:pt x="67847" y="77544"/>
                </a:cubicBezTo>
                <a:cubicBezTo>
                  <a:pt x="67847" y="84205"/>
                  <a:pt x="65066" y="89931"/>
                  <a:pt x="59503" y="94722"/>
                </a:cubicBezTo>
                <a:cubicBezTo>
                  <a:pt x="53940" y="99512"/>
                  <a:pt x="45710" y="101907"/>
                  <a:pt x="34813" y="101907"/>
                </a:cubicBezTo>
                <a:cubicBezTo>
                  <a:pt x="24918" y="101907"/>
                  <a:pt x="17087" y="99908"/>
                  <a:pt x="11319" y="95908"/>
                </a:cubicBezTo>
                <a:cubicBezTo>
                  <a:pt x="5551" y="91907"/>
                  <a:pt x="1778" y="86475"/>
                  <a:pt x="0" y="79611"/>
                </a:cubicBezTo>
                <a:close/>
                <a:moveTo>
                  <a:pt x="147535" y="49107"/>
                </a:moveTo>
                <a:lnTo>
                  <a:pt x="128590" y="52527"/>
                </a:lnTo>
                <a:cubicBezTo>
                  <a:pt x="127952" y="48765"/>
                  <a:pt x="126504" y="45932"/>
                  <a:pt x="124247" y="44029"/>
                </a:cubicBezTo>
                <a:cubicBezTo>
                  <a:pt x="121990" y="42125"/>
                  <a:pt x="119060" y="41173"/>
                  <a:pt x="115458" y="41173"/>
                </a:cubicBezTo>
                <a:cubicBezTo>
                  <a:pt x="110671" y="41173"/>
                  <a:pt x="106852" y="42821"/>
                  <a:pt x="104002" y="46117"/>
                </a:cubicBezTo>
                <a:cubicBezTo>
                  <a:pt x="101153" y="49413"/>
                  <a:pt x="99728" y="54924"/>
                  <a:pt x="99728" y="62651"/>
                </a:cubicBezTo>
                <a:cubicBezTo>
                  <a:pt x="99728" y="71243"/>
                  <a:pt x="101175" y="77313"/>
                  <a:pt x="104071" y="80859"/>
                </a:cubicBezTo>
                <a:cubicBezTo>
                  <a:pt x="106966" y="84404"/>
                  <a:pt x="110853" y="86177"/>
                  <a:pt x="115732" y="86177"/>
                </a:cubicBezTo>
                <a:cubicBezTo>
                  <a:pt x="119380" y="86177"/>
                  <a:pt x="122366" y="85139"/>
                  <a:pt x="124692" y="83065"/>
                </a:cubicBezTo>
                <a:cubicBezTo>
                  <a:pt x="127017" y="80990"/>
                  <a:pt x="128658" y="77422"/>
                  <a:pt x="129616" y="72361"/>
                </a:cubicBezTo>
                <a:lnTo>
                  <a:pt x="148493" y="75644"/>
                </a:lnTo>
                <a:cubicBezTo>
                  <a:pt x="146532" y="84307"/>
                  <a:pt x="142770" y="90850"/>
                  <a:pt x="137208" y="95273"/>
                </a:cubicBezTo>
                <a:cubicBezTo>
                  <a:pt x="131645" y="99696"/>
                  <a:pt x="124190" y="101907"/>
                  <a:pt x="114843" y="101907"/>
                </a:cubicBezTo>
                <a:cubicBezTo>
                  <a:pt x="104219" y="101907"/>
                  <a:pt x="95749" y="98556"/>
                  <a:pt x="89434" y="91853"/>
                </a:cubicBezTo>
                <a:cubicBezTo>
                  <a:pt x="83119" y="85151"/>
                  <a:pt x="79962" y="75872"/>
                  <a:pt x="79962" y="64017"/>
                </a:cubicBezTo>
                <a:cubicBezTo>
                  <a:pt x="79962" y="52025"/>
                  <a:pt x="83131" y="42689"/>
                  <a:pt x="89468" y="36010"/>
                </a:cubicBezTo>
                <a:cubicBezTo>
                  <a:pt x="95806" y="29330"/>
                  <a:pt x="104378" y="25990"/>
                  <a:pt x="115185" y="25990"/>
                </a:cubicBezTo>
                <a:cubicBezTo>
                  <a:pt x="124030" y="25990"/>
                  <a:pt x="131064" y="27893"/>
                  <a:pt x="136284" y="31701"/>
                </a:cubicBezTo>
                <a:cubicBezTo>
                  <a:pt x="141505" y="35508"/>
                  <a:pt x="145255" y="41310"/>
                  <a:pt x="147535" y="49107"/>
                </a:cubicBezTo>
                <a:close/>
                <a:moveTo>
                  <a:pt x="203696" y="77149"/>
                </a:moveTo>
                <a:lnTo>
                  <a:pt x="222846" y="80432"/>
                </a:lnTo>
                <a:cubicBezTo>
                  <a:pt x="220384" y="87431"/>
                  <a:pt x="216497" y="92760"/>
                  <a:pt x="211185" y="96419"/>
                </a:cubicBezTo>
                <a:cubicBezTo>
                  <a:pt x="205873" y="100078"/>
                  <a:pt x="199227" y="101907"/>
                  <a:pt x="191248" y="101907"/>
                </a:cubicBezTo>
                <a:cubicBezTo>
                  <a:pt x="178618" y="101907"/>
                  <a:pt x="169271" y="97781"/>
                  <a:pt x="163206" y="89528"/>
                </a:cubicBezTo>
                <a:cubicBezTo>
                  <a:pt x="158419" y="82917"/>
                  <a:pt x="156025" y="74573"/>
                  <a:pt x="156025" y="64496"/>
                </a:cubicBezTo>
                <a:cubicBezTo>
                  <a:pt x="156025" y="52458"/>
                  <a:pt x="159171" y="43031"/>
                  <a:pt x="165463" y="36215"/>
                </a:cubicBezTo>
                <a:cubicBezTo>
                  <a:pt x="171756" y="29398"/>
                  <a:pt x="179712" y="25990"/>
                  <a:pt x="189333" y="25990"/>
                </a:cubicBezTo>
                <a:cubicBezTo>
                  <a:pt x="200139" y="25990"/>
                  <a:pt x="208666" y="29558"/>
                  <a:pt x="214912" y="36694"/>
                </a:cubicBezTo>
                <a:cubicBezTo>
                  <a:pt x="221159" y="43829"/>
                  <a:pt x="224146" y="54761"/>
                  <a:pt x="223872" y="69489"/>
                </a:cubicBezTo>
                <a:lnTo>
                  <a:pt x="175722" y="69489"/>
                </a:lnTo>
                <a:cubicBezTo>
                  <a:pt x="175859" y="75188"/>
                  <a:pt x="177410" y="79622"/>
                  <a:pt x="180373" y="82791"/>
                </a:cubicBezTo>
                <a:cubicBezTo>
                  <a:pt x="183337" y="85960"/>
                  <a:pt x="187030" y="87545"/>
                  <a:pt x="191453" y="87545"/>
                </a:cubicBezTo>
                <a:cubicBezTo>
                  <a:pt x="194462" y="87545"/>
                  <a:pt x="196993" y="86724"/>
                  <a:pt x="199045" y="85082"/>
                </a:cubicBezTo>
                <a:cubicBezTo>
                  <a:pt x="201097" y="83441"/>
                  <a:pt x="202647" y="80796"/>
                  <a:pt x="203696" y="77149"/>
                </a:cubicBezTo>
                <a:moveTo>
                  <a:pt x="204790" y="57725"/>
                </a:moveTo>
                <a:cubicBezTo>
                  <a:pt x="204653" y="52185"/>
                  <a:pt x="203217" y="47973"/>
                  <a:pt x="200481" y="45089"/>
                </a:cubicBezTo>
                <a:cubicBezTo>
                  <a:pt x="197745" y="42205"/>
                  <a:pt x="194417" y="40763"/>
                  <a:pt x="190496" y="40763"/>
                </a:cubicBezTo>
                <a:cubicBezTo>
                  <a:pt x="186301" y="40763"/>
                  <a:pt x="182835" y="42284"/>
                  <a:pt x="180100" y="45326"/>
                </a:cubicBezTo>
                <a:cubicBezTo>
                  <a:pt x="177364" y="48370"/>
                  <a:pt x="176019" y="52503"/>
                  <a:pt x="176064" y="57725"/>
                </a:cubicBezTo>
                <a:lnTo>
                  <a:pt x="204790" y="57725"/>
                </a:lnTo>
                <a:close/>
                <a:moveTo>
                  <a:pt x="305133" y="100266"/>
                </a:moveTo>
                <a:lnTo>
                  <a:pt x="285914" y="100266"/>
                </a:lnTo>
                <a:lnTo>
                  <a:pt x="285914" y="63239"/>
                </a:lnTo>
                <a:cubicBezTo>
                  <a:pt x="285914" y="55405"/>
                  <a:pt x="285504" y="50338"/>
                  <a:pt x="284683" y="48038"/>
                </a:cubicBezTo>
                <a:cubicBezTo>
                  <a:pt x="283863" y="45739"/>
                  <a:pt x="282529" y="43951"/>
                  <a:pt x="280682" y="42676"/>
                </a:cubicBezTo>
                <a:cubicBezTo>
                  <a:pt x="278836" y="41401"/>
                  <a:pt x="276613" y="40763"/>
                  <a:pt x="274014" y="40763"/>
                </a:cubicBezTo>
                <a:cubicBezTo>
                  <a:pt x="270685" y="40763"/>
                  <a:pt x="267699" y="41674"/>
                  <a:pt x="265054" y="43497"/>
                </a:cubicBezTo>
                <a:cubicBezTo>
                  <a:pt x="262410" y="45318"/>
                  <a:pt x="260597" y="47731"/>
                  <a:pt x="259617" y="50738"/>
                </a:cubicBezTo>
                <a:cubicBezTo>
                  <a:pt x="258637" y="53743"/>
                  <a:pt x="258146" y="59299"/>
                  <a:pt x="258146" y="67407"/>
                </a:cubicBezTo>
                <a:lnTo>
                  <a:pt x="258146" y="100266"/>
                </a:lnTo>
                <a:lnTo>
                  <a:pt x="238928" y="100266"/>
                </a:lnTo>
                <a:lnTo>
                  <a:pt x="238928" y="27631"/>
                </a:lnTo>
                <a:lnTo>
                  <a:pt x="256778" y="27631"/>
                </a:lnTo>
                <a:lnTo>
                  <a:pt x="256778" y="38301"/>
                </a:lnTo>
                <a:cubicBezTo>
                  <a:pt x="263116" y="30093"/>
                  <a:pt x="271096" y="25990"/>
                  <a:pt x="280716" y="25990"/>
                </a:cubicBezTo>
                <a:cubicBezTo>
                  <a:pt x="284957" y="25990"/>
                  <a:pt x="288833" y="26754"/>
                  <a:pt x="292343" y="28281"/>
                </a:cubicBezTo>
                <a:cubicBezTo>
                  <a:pt x="295854" y="29808"/>
                  <a:pt x="298510" y="31758"/>
                  <a:pt x="300311" y="34129"/>
                </a:cubicBezTo>
                <a:cubicBezTo>
                  <a:pt x="302112" y="36500"/>
                  <a:pt x="303366" y="39190"/>
                  <a:pt x="304073" y="42199"/>
                </a:cubicBezTo>
                <a:cubicBezTo>
                  <a:pt x="304780" y="45209"/>
                  <a:pt x="305133" y="49517"/>
                  <a:pt x="305133" y="55126"/>
                </a:cubicBezTo>
                <a:lnTo>
                  <a:pt x="305133" y="100266"/>
                </a:lnTo>
                <a:close/>
                <a:moveTo>
                  <a:pt x="338688" y="50065"/>
                </a:moveTo>
                <a:lnTo>
                  <a:pt x="321248" y="46918"/>
                </a:lnTo>
                <a:cubicBezTo>
                  <a:pt x="323208" y="39804"/>
                  <a:pt x="326582" y="34538"/>
                  <a:pt x="331370" y="31119"/>
                </a:cubicBezTo>
                <a:cubicBezTo>
                  <a:pt x="336157" y="27700"/>
                  <a:pt x="343270" y="25990"/>
                  <a:pt x="352709" y="25990"/>
                </a:cubicBezTo>
                <a:cubicBezTo>
                  <a:pt x="361281" y="25990"/>
                  <a:pt x="367664" y="27004"/>
                  <a:pt x="371859" y="29033"/>
                </a:cubicBezTo>
                <a:cubicBezTo>
                  <a:pt x="376054" y="31062"/>
                  <a:pt x="379006" y="33639"/>
                  <a:pt x="380716" y="36762"/>
                </a:cubicBezTo>
                <a:cubicBezTo>
                  <a:pt x="382426" y="39885"/>
                  <a:pt x="383281" y="45619"/>
                  <a:pt x="383281" y="53963"/>
                </a:cubicBezTo>
                <a:lnTo>
                  <a:pt x="383076" y="76396"/>
                </a:lnTo>
                <a:cubicBezTo>
                  <a:pt x="383076" y="82780"/>
                  <a:pt x="383384" y="87488"/>
                  <a:pt x="383999" y="90520"/>
                </a:cubicBezTo>
                <a:cubicBezTo>
                  <a:pt x="384615" y="93552"/>
                  <a:pt x="385766" y="96801"/>
                  <a:pt x="387453" y="100266"/>
                </a:cubicBezTo>
                <a:lnTo>
                  <a:pt x="368440" y="100266"/>
                </a:lnTo>
                <a:cubicBezTo>
                  <a:pt x="367938" y="98989"/>
                  <a:pt x="367322" y="97097"/>
                  <a:pt x="366593" y="94589"/>
                </a:cubicBezTo>
                <a:cubicBezTo>
                  <a:pt x="366274" y="93449"/>
                  <a:pt x="366046" y="92697"/>
                  <a:pt x="365909" y="92332"/>
                </a:cubicBezTo>
                <a:cubicBezTo>
                  <a:pt x="362626" y="95524"/>
                  <a:pt x="359115" y="97918"/>
                  <a:pt x="355376" y="99514"/>
                </a:cubicBezTo>
                <a:cubicBezTo>
                  <a:pt x="351637" y="101109"/>
                  <a:pt x="347648" y="101907"/>
                  <a:pt x="343407" y="101907"/>
                </a:cubicBezTo>
                <a:cubicBezTo>
                  <a:pt x="335930" y="101907"/>
                  <a:pt x="330036" y="99887"/>
                  <a:pt x="325727" y="95846"/>
                </a:cubicBezTo>
                <a:cubicBezTo>
                  <a:pt x="321419" y="91805"/>
                  <a:pt x="319264" y="86697"/>
                  <a:pt x="319264" y="80521"/>
                </a:cubicBezTo>
                <a:cubicBezTo>
                  <a:pt x="319264" y="76435"/>
                  <a:pt x="320244" y="72791"/>
                  <a:pt x="322205" y="69591"/>
                </a:cubicBezTo>
                <a:cubicBezTo>
                  <a:pt x="324166" y="66389"/>
                  <a:pt x="326913" y="63937"/>
                  <a:pt x="330447" y="62234"/>
                </a:cubicBezTo>
                <a:cubicBezTo>
                  <a:pt x="333980" y="60532"/>
                  <a:pt x="339076" y="59045"/>
                  <a:pt x="345733" y="57774"/>
                </a:cubicBezTo>
                <a:cubicBezTo>
                  <a:pt x="354715" y="56094"/>
                  <a:pt x="360939" y="54527"/>
                  <a:pt x="364404" y="53074"/>
                </a:cubicBezTo>
                <a:lnTo>
                  <a:pt x="364404" y="51138"/>
                </a:lnTo>
                <a:cubicBezTo>
                  <a:pt x="364404" y="47403"/>
                  <a:pt x="363492" y="44741"/>
                  <a:pt x="361669" y="43150"/>
                </a:cubicBezTo>
                <a:cubicBezTo>
                  <a:pt x="359845" y="41559"/>
                  <a:pt x="356402" y="40763"/>
                  <a:pt x="351341" y="40763"/>
                </a:cubicBezTo>
                <a:cubicBezTo>
                  <a:pt x="347921" y="40763"/>
                  <a:pt x="345254" y="41451"/>
                  <a:pt x="343339" y="42828"/>
                </a:cubicBezTo>
                <a:cubicBezTo>
                  <a:pt x="341424" y="44203"/>
                  <a:pt x="339874" y="46615"/>
                  <a:pt x="338688" y="50065"/>
                </a:cubicBezTo>
                <a:moveTo>
                  <a:pt x="364404" y="65658"/>
                </a:moveTo>
                <a:cubicBezTo>
                  <a:pt x="361942" y="66469"/>
                  <a:pt x="358044" y="67438"/>
                  <a:pt x="352709" y="68565"/>
                </a:cubicBezTo>
                <a:cubicBezTo>
                  <a:pt x="347374" y="69691"/>
                  <a:pt x="343886" y="70794"/>
                  <a:pt x="342245" y="71876"/>
                </a:cubicBezTo>
                <a:cubicBezTo>
                  <a:pt x="339737" y="73633"/>
                  <a:pt x="338483" y="75863"/>
                  <a:pt x="338483" y="78566"/>
                </a:cubicBezTo>
                <a:cubicBezTo>
                  <a:pt x="338483" y="81225"/>
                  <a:pt x="339486" y="83523"/>
                  <a:pt x="341492" y="85461"/>
                </a:cubicBezTo>
                <a:cubicBezTo>
                  <a:pt x="343498" y="87397"/>
                  <a:pt x="346052" y="88365"/>
                  <a:pt x="349152" y="88365"/>
                </a:cubicBezTo>
                <a:cubicBezTo>
                  <a:pt x="352618" y="88365"/>
                  <a:pt x="355923" y="87239"/>
                  <a:pt x="359070" y="84986"/>
                </a:cubicBezTo>
                <a:cubicBezTo>
                  <a:pt x="361395" y="83275"/>
                  <a:pt x="362922" y="81180"/>
                  <a:pt x="363652" y="78700"/>
                </a:cubicBezTo>
                <a:cubicBezTo>
                  <a:pt x="364154" y="77079"/>
                  <a:pt x="364404" y="73993"/>
                  <a:pt x="364404" y="69444"/>
                </a:cubicBezTo>
                <a:lnTo>
                  <a:pt x="364404" y="65658"/>
                </a:lnTo>
                <a:close/>
                <a:moveTo>
                  <a:pt x="420154" y="100266"/>
                </a:moveTo>
                <a:lnTo>
                  <a:pt x="400936" y="100266"/>
                </a:lnTo>
                <a:lnTo>
                  <a:pt x="400936" y="27631"/>
                </a:lnTo>
                <a:lnTo>
                  <a:pt x="418787" y="27631"/>
                </a:lnTo>
                <a:lnTo>
                  <a:pt x="418787" y="37959"/>
                </a:lnTo>
                <a:cubicBezTo>
                  <a:pt x="421842" y="33080"/>
                  <a:pt x="424589" y="29865"/>
                  <a:pt x="427028" y="28315"/>
                </a:cubicBezTo>
                <a:cubicBezTo>
                  <a:pt x="429467" y="26765"/>
                  <a:pt x="432237" y="25990"/>
                  <a:pt x="435338" y="25990"/>
                </a:cubicBezTo>
                <a:cubicBezTo>
                  <a:pt x="439715" y="25990"/>
                  <a:pt x="443933" y="27198"/>
                  <a:pt x="447991" y="29615"/>
                </a:cubicBezTo>
                <a:lnTo>
                  <a:pt x="442041" y="46371"/>
                </a:lnTo>
                <a:cubicBezTo>
                  <a:pt x="438803" y="44274"/>
                  <a:pt x="435794" y="43225"/>
                  <a:pt x="433013" y="43225"/>
                </a:cubicBezTo>
                <a:cubicBezTo>
                  <a:pt x="430322" y="43225"/>
                  <a:pt x="428043" y="43966"/>
                  <a:pt x="426173" y="45448"/>
                </a:cubicBezTo>
                <a:cubicBezTo>
                  <a:pt x="424304" y="46930"/>
                  <a:pt x="422833" y="49609"/>
                  <a:pt x="421762" y="53484"/>
                </a:cubicBezTo>
                <a:cubicBezTo>
                  <a:pt x="420690" y="57360"/>
                  <a:pt x="420154" y="65476"/>
                  <a:pt x="420154" y="77833"/>
                </a:cubicBezTo>
                <a:lnTo>
                  <a:pt x="420154" y="100266"/>
                </a:lnTo>
                <a:close/>
                <a:moveTo>
                  <a:pt x="455696" y="17783"/>
                </a:moveTo>
                <a:lnTo>
                  <a:pt x="455696" y="0"/>
                </a:lnTo>
                <a:lnTo>
                  <a:pt x="474915" y="0"/>
                </a:lnTo>
                <a:lnTo>
                  <a:pt x="474915" y="17783"/>
                </a:lnTo>
                <a:lnTo>
                  <a:pt x="455696" y="17783"/>
                </a:lnTo>
                <a:moveTo>
                  <a:pt x="455696" y="100266"/>
                </a:moveTo>
                <a:lnTo>
                  <a:pt x="455696" y="27631"/>
                </a:lnTo>
                <a:lnTo>
                  <a:pt x="474915" y="27631"/>
                </a:lnTo>
                <a:lnTo>
                  <a:pt x="474915" y="100266"/>
                </a:lnTo>
                <a:lnTo>
                  <a:pt x="455696" y="100266"/>
                </a:lnTo>
                <a:close/>
                <a:moveTo>
                  <a:pt x="489531" y="62923"/>
                </a:moveTo>
                <a:cubicBezTo>
                  <a:pt x="489531" y="56539"/>
                  <a:pt x="491105" y="50361"/>
                  <a:pt x="494251" y="44388"/>
                </a:cubicBezTo>
                <a:cubicBezTo>
                  <a:pt x="497397" y="38415"/>
                  <a:pt x="501854" y="33855"/>
                  <a:pt x="507622" y="30709"/>
                </a:cubicBezTo>
                <a:cubicBezTo>
                  <a:pt x="513390" y="27563"/>
                  <a:pt x="519830" y="25990"/>
                  <a:pt x="526943" y="25990"/>
                </a:cubicBezTo>
                <a:cubicBezTo>
                  <a:pt x="537932" y="25990"/>
                  <a:pt x="546937" y="29558"/>
                  <a:pt x="553959" y="36694"/>
                </a:cubicBezTo>
                <a:cubicBezTo>
                  <a:pt x="560981" y="43829"/>
                  <a:pt x="564492" y="52846"/>
                  <a:pt x="564492" y="63743"/>
                </a:cubicBezTo>
                <a:cubicBezTo>
                  <a:pt x="564492" y="74732"/>
                  <a:pt x="560946" y="83840"/>
                  <a:pt x="553856" y="91067"/>
                </a:cubicBezTo>
                <a:cubicBezTo>
                  <a:pt x="546766" y="98294"/>
                  <a:pt x="537841" y="101907"/>
                  <a:pt x="527080" y="101907"/>
                </a:cubicBezTo>
                <a:cubicBezTo>
                  <a:pt x="520423" y="101907"/>
                  <a:pt x="514074" y="100403"/>
                  <a:pt x="508032" y="97393"/>
                </a:cubicBezTo>
                <a:cubicBezTo>
                  <a:pt x="501991" y="94384"/>
                  <a:pt x="497397" y="89973"/>
                  <a:pt x="494251" y="84159"/>
                </a:cubicBezTo>
                <a:cubicBezTo>
                  <a:pt x="491105" y="78346"/>
                  <a:pt x="489531" y="71267"/>
                  <a:pt x="489531" y="62923"/>
                </a:cubicBezTo>
                <a:moveTo>
                  <a:pt x="509229" y="63949"/>
                </a:moveTo>
                <a:cubicBezTo>
                  <a:pt x="509229" y="71130"/>
                  <a:pt x="510939" y="76630"/>
                  <a:pt x="514359" y="80449"/>
                </a:cubicBezTo>
                <a:cubicBezTo>
                  <a:pt x="517778" y="84267"/>
                  <a:pt x="521996" y="86177"/>
                  <a:pt x="527011" y="86177"/>
                </a:cubicBezTo>
                <a:cubicBezTo>
                  <a:pt x="532027" y="86177"/>
                  <a:pt x="536233" y="84267"/>
                  <a:pt x="539630" y="80449"/>
                </a:cubicBezTo>
                <a:cubicBezTo>
                  <a:pt x="543027" y="76630"/>
                  <a:pt x="544726" y="71084"/>
                  <a:pt x="544726" y="63812"/>
                </a:cubicBezTo>
                <a:cubicBezTo>
                  <a:pt x="544726" y="56722"/>
                  <a:pt x="543027" y="51267"/>
                  <a:pt x="539630" y="47449"/>
                </a:cubicBezTo>
                <a:cubicBezTo>
                  <a:pt x="536233" y="43630"/>
                  <a:pt x="532027" y="41720"/>
                  <a:pt x="527011" y="41720"/>
                </a:cubicBezTo>
                <a:cubicBezTo>
                  <a:pt x="521996" y="41720"/>
                  <a:pt x="517778" y="43630"/>
                  <a:pt x="514359" y="47449"/>
                </a:cubicBezTo>
                <a:cubicBezTo>
                  <a:pt x="510939" y="51267"/>
                  <a:pt x="509229" y="56767"/>
                  <a:pt x="509229" y="63949"/>
                </a:cubicBezTo>
                <a:close/>
                <a:moveTo>
                  <a:pt x="684135" y="100266"/>
                </a:moveTo>
                <a:lnTo>
                  <a:pt x="666284" y="100266"/>
                </a:lnTo>
                <a:lnTo>
                  <a:pt x="666284" y="89596"/>
                </a:lnTo>
                <a:cubicBezTo>
                  <a:pt x="663320" y="93746"/>
                  <a:pt x="659821" y="96835"/>
                  <a:pt x="655786" y="98864"/>
                </a:cubicBezTo>
                <a:cubicBezTo>
                  <a:pt x="651750" y="100893"/>
                  <a:pt x="647681" y="101907"/>
                  <a:pt x="643577" y="101907"/>
                </a:cubicBezTo>
                <a:cubicBezTo>
                  <a:pt x="635233" y="101907"/>
                  <a:pt x="628086" y="98545"/>
                  <a:pt x="622136" y="91819"/>
                </a:cubicBezTo>
                <a:cubicBezTo>
                  <a:pt x="616185" y="85094"/>
                  <a:pt x="613210" y="75712"/>
                  <a:pt x="613210" y="63675"/>
                </a:cubicBezTo>
                <a:cubicBezTo>
                  <a:pt x="613210" y="51364"/>
                  <a:pt x="616106" y="42005"/>
                  <a:pt x="621896" y="35599"/>
                </a:cubicBezTo>
                <a:cubicBezTo>
                  <a:pt x="627687" y="29193"/>
                  <a:pt x="635005" y="25990"/>
                  <a:pt x="643851" y="25990"/>
                </a:cubicBezTo>
                <a:cubicBezTo>
                  <a:pt x="651967" y="25990"/>
                  <a:pt x="658989" y="29364"/>
                  <a:pt x="664916" y="36112"/>
                </a:cubicBezTo>
                <a:lnTo>
                  <a:pt x="664916" y="0"/>
                </a:lnTo>
                <a:lnTo>
                  <a:pt x="684135" y="0"/>
                </a:lnTo>
                <a:lnTo>
                  <a:pt x="684135" y="100266"/>
                </a:lnTo>
                <a:moveTo>
                  <a:pt x="632839" y="62412"/>
                </a:moveTo>
                <a:cubicBezTo>
                  <a:pt x="632839" y="70152"/>
                  <a:pt x="633911" y="75752"/>
                  <a:pt x="636054" y="79211"/>
                </a:cubicBezTo>
                <a:cubicBezTo>
                  <a:pt x="639154" y="84220"/>
                  <a:pt x="643486" y="86724"/>
                  <a:pt x="649049" y="86724"/>
                </a:cubicBezTo>
                <a:cubicBezTo>
                  <a:pt x="653472" y="86724"/>
                  <a:pt x="657233" y="84846"/>
                  <a:pt x="660334" y="81090"/>
                </a:cubicBezTo>
                <a:cubicBezTo>
                  <a:pt x="663434" y="77334"/>
                  <a:pt x="664985" y="71723"/>
                  <a:pt x="664985" y="64256"/>
                </a:cubicBezTo>
                <a:cubicBezTo>
                  <a:pt x="664985" y="55924"/>
                  <a:pt x="663480" y="49925"/>
                  <a:pt x="660471" y="46260"/>
                </a:cubicBezTo>
                <a:cubicBezTo>
                  <a:pt x="657461" y="42595"/>
                  <a:pt x="653608" y="40763"/>
                  <a:pt x="648912" y="40763"/>
                </a:cubicBezTo>
                <a:cubicBezTo>
                  <a:pt x="644352" y="40763"/>
                  <a:pt x="640534" y="42573"/>
                  <a:pt x="637456" y="46192"/>
                </a:cubicBezTo>
                <a:cubicBezTo>
                  <a:pt x="634378" y="49811"/>
                  <a:pt x="632839" y="55218"/>
                  <a:pt x="632839" y="62412"/>
                </a:cubicBezTo>
                <a:close/>
                <a:moveTo>
                  <a:pt x="702780" y="17783"/>
                </a:moveTo>
                <a:lnTo>
                  <a:pt x="702780" y="0"/>
                </a:lnTo>
                <a:lnTo>
                  <a:pt x="721999" y="0"/>
                </a:lnTo>
                <a:lnTo>
                  <a:pt x="721999" y="17783"/>
                </a:lnTo>
                <a:lnTo>
                  <a:pt x="702780" y="17783"/>
                </a:lnTo>
                <a:moveTo>
                  <a:pt x="702780" y="100266"/>
                </a:moveTo>
                <a:lnTo>
                  <a:pt x="702780" y="27631"/>
                </a:lnTo>
                <a:lnTo>
                  <a:pt x="721999" y="27631"/>
                </a:lnTo>
                <a:lnTo>
                  <a:pt x="721999" y="100266"/>
                </a:lnTo>
                <a:lnTo>
                  <a:pt x="702780" y="100266"/>
                </a:lnTo>
                <a:close/>
                <a:moveTo>
                  <a:pt x="761031" y="100266"/>
                </a:moveTo>
                <a:lnTo>
                  <a:pt x="731759" y="27631"/>
                </a:lnTo>
                <a:lnTo>
                  <a:pt x="751935" y="27631"/>
                </a:lnTo>
                <a:lnTo>
                  <a:pt x="765614" y="64701"/>
                </a:lnTo>
                <a:lnTo>
                  <a:pt x="769581" y="77080"/>
                </a:lnTo>
                <a:cubicBezTo>
                  <a:pt x="770629" y="73934"/>
                  <a:pt x="771290" y="71860"/>
                  <a:pt x="771564" y="70856"/>
                </a:cubicBezTo>
                <a:cubicBezTo>
                  <a:pt x="772202" y="68805"/>
                  <a:pt x="772886" y="66753"/>
                  <a:pt x="773616" y="64701"/>
                </a:cubicBezTo>
                <a:lnTo>
                  <a:pt x="787432" y="27631"/>
                </a:lnTo>
                <a:lnTo>
                  <a:pt x="807197" y="27631"/>
                </a:lnTo>
                <a:lnTo>
                  <a:pt x="778335" y="100266"/>
                </a:lnTo>
                <a:lnTo>
                  <a:pt x="761031" y="100266"/>
                </a:lnTo>
                <a:close/>
                <a:moveTo>
                  <a:pt x="860554" y="77149"/>
                </a:moveTo>
                <a:lnTo>
                  <a:pt x="879705" y="80432"/>
                </a:lnTo>
                <a:cubicBezTo>
                  <a:pt x="877243" y="87431"/>
                  <a:pt x="873355" y="92760"/>
                  <a:pt x="868044" y="96419"/>
                </a:cubicBezTo>
                <a:cubicBezTo>
                  <a:pt x="862732" y="100078"/>
                  <a:pt x="856086" y="101907"/>
                  <a:pt x="848107" y="101907"/>
                </a:cubicBezTo>
                <a:cubicBezTo>
                  <a:pt x="835476" y="101907"/>
                  <a:pt x="826129" y="97781"/>
                  <a:pt x="820065" y="89528"/>
                </a:cubicBezTo>
                <a:cubicBezTo>
                  <a:pt x="815277" y="82917"/>
                  <a:pt x="812884" y="74573"/>
                  <a:pt x="812884" y="64496"/>
                </a:cubicBezTo>
                <a:cubicBezTo>
                  <a:pt x="812884" y="52458"/>
                  <a:pt x="816030" y="43031"/>
                  <a:pt x="822322" y="36215"/>
                </a:cubicBezTo>
                <a:cubicBezTo>
                  <a:pt x="828614" y="29398"/>
                  <a:pt x="836571" y="25990"/>
                  <a:pt x="846192" y="25990"/>
                </a:cubicBezTo>
                <a:cubicBezTo>
                  <a:pt x="856998" y="25990"/>
                  <a:pt x="865524" y="29558"/>
                  <a:pt x="871771" y="36694"/>
                </a:cubicBezTo>
                <a:cubicBezTo>
                  <a:pt x="878018" y="43829"/>
                  <a:pt x="881004" y="54761"/>
                  <a:pt x="880731" y="69489"/>
                </a:cubicBezTo>
                <a:lnTo>
                  <a:pt x="832581" y="69489"/>
                </a:lnTo>
                <a:cubicBezTo>
                  <a:pt x="832718" y="75188"/>
                  <a:pt x="834268" y="79622"/>
                  <a:pt x="837232" y="82791"/>
                </a:cubicBezTo>
                <a:cubicBezTo>
                  <a:pt x="840196" y="85960"/>
                  <a:pt x="843889" y="87545"/>
                  <a:pt x="848312" y="87545"/>
                </a:cubicBezTo>
                <a:cubicBezTo>
                  <a:pt x="851321" y="87545"/>
                  <a:pt x="853852" y="86724"/>
                  <a:pt x="855904" y="85082"/>
                </a:cubicBezTo>
                <a:cubicBezTo>
                  <a:pt x="857955" y="83441"/>
                  <a:pt x="859506" y="80796"/>
                  <a:pt x="860554" y="77149"/>
                </a:cubicBezTo>
                <a:moveTo>
                  <a:pt x="861649" y="57725"/>
                </a:moveTo>
                <a:cubicBezTo>
                  <a:pt x="861512" y="52185"/>
                  <a:pt x="860076" y="47973"/>
                  <a:pt x="857340" y="45089"/>
                </a:cubicBezTo>
                <a:cubicBezTo>
                  <a:pt x="854604" y="42205"/>
                  <a:pt x="851276" y="40763"/>
                  <a:pt x="847354" y="40763"/>
                </a:cubicBezTo>
                <a:cubicBezTo>
                  <a:pt x="843159" y="40763"/>
                  <a:pt x="839694" y="42284"/>
                  <a:pt x="836958" y="45326"/>
                </a:cubicBezTo>
                <a:cubicBezTo>
                  <a:pt x="834223" y="48370"/>
                  <a:pt x="832878" y="52503"/>
                  <a:pt x="832923" y="57725"/>
                </a:cubicBezTo>
                <a:lnTo>
                  <a:pt x="861649" y="57725"/>
                </a:lnTo>
                <a:close/>
                <a:moveTo>
                  <a:pt x="914320" y="100266"/>
                </a:moveTo>
                <a:lnTo>
                  <a:pt x="895102" y="100266"/>
                </a:lnTo>
                <a:lnTo>
                  <a:pt x="895102" y="27631"/>
                </a:lnTo>
                <a:lnTo>
                  <a:pt x="912953" y="27631"/>
                </a:lnTo>
                <a:lnTo>
                  <a:pt x="912953" y="37959"/>
                </a:lnTo>
                <a:cubicBezTo>
                  <a:pt x="916008" y="33080"/>
                  <a:pt x="918755" y="29865"/>
                  <a:pt x="921194" y="28315"/>
                </a:cubicBezTo>
                <a:cubicBezTo>
                  <a:pt x="923634" y="26765"/>
                  <a:pt x="926403" y="25990"/>
                  <a:pt x="929504" y="25990"/>
                </a:cubicBezTo>
                <a:cubicBezTo>
                  <a:pt x="933881" y="25990"/>
                  <a:pt x="938099" y="27198"/>
                  <a:pt x="942157" y="29615"/>
                </a:cubicBezTo>
                <a:lnTo>
                  <a:pt x="936207" y="46371"/>
                </a:lnTo>
                <a:cubicBezTo>
                  <a:pt x="932969" y="44274"/>
                  <a:pt x="929960" y="43225"/>
                  <a:pt x="927179" y="43225"/>
                </a:cubicBezTo>
                <a:cubicBezTo>
                  <a:pt x="924488" y="43225"/>
                  <a:pt x="922209" y="43966"/>
                  <a:pt x="920339" y="45448"/>
                </a:cubicBezTo>
                <a:cubicBezTo>
                  <a:pt x="918470" y="46930"/>
                  <a:pt x="916999" y="49609"/>
                  <a:pt x="915928" y="53484"/>
                </a:cubicBezTo>
                <a:cubicBezTo>
                  <a:pt x="914856" y="57360"/>
                  <a:pt x="914320" y="65476"/>
                  <a:pt x="914320" y="77833"/>
                </a:cubicBezTo>
                <a:lnTo>
                  <a:pt x="914320" y="100266"/>
                </a:lnTo>
                <a:close/>
                <a:moveTo>
                  <a:pt x="943092" y="79611"/>
                </a:moveTo>
                <a:lnTo>
                  <a:pt x="962379" y="76602"/>
                </a:lnTo>
                <a:cubicBezTo>
                  <a:pt x="963200" y="80318"/>
                  <a:pt x="964864" y="83139"/>
                  <a:pt x="967372" y="85065"/>
                </a:cubicBezTo>
                <a:cubicBezTo>
                  <a:pt x="969880" y="86992"/>
                  <a:pt x="973391" y="87955"/>
                  <a:pt x="977905" y="87955"/>
                </a:cubicBezTo>
                <a:cubicBezTo>
                  <a:pt x="982875" y="87955"/>
                  <a:pt x="986613" y="87044"/>
                  <a:pt x="989121" y="85224"/>
                </a:cubicBezTo>
                <a:cubicBezTo>
                  <a:pt x="990808" y="83948"/>
                  <a:pt x="991652" y="82241"/>
                  <a:pt x="991652" y="80100"/>
                </a:cubicBezTo>
                <a:cubicBezTo>
                  <a:pt x="991652" y="78643"/>
                  <a:pt x="991196" y="77436"/>
                  <a:pt x="990284" y="76480"/>
                </a:cubicBezTo>
                <a:cubicBezTo>
                  <a:pt x="989326" y="75569"/>
                  <a:pt x="987183" y="74727"/>
                  <a:pt x="983855" y="73953"/>
                </a:cubicBezTo>
                <a:cubicBezTo>
                  <a:pt x="968352" y="70539"/>
                  <a:pt x="958526" y="67420"/>
                  <a:pt x="954377" y="64596"/>
                </a:cubicBezTo>
                <a:cubicBezTo>
                  <a:pt x="948632" y="60678"/>
                  <a:pt x="945759" y="55234"/>
                  <a:pt x="945759" y="48265"/>
                </a:cubicBezTo>
                <a:cubicBezTo>
                  <a:pt x="945759" y="41978"/>
                  <a:pt x="948244" y="36694"/>
                  <a:pt x="953214" y="32412"/>
                </a:cubicBezTo>
                <a:cubicBezTo>
                  <a:pt x="958184" y="28131"/>
                  <a:pt x="965890" y="25990"/>
                  <a:pt x="976331" y="25990"/>
                </a:cubicBezTo>
                <a:cubicBezTo>
                  <a:pt x="986271" y="25990"/>
                  <a:pt x="993658" y="27603"/>
                  <a:pt x="998491" y="30829"/>
                </a:cubicBezTo>
                <a:cubicBezTo>
                  <a:pt x="1003324" y="34055"/>
                  <a:pt x="1006653" y="38825"/>
                  <a:pt x="1008477" y="45140"/>
                </a:cubicBezTo>
                <a:lnTo>
                  <a:pt x="990352" y="48560"/>
                </a:lnTo>
                <a:cubicBezTo>
                  <a:pt x="989577" y="45733"/>
                  <a:pt x="988107" y="43567"/>
                  <a:pt x="985941" y="42062"/>
                </a:cubicBezTo>
                <a:cubicBezTo>
                  <a:pt x="983775" y="40558"/>
                  <a:pt x="980686" y="39805"/>
                  <a:pt x="976673" y="39805"/>
                </a:cubicBezTo>
                <a:cubicBezTo>
                  <a:pt x="971612" y="39805"/>
                  <a:pt x="967987" y="40511"/>
                  <a:pt x="965799" y="41924"/>
                </a:cubicBezTo>
                <a:cubicBezTo>
                  <a:pt x="964340" y="42924"/>
                  <a:pt x="963610" y="44221"/>
                  <a:pt x="963610" y="45816"/>
                </a:cubicBezTo>
                <a:cubicBezTo>
                  <a:pt x="963610" y="47181"/>
                  <a:pt x="964248" y="48341"/>
                  <a:pt x="965525" y="49297"/>
                </a:cubicBezTo>
                <a:cubicBezTo>
                  <a:pt x="967258" y="50573"/>
                  <a:pt x="973242" y="52371"/>
                  <a:pt x="983479" y="54694"/>
                </a:cubicBezTo>
                <a:cubicBezTo>
                  <a:pt x="993715" y="57017"/>
                  <a:pt x="1000862" y="59866"/>
                  <a:pt x="1004920" y="63241"/>
                </a:cubicBezTo>
                <a:cubicBezTo>
                  <a:pt x="1008933" y="66664"/>
                  <a:pt x="1010939" y="71431"/>
                  <a:pt x="1010939" y="77544"/>
                </a:cubicBezTo>
                <a:cubicBezTo>
                  <a:pt x="1010939" y="84205"/>
                  <a:pt x="1008158" y="89931"/>
                  <a:pt x="1002595" y="94722"/>
                </a:cubicBezTo>
                <a:cubicBezTo>
                  <a:pt x="997032" y="99512"/>
                  <a:pt x="988802" y="101907"/>
                  <a:pt x="977905" y="101907"/>
                </a:cubicBezTo>
                <a:cubicBezTo>
                  <a:pt x="968010" y="101907"/>
                  <a:pt x="960179" y="99908"/>
                  <a:pt x="954411" y="95908"/>
                </a:cubicBezTo>
                <a:cubicBezTo>
                  <a:pt x="948643" y="91907"/>
                  <a:pt x="944870" y="86475"/>
                  <a:pt x="943092" y="79611"/>
                </a:cubicBezTo>
                <a:close/>
                <a:moveTo>
                  <a:pt x="1027294" y="17783"/>
                </a:moveTo>
                <a:lnTo>
                  <a:pt x="1027294" y="0"/>
                </a:lnTo>
                <a:lnTo>
                  <a:pt x="1046513" y="0"/>
                </a:lnTo>
                <a:lnTo>
                  <a:pt x="1046513" y="17783"/>
                </a:lnTo>
                <a:lnTo>
                  <a:pt x="1027294" y="17783"/>
                </a:lnTo>
                <a:moveTo>
                  <a:pt x="1027294" y="100266"/>
                </a:moveTo>
                <a:lnTo>
                  <a:pt x="1027294" y="27631"/>
                </a:lnTo>
                <a:lnTo>
                  <a:pt x="1046513" y="27631"/>
                </a:lnTo>
                <a:lnTo>
                  <a:pt x="1046513" y="100266"/>
                </a:lnTo>
                <a:lnTo>
                  <a:pt x="1027294" y="100266"/>
                </a:lnTo>
                <a:close/>
                <a:moveTo>
                  <a:pt x="1098883" y="27631"/>
                </a:moveTo>
                <a:lnTo>
                  <a:pt x="1098883" y="42952"/>
                </a:lnTo>
                <a:lnTo>
                  <a:pt x="1085751" y="42952"/>
                </a:lnTo>
                <a:lnTo>
                  <a:pt x="1085751" y="72177"/>
                </a:lnTo>
                <a:cubicBezTo>
                  <a:pt x="1085751" y="78096"/>
                  <a:pt x="1085876" y="81545"/>
                  <a:pt x="1086127" y="82524"/>
                </a:cubicBezTo>
                <a:cubicBezTo>
                  <a:pt x="1086378" y="83502"/>
                  <a:pt x="1086948" y="84309"/>
                  <a:pt x="1087837" y="84948"/>
                </a:cubicBezTo>
                <a:cubicBezTo>
                  <a:pt x="1088726" y="85585"/>
                  <a:pt x="1089809" y="85903"/>
                  <a:pt x="1091086" y="85903"/>
                </a:cubicBezTo>
                <a:cubicBezTo>
                  <a:pt x="1092864" y="85903"/>
                  <a:pt x="1095440" y="85288"/>
                  <a:pt x="1098814" y="84057"/>
                </a:cubicBezTo>
                <a:lnTo>
                  <a:pt x="1100456" y="99022"/>
                </a:lnTo>
                <a:cubicBezTo>
                  <a:pt x="1095987" y="100946"/>
                  <a:pt x="1090926" y="101907"/>
                  <a:pt x="1085272" y="101907"/>
                </a:cubicBezTo>
                <a:cubicBezTo>
                  <a:pt x="1081807" y="101907"/>
                  <a:pt x="1078684" y="101326"/>
                  <a:pt x="1075902" y="100163"/>
                </a:cubicBezTo>
                <a:cubicBezTo>
                  <a:pt x="1073121" y="99001"/>
                  <a:pt x="1071081" y="97496"/>
                  <a:pt x="1069781" y="95649"/>
                </a:cubicBezTo>
                <a:cubicBezTo>
                  <a:pt x="1068482" y="93803"/>
                  <a:pt x="1067581" y="91306"/>
                  <a:pt x="1067079" y="88160"/>
                </a:cubicBezTo>
                <a:cubicBezTo>
                  <a:pt x="1066669" y="85926"/>
                  <a:pt x="1066464" y="81412"/>
                  <a:pt x="1066464" y="74618"/>
                </a:cubicBezTo>
                <a:lnTo>
                  <a:pt x="1066464" y="42952"/>
                </a:lnTo>
                <a:lnTo>
                  <a:pt x="1057641" y="42952"/>
                </a:lnTo>
                <a:lnTo>
                  <a:pt x="1057641" y="27631"/>
                </a:lnTo>
                <a:lnTo>
                  <a:pt x="1066464" y="27631"/>
                </a:lnTo>
                <a:lnTo>
                  <a:pt x="1066464" y="13132"/>
                </a:lnTo>
                <a:lnTo>
                  <a:pt x="1085751" y="1778"/>
                </a:lnTo>
                <a:lnTo>
                  <a:pt x="1085751" y="27631"/>
                </a:lnTo>
                <a:lnTo>
                  <a:pt x="1098883" y="27631"/>
                </a:lnTo>
                <a:close/>
                <a:moveTo>
                  <a:pt x="1102589" y="27631"/>
                </a:moveTo>
                <a:lnTo>
                  <a:pt x="1123039" y="27631"/>
                </a:lnTo>
                <a:lnTo>
                  <a:pt x="1140411" y="79250"/>
                </a:lnTo>
                <a:lnTo>
                  <a:pt x="1157373" y="27631"/>
                </a:lnTo>
                <a:lnTo>
                  <a:pt x="1177276" y="27631"/>
                </a:lnTo>
                <a:lnTo>
                  <a:pt x="1151628" y="97554"/>
                </a:lnTo>
                <a:lnTo>
                  <a:pt x="1147046" y="110252"/>
                </a:lnTo>
                <a:cubicBezTo>
                  <a:pt x="1145358" y="114492"/>
                  <a:pt x="1143751" y="117729"/>
                  <a:pt x="1142224" y="119964"/>
                </a:cubicBezTo>
                <a:cubicBezTo>
                  <a:pt x="1140696" y="122198"/>
                  <a:pt x="1138941" y="124010"/>
                  <a:pt x="1136957" y="125401"/>
                </a:cubicBezTo>
                <a:cubicBezTo>
                  <a:pt x="1134974" y="126792"/>
                  <a:pt x="1132535" y="127874"/>
                  <a:pt x="1129639" y="128650"/>
                </a:cubicBezTo>
                <a:cubicBezTo>
                  <a:pt x="1126744" y="129425"/>
                  <a:pt x="1123472" y="129812"/>
                  <a:pt x="1119825" y="129812"/>
                </a:cubicBezTo>
                <a:cubicBezTo>
                  <a:pt x="1116131" y="129812"/>
                  <a:pt x="1112506" y="129425"/>
                  <a:pt x="1108950" y="128650"/>
                </a:cubicBezTo>
                <a:lnTo>
                  <a:pt x="1107240" y="113603"/>
                </a:lnTo>
                <a:cubicBezTo>
                  <a:pt x="1110249" y="114196"/>
                  <a:pt x="1112962" y="114492"/>
                  <a:pt x="1115379" y="114492"/>
                </a:cubicBezTo>
                <a:cubicBezTo>
                  <a:pt x="1119847" y="114492"/>
                  <a:pt x="1123153" y="113181"/>
                  <a:pt x="1125296" y="110559"/>
                </a:cubicBezTo>
                <a:cubicBezTo>
                  <a:pt x="1127439" y="107938"/>
                  <a:pt x="1129081" y="104598"/>
                  <a:pt x="1130221" y="100540"/>
                </a:cubicBezTo>
                <a:lnTo>
                  <a:pt x="1102589" y="276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0773FE-74E6-4165-89CF-1B7DBBC9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753" y="1013893"/>
            <a:ext cx="104401" cy="246613"/>
          </a:xfrm>
          <a:custGeom xmlns:a="http://schemas.openxmlformats.org/drawingml/2006/main">
            <a:pathLst>
              <a:path w="104401" h="246613">
                <a:moveTo>
                  <a:pt x="69601" y="0"/>
                </a:moveTo>
                <a:lnTo>
                  <a:pt x="34800" y="0"/>
                </a:lnTo>
                <a:lnTo>
                  <a:pt x="34800" y="177012"/>
                </a:lnTo>
                <a:lnTo>
                  <a:pt x="0" y="177012"/>
                </a:lnTo>
                <a:lnTo>
                  <a:pt x="52201" y="246613"/>
                </a:lnTo>
                <a:lnTo>
                  <a:pt x="104401" y="177012"/>
                </a:lnTo>
                <a:lnTo>
                  <a:pt x="69601" y="177012"/>
                </a:lnTo>
                <a:lnTo>
                  <a:pt x="6960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①">
            <a:extLst xmlns:a="http://schemas.openxmlformats.org/drawingml/2006/main">
              <a:ext uri="{FF2B5EF4-FFF2-40B4-BE49-F238E27FC236}">
                <a16:creationId xmlns:a16="http://schemas.microsoft.com/office/drawing/2014/main" id="{06F228AD-BEF9-486B-9E54-0C99CBF4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041" y="1207647"/>
            <a:ext cx="199218" cy="199218"/>
          </a:xfrm>
          <a:custGeom xmlns:a="http://schemas.openxmlformats.org/drawingml/2006/main">
            <a:pathLst>
              <a:path w="199218" h="199218">
                <a:moveTo>
                  <a:pt x="99609" y="0"/>
                </a:moveTo>
                <a:cubicBezTo>
                  <a:pt x="126865" y="0"/>
                  <a:pt x="150280" y="9788"/>
                  <a:pt x="169856" y="29363"/>
                </a:cubicBezTo>
                <a:cubicBezTo>
                  <a:pt x="189431" y="48938"/>
                  <a:pt x="199218" y="72353"/>
                  <a:pt x="199218" y="99609"/>
                </a:cubicBezTo>
                <a:cubicBezTo>
                  <a:pt x="199218" y="126865"/>
                  <a:pt x="189431" y="150280"/>
                  <a:pt x="169856" y="169856"/>
                </a:cubicBezTo>
                <a:cubicBezTo>
                  <a:pt x="150280" y="189431"/>
                  <a:pt x="126865" y="199218"/>
                  <a:pt x="99609" y="199218"/>
                </a:cubicBezTo>
                <a:cubicBezTo>
                  <a:pt x="72353" y="199218"/>
                  <a:pt x="48938" y="189431"/>
                  <a:pt x="29363" y="169856"/>
                </a:cubicBezTo>
                <a:cubicBezTo>
                  <a:pt x="9788" y="150280"/>
                  <a:pt x="0" y="126865"/>
                  <a:pt x="0" y="99609"/>
                </a:cubicBezTo>
                <a:cubicBezTo>
                  <a:pt x="0" y="72353"/>
                  <a:pt x="9788" y="48938"/>
                  <a:pt x="29363" y="29363"/>
                </a:cubicBezTo>
                <a:cubicBezTo>
                  <a:pt x="48938" y="9788"/>
                  <a:pt x="72353" y="0"/>
                  <a:pt x="99609" y="0"/>
                </a:cubicBezTo>
                <a:moveTo>
                  <a:pt x="99609" y="182090"/>
                </a:moveTo>
                <a:cubicBezTo>
                  <a:pt x="122175" y="182090"/>
                  <a:pt x="141563" y="174036"/>
                  <a:pt x="157774" y="157927"/>
                </a:cubicBezTo>
                <a:cubicBezTo>
                  <a:pt x="173985" y="141818"/>
                  <a:pt x="182090" y="122379"/>
                  <a:pt x="182090" y="99609"/>
                </a:cubicBezTo>
                <a:cubicBezTo>
                  <a:pt x="182090" y="76975"/>
                  <a:pt x="174002" y="57570"/>
                  <a:pt x="157825" y="41393"/>
                </a:cubicBezTo>
                <a:cubicBezTo>
                  <a:pt x="141648" y="25217"/>
                  <a:pt x="122243" y="17128"/>
                  <a:pt x="99609" y="17128"/>
                </a:cubicBezTo>
                <a:cubicBezTo>
                  <a:pt x="76907" y="17128"/>
                  <a:pt x="57485" y="25217"/>
                  <a:pt x="41342" y="41393"/>
                </a:cubicBezTo>
                <a:cubicBezTo>
                  <a:pt x="25200" y="57570"/>
                  <a:pt x="17128" y="76975"/>
                  <a:pt x="17128" y="99609"/>
                </a:cubicBezTo>
                <a:cubicBezTo>
                  <a:pt x="17128" y="122311"/>
                  <a:pt x="25234" y="141733"/>
                  <a:pt x="41444" y="157876"/>
                </a:cubicBezTo>
                <a:cubicBezTo>
                  <a:pt x="57655" y="174019"/>
                  <a:pt x="77043" y="182090"/>
                  <a:pt x="99609" y="182090"/>
                </a:cubicBezTo>
                <a:moveTo>
                  <a:pt x="68105" y="149567"/>
                </a:moveTo>
                <a:lnTo>
                  <a:pt x="68105" y="127137"/>
                </a:lnTo>
                <a:lnTo>
                  <a:pt x="90433" y="127137"/>
                </a:lnTo>
                <a:lnTo>
                  <a:pt x="90433" y="66882"/>
                </a:lnTo>
                <a:lnTo>
                  <a:pt x="67494" y="72285"/>
                </a:lnTo>
                <a:lnTo>
                  <a:pt x="67494" y="49040"/>
                </a:lnTo>
                <a:lnTo>
                  <a:pt x="116534" y="39048"/>
                </a:lnTo>
                <a:lnTo>
                  <a:pt x="116534" y="127137"/>
                </a:lnTo>
                <a:lnTo>
                  <a:pt x="138454" y="127137"/>
                </a:lnTo>
                <a:lnTo>
                  <a:pt x="138454" y="149567"/>
                </a:lnTo>
                <a:lnTo>
                  <a:pt x="68105" y="1495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②">
            <a:extLst xmlns:a="http://schemas.openxmlformats.org/drawingml/2006/main">
              <a:ext uri="{FF2B5EF4-FFF2-40B4-BE49-F238E27FC236}">
                <a16:creationId xmlns:a16="http://schemas.microsoft.com/office/drawing/2014/main" id="{3149C51E-C244-40C4-93CF-E85ED03A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9854" y="1214607"/>
            <a:ext cx="199218" cy="199218"/>
          </a:xfrm>
          <a:custGeom xmlns:a="http://schemas.openxmlformats.org/drawingml/2006/main">
            <a:pathLst>
              <a:path w="199218" h="199218">
                <a:moveTo>
                  <a:pt x="99609" y="0"/>
                </a:moveTo>
                <a:cubicBezTo>
                  <a:pt x="126865" y="0"/>
                  <a:pt x="150280" y="9788"/>
                  <a:pt x="169856" y="29363"/>
                </a:cubicBezTo>
                <a:cubicBezTo>
                  <a:pt x="189431" y="48938"/>
                  <a:pt x="199218" y="72353"/>
                  <a:pt x="199218" y="99609"/>
                </a:cubicBezTo>
                <a:cubicBezTo>
                  <a:pt x="199218" y="126865"/>
                  <a:pt x="189431" y="150280"/>
                  <a:pt x="169856" y="169856"/>
                </a:cubicBezTo>
                <a:cubicBezTo>
                  <a:pt x="150280" y="189431"/>
                  <a:pt x="126865" y="199218"/>
                  <a:pt x="99609" y="199218"/>
                </a:cubicBezTo>
                <a:cubicBezTo>
                  <a:pt x="72353" y="199218"/>
                  <a:pt x="48938" y="189431"/>
                  <a:pt x="29363" y="169856"/>
                </a:cubicBezTo>
                <a:cubicBezTo>
                  <a:pt x="9788" y="150280"/>
                  <a:pt x="0" y="126865"/>
                  <a:pt x="0" y="99609"/>
                </a:cubicBezTo>
                <a:cubicBezTo>
                  <a:pt x="0" y="72353"/>
                  <a:pt x="9788" y="48938"/>
                  <a:pt x="29363" y="29363"/>
                </a:cubicBezTo>
                <a:cubicBezTo>
                  <a:pt x="48938" y="9788"/>
                  <a:pt x="72353" y="0"/>
                  <a:pt x="99609" y="0"/>
                </a:cubicBezTo>
                <a:moveTo>
                  <a:pt x="99609" y="182090"/>
                </a:moveTo>
                <a:cubicBezTo>
                  <a:pt x="122175" y="182090"/>
                  <a:pt x="141563" y="174036"/>
                  <a:pt x="157774" y="157927"/>
                </a:cubicBezTo>
                <a:cubicBezTo>
                  <a:pt x="173985" y="141818"/>
                  <a:pt x="182090" y="122379"/>
                  <a:pt x="182090" y="99609"/>
                </a:cubicBezTo>
                <a:cubicBezTo>
                  <a:pt x="182090" y="76975"/>
                  <a:pt x="174002" y="57570"/>
                  <a:pt x="157825" y="41393"/>
                </a:cubicBezTo>
                <a:cubicBezTo>
                  <a:pt x="141648" y="25217"/>
                  <a:pt x="122243" y="17128"/>
                  <a:pt x="99609" y="17128"/>
                </a:cubicBezTo>
                <a:cubicBezTo>
                  <a:pt x="76907" y="17128"/>
                  <a:pt x="57485" y="25217"/>
                  <a:pt x="41342" y="41393"/>
                </a:cubicBezTo>
                <a:cubicBezTo>
                  <a:pt x="25200" y="57570"/>
                  <a:pt x="17128" y="76975"/>
                  <a:pt x="17128" y="99609"/>
                </a:cubicBezTo>
                <a:cubicBezTo>
                  <a:pt x="17128" y="122311"/>
                  <a:pt x="25234" y="141733"/>
                  <a:pt x="41444" y="157876"/>
                </a:cubicBezTo>
                <a:cubicBezTo>
                  <a:pt x="57655" y="174019"/>
                  <a:pt x="77043" y="182090"/>
                  <a:pt x="99609" y="182090"/>
                </a:cubicBezTo>
                <a:moveTo>
                  <a:pt x="62192" y="149567"/>
                </a:moveTo>
                <a:lnTo>
                  <a:pt x="62192" y="129278"/>
                </a:lnTo>
                <a:cubicBezTo>
                  <a:pt x="85098" y="108139"/>
                  <a:pt x="98828" y="94953"/>
                  <a:pt x="103382" y="89720"/>
                </a:cubicBezTo>
                <a:cubicBezTo>
                  <a:pt x="107935" y="84486"/>
                  <a:pt x="110212" y="79218"/>
                  <a:pt x="110212" y="73917"/>
                </a:cubicBezTo>
                <a:cubicBezTo>
                  <a:pt x="110212" y="65964"/>
                  <a:pt x="105557" y="61988"/>
                  <a:pt x="96245" y="61988"/>
                </a:cubicBezTo>
                <a:cubicBezTo>
                  <a:pt x="88768" y="61988"/>
                  <a:pt x="79116" y="66440"/>
                  <a:pt x="67290" y="75344"/>
                </a:cubicBezTo>
                <a:lnTo>
                  <a:pt x="67290" y="49754"/>
                </a:lnTo>
                <a:cubicBezTo>
                  <a:pt x="77553" y="43025"/>
                  <a:pt x="88666" y="39660"/>
                  <a:pt x="100629" y="39660"/>
                </a:cubicBezTo>
                <a:cubicBezTo>
                  <a:pt x="111980" y="39660"/>
                  <a:pt x="120799" y="42549"/>
                  <a:pt x="127086" y="48326"/>
                </a:cubicBezTo>
                <a:cubicBezTo>
                  <a:pt x="133373" y="54104"/>
                  <a:pt x="136517" y="61818"/>
                  <a:pt x="136517" y="71470"/>
                </a:cubicBezTo>
                <a:cubicBezTo>
                  <a:pt x="136517" y="79762"/>
                  <a:pt x="133781" y="87647"/>
                  <a:pt x="128309" y="95123"/>
                </a:cubicBezTo>
                <a:cubicBezTo>
                  <a:pt x="122838" y="102600"/>
                  <a:pt x="112150" y="113067"/>
                  <a:pt x="96245" y="126525"/>
                </a:cubicBezTo>
                <a:lnTo>
                  <a:pt x="135497" y="126525"/>
                </a:lnTo>
                <a:lnTo>
                  <a:pt x="135497" y="149567"/>
                </a:lnTo>
                <a:lnTo>
                  <a:pt x="62192" y="1495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③">
            <a:extLst xmlns:a="http://schemas.openxmlformats.org/drawingml/2006/main">
              <a:ext uri="{FF2B5EF4-FFF2-40B4-BE49-F238E27FC236}">
                <a16:creationId xmlns:a16="http://schemas.microsoft.com/office/drawing/2014/main" id="{5184A0E5-8F1E-449E-9E68-B47558BF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1447" y="1213737"/>
            <a:ext cx="199218" cy="199218"/>
          </a:xfrm>
          <a:custGeom xmlns:a="http://schemas.openxmlformats.org/drawingml/2006/main">
            <a:pathLst>
              <a:path w="199218" h="199218">
                <a:moveTo>
                  <a:pt x="99609" y="0"/>
                </a:moveTo>
                <a:cubicBezTo>
                  <a:pt x="126865" y="0"/>
                  <a:pt x="150280" y="9788"/>
                  <a:pt x="169856" y="29363"/>
                </a:cubicBezTo>
                <a:cubicBezTo>
                  <a:pt x="189431" y="48938"/>
                  <a:pt x="199218" y="72353"/>
                  <a:pt x="199218" y="99609"/>
                </a:cubicBezTo>
                <a:cubicBezTo>
                  <a:pt x="199218" y="126865"/>
                  <a:pt x="189431" y="150280"/>
                  <a:pt x="169856" y="169856"/>
                </a:cubicBezTo>
                <a:cubicBezTo>
                  <a:pt x="150280" y="189431"/>
                  <a:pt x="126865" y="199218"/>
                  <a:pt x="99609" y="199218"/>
                </a:cubicBezTo>
                <a:cubicBezTo>
                  <a:pt x="72353" y="199218"/>
                  <a:pt x="48938" y="189431"/>
                  <a:pt x="29363" y="169856"/>
                </a:cubicBezTo>
                <a:cubicBezTo>
                  <a:pt x="9788" y="150280"/>
                  <a:pt x="0" y="126865"/>
                  <a:pt x="0" y="99609"/>
                </a:cubicBezTo>
                <a:cubicBezTo>
                  <a:pt x="0" y="72353"/>
                  <a:pt x="9788" y="48938"/>
                  <a:pt x="29363" y="29363"/>
                </a:cubicBezTo>
                <a:cubicBezTo>
                  <a:pt x="48938" y="9788"/>
                  <a:pt x="72353" y="0"/>
                  <a:pt x="99609" y="0"/>
                </a:cubicBezTo>
                <a:moveTo>
                  <a:pt x="99609" y="182090"/>
                </a:moveTo>
                <a:cubicBezTo>
                  <a:pt x="122175" y="182090"/>
                  <a:pt x="141563" y="174036"/>
                  <a:pt x="157774" y="157927"/>
                </a:cubicBezTo>
                <a:cubicBezTo>
                  <a:pt x="173985" y="141818"/>
                  <a:pt x="182090" y="122379"/>
                  <a:pt x="182090" y="99609"/>
                </a:cubicBezTo>
                <a:cubicBezTo>
                  <a:pt x="182090" y="76975"/>
                  <a:pt x="174002" y="57570"/>
                  <a:pt x="157825" y="41393"/>
                </a:cubicBezTo>
                <a:cubicBezTo>
                  <a:pt x="141648" y="25217"/>
                  <a:pt x="122243" y="17128"/>
                  <a:pt x="99609" y="17128"/>
                </a:cubicBezTo>
                <a:cubicBezTo>
                  <a:pt x="76907" y="17128"/>
                  <a:pt x="57485" y="25217"/>
                  <a:pt x="41342" y="41393"/>
                </a:cubicBezTo>
                <a:cubicBezTo>
                  <a:pt x="25200" y="57570"/>
                  <a:pt x="17128" y="76975"/>
                  <a:pt x="17128" y="99609"/>
                </a:cubicBezTo>
                <a:cubicBezTo>
                  <a:pt x="17128" y="122311"/>
                  <a:pt x="25234" y="141733"/>
                  <a:pt x="41444" y="157876"/>
                </a:cubicBezTo>
                <a:cubicBezTo>
                  <a:pt x="57655" y="174019"/>
                  <a:pt x="77043" y="182090"/>
                  <a:pt x="99609" y="182090"/>
                </a:cubicBezTo>
                <a:moveTo>
                  <a:pt x="63925" y="144673"/>
                </a:moveTo>
                <a:lnTo>
                  <a:pt x="63925" y="120102"/>
                </a:lnTo>
                <a:cubicBezTo>
                  <a:pt x="72285" y="126219"/>
                  <a:pt x="81257" y="129278"/>
                  <a:pt x="90841" y="129278"/>
                </a:cubicBezTo>
                <a:cubicBezTo>
                  <a:pt x="102668" y="129278"/>
                  <a:pt x="108581" y="125302"/>
                  <a:pt x="108581" y="117349"/>
                </a:cubicBezTo>
                <a:cubicBezTo>
                  <a:pt x="108581" y="109125"/>
                  <a:pt x="101206" y="105013"/>
                  <a:pt x="86457" y="105013"/>
                </a:cubicBezTo>
                <a:lnTo>
                  <a:pt x="74834" y="105013"/>
                </a:lnTo>
                <a:lnTo>
                  <a:pt x="74834" y="83297"/>
                </a:lnTo>
                <a:lnTo>
                  <a:pt x="86049" y="83297"/>
                </a:lnTo>
                <a:cubicBezTo>
                  <a:pt x="98556" y="83297"/>
                  <a:pt x="104809" y="79490"/>
                  <a:pt x="104809" y="71878"/>
                </a:cubicBezTo>
                <a:cubicBezTo>
                  <a:pt x="104809" y="64877"/>
                  <a:pt x="100085" y="61376"/>
                  <a:pt x="90637" y="61376"/>
                </a:cubicBezTo>
                <a:cubicBezTo>
                  <a:pt x="82141" y="61376"/>
                  <a:pt x="74495" y="63619"/>
                  <a:pt x="67698" y="68105"/>
                </a:cubicBezTo>
                <a:lnTo>
                  <a:pt x="67698" y="45981"/>
                </a:lnTo>
                <a:cubicBezTo>
                  <a:pt x="75990" y="41903"/>
                  <a:pt x="85370" y="39864"/>
                  <a:pt x="95837" y="39864"/>
                </a:cubicBezTo>
                <a:cubicBezTo>
                  <a:pt x="107256" y="39864"/>
                  <a:pt x="116075" y="42481"/>
                  <a:pt x="122294" y="47715"/>
                </a:cubicBezTo>
                <a:cubicBezTo>
                  <a:pt x="128513" y="52948"/>
                  <a:pt x="131623" y="59677"/>
                  <a:pt x="131623" y="67901"/>
                </a:cubicBezTo>
                <a:cubicBezTo>
                  <a:pt x="131623" y="80000"/>
                  <a:pt x="126865" y="88258"/>
                  <a:pt x="117349" y="92676"/>
                </a:cubicBezTo>
                <a:cubicBezTo>
                  <a:pt x="122923" y="94715"/>
                  <a:pt x="127239" y="98029"/>
                  <a:pt x="130297" y="102617"/>
                </a:cubicBezTo>
                <a:cubicBezTo>
                  <a:pt x="133356" y="107205"/>
                  <a:pt x="134885" y="112116"/>
                  <a:pt x="134885" y="117349"/>
                </a:cubicBezTo>
                <a:cubicBezTo>
                  <a:pt x="134885" y="127545"/>
                  <a:pt x="131062" y="135735"/>
                  <a:pt x="123416" y="141920"/>
                </a:cubicBezTo>
                <a:cubicBezTo>
                  <a:pt x="115769" y="148105"/>
                  <a:pt x="105421" y="151198"/>
                  <a:pt x="92370" y="151198"/>
                </a:cubicBezTo>
                <a:cubicBezTo>
                  <a:pt x="81971" y="151198"/>
                  <a:pt x="72489" y="149023"/>
                  <a:pt x="63925" y="1446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433D7B-EAC7-4567-A0A9-E7937A11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648" y="1940452"/>
            <a:ext cx="1539393" cy="460235"/>
          </a:xfrm>
          <a:custGeom xmlns:a="http://schemas.openxmlformats.org/drawingml/2006/main">
            <a:pathLst>
              <a:path w="1539393" h="460235">
                <a:moveTo>
                  <a:pt x="0" y="75691"/>
                </a:moveTo>
                <a:cubicBezTo>
                  <a:pt x="348" y="34348"/>
                  <a:pt x="34696" y="0"/>
                  <a:pt x="77257" y="522"/>
                </a:cubicBezTo>
                <a:lnTo>
                  <a:pt x="1463703" y="522"/>
                </a:lnTo>
                <a:cubicBezTo>
                  <a:pt x="1505046" y="0"/>
                  <a:pt x="1539393" y="34348"/>
                  <a:pt x="1538871" y="75691"/>
                </a:cubicBezTo>
                <a:lnTo>
                  <a:pt x="1538871" y="382630"/>
                </a:lnTo>
                <a:cubicBezTo>
                  <a:pt x="1539393" y="425887"/>
                  <a:pt x="1505046" y="460235"/>
                  <a:pt x="1463703" y="459887"/>
                </a:cubicBezTo>
                <a:lnTo>
                  <a:pt x="77257" y="459887"/>
                </a:lnTo>
                <a:cubicBezTo>
                  <a:pt x="34696" y="460235"/>
                  <a:pt x="348" y="425887"/>
                  <a:pt x="0" y="382630"/>
                </a:cubicBezTo>
                <a:lnTo>
                  <a:pt x="0" y="75691"/>
                </a:lnTo>
              </a:path>
            </a:pathLst>
          </a:custGeom>
          <a:solidFill xmlns:a="http://schemas.openxmlformats.org/drawingml/2006/main">
            <a:srgbClr val="2F5597">
              <a:alpha val="7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EgoSubstitution">
            <a:extLst xmlns:a="http://schemas.openxmlformats.org/drawingml/2006/main">
              <a:ext uri="{FF2B5EF4-FFF2-40B4-BE49-F238E27FC236}">
                <a16:creationId xmlns:a16="http://schemas.microsoft.com/office/drawing/2014/main" id="{CC8E6746-F603-4074-B033-659DAD7C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913" y="2111572"/>
            <a:ext cx="1230824" cy="147120"/>
          </a:xfrm>
          <a:custGeom xmlns:a="http://schemas.openxmlformats.org/drawingml/2006/main">
            <a:pathLst>
              <a:path w="1230824" h="147120">
                <a:moveTo>
                  <a:pt x="0" y="114087"/>
                </a:moveTo>
                <a:lnTo>
                  <a:pt x="0" y="1988"/>
                </a:lnTo>
                <a:lnTo>
                  <a:pt x="83118" y="1988"/>
                </a:lnTo>
                <a:lnTo>
                  <a:pt x="83118" y="20952"/>
                </a:lnTo>
                <a:lnTo>
                  <a:pt x="22634" y="20952"/>
                </a:lnTo>
                <a:lnTo>
                  <a:pt x="22634" y="45726"/>
                </a:lnTo>
                <a:lnTo>
                  <a:pt x="78913" y="45726"/>
                </a:lnTo>
                <a:lnTo>
                  <a:pt x="78913" y="64690"/>
                </a:lnTo>
                <a:lnTo>
                  <a:pt x="22634" y="64690"/>
                </a:lnTo>
                <a:lnTo>
                  <a:pt x="22634" y="95123"/>
                </a:lnTo>
                <a:lnTo>
                  <a:pt x="85259" y="95123"/>
                </a:lnTo>
                <a:lnTo>
                  <a:pt x="85259" y="114087"/>
                </a:lnTo>
                <a:lnTo>
                  <a:pt x="0" y="114087"/>
                </a:lnTo>
                <a:close/>
                <a:moveTo>
                  <a:pt x="102261" y="119286"/>
                </a:moveTo>
                <a:lnTo>
                  <a:pt x="126806" y="122345"/>
                </a:lnTo>
                <a:cubicBezTo>
                  <a:pt x="127214" y="125227"/>
                  <a:pt x="128157" y="127208"/>
                  <a:pt x="129635" y="128288"/>
                </a:cubicBezTo>
                <a:cubicBezTo>
                  <a:pt x="131674" y="129831"/>
                  <a:pt x="134886" y="130603"/>
                  <a:pt x="139270" y="130603"/>
                </a:cubicBezTo>
                <a:cubicBezTo>
                  <a:pt x="144877" y="130603"/>
                  <a:pt x="149083" y="129756"/>
                  <a:pt x="151887" y="128061"/>
                </a:cubicBezTo>
                <a:cubicBezTo>
                  <a:pt x="153773" y="126931"/>
                  <a:pt x="155200" y="125109"/>
                  <a:pt x="156169" y="122593"/>
                </a:cubicBezTo>
                <a:cubicBezTo>
                  <a:pt x="156832" y="120797"/>
                  <a:pt x="157163" y="117485"/>
                  <a:pt x="157163" y="112660"/>
                </a:cubicBezTo>
                <a:lnTo>
                  <a:pt x="157163" y="100722"/>
                </a:lnTo>
                <a:cubicBezTo>
                  <a:pt x="150740" y="109632"/>
                  <a:pt x="142634" y="114087"/>
                  <a:pt x="132847" y="114087"/>
                </a:cubicBezTo>
                <a:cubicBezTo>
                  <a:pt x="121938" y="114087"/>
                  <a:pt x="113297" y="109473"/>
                  <a:pt x="106925" y="100246"/>
                </a:cubicBezTo>
                <a:cubicBezTo>
                  <a:pt x="101929" y="92957"/>
                  <a:pt x="99431" y="83883"/>
                  <a:pt x="99431" y="73025"/>
                </a:cubicBezTo>
                <a:cubicBezTo>
                  <a:pt x="99431" y="59414"/>
                  <a:pt x="102707" y="49014"/>
                  <a:pt x="109257" y="41827"/>
                </a:cubicBezTo>
                <a:cubicBezTo>
                  <a:pt x="115808" y="34639"/>
                  <a:pt x="123951" y="31045"/>
                  <a:pt x="133688" y="31045"/>
                </a:cubicBezTo>
                <a:cubicBezTo>
                  <a:pt x="143730" y="31045"/>
                  <a:pt x="152014" y="35475"/>
                  <a:pt x="158539" y="44336"/>
                </a:cubicBezTo>
                <a:lnTo>
                  <a:pt x="158539" y="32880"/>
                </a:lnTo>
                <a:lnTo>
                  <a:pt x="178650" y="32880"/>
                </a:lnTo>
                <a:lnTo>
                  <a:pt x="178650" y="105800"/>
                </a:lnTo>
                <a:cubicBezTo>
                  <a:pt x="178650" y="115390"/>
                  <a:pt x="177860" y="122557"/>
                  <a:pt x="176279" y="127301"/>
                </a:cubicBezTo>
                <a:cubicBezTo>
                  <a:pt x="174699" y="132045"/>
                  <a:pt x="172482" y="135769"/>
                  <a:pt x="169627" y="138472"/>
                </a:cubicBezTo>
                <a:cubicBezTo>
                  <a:pt x="166772" y="141177"/>
                  <a:pt x="162962" y="143294"/>
                  <a:pt x="158195" y="144823"/>
                </a:cubicBezTo>
                <a:cubicBezTo>
                  <a:pt x="153429" y="146354"/>
                  <a:pt x="147401" y="147120"/>
                  <a:pt x="140111" y="147120"/>
                </a:cubicBezTo>
                <a:cubicBezTo>
                  <a:pt x="126347" y="147120"/>
                  <a:pt x="116585" y="144742"/>
                  <a:pt x="110825" y="139987"/>
                </a:cubicBezTo>
                <a:cubicBezTo>
                  <a:pt x="105064" y="135233"/>
                  <a:pt x="102184" y="129207"/>
                  <a:pt x="102184" y="121908"/>
                </a:cubicBezTo>
                <a:cubicBezTo>
                  <a:pt x="102184" y="121188"/>
                  <a:pt x="102210" y="120314"/>
                  <a:pt x="102261" y="119286"/>
                </a:cubicBezTo>
                <a:moveTo>
                  <a:pt x="121453" y="71801"/>
                </a:moveTo>
                <a:cubicBezTo>
                  <a:pt x="121453" y="80391"/>
                  <a:pt x="123123" y="86680"/>
                  <a:pt x="126462" y="90669"/>
                </a:cubicBezTo>
                <a:cubicBezTo>
                  <a:pt x="129801" y="94658"/>
                  <a:pt x="133917" y="96653"/>
                  <a:pt x="138811" y="96653"/>
                </a:cubicBezTo>
                <a:cubicBezTo>
                  <a:pt x="144062" y="96653"/>
                  <a:pt x="148497" y="94607"/>
                  <a:pt x="152116" y="90516"/>
                </a:cubicBezTo>
                <a:cubicBezTo>
                  <a:pt x="155736" y="86425"/>
                  <a:pt x="157545" y="80365"/>
                  <a:pt x="157545" y="72336"/>
                </a:cubicBezTo>
                <a:cubicBezTo>
                  <a:pt x="157545" y="63951"/>
                  <a:pt x="155812" y="57725"/>
                  <a:pt x="152346" y="53660"/>
                </a:cubicBezTo>
                <a:cubicBezTo>
                  <a:pt x="148879" y="49594"/>
                  <a:pt x="144495" y="47562"/>
                  <a:pt x="139193" y="47562"/>
                </a:cubicBezTo>
                <a:cubicBezTo>
                  <a:pt x="134045" y="47562"/>
                  <a:pt x="129801" y="49556"/>
                  <a:pt x="126462" y="53545"/>
                </a:cubicBezTo>
                <a:cubicBezTo>
                  <a:pt x="123123" y="57534"/>
                  <a:pt x="121453" y="63619"/>
                  <a:pt x="121453" y="71801"/>
                </a:cubicBezTo>
                <a:close/>
                <a:moveTo>
                  <a:pt x="194980" y="72336"/>
                </a:moveTo>
                <a:cubicBezTo>
                  <a:pt x="194980" y="65200"/>
                  <a:pt x="196738" y="58292"/>
                  <a:pt x="200256" y="51614"/>
                </a:cubicBezTo>
                <a:cubicBezTo>
                  <a:pt x="203773" y="44936"/>
                  <a:pt x="208756" y="39839"/>
                  <a:pt x="215205" y="36321"/>
                </a:cubicBezTo>
                <a:cubicBezTo>
                  <a:pt x="221653" y="32804"/>
                  <a:pt x="228854" y="31045"/>
                  <a:pt x="236806" y="31045"/>
                </a:cubicBezTo>
                <a:cubicBezTo>
                  <a:pt x="249092" y="31045"/>
                  <a:pt x="259160" y="35034"/>
                  <a:pt x="267010" y="43012"/>
                </a:cubicBezTo>
                <a:cubicBezTo>
                  <a:pt x="274861" y="50990"/>
                  <a:pt x="278786" y="61071"/>
                  <a:pt x="278786" y="73254"/>
                </a:cubicBezTo>
                <a:cubicBezTo>
                  <a:pt x="278786" y="85540"/>
                  <a:pt x="274822" y="95722"/>
                  <a:pt x="266895" y="103802"/>
                </a:cubicBezTo>
                <a:cubicBezTo>
                  <a:pt x="258969" y="111882"/>
                  <a:pt x="248990" y="115922"/>
                  <a:pt x="236959" y="115922"/>
                </a:cubicBezTo>
                <a:cubicBezTo>
                  <a:pt x="229516" y="115922"/>
                  <a:pt x="222418" y="114240"/>
                  <a:pt x="215663" y="110875"/>
                </a:cubicBezTo>
                <a:cubicBezTo>
                  <a:pt x="208909" y="107511"/>
                  <a:pt x="203773" y="102579"/>
                  <a:pt x="200256" y="96079"/>
                </a:cubicBezTo>
                <a:cubicBezTo>
                  <a:pt x="196738" y="89579"/>
                  <a:pt x="194980" y="81665"/>
                  <a:pt x="194980" y="72336"/>
                </a:cubicBezTo>
                <a:moveTo>
                  <a:pt x="217002" y="73483"/>
                </a:moveTo>
                <a:cubicBezTo>
                  <a:pt x="217002" y="81512"/>
                  <a:pt x="218913" y="87661"/>
                  <a:pt x="222737" y="91931"/>
                </a:cubicBezTo>
                <a:cubicBezTo>
                  <a:pt x="226560" y="96200"/>
                  <a:pt x="231275" y="98335"/>
                  <a:pt x="236883" y="98335"/>
                </a:cubicBezTo>
                <a:cubicBezTo>
                  <a:pt x="242490" y="98335"/>
                  <a:pt x="247193" y="96200"/>
                  <a:pt x="250991" y="91931"/>
                </a:cubicBezTo>
                <a:cubicBezTo>
                  <a:pt x="254788" y="87661"/>
                  <a:pt x="256687" y="81461"/>
                  <a:pt x="256687" y="73331"/>
                </a:cubicBezTo>
                <a:cubicBezTo>
                  <a:pt x="256687" y="65404"/>
                  <a:pt x="254788" y="59305"/>
                  <a:pt x="250991" y="55036"/>
                </a:cubicBezTo>
                <a:cubicBezTo>
                  <a:pt x="247193" y="50767"/>
                  <a:pt x="242490" y="48632"/>
                  <a:pt x="236883" y="48632"/>
                </a:cubicBezTo>
                <a:cubicBezTo>
                  <a:pt x="231275" y="48632"/>
                  <a:pt x="226560" y="50767"/>
                  <a:pt x="222737" y="55036"/>
                </a:cubicBezTo>
                <a:cubicBezTo>
                  <a:pt x="218913" y="59305"/>
                  <a:pt x="217002" y="65455"/>
                  <a:pt x="217002" y="73483"/>
                </a:cubicBezTo>
                <a:close/>
                <a:moveTo>
                  <a:pt x="333569" y="77689"/>
                </a:moveTo>
                <a:lnTo>
                  <a:pt x="355591" y="75548"/>
                </a:lnTo>
                <a:cubicBezTo>
                  <a:pt x="356916" y="82967"/>
                  <a:pt x="359605" y="88416"/>
                  <a:pt x="363658" y="91895"/>
                </a:cubicBezTo>
                <a:cubicBezTo>
                  <a:pt x="367711" y="95373"/>
                  <a:pt x="373178" y="97111"/>
                  <a:pt x="380060" y="97111"/>
                </a:cubicBezTo>
                <a:cubicBezTo>
                  <a:pt x="387349" y="97111"/>
                  <a:pt x="392842" y="95564"/>
                  <a:pt x="396538" y="92471"/>
                </a:cubicBezTo>
                <a:cubicBezTo>
                  <a:pt x="400234" y="89377"/>
                  <a:pt x="402082" y="85759"/>
                  <a:pt x="402082" y="81615"/>
                </a:cubicBezTo>
                <a:cubicBezTo>
                  <a:pt x="402082" y="78956"/>
                  <a:pt x="401304" y="76694"/>
                  <a:pt x="399750" y="74829"/>
                </a:cubicBezTo>
                <a:cubicBezTo>
                  <a:pt x="398195" y="72962"/>
                  <a:pt x="395480" y="71338"/>
                  <a:pt x="391606" y="69956"/>
                </a:cubicBezTo>
                <a:cubicBezTo>
                  <a:pt x="388955" y="69037"/>
                  <a:pt x="382914" y="67403"/>
                  <a:pt x="373484" y="65053"/>
                </a:cubicBezTo>
                <a:cubicBezTo>
                  <a:pt x="361351" y="62039"/>
                  <a:pt x="352838" y="58335"/>
                  <a:pt x="347944" y="53942"/>
                </a:cubicBezTo>
                <a:cubicBezTo>
                  <a:pt x="341062" y="47761"/>
                  <a:pt x="337621" y="40226"/>
                  <a:pt x="337621" y="31339"/>
                </a:cubicBezTo>
                <a:cubicBezTo>
                  <a:pt x="337621" y="25618"/>
                  <a:pt x="339240" y="20268"/>
                  <a:pt x="342477" y="15288"/>
                </a:cubicBezTo>
                <a:cubicBezTo>
                  <a:pt x="345714" y="10307"/>
                  <a:pt x="350378" y="6514"/>
                  <a:pt x="356470" y="3909"/>
                </a:cubicBezTo>
                <a:cubicBezTo>
                  <a:pt x="362562" y="1303"/>
                  <a:pt x="369915" y="0"/>
                  <a:pt x="378530" y="0"/>
                </a:cubicBezTo>
                <a:cubicBezTo>
                  <a:pt x="392600" y="0"/>
                  <a:pt x="403191" y="3098"/>
                  <a:pt x="410302" y="9295"/>
                </a:cubicBezTo>
                <a:cubicBezTo>
                  <a:pt x="417413" y="15491"/>
                  <a:pt x="421147" y="23760"/>
                  <a:pt x="421504" y="34104"/>
                </a:cubicBezTo>
                <a:lnTo>
                  <a:pt x="398870" y="35021"/>
                </a:lnTo>
                <a:cubicBezTo>
                  <a:pt x="397902" y="29261"/>
                  <a:pt x="395824" y="25119"/>
                  <a:pt x="392638" y="22596"/>
                </a:cubicBezTo>
                <a:cubicBezTo>
                  <a:pt x="389452" y="20072"/>
                  <a:pt x="384673" y="18811"/>
                  <a:pt x="378301" y="18811"/>
                </a:cubicBezTo>
                <a:cubicBezTo>
                  <a:pt x="371725" y="18811"/>
                  <a:pt x="366576" y="20162"/>
                  <a:pt x="362855" y="22866"/>
                </a:cubicBezTo>
                <a:cubicBezTo>
                  <a:pt x="360459" y="24599"/>
                  <a:pt x="359261" y="26919"/>
                  <a:pt x="359261" y="29826"/>
                </a:cubicBezTo>
                <a:cubicBezTo>
                  <a:pt x="359261" y="32479"/>
                  <a:pt x="360383" y="34748"/>
                  <a:pt x="362626" y="36634"/>
                </a:cubicBezTo>
                <a:cubicBezTo>
                  <a:pt x="365480" y="39032"/>
                  <a:pt x="372413" y="41533"/>
                  <a:pt x="383424" y="44137"/>
                </a:cubicBezTo>
                <a:cubicBezTo>
                  <a:pt x="394435" y="46742"/>
                  <a:pt x="402579" y="49437"/>
                  <a:pt x="407855" y="52221"/>
                </a:cubicBezTo>
                <a:cubicBezTo>
                  <a:pt x="413131" y="55004"/>
                  <a:pt x="417260" y="58809"/>
                  <a:pt x="420242" y="63636"/>
                </a:cubicBezTo>
                <a:cubicBezTo>
                  <a:pt x="423225" y="68461"/>
                  <a:pt x="424716" y="74424"/>
                  <a:pt x="424716" y="81524"/>
                </a:cubicBezTo>
                <a:cubicBezTo>
                  <a:pt x="424716" y="87959"/>
                  <a:pt x="422931" y="93985"/>
                  <a:pt x="419363" y="99604"/>
                </a:cubicBezTo>
                <a:cubicBezTo>
                  <a:pt x="415795" y="105222"/>
                  <a:pt x="410748" y="109398"/>
                  <a:pt x="404223" y="112130"/>
                </a:cubicBezTo>
                <a:cubicBezTo>
                  <a:pt x="397698" y="114862"/>
                  <a:pt x="389567" y="116228"/>
                  <a:pt x="379830" y="116228"/>
                </a:cubicBezTo>
                <a:cubicBezTo>
                  <a:pt x="365659" y="116228"/>
                  <a:pt x="354775" y="112946"/>
                  <a:pt x="347180" y="106383"/>
                </a:cubicBezTo>
                <a:cubicBezTo>
                  <a:pt x="339584" y="99819"/>
                  <a:pt x="335047" y="90255"/>
                  <a:pt x="333569" y="77689"/>
                </a:cubicBezTo>
                <a:close/>
                <a:moveTo>
                  <a:pt x="497002" y="114087"/>
                </a:moveTo>
                <a:lnTo>
                  <a:pt x="497002" y="101929"/>
                </a:lnTo>
                <a:cubicBezTo>
                  <a:pt x="494045" y="106262"/>
                  <a:pt x="490158" y="109677"/>
                  <a:pt x="485341" y="112175"/>
                </a:cubicBezTo>
                <a:cubicBezTo>
                  <a:pt x="480523" y="114673"/>
                  <a:pt x="475438" y="115922"/>
                  <a:pt x="470086" y="115922"/>
                </a:cubicBezTo>
                <a:cubicBezTo>
                  <a:pt x="464631" y="115922"/>
                  <a:pt x="459737" y="114724"/>
                  <a:pt x="455404" y="112328"/>
                </a:cubicBezTo>
                <a:cubicBezTo>
                  <a:pt x="451071" y="109932"/>
                  <a:pt x="447936" y="106568"/>
                  <a:pt x="445999" y="102235"/>
                </a:cubicBezTo>
                <a:cubicBezTo>
                  <a:pt x="444062" y="97901"/>
                  <a:pt x="443093" y="91912"/>
                  <a:pt x="443093" y="84265"/>
                </a:cubicBezTo>
                <a:lnTo>
                  <a:pt x="443093" y="32880"/>
                </a:lnTo>
                <a:lnTo>
                  <a:pt x="464580" y="32880"/>
                </a:lnTo>
                <a:lnTo>
                  <a:pt x="464580" y="70109"/>
                </a:lnTo>
                <a:cubicBezTo>
                  <a:pt x="464580" y="81503"/>
                  <a:pt x="464975" y="88483"/>
                  <a:pt x="465765" y="91051"/>
                </a:cubicBezTo>
                <a:cubicBezTo>
                  <a:pt x="466556" y="93619"/>
                  <a:pt x="467996" y="95654"/>
                  <a:pt x="470086" y="97154"/>
                </a:cubicBezTo>
                <a:cubicBezTo>
                  <a:pt x="472176" y="98655"/>
                  <a:pt x="474827" y="99405"/>
                  <a:pt x="478038" y="99405"/>
                </a:cubicBezTo>
                <a:cubicBezTo>
                  <a:pt x="481709" y="99405"/>
                  <a:pt x="484997" y="98401"/>
                  <a:pt x="487902" y="96392"/>
                </a:cubicBezTo>
                <a:cubicBezTo>
                  <a:pt x="490808" y="94383"/>
                  <a:pt x="492796" y="91891"/>
                  <a:pt x="493867" y="88915"/>
                </a:cubicBezTo>
                <a:cubicBezTo>
                  <a:pt x="494937" y="85939"/>
                  <a:pt x="495472" y="78654"/>
                  <a:pt x="495472" y="67058"/>
                </a:cubicBezTo>
                <a:lnTo>
                  <a:pt x="495472" y="32880"/>
                </a:lnTo>
                <a:lnTo>
                  <a:pt x="516959" y="32880"/>
                </a:lnTo>
                <a:lnTo>
                  <a:pt x="516959" y="114087"/>
                </a:lnTo>
                <a:lnTo>
                  <a:pt x="497002" y="114087"/>
                </a:lnTo>
                <a:close/>
                <a:moveTo>
                  <a:pt x="538335" y="114087"/>
                </a:moveTo>
                <a:lnTo>
                  <a:pt x="538335" y="1988"/>
                </a:lnTo>
                <a:lnTo>
                  <a:pt x="559822" y="1988"/>
                </a:lnTo>
                <a:lnTo>
                  <a:pt x="559822" y="42362"/>
                </a:lnTo>
                <a:cubicBezTo>
                  <a:pt x="566449" y="34817"/>
                  <a:pt x="574299" y="31045"/>
                  <a:pt x="583373" y="31045"/>
                </a:cubicBezTo>
                <a:cubicBezTo>
                  <a:pt x="593263" y="31045"/>
                  <a:pt x="601445" y="34626"/>
                  <a:pt x="607919" y="41788"/>
                </a:cubicBezTo>
                <a:cubicBezTo>
                  <a:pt x="614393" y="48951"/>
                  <a:pt x="617630" y="59235"/>
                  <a:pt x="617630" y="72642"/>
                </a:cubicBezTo>
                <a:cubicBezTo>
                  <a:pt x="617630" y="86508"/>
                  <a:pt x="614329" y="97188"/>
                  <a:pt x="607727" y="104681"/>
                </a:cubicBezTo>
                <a:cubicBezTo>
                  <a:pt x="601126" y="112175"/>
                  <a:pt x="593110" y="115922"/>
                  <a:pt x="583679" y="115922"/>
                </a:cubicBezTo>
                <a:cubicBezTo>
                  <a:pt x="579040" y="115922"/>
                  <a:pt x="574465" y="114762"/>
                  <a:pt x="569953" y="112443"/>
                </a:cubicBezTo>
                <a:cubicBezTo>
                  <a:pt x="565442" y="110123"/>
                  <a:pt x="561555" y="106695"/>
                  <a:pt x="558292" y="102158"/>
                </a:cubicBezTo>
                <a:lnTo>
                  <a:pt x="558292" y="114087"/>
                </a:lnTo>
                <a:lnTo>
                  <a:pt x="538335" y="114087"/>
                </a:lnTo>
                <a:moveTo>
                  <a:pt x="559669" y="71765"/>
                </a:moveTo>
                <a:cubicBezTo>
                  <a:pt x="559669" y="80164"/>
                  <a:pt x="560994" y="86373"/>
                  <a:pt x="563645" y="90394"/>
                </a:cubicBezTo>
                <a:cubicBezTo>
                  <a:pt x="567366" y="96096"/>
                  <a:pt x="572311" y="98946"/>
                  <a:pt x="578479" y="98946"/>
                </a:cubicBezTo>
                <a:cubicBezTo>
                  <a:pt x="583220" y="98946"/>
                  <a:pt x="587260" y="96923"/>
                  <a:pt x="590599" y="92877"/>
                </a:cubicBezTo>
                <a:cubicBezTo>
                  <a:pt x="593938" y="88831"/>
                  <a:pt x="595608" y="82455"/>
                  <a:pt x="595608" y="73751"/>
                </a:cubicBezTo>
                <a:cubicBezTo>
                  <a:pt x="595608" y="64486"/>
                  <a:pt x="593925" y="57805"/>
                  <a:pt x="590561" y="53708"/>
                </a:cubicBezTo>
                <a:cubicBezTo>
                  <a:pt x="587196" y="49610"/>
                  <a:pt x="582889" y="47562"/>
                  <a:pt x="577638" y="47562"/>
                </a:cubicBezTo>
                <a:cubicBezTo>
                  <a:pt x="572490" y="47562"/>
                  <a:pt x="568207" y="49560"/>
                  <a:pt x="564792" y="53557"/>
                </a:cubicBezTo>
                <a:cubicBezTo>
                  <a:pt x="561377" y="57552"/>
                  <a:pt x="559669" y="63622"/>
                  <a:pt x="559669" y="71765"/>
                </a:cubicBezTo>
                <a:close/>
                <a:moveTo>
                  <a:pt x="627383" y="90994"/>
                </a:moveTo>
                <a:lnTo>
                  <a:pt x="648947" y="87630"/>
                </a:lnTo>
                <a:cubicBezTo>
                  <a:pt x="649864" y="91784"/>
                  <a:pt x="651725" y="94938"/>
                  <a:pt x="654529" y="97092"/>
                </a:cubicBezTo>
                <a:cubicBezTo>
                  <a:pt x="657333" y="99246"/>
                  <a:pt x="661258" y="100323"/>
                  <a:pt x="666304" y="100323"/>
                </a:cubicBezTo>
                <a:cubicBezTo>
                  <a:pt x="671861" y="100323"/>
                  <a:pt x="676041" y="99305"/>
                  <a:pt x="678845" y="97269"/>
                </a:cubicBezTo>
                <a:cubicBezTo>
                  <a:pt x="680731" y="95843"/>
                  <a:pt x="681674" y="93934"/>
                  <a:pt x="681674" y="91541"/>
                </a:cubicBezTo>
                <a:cubicBezTo>
                  <a:pt x="681674" y="89912"/>
                  <a:pt x="681164" y="88562"/>
                  <a:pt x="680145" y="87493"/>
                </a:cubicBezTo>
                <a:cubicBezTo>
                  <a:pt x="679074" y="86475"/>
                  <a:pt x="676678" y="85534"/>
                  <a:pt x="672957" y="84669"/>
                </a:cubicBezTo>
                <a:cubicBezTo>
                  <a:pt x="655625" y="80852"/>
                  <a:pt x="644639" y="77365"/>
                  <a:pt x="640000" y="74207"/>
                </a:cubicBezTo>
                <a:cubicBezTo>
                  <a:pt x="633577" y="69827"/>
                  <a:pt x="630366" y="63740"/>
                  <a:pt x="630366" y="55949"/>
                </a:cubicBezTo>
                <a:cubicBezTo>
                  <a:pt x="630366" y="48920"/>
                  <a:pt x="633144" y="43013"/>
                  <a:pt x="638700" y="38226"/>
                </a:cubicBezTo>
                <a:cubicBezTo>
                  <a:pt x="644257" y="33439"/>
                  <a:pt x="652872" y="31045"/>
                  <a:pt x="664546" y="31045"/>
                </a:cubicBezTo>
                <a:cubicBezTo>
                  <a:pt x="675659" y="31045"/>
                  <a:pt x="683917" y="32848"/>
                  <a:pt x="689321" y="36455"/>
                </a:cubicBezTo>
                <a:cubicBezTo>
                  <a:pt x="694724" y="40062"/>
                  <a:pt x="698446" y="45395"/>
                  <a:pt x="700485" y="52455"/>
                </a:cubicBezTo>
                <a:lnTo>
                  <a:pt x="680221" y="56279"/>
                </a:lnTo>
                <a:cubicBezTo>
                  <a:pt x="679355" y="53118"/>
                  <a:pt x="677711" y="50697"/>
                  <a:pt x="675289" y="49014"/>
                </a:cubicBezTo>
                <a:cubicBezTo>
                  <a:pt x="672868" y="47332"/>
                  <a:pt x="669414" y="46491"/>
                  <a:pt x="664928" y="46491"/>
                </a:cubicBezTo>
                <a:cubicBezTo>
                  <a:pt x="659270" y="46491"/>
                  <a:pt x="655217" y="47280"/>
                  <a:pt x="652770" y="48859"/>
                </a:cubicBezTo>
                <a:cubicBezTo>
                  <a:pt x="651139" y="49977"/>
                  <a:pt x="650323" y="51428"/>
                  <a:pt x="650323" y="53211"/>
                </a:cubicBezTo>
                <a:cubicBezTo>
                  <a:pt x="650323" y="54737"/>
                  <a:pt x="651037" y="56034"/>
                  <a:pt x="652464" y="57103"/>
                </a:cubicBezTo>
                <a:cubicBezTo>
                  <a:pt x="654401" y="58529"/>
                  <a:pt x="661092" y="60540"/>
                  <a:pt x="672536" y="63137"/>
                </a:cubicBezTo>
                <a:cubicBezTo>
                  <a:pt x="683981" y="65733"/>
                  <a:pt x="691971" y="68919"/>
                  <a:pt x="696508" y="72693"/>
                </a:cubicBezTo>
                <a:cubicBezTo>
                  <a:pt x="700994" y="76519"/>
                  <a:pt x="703237" y="81849"/>
                  <a:pt x="703237" y="88683"/>
                </a:cubicBezTo>
                <a:cubicBezTo>
                  <a:pt x="703237" y="96131"/>
                  <a:pt x="700128" y="102532"/>
                  <a:pt x="693909" y="107888"/>
                </a:cubicBezTo>
                <a:cubicBezTo>
                  <a:pt x="687689" y="113244"/>
                  <a:pt x="678488" y="115922"/>
                  <a:pt x="666304" y="115922"/>
                </a:cubicBezTo>
                <a:cubicBezTo>
                  <a:pt x="655242" y="115922"/>
                  <a:pt x="646487" y="113686"/>
                  <a:pt x="640039" y="109214"/>
                </a:cubicBezTo>
                <a:cubicBezTo>
                  <a:pt x="633590" y="104741"/>
                  <a:pt x="629372" y="98668"/>
                  <a:pt x="627383" y="90994"/>
                </a:cubicBezTo>
                <a:close/>
                <a:moveTo>
                  <a:pt x="759193" y="32880"/>
                </a:moveTo>
                <a:lnTo>
                  <a:pt x="759193" y="50009"/>
                </a:lnTo>
                <a:lnTo>
                  <a:pt x="744512" y="50009"/>
                </a:lnTo>
                <a:lnTo>
                  <a:pt x="744512" y="82683"/>
                </a:lnTo>
                <a:cubicBezTo>
                  <a:pt x="744512" y="89301"/>
                  <a:pt x="744652" y="93157"/>
                  <a:pt x="744932" y="94251"/>
                </a:cubicBezTo>
                <a:cubicBezTo>
                  <a:pt x="745213" y="95344"/>
                  <a:pt x="745850" y="96247"/>
                  <a:pt x="746844" y="96961"/>
                </a:cubicBezTo>
                <a:cubicBezTo>
                  <a:pt x="747838" y="97673"/>
                  <a:pt x="749049" y="98029"/>
                  <a:pt x="750476" y="98029"/>
                </a:cubicBezTo>
                <a:cubicBezTo>
                  <a:pt x="752464" y="98029"/>
                  <a:pt x="755344" y="97341"/>
                  <a:pt x="759117" y="95964"/>
                </a:cubicBezTo>
                <a:lnTo>
                  <a:pt x="760952" y="112696"/>
                </a:lnTo>
                <a:cubicBezTo>
                  <a:pt x="755956" y="114847"/>
                  <a:pt x="750298" y="115922"/>
                  <a:pt x="743977" y="115922"/>
                </a:cubicBezTo>
                <a:cubicBezTo>
                  <a:pt x="740102" y="115922"/>
                  <a:pt x="736610" y="115272"/>
                  <a:pt x="733501" y="113972"/>
                </a:cubicBezTo>
                <a:cubicBezTo>
                  <a:pt x="730391" y="112672"/>
                  <a:pt x="728110" y="110990"/>
                  <a:pt x="726657" y="108925"/>
                </a:cubicBezTo>
                <a:cubicBezTo>
                  <a:pt x="725204" y="106861"/>
                  <a:pt x="724197" y="104070"/>
                  <a:pt x="723637" y="100552"/>
                </a:cubicBezTo>
                <a:cubicBezTo>
                  <a:pt x="723178" y="98054"/>
                  <a:pt x="722949" y="93008"/>
                  <a:pt x="722949" y="85412"/>
                </a:cubicBezTo>
                <a:lnTo>
                  <a:pt x="722949" y="50009"/>
                </a:lnTo>
                <a:lnTo>
                  <a:pt x="713084" y="50009"/>
                </a:lnTo>
                <a:lnTo>
                  <a:pt x="713084" y="32880"/>
                </a:lnTo>
                <a:lnTo>
                  <a:pt x="722949" y="32880"/>
                </a:lnTo>
                <a:lnTo>
                  <a:pt x="722949" y="16670"/>
                </a:lnTo>
                <a:lnTo>
                  <a:pt x="744512" y="3976"/>
                </a:lnTo>
                <a:lnTo>
                  <a:pt x="744512" y="32880"/>
                </a:lnTo>
                <a:lnTo>
                  <a:pt x="759193" y="32880"/>
                </a:lnTo>
                <a:close/>
                <a:moveTo>
                  <a:pt x="774155" y="21869"/>
                </a:moveTo>
                <a:lnTo>
                  <a:pt x="774155" y="1988"/>
                </a:lnTo>
                <a:lnTo>
                  <a:pt x="795642" y="1988"/>
                </a:lnTo>
                <a:lnTo>
                  <a:pt x="795642" y="21869"/>
                </a:lnTo>
                <a:lnTo>
                  <a:pt x="774155" y="21869"/>
                </a:lnTo>
                <a:moveTo>
                  <a:pt x="774155" y="114087"/>
                </a:moveTo>
                <a:lnTo>
                  <a:pt x="774155" y="32880"/>
                </a:lnTo>
                <a:lnTo>
                  <a:pt x="795642" y="32880"/>
                </a:lnTo>
                <a:lnTo>
                  <a:pt x="795642" y="114087"/>
                </a:lnTo>
                <a:lnTo>
                  <a:pt x="774155" y="114087"/>
                </a:lnTo>
                <a:close/>
                <a:moveTo>
                  <a:pt x="854893" y="32880"/>
                </a:moveTo>
                <a:lnTo>
                  <a:pt x="854893" y="50009"/>
                </a:lnTo>
                <a:lnTo>
                  <a:pt x="840212" y="50009"/>
                </a:lnTo>
                <a:lnTo>
                  <a:pt x="840212" y="82683"/>
                </a:lnTo>
                <a:cubicBezTo>
                  <a:pt x="840212" y="89301"/>
                  <a:pt x="840352" y="93157"/>
                  <a:pt x="840633" y="94251"/>
                </a:cubicBezTo>
                <a:cubicBezTo>
                  <a:pt x="840913" y="95344"/>
                  <a:pt x="841550" y="96247"/>
                  <a:pt x="842544" y="96961"/>
                </a:cubicBezTo>
                <a:cubicBezTo>
                  <a:pt x="843538" y="97673"/>
                  <a:pt x="844749" y="98029"/>
                  <a:pt x="846176" y="98029"/>
                </a:cubicBezTo>
                <a:cubicBezTo>
                  <a:pt x="848164" y="98029"/>
                  <a:pt x="851045" y="97341"/>
                  <a:pt x="854817" y="95964"/>
                </a:cubicBezTo>
                <a:lnTo>
                  <a:pt x="856652" y="112696"/>
                </a:lnTo>
                <a:cubicBezTo>
                  <a:pt x="851656" y="114847"/>
                  <a:pt x="845998" y="115922"/>
                  <a:pt x="839677" y="115922"/>
                </a:cubicBezTo>
                <a:cubicBezTo>
                  <a:pt x="835803" y="115922"/>
                  <a:pt x="832311" y="115272"/>
                  <a:pt x="829201" y="113972"/>
                </a:cubicBezTo>
                <a:cubicBezTo>
                  <a:pt x="826091" y="112672"/>
                  <a:pt x="823810" y="110990"/>
                  <a:pt x="822357" y="108925"/>
                </a:cubicBezTo>
                <a:cubicBezTo>
                  <a:pt x="820904" y="106861"/>
                  <a:pt x="819898" y="104070"/>
                  <a:pt x="819337" y="100552"/>
                </a:cubicBezTo>
                <a:cubicBezTo>
                  <a:pt x="818878" y="98054"/>
                  <a:pt x="818649" y="93008"/>
                  <a:pt x="818649" y="85412"/>
                </a:cubicBezTo>
                <a:lnTo>
                  <a:pt x="818649" y="50009"/>
                </a:lnTo>
                <a:lnTo>
                  <a:pt x="808785" y="50009"/>
                </a:lnTo>
                <a:lnTo>
                  <a:pt x="808785" y="32880"/>
                </a:lnTo>
                <a:lnTo>
                  <a:pt x="818649" y="32880"/>
                </a:lnTo>
                <a:lnTo>
                  <a:pt x="818649" y="16670"/>
                </a:lnTo>
                <a:lnTo>
                  <a:pt x="840212" y="3976"/>
                </a:lnTo>
                <a:lnTo>
                  <a:pt x="840212" y="32880"/>
                </a:lnTo>
                <a:lnTo>
                  <a:pt x="854893" y="32880"/>
                </a:lnTo>
                <a:close/>
                <a:moveTo>
                  <a:pt x="923305" y="114087"/>
                </a:moveTo>
                <a:lnTo>
                  <a:pt x="923305" y="101929"/>
                </a:lnTo>
                <a:cubicBezTo>
                  <a:pt x="920349" y="106262"/>
                  <a:pt x="916462" y="109677"/>
                  <a:pt x="911644" y="112175"/>
                </a:cubicBezTo>
                <a:cubicBezTo>
                  <a:pt x="906827" y="114673"/>
                  <a:pt x="901742" y="115922"/>
                  <a:pt x="896389" y="115922"/>
                </a:cubicBezTo>
                <a:cubicBezTo>
                  <a:pt x="890935" y="115922"/>
                  <a:pt x="886041" y="114724"/>
                  <a:pt x="881708" y="112328"/>
                </a:cubicBezTo>
                <a:cubicBezTo>
                  <a:pt x="877375" y="109932"/>
                  <a:pt x="874240" y="106568"/>
                  <a:pt x="872303" y="102235"/>
                </a:cubicBezTo>
                <a:cubicBezTo>
                  <a:pt x="870366" y="97901"/>
                  <a:pt x="869397" y="91912"/>
                  <a:pt x="869397" y="84265"/>
                </a:cubicBezTo>
                <a:lnTo>
                  <a:pt x="869397" y="32880"/>
                </a:lnTo>
                <a:lnTo>
                  <a:pt x="890884" y="32880"/>
                </a:lnTo>
                <a:lnTo>
                  <a:pt x="890884" y="70109"/>
                </a:lnTo>
                <a:cubicBezTo>
                  <a:pt x="890884" y="81503"/>
                  <a:pt x="891279" y="88483"/>
                  <a:pt x="892069" y="91051"/>
                </a:cubicBezTo>
                <a:cubicBezTo>
                  <a:pt x="892859" y="93619"/>
                  <a:pt x="894299" y="95654"/>
                  <a:pt x="896389" y="97154"/>
                </a:cubicBezTo>
                <a:cubicBezTo>
                  <a:pt x="898479" y="98655"/>
                  <a:pt x="901130" y="99405"/>
                  <a:pt x="904342" y="99405"/>
                </a:cubicBezTo>
                <a:cubicBezTo>
                  <a:pt x="908012" y="99405"/>
                  <a:pt x="911300" y="98401"/>
                  <a:pt x="914206" y="96392"/>
                </a:cubicBezTo>
                <a:cubicBezTo>
                  <a:pt x="917112" y="94383"/>
                  <a:pt x="919100" y="91891"/>
                  <a:pt x="920170" y="88915"/>
                </a:cubicBezTo>
                <a:cubicBezTo>
                  <a:pt x="921241" y="85939"/>
                  <a:pt x="921776" y="78654"/>
                  <a:pt x="921776" y="67058"/>
                </a:cubicBezTo>
                <a:lnTo>
                  <a:pt x="921776" y="32880"/>
                </a:lnTo>
                <a:lnTo>
                  <a:pt x="943263" y="32880"/>
                </a:lnTo>
                <a:lnTo>
                  <a:pt x="943263" y="114087"/>
                </a:lnTo>
                <a:lnTo>
                  <a:pt x="923305" y="114087"/>
                </a:lnTo>
                <a:close/>
                <a:moveTo>
                  <a:pt x="1002795" y="32880"/>
                </a:moveTo>
                <a:lnTo>
                  <a:pt x="1002795" y="50009"/>
                </a:lnTo>
                <a:lnTo>
                  <a:pt x="988113" y="50009"/>
                </a:lnTo>
                <a:lnTo>
                  <a:pt x="988113" y="82683"/>
                </a:lnTo>
                <a:cubicBezTo>
                  <a:pt x="988113" y="89301"/>
                  <a:pt x="988254" y="93157"/>
                  <a:pt x="988534" y="94251"/>
                </a:cubicBezTo>
                <a:cubicBezTo>
                  <a:pt x="988814" y="95344"/>
                  <a:pt x="989452" y="96247"/>
                  <a:pt x="990446" y="96961"/>
                </a:cubicBezTo>
                <a:cubicBezTo>
                  <a:pt x="991440" y="97673"/>
                  <a:pt x="992650" y="98029"/>
                  <a:pt x="994078" y="98029"/>
                </a:cubicBezTo>
                <a:cubicBezTo>
                  <a:pt x="996066" y="98029"/>
                  <a:pt x="998946" y="97341"/>
                  <a:pt x="1002718" y="95964"/>
                </a:cubicBezTo>
                <a:lnTo>
                  <a:pt x="1004554" y="112696"/>
                </a:lnTo>
                <a:cubicBezTo>
                  <a:pt x="999558" y="114847"/>
                  <a:pt x="993899" y="115922"/>
                  <a:pt x="987578" y="115922"/>
                </a:cubicBezTo>
                <a:cubicBezTo>
                  <a:pt x="983704" y="115922"/>
                  <a:pt x="980212" y="115272"/>
                  <a:pt x="977102" y="113972"/>
                </a:cubicBezTo>
                <a:cubicBezTo>
                  <a:pt x="973993" y="112672"/>
                  <a:pt x="971712" y="110990"/>
                  <a:pt x="970259" y="108925"/>
                </a:cubicBezTo>
                <a:cubicBezTo>
                  <a:pt x="968806" y="106861"/>
                  <a:pt x="967799" y="104070"/>
                  <a:pt x="967238" y="100552"/>
                </a:cubicBezTo>
                <a:cubicBezTo>
                  <a:pt x="966780" y="98054"/>
                  <a:pt x="966550" y="93008"/>
                  <a:pt x="966550" y="85412"/>
                </a:cubicBezTo>
                <a:lnTo>
                  <a:pt x="966550" y="50009"/>
                </a:lnTo>
                <a:lnTo>
                  <a:pt x="956686" y="50009"/>
                </a:lnTo>
                <a:lnTo>
                  <a:pt x="956686" y="32880"/>
                </a:lnTo>
                <a:lnTo>
                  <a:pt x="966550" y="32880"/>
                </a:lnTo>
                <a:lnTo>
                  <a:pt x="966550" y="16670"/>
                </a:lnTo>
                <a:lnTo>
                  <a:pt x="988113" y="3976"/>
                </a:lnTo>
                <a:lnTo>
                  <a:pt x="988113" y="32880"/>
                </a:lnTo>
                <a:lnTo>
                  <a:pt x="1002795" y="32880"/>
                </a:lnTo>
                <a:close/>
                <a:moveTo>
                  <a:pt x="1017757" y="21869"/>
                </a:moveTo>
                <a:lnTo>
                  <a:pt x="1017757" y="1988"/>
                </a:lnTo>
                <a:lnTo>
                  <a:pt x="1039244" y="1988"/>
                </a:lnTo>
                <a:lnTo>
                  <a:pt x="1039244" y="21869"/>
                </a:lnTo>
                <a:lnTo>
                  <a:pt x="1017757" y="21869"/>
                </a:lnTo>
                <a:moveTo>
                  <a:pt x="1017757" y="114087"/>
                </a:moveTo>
                <a:lnTo>
                  <a:pt x="1017757" y="32880"/>
                </a:lnTo>
                <a:lnTo>
                  <a:pt x="1039244" y="32880"/>
                </a:lnTo>
                <a:lnTo>
                  <a:pt x="1039244" y="114087"/>
                </a:lnTo>
                <a:lnTo>
                  <a:pt x="1017757" y="114087"/>
                </a:lnTo>
                <a:close/>
                <a:moveTo>
                  <a:pt x="1056287" y="72336"/>
                </a:moveTo>
                <a:cubicBezTo>
                  <a:pt x="1056287" y="65200"/>
                  <a:pt x="1058046" y="58292"/>
                  <a:pt x="1061563" y="51614"/>
                </a:cubicBezTo>
                <a:cubicBezTo>
                  <a:pt x="1065081" y="44936"/>
                  <a:pt x="1070064" y="39839"/>
                  <a:pt x="1076512" y="36321"/>
                </a:cubicBezTo>
                <a:cubicBezTo>
                  <a:pt x="1082961" y="32804"/>
                  <a:pt x="1090161" y="31045"/>
                  <a:pt x="1098114" y="31045"/>
                </a:cubicBezTo>
                <a:cubicBezTo>
                  <a:pt x="1110399" y="31045"/>
                  <a:pt x="1120467" y="35034"/>
                  <a:pt x="1128318" y="43012"/>
                </a:cubicBezTo>
                <a:cubicBezTo>
                  <a:pt x="1136168" y="50990"/>
                  <a:pt x="1140093" y="61071"/>
                  <a:pt x="1140093" y="73254"/>
                </a:cubicBezTo>
                <a:cubicBezTo>
                  <a:pt x="1140093" y="85540"/>
                  <a:pt x="1136130" y="95722"/>
                  <a:pt x="1128203" y="103802"/>
                </a:cubicBezTo>
                <a:cubicBezTo>
                  <a:pt x="1120276" y="111882"/>
                  <a:pt x="1110297" y="115922"/>
                  <a:pt x="1098267" y="115922"/>
                </a:cubicBezTo>
                <a:cubicBezTo>
                  <a:pt x="1090824" y="115922"/>
                  <a:pt x="1083726" y="114240"/>
                  <a:pt x="1076971" y="110875"/>
                </a:cubicBezTo>
                <a:cubicBezTo>
                  <a:pt x="1070217" y="107511"/>
                  <a:pt x="1065081" y="102579"/>
                  <a:pt x="1061563" y="96079"/>
                </a:cubicBezTo>
                <a:cubicBezTo>
                  <a:pt x="1058046" y="89579"/>
                  <a:pt x="1056287" y="81665"/>
                  <a:pt x="1056287" y="72336"/>
                </a:cubicBezTo>
                <a:moveTo>
                  <a:pt x="1078309" y="73483"/>
                </a:moveTo>
                <a:cubicBezTo>
                  <a:pt x="1078309" y="81512"/>
                  <a:pt x="1080221" y="87661"/>
                  <a:pt x="1084044" y="91931"/>
                </a:cubicBezTo>
                <a:cubicBezTo>
                  <a:pt x="1087867" y="96200"/>
                  <a:pt x="1092583" y="98335"/>
                  <a:pt x="1098190" y="98335"/>
                </a:cubicBezTo>
                <a:cubicBezTo>
                  <a:pt x="1103798" y="98335"/>
                  <a:pt x="1108500" y="96200"/>
                  <a:pt x="1112298" y="91931"/>
                </a:cubicBezTo>
                <a:cubicBezTo>
                  <a:pt x="1116096" y="87661"/>
                  <a:pt x="1117995" y="81461"/>
                  <a:pt x="1117995" y="73331"/>
                </a:cubicBezTo>
                <a:cubicBezTo>
                  <a:pt x="1117995" y="65404"/>
                  <a:pt x="1116096" y="59305"/>
                  <a:pt x="1112298" y="55036"/>
                </a:cubicBezTo>
                <a:cubicBezTo>
                  <a:pt x="1108500" y="50767"/>
                  <a:pt x="1103798" y="48632"/>
                  <a:pt x="1098190" y="48632"/>
                </a:cubicBezTo>
                <a:cubicBezTo>
                  <a:pt x="1092583" y="48632"/>
                  <a:pt x="1087867" y="50767"/>
                  <a:pt x="1084044" y="55036"/>
                </a:cubicBezTo>
                <a:cubicBezTo>
                  <a:pt x="1080221" y="59305"/>
                  <a:pt x="1078309" y="65455"/>
                  <a:pt x="1078309" y="73483"/>
                </a:cubicBezTo>
                <a:close/>
                <a:moveTo>
                  <a:pt x="1230824" y="114087"/>
                </a:moveTo>
                <a:lnTo>
                  <a:pt x="1209337" y="114087"/>
                </a:lnTo>
                <a:lnTo>
                  <a:pt x="1209337" y="72690"/>
                </a:lnTo>
                <a:cubicBezTo>
                  <a:pt x="1209337" y="63932"/>
                  <a:pt x="1208879" y="58267"/>
                  <a:pt x="1207961" y="55696"/>
                </a:cubicBezTo>
                <a:cubicBezTo>
                  <a:pt x="1207044" y="53124"/>
                  <a:pt x="1205552" y="51126"/>
                  <a:pt x="1203488" y="49700"/>
                </a:cubicBezTo>
                <a:cubicBezTo>
                  <a:pt x="1201423" y="48274"/>
                  <a:pt x="1198938" y="47562"/>
                  <a:pt x="1196032" y="47562"/>
                </a:cubicBezTo>
                <a:cubicBezTo>
                  <a:pt x="1192311" y="47562"/>
                  <a:pt x="1188972" y="48580"/>
                  <a:pt x="1186015" y="50618"/>
                </a:cubicBezTo>
                <a:cubicBezTo>
                  <a:pt x="1183059" y="52654"/>
                  <a:pt x="1181032" y="55352"/>
                  <a:pt x="1179936" y="58714"/>
                </a:cubicBezTo>
                <a:cubicBezTo>
                  <a:pt x="1178840" y="62073"/>
                  <a:pt x="1178292" y="68285"/>
                  <a:pt x="1178292" y="77350"/>
                </a:cubicBezTo>
                <a:lnTo>
                  <a:pt x="1178292" y="114087"/>
                </a:lnTo>
                <a:lnTo>
                  <a:pt x="1156806" y="114087"/>
                </a:lnTo>
                <a:lnTo>
                  <a:pt x="1156806" y="32880"/>
                </a:lnTo>
                <a:lnTo>
                  <a:pt x="1176763" y="32880"/>
                </a:lnTo>
                <a:lnTo>
                  <a:pt x="1176763" y="44809"/>
                </a:lnTo>
                <a:cubicBezTo>
                  <a:pt x="1183849" y="35633"/>
                  <a:pt x="1192770" y="31045"/>
                  <a:pt x="1203526" y="31045"/>
                </a:cubicBezTo>
                <a:cubicBezTo>
                  <a:pt x="1208267" y="31045"/>
                  <a:pt x="1212600" y="31899"/>
                  <a:pt x="1216525" y="33607"/>
                </a:cubicBezTo>
                <a:cubicBezTo>
                  <a:pt x="1220450" y="35314"/>
                  <a:pt x="1223420" y="37494"/>
                  <a:pt x="1225434" y="40144"/>
                </a:cubicBezTo>
                <a:cubicBezTo>
                  <a:pt x="1227447" y="42795"/>
                  <a:pt x="1228849" y="45803"/>
                  <a:pt x="1229639" y="49167"/>
                </a:cubicBezTo>
                <a:cubicBezTo>
                  <a:pt x="1230429" y="52532"/>
                  <a:pt x="1230824" y="57349"/>
                  <a:pt x="1230824" y="63619"/>
                </a:cubicBezTo>
                <a:lnTo>
                  <a:pt x="1230824" y="1140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684A83-0A4C-46BD-A34C-CA57BD10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753" y="1702070"/>
            <a:ext cx="104401" cy="246613"/>
          </a:xfrm>
          <a:custGeom xmlns:a="http://schemas.openxmlformats.org/drawingml/2006/main">
            <a:pathLst>
              <a:path w="104401" h="246613">
                <a:moveTo>
                  <a:pt x="69601" y="0"/>
                </a:moveTo>
                <a:lnTo>
                  <a:pt x="34800" y="0"/>
                </a:lnTo>
                <a:lnTo>
                  <a:pt x="34800" y="177012"/>
                </a:lnTo>
                <a:lnTo>
                  <a:pt x="0" y="177012"/>
                </a:lnTo>
                <a:lnTo>
                  <a:pt x="52201" y="246613"/>
                </a:lnTo>
                <a:lnTo>
                  <a:pt x="104401" y="177012"/>
                </a:lnTo>
                <a:lnTo>
                  <a:pt x="69601" y="177012"/>
                </a:lnTo>
                <a:lnTo>
                  <a:pt x="6960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30cabe53f4781"/>
          <a:stretch xmlns:a="http://schemas.openxmlformats.org/drawingml/2006/main"/>
        </p:blipFill>
        <p:spPr>
          <a:xfrm xmlns:a="http://schemas.openxmlformats.org/drawingml/2006/main">
            <a:off x="1245980" y="2915094"/>
            <a:ext cx="10057996" cy="557386"/>
          </a:xfrm>
          <a:prstGeom xmlns:a="http://schemas.openxmlformats.org/drawingml/2006/main" prst="rect">
            <a:avLst/>
          </a:prstGeom>
        </p:spPr>
      </p:pic>
      <p:sp>
        <p:nvSpPr>
          <p:cNvPr id="67" name="Text Logical">
            <a:extLst xmlns:a="http://schemas.openxmlformats.org/drawingml/2006/main">
              <a:ext uri="{FF2B5EF4-FFF2-40B4-BE49-F238E27FC236}">
                <a16:creationId xmlns:a16="http://schemas.microsoft.com/office/drawing/2014/main" id="{CBE40B79-6027-46FB-9957-E9FEFFA3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8152" y="3102874"/>
            <a:ext cx="701016" cy="193509"/>
          </a:xfrm>
          <a:custGeom xmlns:a="http://schemas.openxmlformats.org/drawingml/2006/main">
            <a:pathLst>
              <a:path w="701016" h="193509">
                <a:moveTo>
                  <a:pt x="0" y="149465"/>
                </a:moveTo>
                <a:lnTo>
                  <a:pt x="0" y="1223"/>
                </a:lnTo>
                <a:lnTo>
                  <a:pt x="30178" y="1223"/>
                </a:lnTo>
                <a:lnTo>
                  <a:pt x="30178" y="124180"/>
                </a:lnTo>
                <a:lnTo>
                  <a:pt x="105217" y="124180"/>
                </a:lnTo>
                <a:lnTo>
                  <a:pt x="105217" y="149465"/>
                </a:lnTo>
                <a:lnTo>
                  <a:pt x="0" y="149465"/>
                </a:lnTo>
                <a:close/>
                <a:moveTo>
                  <a:pt x="120244" y="93798"/>
                </a:moveTo>
                <a:cubicBezTo>
                  <a:pt x="120244" y="84282"/>
                  <a:pt x="122589" y="75072"/>
                  <a:pt x="127279" y="66168"/>
                </a:cubicBezTo>
                <a:cubicBezTo>
                  <a:pt x="131969" y="57264"/>
                  <a:pt x="138613" y="50467"/>
                  <a:pt x="147211" y="45777"/>
                </a:cubicBezTo>
                <a:cubicBezTo>
                  <a:pt x="155809" y="41088"/>
                  <a:pt x="165410" y="38743"/>
                  <a:pt x="176013" y="38743"/>
                </a:cubicBezTo>
                <a:cubicBezTo>
                  <a:pt x="192394" y="38743"/>
                  <a:pt x="205818" y="44061"/>
                  <a:pt x="216285" y="54698"/>
                </a:cubicBezTo>
                <a:cubicBezTo>
                  <a:pt x="226752" y="65336"/>
                  <a:pt x="231986" y="78777"/>
                  <a:pt x="231986" y="95021"/>
                </a:cubicBezTo>
                <a:cubicBezTo>
                  <a:pt x="231986" y="111402"/>
                  <a:pt x="226701" y="124979"/>
                  <a:pt x="216132" y="135752"/>
                </a:cubicBezTo>
                <a:cubicBezTo>
                  <a:pt x="205563" y="146525"/>
                  <a:pt x="192258" y="151912"/>
                  <a:pt x="176217" y="151912"/>
                </a:cubicBezTo>
                <a:cubicBezTo>
                  <a:pt x="166294" y="151912"/>
                  <a:pt x="156829" y="149669"/>
                  <a:pt x="147823" y="145183"/>
                </a:cubicBezTo>
                <a:cubicBezTo>
                  <a:pt x="138817" y="140697"/>
                  <a:pt x="131969" y="134121"/>
                  <a:pt x="127279" y="125455"/>
                </a:cubicBezTo>
                <a:cubicBezTo>
                  <a:pt x="122589" y="116788"/>
                  <a:pt x="120244" y="106236"/>
                  <a:pt x="120244" y="93798"/>
                </a:cubicBezTo>
                <a:moveTo>
                  <a:pt x="149607" y="95327"/>
                </a:moveTo>
                <a:cubicBezTo>
                  <a:pt x="149607" y="106032"/>
                  <a:pt x="152156" y="114231"/>
                  <a:pt x="157254" y="119924"/>
                </a:cubicBezTo>
                <a:cubicBezTo>
                  <a:pt x="162351" y="125616"/>
                  <a:pt x="168639" y="128462"/>
                  <a:pt x="176115" y="128462"/>
                </a:cubicBezTo>
                <a:cubicBezTo>
                  <a:pt x="183592" y="128462"/>
                  <a:pt x="189862" y="125616"/>
                  <a:pt x="194926" y="119924"/>
                </a:cubicBezTo>
                <a:cubicBezTo>
                  <a:pt x="199989" y="114231"/>
                  <a:pt x="202521" y="105964"/>
                  <a:pt x="202521" y="95123"/>
                </a:cubicBezTo>
                <a:cubicBezTo>
                  <a:pt x="202521" y="84554"/>
                  <a:pt x="199989" y="76423"/>
                  <a:pt x="194926" y="70731"/>
                </a:cubicBezTo>
                <a:cubicBezTo>
                  <a:pt x="189862" y="65038"/>
                  <a:pt x="183592" y="62192"/>
                  <a:pt x="176115" y="62192"/>
                </a:cubicBezTo>
                <a:cubicBezTo>
                  <a:pt x="168639" y="62192"/>
                  <a:pt x="162351" y="65038"/>
                  <a:pt x="157254" y="70731"/>
                </a:cubicBezTo>
                <a:cubicBezTo>
                  <a:pt x="152156" y="76423"/>
                  <a:pt x="149607" y="84622"/>
                  <a:pt x="149607" y="95327"/>
                </a:cubicBezTo>
                <a:close/>
                <a:moveTo>
                  <a:pt x="252112" y="156398"/>
                </a:moveTo>
                <a:lnTo>
                  <a:pt x="284839" y="160476"/>
                </a:lnTo>
                <a:cubicBezTo>
                  <a:pt x="285383" y="164318"/>
                  <a:pt x="286640" y="166959"/>
                  <a:pt x="288611" y="168400"/>
                </a:cubicBezTo>
                <a:cubicBezTo>
                  <a:pt x="291330" y="170458"/>
                  <a:pt x="295612" y="171487"/>
                  <a:pt x="301458" y="171487"/>
                </a:cubicBezTo>
                <a:cubicBezTo>
                  <a:pt x="308934" y="171487"/>
                  <a:pt x="314542" y="170357"/>
                  <a:pt x="318280" y="168097"/>
                </a:cubicBezTo>
                <a:cubicBezTo>
                  <a:pt x="320795" y="166591"/>
                  <a:pt x="322698" y="164161"/>
                  <a:pt x="323990" y="160807"/>
                </a:cubicBezTo>
                <a:cubicBezTo>
                  <a:pt x="324873" y="158411"/>
                  <a:pt x="325315" y="153996"/>
                  <a:pt x="325315" y="147563"/>
                </a:cubicBezTo>
                <a:lnTo>
                  <a:pt x="325315" y="131645"/>
                </a:lnTo>
                <a:cubicBezTo>
                  <a:pt x="316751" y="143525"/>
                  <a:pt x="305944" y="149465"/>
                  <a:pt x="292894" y="149465"/>
                </a:cubicBezTo>
                <a:cubicBezTo>
                  <a:pt x="278348" y="149465"/>
                  <a:pt x="266827" y="143314"/>
                  <a:pt x="258331" y="131011"/>
                </a:cubicBezTo>
                <a:cubicBezTo>
                  <a:pt x="251670" y="121291"/>
                  <a:pt x="248340" y="109193"/>
                  <a:pt x="248340" y="94715"/>
                </a:cubicBezTo>
                <a:cubicBezTo>
                  <a:pt x="248340" y="76568"/>
                  <a:pt x="252707" y="62702"/>
                  <a:pt x="261441" y="53118"/>
                </a:cubicBezTo>
                <a:cubicBezTo>
                  <a:pt x="270175" y="43534"/>
                  <a:pt x="281033" y="38743"/>
                  <a:pt x="294015" y="38743"/>
                </a:cubicBezTo>
                <a:cubicBezTo>
                  <a:pt x="307405" y="38743"/>
                  <a:pt x="318450" y="44650"/>
                  <a:pt x="327150" y="56463"/>
                </a:cubicBezTo>
                <a:lnTo>
                  <a:pt x="327150" y="41189"/>
                </a:lnTo>
                <a:lnTo>
                  <a:pt x="353964" y="41189"/>
                </a:lnTo>
                <a:lnTo>
                  <a:pt x="353964" y="138415"/>
                </a:lnTo>
                <a:cubicBezTo>
                  <a:pt x="353964" y="151202"/>
                  <a:pt x="352911" y="160758"/>
                  <a:pt x="350804" y="167084"/>
                </a:cubicBezTo>
                <a:cubicBezTo>
                  <a:pt x="348696" y="173409"/>
                  <a:pt x="345740" y="178374"/>
                  <a:pt x="341934" y="181979"/>
                </a:cubicBezTo>
                <a:cubicBezTo>
                  <a:pt x="338127" y="185585"/>
                  <a:pt x="333047" y="188408"/>
                  <a:pt x="326691" y="190447"/>
                </a:cubicBezTo>
                <a:cubicBezTo>
                  <a:pt x="320336" y="192488"/>
                  <a:pt x="312299" y="193509"/>
                  <a:pt x="302579" y="193509"/>
                </a:cubicBezTo>
                <a:cubicBezTo>
                  <a:pt x="284227" y="193509"/>
                  <a:pt x="271211" y="190339"/>
                  <a:pt x="263531" y="183999"/>
                </a:cubicBezTo>
                <a:cubicBezTo>
                  <a:pt x="255850" y="177660"/>
                  <a:pt x="252010" y="169625"/>
                  <a:pt x="252010" y="159893"/>
                </a:cubicBezTo>
                <a:cubicBezTo>
                  <a:pt x="252010" y="158933"/>
                  <a:pt x="252044" y="157768"/>
                  <a:pt x="252112" y="156398"/>
                </a:cubicBezTo>
                <a:moveTo>
                  <a:pt x="277702" y="93084"/>
                </a:moveTo>
                <a:cubicBezTo>
                  <a:pt x="277702" y="104537"/>
                  <a:pt x="279928" y="112923"/>
                  <a:pt x="284380" y="118241"/>
                </a:cubicBezTo>
                <a:cubicBezTo>
                  <a:pt x="288832" y="123560"/>
                  <a:pt x="294321" y="126219"/>
                  <a:pt x="300846" y="126219"/>
                </a:cubicBezTo>
                <a:cubicBezTo>
                  <a:pt x="307847" y="126219"/>
                  <a:pt x="313760" y="123492"/>
                  <a:pt x="318586" y="118037"/>
                </a:cubicBezTo>
                <a:cubicBezTo>
                  <a:pt x="323412" y="112583"/>
                  <a:pt x="325825" y="104503"/>
                  <a:pt x="325825" y="93798"/>
                </a:cubicBezTo>
                <a:cubicBezTo>
                  <a:pt x="325825" y="82617"/>
                  <a:pt x="323514" y="74316"/>
                  <a:pt x="318892" y="68896"/>
                </a:cubicBezTo>
                <a:cubicBezTo>
                  <a:pt x="314270" y="63475"/>
                  <a:pt x="308425" y="60765"/>
                  <a:pt x="301356" y="60765"/>
                </a:cubicBezTo>
                <a:cubicBezTo>
                  <a:pt x="294491" y="60765"/>
                  <a:pt x="288832" y="63424"/>
                  <a:pt x="284380" y="68743"/>
                </a:cubicBezTo>
                <a:cubicBezTo>
                  <a:pt x="279928" y="74061"/>
                  <a:pt x="277702" y="82175"/>
                  <a:pt x="277702" y="93084"/>
                </a:cubicBezTo>
                <a:close/>
                <a:moveTo>
                  <a:pt x="382654" y="26508"/>
                </a:moveTo>
                <a:lnTo>
                  <a:pt x="382654" y="0"/>
                </a:lnTo>
                <a:lnTo>
                  <a:pt x="411304" y="0"/>
                </a:lnTo>
                <a:lnTo>
                  <a:pt x="411304" y="26508"/>
                </a:lnTo>
                <a:lnTo>
                  <a:pt x="382654" y="26508"/>
                </a:lnTo>
                <a:moveTo>
                  <a:pt x="382654" y="149465"/>
                </a:moveTo>
                <a:lnTo>
                  <a:pt x="382654" y="41189"/>
                </a:lnTo>
                <a:lnTo>
                  <a:pt x="411304" y="41189"/>
                </a:lnTo>
                <a:lnTo>
                  <a:pt x="411304" y="149465"/>
                </a:lnTo>
                <a:lnTo>
                  <a:pt x="382654" y="149465"/>
                </a:lnTo>
                <a:close/>
                <a:moveTo>
                  <a:pt x="535355" y="73203"/>
                </a:moveTo>
                <a:lnTo>
                  <a:pt x="507113" y="78301"/>
                </a:lnTo>
                <a:cubicBezTo>
                  <a:pt x="506162" y="72693"/>
                  <a:pt x="504004" y="68471"/>
                  <a:pt x="500639" y="65633"/>
                </a:cubicBezTo>
                <a:cubicBezTo>
                  <a:pt x="497275" y="62795"/>
                  <a:pt x="492908" y="61376"/>
                  <a:pt x="487538" y="61376"/>
                </a:cubicBezTo>
                <a:cubicBezTo>
                  <a:pt x="480401" y="61376"/>
                  <a:pt x="474709" y="63833"/>
                  <a:pt x="470461" y="68746"/>
                </a:cubicBezTo>
                <a:cubicBezTo>
                  <a:pt x="466213" y="73659"/>
                  <a:pt x="464089" y="81874"/>
                  <a:pt x="464089" y="93393"/>
                </a:cubicBezTo>
                <a:cubicBezTo>
                  <a:pt x="464089" y="106201"/>
                  <a:pt x="466247" y="115249"/>
                  <a:pt x="470563" y="120535"/>
                </a:cubicBezTo>
                <a:cubicBezTo>
                  <a:pt x="474879" y="125820"/>
                  <a:pt x="480673" y="128462"/>
                  <a:pt x="487946" y="128462"/>
                </a:cubicBezTo>
                <a:cubicBezTo>
                  <a:pt x="493384" y="128462"/>
                  <a:pt x="497836" y="126916"/>
                  <a:pt x="501302" y="123823"/>
                </a:cubicBezTo>
                <a:cubicBezTo>
                  <a:pt x="504768" y="120731"/>
                  <a:pt x="507215" y="115412"/>
                  <a:pt x="508643" y="107867"/>
                </a:cubicBezTo>
                <a:lnTo>
                  <a:pt x="536782" y="112761"/>
                </a:lnTo>
                <a:cubicBezTo>
                  <a:pt x="533859" y="125675"/>
                  <a:pt x="528252" y="135429"/>
                  <a:pt x="519960" y="142022"/>
                </a:cubicBezTo>
                <a:cubicBezTo>
                  <a:pt x="511667" y="148615"/>
                  <a:pt x="500554" y="151912"/>
                  <a:pt x="486621" y="151912"/>
                </a:cubicBezTo>
                <a:cubicBezTo>
                  <a:pt x="470784" y="151912"/>
                  <a:pt x="458158" y="146916"/>
                  <a:pt x="448745" y="136924"/>
                </a:cubicBezTo>
                <a:cubicBezTo>
                  <a:pt x="439331" y="126933"/>
                  <a:pt x="434624" y="113101"/>
                  <a:pt x="434624" y="95429"/>
                </a:cubicBezTo>
                <a:cubicBezTo>
                  <a:pt x="434624" y="77553"/>
                  <a:pt x="439348" y="63636"/>
                  <a:pt x="448796" y="53679"/>
                </a:cubicBezTo>
                <a:cubicBezTo>
                  <a:pt x="458243" y="43721"/>
                  <a:pt x="471022" y="38743"/>
                  <a:pt x="487130" y="38743"/>
                </a:cubicBezTo>
                <a:cubicBezTo>
                  <a:pt x="500316" y="38743"/>
                  <a:pt x="510801" y="41580"/>
                  <a:pt x="518583" y="47256"/>
                </a:cubicBezTo>
                <a:cubicBezTo>
                  <a:pt x="526366" y="52931"/>
                  <a:pt x="531956" y="61580"/>
                  <a:pt x="535355" y="73203"/>
                </a:cubicBezTo>
                <a:close/>
                <a:moveTo>
                  <a:pt x="578066" y="74630"/>
                </a:moveTo>
                <a:lnTo>
                  <a:pt x="552068" y="69941"/>
                </a:lnTo>
                <a:cubicBezTo>
                  <a:pt x="554991" y="59335"/>
                  <a:pt x="560020" y="51485"/>
                  <a:pt x="567157" y="46389"/>
                </a:cubicBezTo>
                <a:cubicBezTo>
                  <a:pt x="574294" y="41291"/>
                  <a:pt x="584897" y="38743"/>
                  <a:pt x="598967" y="38743"/>
                </a:cubicBezTo>
                <a:cubicBezTo>
                  <a:pt x="611745" y="38743"/>
                  <a:pt x="621261" y="40255"/>
                  <a:pt x="627514" y="43280"/>
                </a:cubicBezTo>
                <a:cubicBezTo>
                  <a:pt x="633767" y="46304"/>
                  <a:pt x="638168" y="50144"/>
                  <a:pt x="640717" y="54800"/>
                </a:cubicBezTo>
                <a:cubicBezTo>
                  <a:pt x="643266" y="59456"/>
                  <a:pt x="644540" y="68003"/>
                  <a:pt x="644540" y="80442"/>
                </a:cubicBezTo>
                <a:lnTo>
                  <a:pt x="644234" y="113883"/>
                </a:lnTo>
                <a:cubicBezTo>
                  <a:pt x="644234" y="123399"/>
                  <a:pt x="644693" y="130416"/>
                  <a:pt x="645611" y="134936"/>
                </a:cubicBezTo>
                <a:cubicBezTo>
                  <a:pt x="646528" y="139456"/>
                  <a:pt x="648245" y="144299"/>
                  <a:pt x="650760" y="149465"/>
                </a:cubicBezTo>
                <a:lnTo>
                  <a:pt x="622416" y="149465"/>
                </a:lnTo>
                <a:cubicBezTo>
                  <a:pt x="621669" y="147562"/>
                  <a:pt x="620751" y="144741"/>
                  <a:pt x="619664" y="141003"/>
                </a:cubicBezTo>
                <a:cubicBezTo>
                  <a:pt x="619188" y="139303"/>
                  <a:pt x="618848" y="138182"/>
                  <a:pt x="618644" y="137638"/>
                </a:cubicBezTo>
                <a:cubicBezTo>
                  <a:pt x="613750" y="142396"/>
                  <a:pt x="608517" y="145964"/>
                  <a:pt x="602943" y="148343"/>
                </a:cubicBezTo>
                <a:cubicBezTo>
                  <a:pt x="597370" y="150722"/>
                  <a:pt x="591422" y="151912"/>
                  <a:pt x="585101" y="151912"/>
                </a:cubicBezTo>
                <a:cubicBezTo>
                  <a:pt x="573954" y="151912"/>
                  <a:pt x="565169" y="148900"/>
                  <a:pt x="558746" y="142876"/>
                </a:cubicBezTo>
                <a:cubicBezTo>
                  <a:pt x="552323" y="136852"/>
                  <a:pt x="549111" y="129238"/>
                  <a:pt x="549111" y="120032"/>
                </a:cubicBezTo>
                <a:cubicBezTo>
                  <a:pt x="549111" y="113940"/>
                  <a:pt x="550573" y="108509"/>
                  <a:pt x="553495" y="103738"/>
                </a:cubicBezTo>
                <a:cubicBezTo>
                  <a:pt x="556418" y="98966"/>
                  <a:pt x="560513" y="95310"/>
                  <a:pt x="565781" y="92772"/>
                </a:cubicBezTo>
                <a:cubicBezTo>
                  <a:pt x="571048" y="90234"/>
                  <a:pt x="578644" y="88017"/>
                  <a:pt x="588568" y="86123"/>
                </a:cubicBezTo>
                <a:cubicBezTo>
                  <a:pt x="601957" y="83618"/>
                  <a:pt x="611235" y="81283"/>
                  <a:pt x="616401" y="79116"/>
                </a:cubicBezTo>
                <a:lnTo>
                  <a:pt x="616401" y="76230"/>
                </a:lnTo>
                <a:cubicBezTo>
                  <a:pt x="616401" y="70663"/>
                  <a:pt x="615042" y="66694"/>
                  <a:pt x="612323" y="64324"/>
                </a:cubicBezTo>
                <a:cubicBezTo>
                  <a:pt x="609604" y="61951"/>
                  <a:pt x="604472" y="60765"/>
                  <a:pt x="596928" y="60765"/>
                </a:cubicBezTo>
                <a:cubicBezTo>
                  <a:pt x="591830" y="60765"/>
                  <a:pt x="587854" y="61791"/>
                  <a:pt x="584999" y="63842"/>
                </a:cubicBezTo>
                <a:cubicBezTo>
                  <a:pt x="582144" y="65892"/>
                  <a:pt x="579833" y="69488"/>
                  <a:pt x="578066" y="74630"/>
                </a:cubicBezTo>
                <a:moveTo>
                  <a:pt x="616401" y="97876"/>
                </a:moveTo>
                <a:cubicBezTo>
                  <a:pt x="612731" y="99085"/>
                  <a:pt x="606919" y="100529"/>
                  <a:pt x="598967" y="102209"/>
                </a:cubicBezTo>
                <a:cubicBezTo>
                  <a:pt x="591014" y="103887"/>
                  <a:pt x="585815" y="105532"/>
                  <a:pt x="583368" y="107144"/>
                </a:cubicBezTo>
                <a:cubicBezTo>
                  <a:pt x="579630" y="109763"/>
                  <a:pt x="577760" y="113087"/>
                  <a:pt x="577760" y="117117"/>
                </a:cubicBezTo>
                <a:cubicBezTo>
                  <a:pt x="577760" y="121080"/>
                  <a:pt x="579256" y="124506"/>
                  <a:pt x="582246" y="127395"/>
                </a:cubicBezTo>
                <a:cubicBezTo>
                  <a:pt x="585237" y="130281"/>
                  <a:pt x="589043" y="131725"/>
                  <a:pt x="593665" y="131725"/>
                </a:cubicBezTo>
                <a:cubicBezTo>
                  <a:pt x="598831" y="131725"/>
                  <a:pt x="603759" y="130046"/>
                  <a:pt x="608449" y="126688"/>
                </a:cubicBezTo>
                <a:cubicBezTo>
                  <a:pt x="611915" y="124137"/>
                  <a:pt x="614192" y="121013"/>
                  <a:pt x="615280" y="117317"/>
                </a:cubicBezTo>
                <a:cubicBezTo>
                  <a:pt x="616027" y="114900"/>
                  <a:pt x="616401" y="110301"/>
                  <a:pt x="616401" y="103519"/>
                </a:cubicBezTo>
                <a:lnTo>
                  <a:pt x="616401" y="97876"/>
                </a:lnTo>
                <a:close/>
                <a:moveTo>
                  <a:pt x="672367" y="149465"/>
                </a:moveTo>
                <a:lnTo>
                  <a:pt x="672367" y="0"/>
                </a:lnTo>
                <a:lnTo>
                  <a:pt x="701016" y="0"/>
                </a:lnTo>
                <a:lnTo>
                  <a:pt x="701016" y="149465"/>
                </a:lnTo>
                <a:lnTo>
                  <a:pt x="672367" y="149465"/>
                </a:lnTo>
                <a:close/>
              </a:path>
            </a:pathLst>
          </a:custGeom>
          <a:solidFill xmlns:a="http://schemas.openxmlformats.org/drawingml/2006/main">
            <a:srgbClr val="2F55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Concrete">
            <a:extLst xmlns:a="http://schemas.openxmlformats.org/drawingml/2006/main">
              <a:ext uri="{FF2B5EF4-FFF2-40B4-BE49-F238E27FC236}">
                <a16:creationId xmlns:a16="http://schemas.microsoft.com/office/drawing/2014/main" id="{3884A569-0853-432A-A6C3-F5506C1C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426" y="3108854"/>
            <a:ext cx="886513" cy="154766"/>
          </a:xfrm>
          <a:custGeom xmlns:a="http://schemas.openxmlformats.org/drawingml/2006/main">
            <a:pathLst>
              <a:path w="886513" h="154766">
                <a:moveTo>
                  <a:pt x="100935" y="97060"/>
                </a:moveTo>
                <a:lnTo>
                  <a:pt x="130195" y="106236"/>
                </a:lnTo>
                <a:cubicBezTo>
                  <a:pt x="125709" y="122653"/>
                  <a:pt x="118250" y="134846"/>
                  <a:pt x="107817" y="142815"/>
                </a:cubicBezTo>
                <a:cubicBezTo>
                  <a:pt x="97383" y="150783"/>
                  <a:pt x="84146" y="154766"/>
                  <a:pt x="68105" y="154766"/>
                </a:cubicBezTo>
                <a:cubicBezTo>
                  <a:pt x="48258" y="154766"/>
                  <a:pt x="31946" y="147978"/>
                  <a:pt x="19167" y="134401"/>
                </a:cubicBezTo>
                <a:cubicBezTo>
                  <a:pt x="6389" y="120822"/>
                  <a:pt x="0" y="102259"/>
                  <a:pt x="0" y="78712"/>
                </a:cubicBezTo>
                <a:cubicBezTo>
                  <a:pt x="0" y="53801"/>
                  <a:pt x="6423" y="34455"/>
                  <a:pt x="19269" y="20674"/>
                </a:cubicBezTo>
                <a:cubicBezTo>
                  <a:pt x="32116" y="6891"/>
                  <a:pt x="49006" y="0"/>
                  <a:pt x="69941" y="0"/>
                </a:cubicBezTo>
                <a:cubicBezTo>
                  <a:pt x="88224" y="0"/>
                  <a:pt x="103076" y="5416"/>
                  <a:pt x="114495" y="16249"/>
                </a:cubicBezTo>
                <a:cubicBezTo>
                  <a:pt x="121291" y="22653"/>
                  <a:pt x="126389" y="31850"/>
                  <a:pt x="129788" y="43840"/>
                </a:cubicBezTo>
                <a:lnTo>
                  <a:pt x="99915" y="50977"/>
                </a:lnTo>
                <a:cubicBezTo>
                  <a:pt x="98148" y="43229"/>
                  <a:pt x="94461" y="37111"/>
                  <a:pt x="88853" y="32625"/>
                </a:cubicBezTo>
                <a:cubicBezTo>
                  <a:pt x="83246" y="28139"/>
                  <a:pt x="76432" y="25896"/>
                  <a:pt x="68411" y="25896"/>
                </a:cubicBezTo>
                <a:cubicBezTo>
                  <a:pt x="57332" y="25896"/>
                  <a:pt x="48343" y="29873"/>
                  <a:pt x="41444" y="37825"/>
                </a:cubicBezTo>
                <a:cubicBezTo>
                  <a:pt x="34545" y="45777"/>
                  <a:pt x="31096" y="58658"/>
                  <a:pt x="31096" y="76466"/>
                </a:cubicBezTo>
                <a:cubicBezTo>
                  <a:pt x="31096" y="95361"/>
                  <a:pt x="34494" y="108819"/>
                  <a:pt x="41291" y="116839"/>
                </a:cubicBezTo>
                <a:cubicBezTo>
                  <a:pt x="48088" y="124860"/>
                  <a:pt x="56924" y="128870"/>
                  <a:pt x="67800" y="128870"/>
                </a:cubicBezTo>
                <a:cubicBezTo>
                  <a:pt x="75820" y="128870"/>
                  <a:pt x="82719" y="126314"/>
                  <a:pt x="88496" y="121201"/>
                </a:cubicBezTo>
                <a:cubicBezTo>
                  <a:pt x="94274" y="116086"/>
                  <a:pt x="98420" y="108040"/>
                  <a:pt x="100935" y="97060"/>
                </a:cubicBezTo>
                <a:close/>
                <a:moveTo>
                  <a:pt x="148982" y="96449"/>
                </a:moveTo>
                <a:cubicBezTo>
                  <a:pt x="148982" y="86933"/>
                  <a:pt x="151327" y="77723"/>
                  <a:pt x="156017" y="68819"/>
                </a:cubicBezTo>
                <a:cubicBezTo>
                  <a:pt x="160707" y="59915"/>
                  <a:pt x="167351" y="53118"/>
                  <a:pt x="175949" y="48428"/>
                </a:cubicBezTo>
                <a:cubicBezTo>
                  <a:pt x="184547" y="43738"/>
                  <a:pt x="194148" y="41393"/>
                  <a:pt x="204751" y="41393"/>
                </a:cubicBezTo>
                <a:cubicBezTo>
                  <a:pt x="221132" y="41393"/>
                  <a:pt x="234556" y="46712"/>
                  <a:pt x="245023" y="57349"/>
                </a:cubicBezTo>
                <a:cubicBezTo>
                  <a:pt x="255490" y="67986"/>
                  <a:pt x="260724" y="81427"/>
                  <a:pt x="260724" y="97672"/>
                </a:cubicBezTo>
                <a:cubicBezTo>
                  <a:pt x="260724" y="114053"/>
                  <a:pt x="255439" y="127630"/>
                  <a:pt x="244870" y="138403"/>
                </a:cubicBezTo>
                <a:cubicBezTo>
                  <a:pt x="234301" y="149176"/>
                  <a:pt x="220996" y="154562"/>
                  <a:pt x="204955" y="154562"/>
                </a:cubicBezTo>
                <a:cubicBezTo>
                  <a:pt x="195031" y="154562"/>
                  <a:pt x="185567" y="152319"/>
                  <a:pt x="176561" y="147834"/>
                </a:cubicBezTo>
                <a:cubicBezTo>
                  <a:pt x="167555" y="143348"/>
                  <a:pt x="160707" y="136771"/>
                  <a:pt x="156017" y="128105"/>
                </a:cubicBezTo>
                <a:cubicBezTo>
                  <a:pt x="151327" y="119439"/>
                  <a:pt x="148982" y="108887"/>
                  <a:pt x="148982" y="96449"/>
                </a:cubicBezTo>
                <a:moveTo>
                  <a:pt x="178345" y="97978"/>
                </a:moveTo>
                <a:cubicBezTo>
                  <a:pt x="178345" y="108683"/>
                  <a:pt x="180894" y="116882"/>
                  <a:pt x="185991" y="122574"/>
                </a:cubicBezTo>
                <a:cubicBezTo>
                  <a:pt x="191089" y="128267"/>
                  <a:pt x="197376" y="131113"/>
                  <a:pt x="204853" y="131113"/>
                </a:cubicBezTo>
                <a:cubicBezTo>
                  <a:pt x="212330" y="131113"/>
                  <a:pt x="218600" y="128267"/>
                  <a:pt x="223663" y="122574"/>
                </a:cubicBezTo>
                <a:cubicBezTo>
                  <a:pt x="228727" y="116882"/>
                  <a:pt x="231259" y="108615"/>
                  <a:pt x="231259" y="97774"/>
                </a:cubicBezTo>
                <a:cubicBezTo>
                  <a:pt x="231259" y="87205"/>
                  <a:pt x="228727" y="79074"/>
                  <a:pt x="223663" y="73381"/>
                </a:cubicBezTo>
                <a:cubicBezTo>
                  <a:pt x="218600" y="67689"/>
                  <a:pt x="212330" y="64843"/>
                  <a:pt x="204853" y="64843"/>
                </a:cubicBezTo>
                <a:cubicBezTo>
                  <a:pt x="197376" y="64843"/>
                  <a:pt x="191089" y="67689"/>
                  <a:pt x="185991" y="73381"/>
                </a:cubicBezTo>
                <a:cubicBezTo>
                  <a:pt x="180894" y="79074"/>
                  <a:pt x="178345" y="87273"/>
                  <a:pt x="178345" y="97978"/>
                </a:cubicBezTo>
                <a:close/>
                <a:moveTo>
                  <a:pt x="381987" y="152116"/>
                </a:moveTo>
                <a:lnTo>
                  <a:pt x="353338" y="152116"/>
                </a:lnTo>
                <a:lnTo>
                  <a:pt x="353338" y="96920"/>
                </a:lnTo>
                <a:cubicBezTo>
                  <a:pt x="353338" y="85242"/>
                  <a:pt x="352727" y="77689"/>
                  <a:pt x="351503" y="74261"/>
                </a:cubicBezTo>
                <a:cubicBezTo>
                  <a:pt x="350280" y="70833"/>
                  <a:pt x="348292" y="68168"/>
                  <a:pt x="345539" y="66267"/>
                </a:cubicBezTo>
                <a:cubicBezTo>
                  <a:pt x="342786" y="64366"/>
                  <a:pt x="339472" y="63415"/>
                  <a:pt x="335598" y="63415"/>
                </a:cubicBezTo>
                <a:cubicBezTo>
                  <a:pt x="330636" y="63415"/>
                  <a:pt x="326184" y="64774"/>
                  <a:pt x="322242" y="67490"/>
                </a:cubicBezTo>
                <a:cubicBezTo>
                  <a:pt x="318300" y="70205"/>
                  <a:pt x="315598" y="73803"/>
                  <a:pt x="314137" y="78285"/>
                </a:cubicBezTo>
                <a:cubicBezTo>
                  <a:pt x="312676" y="82764"/>
                  <a:pt x="311945" y="91047"/>
                  <a:pt x="311945" y="103133"/>
                </a:cubicBezTo>
                <a:lnTo>
                  <a:pt x="311945" y="152116"/>
                </a:lnTo>
                <a:lnTo>
                  <a:pt x="283296" y="152116"/>
                </a:lnTo>
                <a:lnTo>
                  <a:pt x="283296" y="43840"/>
                </a:lnTo>
                <a:lnTo>
                  <a:pt x="309906" y="43840"/>
                </a:lnTo>
                <a:lnTo>
                  <a:pt x="309906" y="59745"/>
                </a:lnTo>
                <a:cubicBezTo>
                  <a:pt x="319354" y="47511"/>
                  <a:pt x="331248" y="41393"/>
                  <a:pt x="345590" y="41393"/>
                </a:cubicBezTo>
                <a:cubicBezTo>
                  <a:pt x="351911" y="41393"/>
                  <a:pt x="357688" y="42532"/>
                  <a:pt x="362922" y="44809"/>
                </a:cubicBezTo>
                <a:cubicBezTo>
                  <a:pt x="368156" y="47086"/>
                  <a:pt x="372115" y="49992"/>
                  <a:pt x="374800" y="53526"/>
                </a:cubicBezTo>
                <a:cubicBezTo>
                  <a:pt x="377484" y="57060"/>
                  <a:pt x="379354" y="61071"/>
                  <a:pt x="380407" y="65557"/>
                </a:cubicBezTo>
                <a:cubicBezTo>
                  <a:pt x="381461" y="70042"/>
                  <a:pt x="381987" y="76466"/>
                  <a:pt x="381987" y="84826"/>
                </a:cubicBezTo>
                <a:lnTo>
                  <a:pt x="381987" y="152116"/>
                </a:lnTo>
                <a:close/>
                <a:moveTo>
                  <a:pt x="505801" y="75854"/>
                </a:moveTo>
                <a:lnTo>
                  <a:pt x="477560" y="80952"/>
                </a:lnTo>
                <a:cubicBezTo>
                  <a:pt x="476608" y="75344"/>
                  <a:pt x="474450" y="71122"/>
                  <a:pt x="471086" y="68284"/>
                </a:cubicBezTo>
                <a:cubicBezTo>
                  <a:pt x="467721" y="65446"/>
                  <a:pt x="463354" y="64027"/>
                  <a:pt x="457984" y="64027"/>
                </a:cubicBezTo>
                <a:cubicBezTo>
                  <a:pt x="450848" y="64027"/>
                  <a:pt x="445155" y="66484"/>
                  <a:pt x="440907" y="71397"/>
                </a:cubicBezTo>
                <a:cubicBezTo>
                  <a:pt x="436659" y="76309"/>
                  <a:pt x="434535" y="84525"/>
                  <a:pt x="434535" y="96044"/>
                </a:cubicBezTo>
                <a:cubicBezTo>
                  <a:pt x="434535" y="108852"/>
                  <a:pt x="436693" y="117899"/>
                  <a:pt x="441009" y="123186"/>
                </a:cubicBezTo>
                <a:cubicBezTo>
                  <a:pt x="445325" y="128471"/>
                  <a:pt x="451119" y="131113"/>
                  <a:pt x="458392" y="131113"/>
                </a:cubicBezTo>
                <a:cubicBezTo>
                  <a:pt x="463830" y="131113"/>
                  <a:pt x="468282" y="129567"/>
                  <a:pt x="471748" y="126474"/>
                </a:cubicBezTo>
                <a:cubicBezTo>
                  <a:pt x="475215" y="123382"/>
                  <a:pt x="477662" y="118063"/>
                  <a:pt x="479089" y="110518"/>
                </a:cubicBezTo>
                <a:lnTo>
                  <a:pt x="507228" y="115412"/>
                </a:lnTo>
                <a:cubicBezTo>
                  <a:pt x="504306" y="128326"/>
                  <a:pt x="498698" y="138080"/>
                  <a:pt x="490406" y="144673"/>
                </a:cubicBezTo>
                <a:cubicBezTo>
                  <a:pt x="482114" y="151266"/>
                  <a:pt x="471001" y="154562"/>
                  <a:pt x="457067" y="154562"/>
                </a:cubicBezTo>
                <a:cubicBezTo>
                  <a:pt x="441230" y="154562"/>
                  <a:pt x="428605" y="149567"/>
                  <a:pt x="419191" y="139575"/>
                </a:cubicBezTo>
                <a:cubicBezTo>
                  <a:pt x="409777" y="129584"/>
                  <a:pt x="405070" y="115752"/>
                  <a:pt x="405070" y="98080"/>
                </a:cubicBezTo>
                <a:cubicBezTo>
                  <a:pt x="405070" y="80204"/>
                  <a:pt x="409794" y="66287"/>
                  <a:pt x="419242" y="56330"/>
                </a:cubicBezTo>
                <a:cubicBezTo>
                  <a:pt x="428690" y="46372"/>
                  <a:pt x="441468" y="41393"/>
                  <a:pt x="457577" y="41393"/>
                </a:cubicBezTo>
                <a:cubicBezTo>
                  <a:pt x="470763" y="41393"/>
                  <a:pt x="481247" y="44231"/>
                  <a:pt x="489029" y="49907"/>
                </a:cubicBezTo>
                <a:cubicBezTo>
                  <a:pt x="496812" y="55582"/>
                  <a:pt x="502402" y="64231"/>
                  <a:pt x="505801" y="75854"/>
                </a:cubicBezTo>
                <a:close/>
                <a:moveTo>
                  <a:pt x="554528" y="152116"/>
                </a:moveTo>
                <a:lnTo>
                  <a:pt x="525879" y="152116"/>
                </a:lnTo>
                <a:lnTo>
                  <a:pt x="525879" y="43840"/>
                </a:lnTo>
                <a:lnTo>
                  <a:pt x="552489" y="43840"/>
                </a:lnTo>
                <a:lnTo>
                  <a:pt x="552489" y="59235"/>
                </a:lnTo>
                <a:cubicBezTo>
                  <a:pt x="557043" y="51963"/>
                  <a:pt x="561138" y="47171"/>
                  <a:pt x="564774" y="44860"/>
                </a:cubicBezTo>
                <a:cubicBezTo>
                  <a:pt x="568411" y="42549"/>
                  <a:pt x="572540" y="41393"/>
                  <a:pt x="577162" y="41393"/>
                </a:cubicBezTo>
                <a:cubicBezTo>
                  <a:pt x="583687" y="41393"/>
                  <a:pt x="589974" y="43195"/>
                  <a:pt x="596023" y="46797"/>
                </a:cubicBezTo>
                <a:lnTo>
                  <a:pt x="587153" y="71776"/>
                </a:lnTo>
                <a:cubicBezTo>
                  <a:pt x="582327" y="68649"/>
                  <a:pt x="577841" y="67086"/>
                  <a:pt x="573695" y="67086"/>
                </a:cubicBezTo>
                <a:cubicBezTo>
                  <a:pt x="569685" y="67086"/>
                  <a:pt x="566286" y="68190"/>
                  <a:pt x="563500" y="70399"/>
                </a:cubicBezTo>
                <a:cubicBezTo>
                  <a:pt x="560713" y="72608"/>
                  <a:pt x="558521" y="76602"/>
                  <a:pt x="556924" y="82379"/>
                </a:cubicBezTo>
                <a:cubicBezTo>
                  <a:pt x="555326" y="88156"/>
                  <a:pt x="554528" y="100255"/>
                  <a:pt x="554528" y="118675"/>
                </a:cubicBezTo>
                <a:lnTo>
                  <a:pt x="554528" y="152116"/>
                </a:lnTo>
                <a:close/>
                <a:moveTo>
                  <a:pt x="670715" y="117655"/>
                </a:moveTo>
                <a:lnTo>
                  <a:pt x="699263" y="122549"/>
                </a:lnTo>
                <a:cubicBezTo>
                  <a:pt x="695592" y="132982"/>
                  <a:pt x="689798" y="140926"/>
                  <a:pt x="681879" y="146381"/>
                </a:cubicBezTo>
                <a:cubicBezTo>
                  <a:pt x="673961" y="151835"/>
                  <a:pt x="664054" y="154562"/>
                  <a:pt x="652160" y="154562"/>
                </a:cubicBezTo>
                <a:cubicBezTo>
                  <a:pt x="633332" y="154562"/>
                  <a:pt x="619399" y="148411"/>
                  <a:pt x="610359" y="136109"/>
                </a:cubicBezTo>
                <a:cubicBezTo>
                  <a:pt x="603222" y="126253"/>
                  <a:pt x="599653" y="113815"/>
                  <a:pt x="599653" y="98794"/>
                </a:cubicBezTo>
                <a:cubicBezTo>
                  <a:pt x="599653" y="80850"/>
                  <a:pt x="604343" y="66797"/>
                  <a:pt x="613723" y="56636"/>
                </a:cubicBezTo>
                <a:cubicBezTo>
                  <a:pt x="623103" y="46474"/>
                  <a:pt x="634964" y="41393"/>
                  <a:pt x="649305" y="41393"/>
                </a:cubicBezTo>
                <a:cubicBezTo>
                  <a:pt x="665414" y="41393"/>
                  <a:pt x="678124" y="46712"/>
                  <a:pt x="687436" y="57349"/>
                </a:cubicBezTo>
                <a:cubicBezTo>
                  <a:pt x="696748" y="67986"/>
                  <a:pt x="701200" y="84282"/>
                  <a:pt x="700792" y="106236"/>
                </a:cubicBezTo>
                <a:lnTo>
                  <a:pt x="629016" y="106236"/>
                </a:lnTo>
                <a:cubicBezTo>
                  <a:pt x="629220" y="114732"/>
                  <a:pt x="631531" y="121342"/>
                  <a:pt x="635949" y="126066"/>
                </a:cubicBezTo>
                <a:cubicBezTo>
                  <a:pt x="640367" y="130790"/>
                  <a:pt x="645873" y="133152"/>
                  <a:pt x="652466" y="133152"/>
                </a:cubicBezTo>
                <a:cubicBezTo>
                  <a:pt x="656952" y="133152"/>
                  <a:pt x="660724" y="131929"/>
                  <a:pt x="663783" y="129482"/>
                </a:cubicBezTo>
                <a:cubicBezTo>
                  <a:pt x="666841" y="127035"/>
                  <a:pt x="669152" y="123093"/>
                  <a:pt x="670715" y="117655"/>
                </a:cubicBezTo>
                <a:moveTo>
                  <a:pt x="672347" y="88700"/>
                </a:moveTo>
                <a:cubicBezTo>
                  <a:pt x="672143" y="80442"/>
                  <a:pt x="670002" y="74163"/>
                  <a:pt x="665924" y="69864"/>
                </a:cubicBezTo>
                <a:cubicBezTo>
                  <a:pt x="661845" y="65565"/>
                  <a:pt x="656884" y="63415"/>
                  <a:pt x="651038" y="63415"/>
                </a:cubicBezTo>
                <a:cubicBezTo>
                  <a:pt x="644785" y="63415"/>
                  <a:pt x="639619" y="65683"/>
                  <a:pt x="635541" y="70218"/>
                </a:cubicBezTo>
                <a:cubicBezTo>
                  <a:pt x="631463" y="74755"/>
                  <a:pt x="629458" y="80915"/>
                  <a:pt x="629526" y="88700"/>
                </a:cubicBezTo>
                <a:lnTo>
                  <a:pt x="672347" y="88700"/>
                </a:lnTo>
                <a:close/>
                <a:moveTo>
                  <a:pt x="773377" y="43840"/>
                </a:moveTo>
                <a:lnTo>
                  <a:pt x="773377" y="66678"/>
                </a:lnTo>
                <a:lnTo>
                  <a:pt x="753802" y="66678"/>
                </a:lnTo>
                <a:lnTo>
                  <a:pt x="753802" y="110244"/>
                </a:lnTo>
                <a:cubicBezTo>
                  <a:pt x="753802" y="119068"/>
                  <a:pt x="753989" y="124209"/>
                  <a:pt x="754363" y="125668"/>
                </a:cubicBezTo>
                <a:cubicBezTo>
                  <a:pt x="754737" y="127125"/>
                  <a:pt x="755586" y="128329"/>
                  <a:pt x="756912" y="129281"/>
                </a:cubicBezTo>
                <a:cubicBezTo>
                  <a:pt x="758237" y="130230"/>
                  <a:pt x="759851" y="130705"/>
                  <a:pt x="761754" y="130705"/>
                </a:cubicBezTo>
                <a:cubicBezTo>
                  <a:pt x="764405" y="130705"/>
                  <a:pt x="768246" y="129788"/>
                  <a:pt x="773275" y="127952"/>
                </a:cubicBezTo>
                <a:lnTo>
                  <a:pt x="775722" y="150261"/>
                </a:lnTo>
                <a:cubicBezTo>
                  <a:pt x="769061" y="153129"/>
                  <a:pt x="761517" y="154562"/>
                  <a:pt x="753088" y="154562"/>
                </a:cubicBezTo>
                <a:cubicBezTo>
                  <a:pt x="747923" y="154562"/>
                  <a:pt x="743267" y="153696"/>
                  <a:pt x="739121" y="151963"/>
                </a:cubicBezTo>
                <a:cubicBezTo>
                  <a:pt x="734974" y="150229"/>
                  <a:pt x="731933" y="147986"/>
                  <a:pt x="729996" y="145234"/>
                </a:cubicBezTo>
                <a:cubicBezTo>
                  <a:pt x="728059" y="142481"/>
                  <a:pt x="726716" y="138760"/>
                  <a:pt x="725969" y="134070"/>
                </a:cubicBezTo>
                <a:cubicBezTo>
                  <a:pt x="725357" y="130739"/>
                  <a:pt x="725051" y="124010"/>
                  <a:pt x="725051" y="113883"/>
                </a:cubicBezTo>
                <a:lnTo>
                  <a:pt x="725051" y="66678"/>
                </a:lnTo>
                <a:lnTo>
                  <a:pt x="711899" y="66678"/>
                </a:lnTo>
                <a:lnTo>
                  <a:pt x="711899" y="43840"/>
                </a:lnTo>
                <a:lnTo>
                  <a:pt x="725051" y="43840"/>
                </a:lnTo>
                <a:lnTo>
                  <a:pt x="725051" y="22226"/>
                </a:lnTo>
                <a:lnTo>
                  <a:pt x="753802" y="5302"/>
                </a:lnTo>
                <a:lnTo>
                  <a:pt x="753802" y="43840"/>
                </a:lnTo>
                <a:lnTo>
                  <a:pt x="773377" y="43840"/>
                </a:lnTo>
                <a:close/>
                <a:moveTo>
                  <a:pt x="856028" y="117655"/>
                </a:moveTo>
                <a:lnTo>
                  <a:pt x="884575" y="122549"/>
                </a:lnTo>
                <a:cubicBezTo>
                  <a:pt x="880905" y="132982"/>
                  <a:pt x="875111" y="140926"/>
                  <a:pt x="867192" y="146381"/>
                </a:cubicBezTo>
                <a:cubicBezTo>
                  <a:pt x="859274" y="151835"/>
                  <a:pt x="849367" y="154562"/>
                  <a:pt x="837473" y="154562"/>
                </a:cubicBezTo>
                <a:cubicBezTo>
                  <a:pt x="818645" y="154562"/>
                  <a:pt x="804711" y="148411"/>
                  <a:pt x="795671" y="136109"/>
                </a:cubicBezTo>
                <a:cubicBezTo>
                  <a:pt x="788535" y="126253"/>
                  <a:pt x="784966" y="113815"/>
                  <a:pt x="784966" y="98794"/>
                </a:cubicBezTo>
                <a:cubicBezTo>
                  <a:pt x="784966" y="80850"/>
                  <a:pt x="789656" y="66797"/>
                  <a:pt x="799036" y="56636"/>
                </a:cubicBezTo>
                <a:cubicBezTo>
                  <a:pt x="808416" y="46474"/>
                  <a:pt x="820276" y="41393"/>
                  <a:pt x="834618" y="41393"/>
                </a:cubicBezTo>
                <a:cubicBezTo>
                  <a:pt x="850727" y="41393"/>
                  <a:pt x="863437" y="46712"/>
                  <a:pt x="872749" y="57349"/>
                </a:cubicBezTo>
                <a:cubicBezTo>
                  <a:pt x="882061" y="67986"/>
                  <a:pt x="886513" y="84282"/>
                  <a:pt x="886105" y="106236"/>
                </a:cubicBezTo>
                <a:lnTo>
                  <a:pt x="814329" y="106236"/>
                </a:lnTo>
                <a:cubicBezTo>
                  <a:pt x="814533" y="114732"/>
                  <a:pt x="816844" y="121342"/>
                  <a:pt x="821262" y="126066"/>
                </a:cubicBezTo>
                <a:cubicBezTo>
                  <a:pt x="825680" y="130790"/>
                  <a:pt x="831185" y="133152"/>
                  <a:pt x="837779" y="133152"/>
                </a:cubicBezTo>
                <a:cubicBezTo>
                  <a:pt x="842265" y="133152"/>
                  <a:pt x="846037" y="131929"/>
                  <a:pt x="849095" y="129482"/>
                </a:cubicBezTo>
                <a:cubicBezTo>
                  <a:pt x="852154" y="127035"/>
                  <a:pt x="854465" y="123093"/>
                  <a:pt x="856028" y="117655"/>
                </a:cubicBezTo>
                <a:moveTo>
                  <a:pt x="857660" y="88700"/>
                </a:moveTo>
                <a:cubicBezTo>
                  <a:pt x="857456" y="80442"/>
                  <a:pt x="855315" y="74163"/>
                  <a:pt x="851236" y="69864"/>
                </a:cubicBezTo>
                <a:cubicBezTo>
                  <a:pt x="847158" y="65565"/>
                  <a:pt x="842197" y="63415"/>
                  <a:pt x="836351" y="63415"/>
                </a:cubicBezTo>
                <a:cubicBezTo>
                  <a:pt x="830098" y="63415"/>
                  <a:pt x="824932" y="65683"/>
                  <a:pt x="820854" y="70218"/>
                </a:cubicBezTo>
                <a:cubicBezTo>
                  <a:pt x="816776" y="74755"/>
                  <a:pt x="814771" y="80915"/>
                  <a:pt x="814839" y="88700"/>
                </a:cubicBezTo>
                <a:lnTo>
                  <a:pt x="857660" y="88700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Functional">
            <a:extLst xmlns:a="http://schemas.openxmlformats.org/drawingml/2006/main">
              <a:ext uri="{FF2B5EF4-FFF2-40B4-BE49-F238E27FC236}">
                <a16:creationId xmlns:a16="http://schemas.microsoft.com/office/drawing/2014/main" id="{C90A55B6-785B-4711-9351-CBB8C728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256" y="3113418"/>
            <a:ext cx="1027012" cy="151912"/>
          </a:xfrm>
          <a:custGeom xmlns:a="http://schemas.openxmlformats.org/drawingml/2006/main">
            <a:pathLst>
              <a:path w="1027012" h="151912">
                <a:moveTo>
                  <a:pt x="0" y="149465"/>
                </a:moveTo>
                <a:lnTo>
                  <a:pt x="0" y="0"/>
                </a:lnTo>
                <a:lnTo>
                  <a:pt x="102464" y="0"/>
                </a:lnTo>
                <a:lnTo>
                  <a:pt x="102464" y="25285"/>
                </a:lnTo>
                <a:lnTo>
                  <a:pt x="30178" y="25285"/>
                </a:lnTo>
                <a:lnTo>
                  <a:pt x="30178" y="60561"/>
                </a:lnTo>
                <a:lnTo>
                  <a:pt x="92574" y="60561"/>
                </a:lnTo>
                <a:lnTo>
                  <a:pt x="92574" y="85845"/>
                </a:lnTo>
                <a:lnTo>
                  <a:pt x="30178" y="85845"/>
                </a:lnTo>
                <a:lnTo>
                  <a:pt x="30178" y="149465"/>
                </a:lnTo>
                <a:lnTo>
                  <a:pt x="0" y="149465"/>
                </a:lnTo>
                <a:close/>
                <a:moveTo>
                  <a:pt x="198750" y="149465"/>
                </a:moveTo>
                <a:lnTo>
                  <a:pt x="198750" y="133254"/>
                </a:lnTo>
                <a:cubicBezTo>
                  <a:pt x="194808" y="139031"/>
                  <a:pt x="189625" y="143585"/>
                  <a:pt x="183202" y="146916"/>
                </a:cubicBezTo>
                <a:cubicBezTo>
                  <a:pt x="176779" y="150246"/>
                  <a:pt x="169999" y="151912"/>
                  <a:pt x="162862" y="151912"/>
                </a:cubicBezTo>
                <a:cubicBezTo>
                  <a:pt x="155589" y="151912"/>
                  <a:pt x="149064" y="150314"/>
                  <a:pt x="143287" y="147120"/>
                </a:cubicBezTo>
                <a:cubicBezTo>
                  <a:pt x="137509" y="143925"/>
                  <a:pt x="133329" y="139439"/>
                  <a:pt x="130746" y="133662"/>
                </a:cubicBezTo>
                <a:cubicBezTo>
                  <a:pt x="128164" y="127884"/>
                  <a:pt x="126872" y="119898"/>
                  <a:pt x="126872" y="109703"/>
                </a:cubicBezTo>
                <a:lnTo>
                  <a:pt x="126872" y="41189"/>
                </a:lnTo>
                <a:lnTo>
                  <a:pt x="155521" y="41189"/>
                </a:lnTo>
                <a:lnTo>
                  <a:pt x="155521" y="90828"/>
                </a:lnTo>
                <a:cubicBezTo>
                  <a:pt x="155521" y="106020"/>
                  <a:pt x="156048" y="115327"/>
                  <a:pt x="157102" y="118751"/>
                </a:cubicBezTo>
                <a:cubicBezTo>
                  <a:pt x="158155" y="122175"/>
                  <a:pt x="160075" y="124887"/>
                  <a:pt x="162862" y="126888"/>
                </a:cubicBezTo>
                <a:cubicBezTo>
                  <a:pt x="165649" y="128889"/>
                  <a:pt x="169183" y="129890"/>
                  <a:pt x="173465" y="129890"/>
                </a:cubicBezTo>
                <a:cubicBezTo>
                  <a:pt x="178359" y="129890"/>
                  <a:pt x="182743" y="128550"/>
                  <a:pt x="186617" y="125872"/>
                </a:cubicBezTo>
                <a:cubicBezTo>
                  <a:pt x="190492" y="123194"/>
                  <a:pt x="193142" y="119870"/>
                  <a:pt x="194570" y="115903"/>
                </a:cubicBezTo>
                <a:cubicBezTo>
                  <a:pt x="195997" y="111935"/>
                  <a:pt x="196711" y="102221"/>
                  <a:pt x="196711" y="86760"/>
                </a:cubicBezTo>
                <a:lnTo>
                  <a:pt x="196711" y="41189"/>
                </a:lnTo>
                <a:lnTo>
                  <a:pt x="225360" y="41189"/>
                </a:lnTo>
                <a:lnTo>
                  <a:pt x="225360" y="149465"/>
                </a:lnTo>
                <a:lnTo>
                  <a:pt x="198750" y="149465"/>
                </a:lnTo>
                <a:close/>
                <a:moveTo>
                  <a:pt x="353863" y="149465"/>
                </a:moveTo>
                <a:lnTo>
                  <a:pt x="325214" y="149465"/>
                </a:lnTo>
                <a:lnTo>
                  <a:pt x="325214" y="94269"/>
                </a:lnTo>
                <a:cubicBezTo>
                  <a:pt x="325214" y="82591"/>
                  <a:pt x="324602" y="75038"/>
                  <a:pt x="323378" y="71610"/>
                </a:cubicBezTo>
                <a:cubicBezTo>
                  <a:pt x="322155" y="68182"/>
                  <a:pt x="320167" y="65517"/>
                  <a:pt x="317414" y="63616"/>
                </a:cubicBezTo>
                <a:cubicBezTo>
                  <a:pt x="314661" y="61715"/>
                  <a:pt x="311348" y="60765"/>
                  <a:pt x="307474" y="60765"/>
                </a:cubicBezTo>
                <a:cubicBezTo>
                  <a:pt x="302512" y="60765"/>
                  <a:pt x="298060" y="62123"/>
                  <a:pt x="294118" y="64840"/>
                </a:cubicBezTo>
                <a:cubicBezTo>
                  <a:pt x="290175" y="67554"/>
                  <a:pt x="287474" y="71152"/>
                  <a:pt x="286012" y="75634"/>
                </a:cubicBezTo>
                <a:cubicBezTo>
                  <a:pt x="284551" y="80114"/>
                  <a:pt x="283820" y="88396"/>
                  <a:pt x="283820" y="100482"/>
                </a:cubicBezTo>
                <a:lnTo>
                  <a:pt x="283820" y="149465"/>
                </a:lnTo>
                <a:lnTo>
                  <a:pt x="255171" y="149465"/>
                </a:lnTo>
                <a:lnTo>
                  <a:pt x="255171" y="41189"/>
                </a:lnTo>
                <a:lnTo>
                  <a:pt x="281781" y="41189"/>
                </a:lnTo>
                <a:lnTo>
                  <a:pt x="281781" y="57094"/>
                </a:lnTo>
                <a:cubicBezTo>
                  <a:pt x="291229" y="44860"/>
                  <a:pt x="303124" y="38743"/>
                  <a:pt x="317465" y="38743"/>
                </a:cubicBezTo>
                <a:cubicBezTo>
                  <a:pt x="323786" y="38743"/>
                  <a:pt x="329564" y="39881"/>
                  <a:pt x="334797" y="42158"/>
                </a:cubicBezTo>
                <a:cubicBezTo>
                  <a:pt x="340031" y="44435"/>
                  <a:pt x="343990" y="47341"/>
                  <a:pt x="346675" y="50875"/>
                </a:cubicBezTo>
                <a:cubicBezTo>
                  <a:pt x="349360" y="54410"/>
                  <a:pt x="351229" y="58420"/>
                  <a:pt x="352282" y="62906"/>
                </a:cubicBezTo>
                <a:cubicBezTo>
                  <a:pt x="353336" y="67392"/>
                  <a:pt x="353863" y="73815"/>
                  <a:pt x="353863" y="82175"/>
                </a:cubicBezTo>
                <a:lnTo>
                  <a:pt x="353863" y="149465"/>
                </a:lnTo>
                <a:close/>
                <a:moveTo>
                  <a:pt x="477676" y="73203"/>
                </a:moveTo>
                <a:lnTo>
                  <a:pt x="449435" y="78301"/>
                </a:lnTo>
                <a:cubicBezTo>
                  <a:pt x="448483" y="72693"/>
                  <a:pt x="446325" y="68471"/>
                  <a:pt x="442961" y="65633"/>
                </a:cubicBezTo>
                <a:cubicBezTo>
                  <a:pt x="439596" y="62795"/>
                  <a:pt x="435229" y="61376"/>
                  <a:pt x="429860" y="61376"/>
                </a:cubicBezTo>
                <a:cubicBezTo>
                  <a:pt x="422723" y="61376"/>
                  <a:pt x="417031" y="63833"/>
                  <a:pt x="412782" y="68746"/>
                </a:cubicBezTo>
                <a:cubicBezTo>
                  <a:pt x="408534" y="73659"/>
                  <a:pt x="406410" y="81874"/>
                  <a:pt x="406410" y="93393"/>
                </a:cubicBezTo>
                <a:cubicBezTo>
                  <a:pt x="406410" y="106201"/>
                  <a:pt x="408568" y="115249"/>
                  <a:pt x="412884" y="120535"/>
                </a:cubicBezTo>
                <a:cubicBezTo>
                  <a:pt x="417200" y="125820"/>
                  <a:pt x="422995" y="128462"/>
                  <a:pt x="430268" y="128462"/>
                </a:cubicBezTo>
                <a:cubicBezTo>
                  <a:pt x="435705" y="128462"/>
                  <a:pt x="440157" y="126916"/>
                  <a:pt x="443624" y="123823"/>
                </a:cubicBezTo>
                <a:cubicBezTo>
                  <a:pt x="447090" y="120731"/>
                  <a:pt x="449537" y="115412"/>
                  <a:pt x="450964" y="107867"/>
                </a:cubicBezTo>
                <a:lnTo>
                  <a:pt x="479104" y="112761"/>
                </a:lnTo>
                <a:cubicBezTo>
                  <a:pt x="476181" y="125675"/>
                  <a:pt x="470573" y="135429"/>
                  <a:pt x="462281" y="142022"/>
                </a:cubicBezTo>
                <a:cubicBezTo>
                  <a:pt x="453989" y="148615"/>
                  <a:pt x="442876" y="151912"/>
                  <a:pt x="428942" y="151912"/>
                </a:cubicBezTo>
                <a:cubicBezTo>
                  <a:pt x="413105" y="151912"/>
                  <a:pt x="400480" y="146916"/>
                  <a:pt x="391066" y="136924"/>
                </a:cubicBezTo>
                <a:cubicBezTo>
                  <a:pt x="381652" y="126933"/>
                  <a:pt x="376946" y="113101"/>
                  <a:pt x="376946" y="95429"/>
                </a:cubicBezTo>
                <a:cubicBezTo>
                  <a:pt x="376946" y="77553"/>
                  <a:pt x="381669" y="63636"/>
                  <a:pt x="391117" y="53679"/>
                </a:cubicBezTo>
                <a:cubicBezTo>
                  <a:pt x="400565" y="43721"/>
                  <a:pt x="413343" y="38743"/>
                  <a:pt x="429452" y="38743"/>
                </a:cubicBezTo>
                <a:cubicBezTo>
                  <a:pt x="442638" y="38743"/>
                  <a:pt x="453122" y="41580"/>
                  <a:pt x="460905" y="47256"/>
                </a:cubicBezTo>
                <a:cubicBezTo>
                  <a:pt x="468687" y="52931"/>
                  <a:pt x="474278" y="61580"/>
                  <a:pt x="477676" y="73203"/>
                </a:cubicBezTo>
                <a:close/>
                <a:moveTo>
                  <a:pt x="548629" y="41189"/>
                </a:moveTo>
                <a:lnTo>
                  <a:pt x="548629" y="64027"/>
                </a:lnTo>
                <a:lnTo>
                  <a:pt x="529054" y="64027"/>
                </a:lnTo>
                <a:lnTo>
                  <a:pt x="529054" y="107593"/>
                </a:lnTo>
                <a:cubicBezTo>
                  <a:pt x="529054" y="116417"/>
                  <a:pt x="529241" y="121558"/>
                  <a:pt x="529615" y="123017"/>
                </a:cubicBezTo>
                <a:cubicBezTo>
                  <a:pt x="529989" y="124474"/>
                  <a:pt x="530838" y="125679"/>
                  <a:pt x="532164" y="126630"/>
                </a:cubicBezTo>
                <a:cubicBezTo>
                  <a:pt x="533489" y="127580"/>
                  <a:pt x="535103" y="128054"/>
                  <a:pt x="537007" y="128054"/>
                </a:cubicBezTo>
                <a:cubicBezTo>
                  <a:pt x="539657" y="128054"/>
                  <a:pt x="543498" y="127137"/>
                  <a:pt x="548527" y="125302"/>
                </a:cubicBezTo>
                <a:lnTo>
                  <a:pt x="550974" y="147610"/>
                </a:lnTo>
                <a:cubicBezTo>
                  <a:pt x="544313" y="150478"/>
                  <a:pt x="536769" y="151912"/>
                  <a:pt x="528341" y="151912"/>
                </a:cubicBezTo>
                <a:cubicBezTo>
                  <a:pt x="523175" y="151912"/>
                  <a:pt x="518519" y="151045"/>
                  <a:pt x="514373" y="149312"/>
                </a:cubicBezTo>
                <a:cubicBezTo>
                  <a:pt x="510227" y="147579"/>
                  <a:pt x="507185" y="145336"/>
                  <a:pt x="505248" y="142583"/>
                </a:cubicBezTo>
                <a:cubicBezTo>
                  <a:pt x="503311" y="139830"/>
                  <a:pt x="501968" y="136109"/>
                  <a:pt x="501221" y="131419"/>
                </a:cubicBezTo>
                <a:cubicBezTo>
                  <a:pt x="500609" y="128088"/>
                  <a:pt x="500303" y="121359"/>
                  <a:pt x="500303" y="111232"/>
                </a:cubicBezTo>
                <a:lnTo>
                  <a:pt x="500303" y="64027"/>
                </a:lnTo>
                <a:lnTo>
                  <a:pt x="487151" y="64027"/>
                </a:lnTo>
                <a:lnTo>
                  <a:pt x="487151" y="41189"/>
                </a:lnTo>
                <a:lnTo>
                  <a:pt x="500303" y="41189"/>
                </a:lnTo>
                <a:lnTo>
                  <a:pt x="500303" y="19575"/>
                </a:lnTo>
                <a:lnTo>
                  <a:pt x="529054" y="2651"/>
                </a:lnTo>
                <a:lnTo>
                  <a:pt x="529054" y="41189"/>
                </a:lnTo>
                <a:lnTo>
                  <a:pt x="548629" y="41189"/>
                </a:lnTo>
                <a:close/>
                <a:moveTo>
                  <a:pt x="568578" y="26508"/>
                </a:moveTo>
                <a:lnTo>
                  <a:pt x="568578" y="0"/>
                </a:lnTo>
                <a:lnTo>
                  <a:pt x="597227" y="0"/>
                </a:lnTo>
                <a:lnTo>
                  <a:pt x="597227" y="26508"/>
                </a:lnTo>
                <a:lnTo>
                  <a:pt x="568578" y="26508"/>
                </a:lnTo>
                <a:moveTo>
                  <a:pt x="568578" y="149465"/>
                </a:moveTo>
                <a:lnTo>
                  <a:pt x="568578" y="41189"/>
                </a:lnTo>
                <a:lnTo>
                  <a:pt x="597227" y="41189"/>
                </a:lnTo>
                <a:lnTo>
                  <a:pt x="597227" y="149465"/>
                </a:lnTo>
                <a:lnTo>
                  <a:pt x="568578" y="149465"/>
                </a:lnTo>
                <a:close/>
                <a:moveTo>
                  <a:pt x="620242" y="93798"/>
                </a:moveTo>
                <a:cubicBezTo>
                  <a:pt x="620242" y="84282"/>
                  <a:pt x="622587" y="75072"/>
                  <a:pt x="627277" y="66168"/>
                </a:cubicBezTo>
                <a:cubicBezTo>
                  <a:pt x="631967" y="57264"/>
                  <a:pt x="638611" y="50467"/>
                  <a:pt x="647209" y="45777"/>
                </a:cubicBezTo>
                <a:cubicBezTo>
                  <a:pt x="655807" y="41088"/>
                  <a:pt x="665408" y="38743"/>
                  <a:pt x="676011" y="38743"/>
                </a:cubicBezTo>
                <a:cubicBezTo>
                  <a:pt x="692391" y="38743"/>
                  <a:pt x="705815" y="44061"/>
                  <a:pt x="716283" y="54698"/>
                </a:cubicBezTo>
                <a:cubicBezTo>
                  <a:pt x="726750" y="65336"/>
                  <a:pt x="731984" y="78777"/>
                  <a:pt x="731984" y="95021"/>
                </a:cubicBezTo>
                <a:cubicBezTo>
                  <a:pt x="731984" y="111402"/>
                  <a:pt x="726699" y="124979"/>
                  <a:pt x="716130" y="135752"/>
                </a:cubicBezTo>
                <a:cubicBezTo>
                  <a:pt x="705560" y="146525"/>
                  <a:pt x="692255" y="151912"/>
                  <a:pt x="676215" y="151912"/>
                </a:cubicBezTo>
                <a:cubicBezTo>
                  <a:pt x="666291" y="151912"/>
                  <a:pt x="656826" y="149669"/>
                  <a:pt x="647820" y="145183"/>
                </a:cubicBezTo>
                <a:cubicBezTo>
                  <a:pt x="638814" y="140697"/>
                  <a:pt x="631967" y="134121"/>
                  <a:pt x="627277" y="125455"/>
                </a:cubicBezTo>
                <a:cubicBezTo>
                  <a:pt x="622587" y="116788"/>
                  <a:pt x="620242" y="106236"/>
                  <a:pt x="620242" y="93798"/>
                </a:cubicBezTo>
                <a:moveTo>
                  <a:pt x="649605" y="95327"/>
                </a:moveTo>
                <a:cubicBezTo>
                  <a:pt x="649605" y="106032"/>
                  <a:pt x="652153" y="114231"/>
                  <a:pt x="657251" y="119924"/>
                </a:cubicBezTo>
                <a:cubicBezTo>
                  <a:pt x="662349" y="125616"/>
                  <a:pt x="668636" y="128462"/>
                  <a:pt x="676113" y="128462"/>
                </a:cubicBezTo>
                <a:cubicBezTo>
                  <a:pt x="683589" y="128462"/>
                  <a:pt x="689860" y="125616"/>
                  <a:pt x="694923" y="119924"/>
                </a:cubicBezTo>
                <a:cubicBezTo>
                  <a:pt x="699987" y="114231"/>
                  <a:pt x="702519" y="105964"/>
                  <a:pt x="702519" y="95123"/>
                </a:cubicBezTo>
                <a:cubicBezTo>
                  <a:pt x="702519" y="84554"/>
                  <a:pt x="699987" y="76423"/>
                  <a:pt x="694923" y="70731"/>
                </a:cubicBezTo>
                <a:cubicBezTo>
                  <a:pt x="689860" y="65038"/>
                  <a:pt x="683589" y="62192"/>
                  <a:pt x="676113" y="62192"/>
                </a:cubicBezTo>
                <a:cubicBezTo>
                  <a:pt x="668636" y="62192"/>
                  <a:pt x="662349" y="65038"/>
                  <a:pt x="657251" y="70731"/>
                </a:cubicBezTo>
                <a:cubicBezTo>
                  <a:pt x="652153" y="76423"/>
                  <a:pt x="649605" y="84622"/>
                  <a:pt x="649605" y="95327"/>
                </a:cubicBezTo>
                <a:close/>
                <a:moveTo>
                  <a:pt x="853248" y="149465"/>
                </a:moveTo>
                <a:lnTo>
                  <a:pt x="824599" y="149465"/>
                </a:lnTo>
                <a:lnTo>
                  <a:pt x="824599" y="94269"/>
                </a:lnTo>
                <a:cubicBezTo>
                  <a:pt x="824599" y="82591"/>
                  <a:pt x="823987" y="75038"/>
                  <a:pt x="822764" y="71610"/>
                </a:cubicBezTo>
                <a:cubicBezTo>
                  <a:pt x="821540" y="68182"/>
                  <a:pt x="819552" y="65517"/>
                  <a:pt x="816800" y="63616"/>
                </a:cubicBezTo>
                <a:cubicBezTo>
                  <a:pt x="814047" y="61715"/>
                  <a:pt x="810733" y="60765"/>
                  <a:pt x="806859" y="60765"/>
                </a:cubicBezTo>
                <a:cubicBezTo>
                  <a:pt x="801897" y="60765"/>
                  <a:pt x="797445" y="62123"/>
                  <a:pt x="793503" y="64840"/>
                </a:cubicBezTo>
                <a:cubicBezTo>
                  <a:pt x="789561" y="67554"/>
                  <a:pt x="786859" y="71152"/>
                  <a:pt x="785398" y="75634"/>
                </a:cubicBezTo>
                <a:cubicBezTo>
                  <a:pt x="783936" y="80114"/>
                  <a:pt x="783206" y="88396"/>
                  <a:pt x="783206" y="100482"/>
                </a:cubicBezTo>
                <a:lnTo>
                  <a:pt x="783206" y="149465"/>
                </a:lnTo>
                <a:lnTo>
                  <a:pt x="754557" y="149465"/>
                </a:lnTo>
                <a:lnTo>
                  <a:pt x="754557" y="41189"/>
                </a:lnTo>
                <a:lnTo>
                  <a:pt x="781167" y="41189"/>
                </a:lnTo>
                <a:lnTo>
                  <a:pt x="781167" y="57094"/>
                </a:lnTo>
                <a:cubicBezTo>
                  <a:pt x="790614" y="44860"/>
                  <a:pt x="802509" y="38743"/>
                  <a:pt x="816851" y="38743"/>
                </a:cubicBezTo>
                <a:cubicBezTo>
                  <a:pt x="823172" y="38743"/>
                  <a:pt x="828949" y="39881"/>
                  <a:pt x="834183" y="42158"/>
                </a:cubicBezTo>
                <a:cubicBezTo>
                  <a:pt x="839416" y="44435"/>
                  <a:pt x="843376" y="47341"/>
                  <a:pt x="846060" y="50875"/>
                </a:cubicBezTo>
                <a:cubicBezTo>
                  <a:pt x="848745" y="54410"/>
                  <a:pt x="850614" y="58420"/>
                  <a:pt x="851668" y="62906"/>
                </a:cubicBezTo>
                <a:cubicBezTo>
                  <a:pt x="852721" y="67392"/>
                  <a:pt x="853248" y="73815"/>
                  <a:pt x="853248" y="82175"/>
                </a:cubicBezTo>
                <a:lnTo>
                  <a:pt x="853248" y="149465"/>
                </a:lnTo>
                <a:close/>
                <a:moveTo>
                  <a:pt x="904062" y="74630"/>
                </a:moveTo>
                <a:lnTo>
                  <a:pt x="878064" y="69941"/>
                </a:lnTo>
                <a:cubicBezTo>
                  <a:pt x="880986" y="59335"/>
                  <a:pt x="886016" y="51485"/>
                  <a:pt x="893153" y="46389"/>
                </a:cubicBezTo>
                <a:cubicBezTo>
                  <a:pt x="900290" y="41291"/>
                  <a:pt x="910893" y="38743"/>
                  <a:pt x="924963" y="38743"/>
                </a:cubicBezTo>
                <a:cubicBezTo>
                  <a:pt x="937741" y="38743"/>
                  <a:pt x="947257" y="40255"/>
                  <a:pt x="953510" y="43280"/>
                </a:cubicBezTo>
                <a:cubicBezTo>
                  <a:pt x="959763" y="46304"/>
                  <a:pt x="964164" y="50144"/>
                  <a:pt x="966713" y="54800"/>
                </a:cubicBezTo>
                <a:cubicBezTo>
                  <a:pt x="969262" y="59456"/>
                  <a:pt x="970536" y="68003"/>
                  <a:pt x="970536" y="80442"/>
                </a:cubicBezTo>
                <a:lnTo>
                  <a:pt x="970230" y="113883"/>
                </a:lnTo>
                <a:cubicBezTo>
                  <a:pt x="970230" y="123399"/>
                  <a:pt x="970689" y="130416"/>
                  <a:pt x="971607" y="134936"/>
                </a:cubicBezTo>
                <a:cubicBezTo>
                  <a:pt x="972524" y="139456"/>
                  <a:pt x="974240" y="144299"/>
                  <a:pt x="976755" y="149465"/>
                </a:cubicBezTo>
                <a:lnTo>
                  <a:pt x="948412" y="149465"/>
                </a:lnTo>
                <a:cubicBezTo>
                  <a:pt x="947664" y="147562"/>
                  <a:pt x="946747" y="144741"/>
                  <a:pt x="945659" y="141003"/>
                </a:cubicBezTo>
                <a:cubicBezTo>
                  <a:pt x="945184" y="139303"/>
                  <a:pt x="944844" y="138182"/>
                  <a:pt x="944640" y="137638"/>
                </a:cubicBezTo>
                <a:cubicBezTo>
                  <a:pt x="939746" y="142396"/>
                  <a:pt x="934512" y="145964"/>
                  <a:pt x="928939" y="148343"/>
                </a:cubicBezTo>
                <a:cubicBezTo>
                  <a:pt x="923365" y="150722"/>
                  <a:pt x="917418" y="151912"/>
                  <a:pt x="911097" y="151912"/>
                </a:cubicBezTo>
                <a:cubicBezTo>
                  <a:pt x="899950" y="151912"/>
                  <a:pt x="891165" y="148900"/>
                  <a:pt x="884742" y="142876"/>
                </a:cubicBezTo>
                <a:cubicBezTo>
                  <a:pt x="878319" y="136852"/>
                  <a:pt x="875107" y="129238"/>
                  <a:pt x="875107" y="120032"/>
                </a:cubicBezTo>
                <a:cubicBezTo>
                  <a:pt x="875107" y="113940"/>
                  <a:pt x="876568" y="108509"/>
                  <a:pt x="879491" y="103738"/>
                </a:cubicBezTo>
                <a:cubicBezTo>
                  <a:pt x="882414" y="98966"/>
                  <a:pt x="886509" y="95310"/>
                  <a:pt x="891777" y="92772"/>
                </a:cubicBezTo>
                <a:cubicBezTo>
                  <a:pt x="897044" y="90234"/>
                  <a:pt x="904640" y="88017"/>
                  <a:pt x="914563" y="86123"/>
                </a:cubicBezTo>
                <a:cubicBezTo>
                  <a:pt x="927953" y="83618"/>
                  <a:pt x="937231" y="81283"/>
                  <a:pt x="942397" y="79116"/>
                </a:cubicBezTo>
                <a:lnTo>
                  <a:pt x="942397" y="76230"/>
                </a:lnTo>
                <a:cubicBezTo>
                  <a:pt x="942397" y="70663"/>
                  <a:pt x="941037" y="66694"/>
                  <a:pt x="938319" y="64324"/>
                </a:cubicBezTo>
                <a:cubicBezTo>
                  <a:pt x="935600" y="61951"/>
                  <a:pt x="930468" y="60765"/>
                  <a:pt x="922924" y="60765"/>
                </a:cubicBezTo>
                <a:cubicBezTo>
                  <a:pt x="917826" y="60765"/>
                  <a:pt x="913850" y="61791"/>
                  <a:pt x="910995" y="63842"/>
                </a:cubicBezTo>
                <a:cubicBezTo>
                  <a:pt x="908140" y="65892"/>
                  <a:pt x="905829" y="69488"/>
                  <a:pt x="904062" y="74630"/>
                </a:cubicBezTo>
                <a:moveTo>
                  <a:pt x="942397" y="97876"/>
                </a:moveTo>
                <a:cubicBezTo>
                  <a:pt x="938726" y="99085"/>
                  <a:pt x="932915" y="100529"/>
                  <a:pt x="924963" y="102209"/>
                </a:cubicBezTo>
                <a:cubicBezTo>
                  <a:pt x="917010" y="103887"/>
                  <a:pt x="911811" y="105532"/>
                  <a:pt x="909364" y="107144"/>
                </a:cubicBezTo>
                <a:cubicBezTo>
                  <a:pt x="905625" y="109763"/>
                  <a:pt x="903756" y="113087"/>
                  <a:pt x="903756" y="117117"/>
                </a:cubicBezTo>
                <a:cubicBezTo>
                  <a:pt x="903756" y="121080"/>
                  <a:pt x="905252" y="124506"/>
                  <a:pt x="908242" y="127395"/>
                </a:cubicBezTo>
                <a:cubicBezTo>
                  <a:pt x="911233" y="130281"/>
                  <a:pt x="915039" y="131725"/>
                  <a:pt x="919661" y="131725"/>
                </a:cubicBezTo>
                <a:cubicBezTo>
                  <a:pt x="924827" y="131725"/>
                  <a:pt x="929754" y="130046"/>
                  <a:pt x="934444" y="126688"/>
                </a:cubicBezTo>
                <a:cubicBezTo>
                  <a:pt x="937911" y="124137"/>
                  <a:pt x="940188" y="121013"/>
                  <a:pt x="941275" y="117317"/>
                </a:cubicBezTo>
                <a:cubicBezTo>
                  <a:pt x="942023" y="114900"/>
                  <a:pt x="942397" y="110301"/>
                  <a:pt x="942397" y="103519"/>
                </a:cubicBezTo>
                <a:lnTo>
                  <a:pt x="942397" y="97876"/>
                </a:lnTo>
                <a:close/>
                <a:moveTo>
                  <a:pt x="998363" y="149465"/>
                </a:moveTo>
                <a:lnTo>
                  <a:pt x="998363" y="0"/>
                </a:lnTo>
                <a:lnTo>
                  <a:pt x="1027012" y="0"/>
                </a:lnTo>
                <a:lnTo>
                  <a:pt x="1027012" y="149465"/>
                </a:lnTo>
                <a:lnTo>
                  <a:pt x="998363" y="149465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8773D-5779-4AFA-97E6-ACF5B8EA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887" y="1946542"/>
            <a:ext cx="1622392" cy="454145"/>
          </a:xfrm>
          <a:custGeom xmlns:a="http://schemas.openxmlformats.org/drawingml/2006/main">
            <a:pathLst>
              <a:path w="1622392" h="454145">
                <a:moveTo>
                  <a:pt x="0" y="75865"/>
                </a:moveTo>
                <a:cubicBezTo>
                  <a:pt x="696" y="33896"/>
                  <a:pt x="34592" y="0"/>
                  <a:pt x="77257" y="696"/>
                </a:cubicBezTo>
                <a:lnTo>
                  <a:pt x="1545136" y="696"/>
                </a:lnTo>
                <a:cubicBezTo>
                  <a:pt x="1587627" y="0"/>
                  <a:pt x="1621522" y="33896"/>
                  <a:pt x="1622392" y="75865"/>
                </a:cubicBezTo>
                <a:lnTo>
                  <a:pt x="1622392" y="378628"/>
                </a:lnTo>
                <a:cubicBezTo>
                  <a:pt x="1621522" y="420249"/>
                  <a:pt x="1587627" y="454145"/>
                  <a:pt x="1545136" y="453797"/>
                </a:cubicBezTo>
                <a:lnTo>
                  <a:pt x="77257" y="453797"/>
                </a:lnTo>
                <a:cubicBezTo>
                  <a:pt x="34592" y="454145"/>
                  <a:pt x="696" y="420249"/>
                  <a:pt x="0" y="378628"/>
                </a:cubicBezTo>
                <a:lnTo>
                  <a:pt x="0" y="75865"/>
                </a:lnTo>
              </a:path>
            </a:pathLst>
          </a:custGeom>
          <a:solidFill xmlns:a="http://schemas.openxmlformats.org/drawingml/2006/main">
            <a:srgbClr val="847A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OtherEnvironment">
            <a:extLst xmlns:a="http://schemas.openxmlformats.org/drawingml/2006/main">
              <a:ext uri="{FF2B5EF4-FFF2-40B4-BE49-F238E27FC236}">
                <a16:creationId xmlns:a16="http://schemas.microsoft.com/office/drawing/2014/main" id="{CA411A84-89B3-495C-9B0E-292129FE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728" y="2039066"/>
            <a:ext cx="1409346" cy="116075"/>
          </a:xfrm>
          <a:custGeom xmlns:a="http://schemas.openxmlformats.org/drawingml/2006/main">
            <a:pathLst>
              <a:path w="1409346" h="116075">
                <a:moveTo>
                  <a:pt x="0" y="58726"/>
                </a:moveTo>
                <a:cubicBezTo>
                  <a:pt x="0" y="47292"/>
                  <a:pt x="1708" y="37697"/>
                  <a:pt x="5123" y="29939"/>
                </a:cubicBezTo>
                <a:cubicBezTo>
                  <a:pt x="7672" y="24221"/>
                  <a:pt x="11151" y="19091"/>
                  <a:pt x="15561" y="14548"/>
                </a:cubicBezTo>
                <a:cubicBezTo>
                  <a:pt x="19970" y="10004"/>
                  <a:pt x="24800" y="6635"/>
                  <a:pt x="30051" y="4440"/>
                </a:cubicBezTo>
                <a:cubicBezTo>
                  <a:pt x="37035" y="1480"/>
                  <a:pt x="45089" y="0"/>
                  <a:pt x="54214" y="0"/>
                </a:cubicBezTo>
                <a:cubicBezTo>
                  <a:pt x="70731" y="0"/>
                  <a:pt x="83947" y="5130"/>
                  <a:pt x="93862" y="15391"/>
                </a:cubicBezTo>
                <a:cubicBezTo>
                  <a:pt x="103777" y="25650"/>
                  <a:pt x="108734" y="39917"/>
                  <a:pt x="108734" y="58190"/>
                </a:cubicBezTo>
                <a:cubicBezTo>
                  <a:pt x="108734" y="76311"/>
                  <a:pt x="103815" y="90489"/>
                  <a:pt x="93976" y="100724"/>
                </a:cubicBezTo>
                <a:cubicBezTo>
                  <a:pt x="84138" y="110958"/>
                  <a:pt x="70986" y="116075"/>
                  <a:pt x="54520" y="116075"/>
                </a:cubicBezTo>
                <a:cubicBezTo>
                  <a:pt x="37850" y="116075"/>
                  <a:pt x="24596" y="110983"/>
                  <a:pt x="14758" y="100801"/>
                </a:cubicBezTo>
                <a:cubicBezTo>
                  <a:pt x="4919" y="90617"/>
                  <a:pt x="0" y="76591"/>
                  <a:pt x="0" y="58726"/>
                </a:cubicBezTo>
                <a:moveTo>
                  <a:pt x="23322" y="57961"/>
                </a:moveTo>
                <a:cubicBezTo>
                  <a:pt x="23322" y="70654"/>
                  <a:pt x="26253" y="80276"/>
                  <a:pt x="32116" y="86827"/>
                </a:cubicBezTo>
                <a:cubicBezTo>
                  <a:pt x="37978" y="93377"/>
                  <a:pt x="45421" y="96653"/>
                  <a:pt x="54444" y="96653"/>
                </a:cubicBezTo>
                <a:cubicBezTo>
                  <a:pt x="63466" y="96653"/>
                  <a:pt x="70871" y="93403"/>
                  <a:pt x="76657" y="86903"/>
                </a:cubicBezTo>
                <a:cubicBezTo>
                  <a:pt x="82443" y="80404"/>
                  <a:pt x="85336" y="70654"/>
                  <a:pt x="85336" y="57655"/>
                </a:cubicBezTo>
                <a:cubicBezTo>
                  <a:pt x="85336" y="44809"/>
                  <a:pt x="82519" y="35225"/>
                  <a:pt x="76886" y="28904"/>
                </a:cubicBezTo>
                <a:cubicBezTo>
                  <a:pt x="71253" y="22583"/>
                  <a:pt x="63772" y="19422"/>
                  <a:pt x="54444" y="19422"/>
                </a:cubicBezTo>
                <a:cubicBezTo>
                  <a:pt x="45115" y="19422"/>
                  <a:pt x="37596" y="22621"/>
                  <a:pt x="31886" y="29019"/>
                </a:cubicBezTo>
                <a:cubicBezTo>
                  <a:pt x="26177" y="35416"/>
                  <a:pt x="23322" y="45064"/>
                  <a:pt x="23322" y="57961"/>
                </a:cubicBezTo>
                <a:close/>
                <a:moveTo>
                  <a:pt x="163475" y="32880"/>
                </a:moveTo>
                <a:lnTo>
                  <a:pt x="163475" y="50009"/>
                </a:lnTo>
                <a:lnTo>
                  <a:pt x="148794" y="50009"/>
                </a:lnTo>
                <a:lnTo>
                  <a:pt x="148794" y="82683"/>
                </a:lnTo>
                <a:cubicBezTo>
                  <a:pt x="148794" y="89301"/>
                  <a:pt x="148934" y="93157"/>
                  <a:pt x="149214" y="94251"/>
                </a:cubicBezTo>
                <a:cubicBezTo>
                  <a:pt x="149495" y="95344"/>
                  <a:pt x="150132" y="96247"/>
                  <a:pt x="151126" y="96961"/>
                </a:cubicBezTo>
                <a:cubicBezTo>
                  <a:pt x="152120" y="97673"/>
                  <a:pt x="153331" y="98029"/>
                  <a:pt x="154758" y="98029"/>
                </a:cubicBezTo>
                <a:cubicBezTo>
                  <a:pt x="156746" y="98029"/>
                  <a:pt x="159626" y="97341"/>
                  <a:pt x="163399" y="95964"/>
                </a:cubicBezTo>
                <a:lnTo>
                  <a:pt x="165234" y="112696"/>
                </a:lnTo>
                <a:cubicBezTo>
                  <a:pt x="160238" y="114847"/>
                  <a:pt x="154579" y="115922"/>
                  <a:pt x="148258" y="115922"/>
                </a:cubicBezTo>
                <a:cubicBezTo>
                  <a:pt x="144384" y="115922"/>
                  <a:pt x="140892" y="115272"/>
                  <a:pt x="137783" y="113972"/>
                </a:cubicBezTo>
                <a:cubicBezTo>
                  <a:pt x="134673" y="112672"/>
                  <a:pt x="132392" y="110990"/>
                  <a:pt x="130939" y="108925"/>
                </a:cubicBezTo>
                <a:cubicBezTo>
                  <a:pt x="129486" y="106861"/>
                  <a:pt x="128479" y="104070"/>
                  <a:pt x="127918" y="100552"/>
                </a:cubicBezTo>
                <a:cubicBezTo>
                  <a:pt x="127460" y="98054"/>
                  <a:pt x="127230" y="93008"/>
                  <a:pt x="127230" y="85412"/>
                </a:cubicBezTo>
                <a:lnTo>
                  <a:pt x="127230" y="50009"/>
                </a:lnTo>
                <a:lnTo>
                  <a:pt x="117366" y="50009"/>
                </a:lnTo>
                <a:lnTo>
                  <a:pt x="117366" y="32880"/>
                </a:lnTo>
                <a:lnTo>
                  <a:pt x="127230" y="32880"/>
                </a:lnTo>
                <a:lnTo>
                  <a:pt x="127230" y="16670"/>
                </a:lnTo>
                <a:lnTo>
                  <a:pt x="148794" y="3976"/>
                </a:lnTo>
                <a:lnTo>
                  <a:pt x="148794" y="32880"/>
                </a:lnTo>
                <a:lnTo>
                  <a:pt x="163475" y="32880"/>
                </a:lnTo>
                <a:close/>
                <a:moveTo>
                  <a:pt x="199847" y="1988"/>
                </a:moveTo>
                <a:lnTo>
                  <a:pt x="199847" y="43260"/>
                </a:lnTo>
                <a:cubicBezTo>
                  <a:pt x="206780" y="35117"/>
                  <a:pt x="215064" y="31045"/>
                  <a:pt x="224698" y="31045"/>
                </a:cubicBezTo>
                <a:cubicBezTo>
                  <a:pt x="229643" y="31045"/>
                  <a:pt x="234104" y="31963"/>
                  <a:pt x="238080" y="33798"/>
                </a:cubicBezTo>
                <a:cubicBezTo>
                  <a:pt x="242056" y="35633"/>
                  <a:pt x="245051" y="37978"/>
                  <a:pt x="247065" y="40833"/>
                </a:cubicBezTo>
                <a:cubicBezTo>
                  <a:pt x="249078" y="43687"/>
                  <a:pt x="250455" y="46848"/>
                  <a:pt x="251194" y="50314"/>
                </a:cubicBezTo>
                <a:cubicBezTo>
                  <a:pt x="251933" y="53781"/>
                  <a:pt x="252303" y="59159"/>
                  <a:pt x="252303" y="66449"/>
                </a:cubicBezTo>
                <a:lnTo>
                  <a:pt x="252303" y="114087"/>
                </a:lnTo>
                <a:lnTo>
                  <a:pt x="230816" y="114087"/>
                </a:lnTo>
                <a:lnTo>
                  <a:pt x="230816" y="71240"/>
                </a:lnTo>
                <a:cubicBezTo>
                  <a:pt x="230816" y="62736"/>
                  <a:pt x="230408" y="57339"/>
                  <a:pt x="229592" y="55048"/>
                </a:cubicBezTo>
                <a:cubicBezTo>
                  <a:pt x="228777" y="52756"/>
                  <a:pt x="227336" y="50935"/>
                  <a:pt x="225272" y="49586"/>
                </a:cubicBezTo>
                <a:cubicBezTo>
                  <a:pt x="223207" y="48236"/>
                  <a:pt x="220620" y="47562"/>
                  <a:pt x="217511" y="47562"/>
                </a:cubicBezTo>
                <a:cubicBezTo>
                  <a:pt x="213942" y="47562"/>
                  <a:pt x="210756" y="48427"/>
                  <a:pt x="207952" y="50159"/>
                </a:cubicBezTo>
                <a:cubicBezTo>
                  <a:pt x="205149" y="51891"/>
                  <a:pt x="203097" y="54500"/>
                  <a:pt x="201797" y="57987"/>
                </a:cubicBezTo>
                <a:cubicBezTo>
                  <a:pt x="200497" y="61474"/>
                  <a:pt x="199847" y="66630"/>
                  <a:pt x="199847" y="73455"/>
                </a:cubicBezTo>
                <a:lnTo>
                  <a:pt x="199847" y="114087"/>
                </a:lnTo>
                <a:lnTo>
                  <a:pt x="178360" y="114087"/>
                </a:lnTo>
                <a:lnTo>
                  <a:pt x="178360" y="1988"/>
                </a:lnTo>
                <a:lnTo>
                  <a:pt x="199847" y="1988"/>
                </a:lnTo>
                <a:close/>
                <a:moveTo>
                  <a:pt x="321164" y="88241"/>
                </a:moveTo>
                <a:lnTo>
                  <a:pt x="342575" y="91912"/>
                </a:lnTo>
                <a:cubicBezTo>
                  <a:pt x="339822" y="99737"/>
                  <a:pt x="335476" y="105695"/>
                  <a:pt x="329537" y="109785"/>
                </a:cubicBezTo>
                <a:cubicBezTo>
                  <a:pt x="323598" y="113876"/>
                  <a:pt x="316168" y="115922"/>
                  <a:pt x="307247" y="115922"/>
                </a:cubicBezTo>
                <a:cubicBezTo>
                  <a:pt x="293127" y="115922"/>
                  <a:pt x="282677" y="111308"/>
                  <a:pt x="275897" y="102082"/>
                </a:cubicBezTo>
                <a:cubicBezTo>
                  <a:pt x="270544" y="94690"/>
                  <a:pt x="267868" y="85361"/>
                  <a:pt x="267868" y="74095"/>
                </a:cubicBezTo>
                <a:cubicBezTo>
                  <a:pt x="267868" y="60637"/>
                  <a:pt x="271385" y="50098"/>
                  <a:pt x="278420" y="42477"/>
                </a:cubicBezTo>
                <a:cubicBezTo>
                  <a:pt x="285455" y="34856"/>
                  <a:pt x="294350" y="31045"/>
                  <a:pt x="305106" y="31045"/>
                </a:cubicBezTo>
                <a:cubicBezTo>
                  <a:pt x="317188" y="31045"/>
                  <a:pt x="326721" y="35034"/>
                  <a:pt x="333705" y="43012"/>
                </a:cubicBezTo>
                <a:cubicBezTo>
                  <a:pt x="340688" y="50990"/>
                  <a:pt x="344027" y="63212"/>
                  <a:pt x="343722" y="79677"/>
                </a:cubicBezTo>
                <a:lnTo>
                  <a:pt x="289890" y="79677"/>
                </a:lnTo>
                <a:cubicBezTo>
                  <a:pt x="290043" y="86049"/>
                  <a:pt x="291776" y="91007"/>
                  <a:pt x="295089" y="94550"/>
                </a:cubicBezTo>
                <a:cubicBezTo>
                  <a:pt x="298403" y="98093"/>
                  <a:pt x="302532" y="99864"/>
                  <a:pt x="307477" y="99864"/>
                </a:cubicBezTo>
                <a:cubicBezTo>
                  <a:pt x="310841" y="99864"/>
                  <a:pt x="313671" y="98946"/>
                  <a:pt x="315965" y="97111"/>
                </a:cubicBezTo>
                <a:cubicBezTo>
                  <a:pt x="318259" y="95276"/>
                  <a:pt x="319992" y="92319"/>
                  <a:pt x="321164" y="88241"/>
                </a:cubicBezTo>
                <a:moveTo>
                  <a:pt x="322388" y="66525"/>
                </a:moveTo>
                <a:cubicBezTo>
                  <a:pt x="322235" y="60331"/>
                  <a:pt x="320629" y="55622"/>
                  <a:pt x="317570" y="52398"/>
                </a:cubicBezTo>
                <a:cubicBezTo>
                  <a:pt x="314512" y="49174"/>
                  <a:pt x="310790" y="47562"/>
                  <a:pt x="306406" y="47562"/>
                </a:cubicBezTo>
                <a:cubicBezTo>
                  <a:pt x="301716" y="47562"/>
                  <a:pt x="297842" y="49262"/>
                  <a:pt x="294784" y="52663"/>
                </a:cubicBezTo>
                <a:cubicBezTo>
                  <a:pt x="291725" y="56066"/>
                  <a:pt x="290221" y="60687"/>
                  <a:pt x="290272" y="66525"/>
                </a:cubicBezTo>
                <a:lnTo>
                  <a:pt x="322388" y="66525"/>
                </a:lnTo>
                <a:close/>
                <a:moveTo>
                  <a:pt x="381708" y="114087"/>
                </a:moveTo>
                <a:lnTo>
                  <a:pt x="360221" y="114087"/>
                </a:lnTo>
                <a:lnTo>
                  <a:pt x="360221" y="32880"/>
                </a:lnTo>
                <a:lnTo>
                  <a:pt x="380179" y="32880"/>
                </a:lnTo>
                <a:lnTo>
                  <a:pt x="380179" y="44427"/>
                </a:lnTo>
                <a:cubicBezTo>
                  <a:pt x="383594" y="38972"/>
                  <a:pt x="386665" y="35378"/>
                  <a:pt x="389393" y="33645"/>
                </a:cubicBezTo>
                <a:cubicBezTo>
                  <a:pt x="392120" y="31912"/>
                  <a:pt x="395217" y="31045"/>
                  <a:pt x="398683" y="31045"/>
                </a:cubicBezTo>
                <a:cubicBezTo>
                  <a:pt x="403577" y="31045"/>
                  <a:pt x="408292" y="32396"/>
                  <a:pt x="412829" y="35098"/>
                </a:cubicBezTo>
                <a:lnTo>
                  <a:pt x="406177" y="53832"/>
                </a:lnTo>
                <a:cubicBezTo>
                  <a:pt x="402558" y="51487"/>
                  <a:pt x="399193" y="50314"/>
                  <a:pt x="396083" y="50314"/>
                </a:cubicBezTo>
                <a:cubicBezTo>
                  <a:pt x="393076" y="50314"/>
                  <a:pt x="390527" y="51143"/>
                  <a:pt x="388437" y="52799"/>
                </a:cubicBezTo>
                <a:cubicBezTo>
                  <a:pt x="386347" y="54456"/>
                  <a:pt x="384703" y="57451"/>
                  <a:pt x="383505" y="61784"/>
                </a:cubicBezTo>
                <a:cubicBezTo>
                  <a:pt x="382307" y="66117"/>
                  <a:pt x="381708" y="75191"/>
                  <a:pt x="381708" y="89006"/>
                </a:cubicBezTo>
                <a:lnTo>
                  <a:pt x="381708" y="114087"/>
                </a:lnTo>
                <a:close/>
                <a:moveTo>
                  <a:pt x="465692" y="114087"/>
                </a:moveTo>
                <a:lnTo>
                  <a:pt x="465692" y="1988"/>
                </a:lnTo>
                <a:lnTo>
                  <a:pt x="548811" y="1988"/>
                </a:lnTo>
                <a:lnTo>
                  <a:pt x="548811" y="20952"/>
                </a:lnTo>
                <a:lnTo>
                  <a:pt x="488326" y="20952"/>
                </a:lnTo>
                <a:lnTo>
                  <a:pt x="488326" y="45726"/>
                </a:lnTo>
                <a:lnTo>
                  <a:pt x="544605" y="45726"/>
                </a:lnTo>
                <a:lnTo>
                  <a:pt x="544605" y="64690"/>
                </a:lnTo>
                <a:lnTo>
                  <a:pt x="488326" y="64690"/>
                </a:lnTo>
                <a:lnTo>
                  <a:pt x="488326" y="95123"/>
                </a:lnTo>
                <a:lnTo>
                  <a:pt x="550952" y="95123"/>
                </a:lnTo>
                <a:lnTo>
                  <a:pt x="550952" y="114087"/>
                </a:lnTo>
                <a:lnTo>
                  <a:pt x="465692" y="114087"/>
                </a:lnTo>
                <a:close/>
                <a:moveTo>
                  <a:pt x="643806" y="114087"/>
                </a:moveTo>
                <a:lnTo>
                  <a:pt x="622319" y="114087"/>
                </a:lnTo>
                <a:lnTo>
                  <a:pt x="622319" y="72690"/>
                </a:lnTo>
                <a:cubicBezTo>
                  <a:pt x="622319" y="63932"/>
                  <a:pt x="621861" y="58267"/>
                  <a:pt x="620943" y="55696"/>
                </a:cubicBezTo>
                <a:cubicBezTo>
                  <a:pt x="620026" y="53124"/>
                  <a:pt x="618534" y="51126"/>
                  <a:pt x="616470" y="49700"/>
                </a:cubicBezTo>
                <a:cubicBezTo>
                  <a:pt x="614405" y="48274"/>
                  <a:pt x="611920" y="47562"/>
                  <a:pt x="609014" y="47562"/>
                </a:cubicBezTo>
                <a:cubicBezTo>
                  <a:pt x="605293" y="47562"/>
                  <a:pt x="601954" y="48580"/>
                  <a:pt x="598997" y="50618"/>
                </a:cubicBezTo>
                <a:cubicBezTo>
                  <a:pt x="596041" y="52654"/>
                  <a:pt x="594014" y="55352"/>
                  <a:pt x="592918" y="58714"/>
                </a:cubicBezTo>
                <a:cubicBezTo>
                  <a:pt x="591822" y="62073"/>
                  <a:pt x="591274" y="68285"/>
                  <a:pt x="591274" y="77350"/>
                </a:cubicBezTo>
                <a:lnTo>
                  <a:pt x="591274" y="114087"/>
                </a:lnTo>
                <a:lnTo>
                  <a:pt x="569788" y="114087"/>
                </a:lnTo>
                <a:lnTo>
                  <a:pt x="569788" y="32880"/>
                </a:lnTo>
                <a:lnTo>
                  <a:pt x="589745" y="32880"/>
                </a:lnTo>
                <a:lnTo>
                  <a:pt x="589745" y="44809"/>
                </a:lnTo>
                <a:cubicBezTo>
                  <a:pt x="596831" y="35633"/>
                  <a:pt x="605752" y="31045"/>
                  <a:pt x="616508" y="31045"/>
                </a:cubicBezTo>
                <a:cubicBezTo>
                  <a:pt x="621249" y="31045"/>
                  <a:pt x="625582" y="31899"/>
                  <a:pt x="629507" y="33607"/>
                </a:cubicBezTo>
                <a:cubicBezTo>
                  <a:pt x="633432" y="35314"/>
                  <a:pt x="636402" y="37494"/>
                  <a:pt x="638415" y="40144"/>
                </a:cubicBezTo>
                <a:cubicBezTo>
                  <a:pt x="640429" y="42795"/>
                  <a:pt x="641831" y="45803"/>
                  <a:pt x="642621" y="49167"/>
                </a:cubicBezTo>
                <a:cubicBezTo>
                  <a:pt x="643411" y="52532"/>
                  <a:pt x="643806" y="57349"/>
                  <a:pt x="643806" y="63619"/>
                </a:cubicBezTo>
                <a:lnTo>
                  <a:pt x="643806" y="114087"/>
                </a:lnTo>
                <a:close/>
                <a:moveTo>
                  <a:pt x="687970" y="114087"/>
                </a:moveTo>
                <a:lnTo>
                  <a:pt x="655243" y="32880"/>
                </a:lnTo>
                <a:lnTo>
                  <a:pt x="677800" y="32880"/>
                </a:lnTo>
                <a:lnTo>
                  <a:pt x="693093" y="74325"/>
                </a:lnTo>
                <a:lnTo>
                  <a:pt x="697528" y="88165"/>
                </a:lnTo>
                <a:cubicBezTo>
                  <a:pt x="698701" y="84647"/>
                  <a:pt x="699440" y="82328"/>
                  <a:pt x="699746" y="81206"/>
                </a:cubicBezTo>
                <a:cubicBezTo>
                  <a:pt x="700459" y="78913"/>
                  <a:pt x="701224" y="76619"/>
                  <a:pt x="702040" y="74325"/>
                </a:cubicBezTo>
                <a:lnTo>
                  <a:pt x="717486" y="32880"/>
                </a:lnTo>
                <a:lnTo>
                  <a:pt x="739584" y="32880"/>
                </a:lnTo>
                <a:lnTo>
                  <a:pt x="707316" y="114087"/>
                </a:lnTo>
                <a:lnTo>
                  <a:pt x="687970" y="114087"/>
                </a:lnTo>
                <a:close/>
                <a:moveTo>
                  <a:pt x="752643" y="21869"/>
                </a:moveTo>
                <a:lnTo>
                  <a:pt x="752643" y="1988"/>
                </a:lnTo>
                <a:lnTo>
                  <a:pt x="774129" y="1988"/>
                </a:lnTo>
                <a:lnTo>
                  <a:pt x="774129" y="21869"/>
                </a:lnTo>
                <a:lnTo>
                  <a:pt x="752643" y="21869"/>
                </a:lnTo>
                <a:moveTo>
                  <a:pt x="752643" y="114087"/>
                </a:moveTo>
                <a:lnTo>
                  <a:pt x="752643" y="32880"/>
                </a:lnTo>
                <a:lnTo>
                  <a:pt x="774129" y="32880"/>
                </a:lnTo>
                <a:lnTo>
                  <a:pt x="774129" y="114087"/>
                </a:lnTo>
                <a:lnTo>
                  <a:pt x="752643" y="114087"/>
                </a:lnTo>
                <a:close/>
                <a:moveTo>
                  <a:pt x="816712" y="114087"/>
                </a:moveTo>
                <a:lnTo>
                  <a:pt x="795225" y="114087"/>
                </a:lnTo>
                <a:lnTo>
                  <a:pt x="795225" y="32880"/>
                </a:lnTo>
                <a:lnTo>
                  <a:pt x="815183" y="32880"/>
                </a:lnTo>
                <a:lnTo>
                  <a:pt x="815183" y="44427"/>
                </a:lnTo>
                <a:cubicBezTo>
                  <a:pt x="818598" y="38972"/>
                  <a:pt x="821670" y="35378"/>
                  <a:pt x="824397" y="33645"/>
                </a:cubicBezTo>
                <a:cubicBezTo>
                  <a:pt x="827124" y="31912"/>
                  <a:pt x="830221" y="31045"/>
                  <a:pt x="833688" y="31045"/>
                </a:cubicBezTo>
                <a:cubicBezTo>
                  <a:pt x="838581" y="31045"/>
                  <a:pt x="843297" y="32396"/>
                  <a:pt x="847834" y="35098"/>
                </a:cubicBezTo>
                <a:lnTo>
                  <a:pt x="841181" y="53832"/>
                </a:lnTo>
                <a:cubicBezTo>
                  <a:pt x="837562" y="51487"/>
                  <a:pt x="834197" y="50314"/>
                  <a:pt x="831088" y="50314"/>
                </a:cubicBezTo>
                <a:cubicBezTo>
                  <a:pt x="828080" y="50314"/>
                  <a:pt x="825531" y="51143"/>
                  <a:pt x="823441" y="52799"/>
                </a:cubicBezTo>
                <a:cubicBezTo>
                  <a:pt x="821351" y="54456"/>
                  <a:pt x="819707" y="57451"/>
                  <a:pt x="818509" y="61784"/>
                </a:cubicBezTo>
                <a:cubicBezTo>
                  <a:pt x="817311" y="66117"/>
                  <a:pt x="816712" y="75191"/>
                  <a:pt x="816712" y="89006"/>
                </a:cubicBezTo>
                <a:lnTo>
                  <a:pt x="816712" y="114087"/>
                </a:lnTo>
                <a:close/>
                <a:moveTo>
                  <a:pt x="852073" y="72336"/>
                </a:moveTo>
                <a:cubicBezTo>
                  <a:pt x="852073" y="65200"/>
                  <a:pt x="853832" y="58292"/>
                  <a:pt x="857349" y="51614"/>
                </a:cubicBezTo>
                <a:cubicBezTo>
                  <a:pt x="860867" y="44936"/>
                  <a:pt x="865850" y="39839"/>
                  <a:pt x="872298" y="36321"/>
                </a:cubicBezTo>
                <a:cubicBezTo>
                  <a:pt x="878747" y="32804"/>
                  <a:pt x="885948" y="31045"/>
                  <a:pt x="893900" y="31045"/>
                </a:cubicBezTo>
                <a:cubicBezTo>
                  <a:pt x="906185" y="31045"/>
                  <a:pt x="916253" y="35034"/>
                  <a:pt x="924104" y="43012"/>
                </a:cubicBezTo>
                <a:cubicBezTo>
                  <a:pt x="931954" y="50990"/>
                  <a:pt x="935880" y="61071"/>
                  <a:pt x="935880" y="73254"/>
                </a:cubicBezTo>
                <a:cubicBezTo>
                  <a:pt x="935880" y="85540"/>
                  <a:pt x="931916" y="95722"/>
                  <a:pt x="923989" y="103802"/>
                </a:cubicBezTo>
                <a:cubicBezTo>
                  <a:pt x="916062" y="111882"/>
                  <a:pt x="906084" y="115922"/>
                  <a:pt x="894053" y="115922"/>
                </a:cubicBezTo>
                <a:cubicBezTo>
                  <a:pt x="886610" y="115922"/>
                  <a:pt x="879512" y="114240"/>
                  <a:pt x="872757" y="110875"/>
                </a:cubicBezTo>
                <a:cubicBezTo>
                  <a:pt x="866003" y="107511"/>
                  <a:pt x="860867" y="102579"/>
                  <a:pt x="857349" y="96079"/>
                </a:cubicBezTo>
                <a:cubicBezTo>
                  <a:pt x="853832" y="89579"/>
                  <a:pt x="852073" y="81665"/>
                  <a:pt x="852073" y="72336"/>
                </a:cubicBezTo>
                <a:moveTo>
                  <a:pt x="874095" y="73483"/>
                </a:moveTo>
                <a:cubicBezTo>
                  <a:pt x="874095" y="81512"/>
                  <a:pt x="876007" y="87661"/>
                  <a:pt x="879830" y="91931"/>
                </a:cubicBezTo>
                <a:cubicBezTo>
                  <a:pt x="883654" y="96200"/>
                  <a:pt x="888369" y="98335"/>
                  <a:pt x="893976" y="98335"/>
                </a:cubicBezTo>
                <a:cubicBezTo>
                  <a:pt x="899584" y="98335"/>
                  <a:pt x="904287" y="96200"/>
                  <a:pt x="908084" y="91931"/>
                </a:cubicBezTo>
                <a:cubicBezTo>
                  <a:pt x="911882" y="87661"/>
                  <a:pt x="913781" y="81461"/>
                  <a:pt x="913781" y="73331"/>
                </a:cubicBezTo>
                <a:cubicBezTo>
                  <a:pt x="913781" y="65404"/>
                  <a:pt x="911882" y="59305"/>
                  <a:pt x="908084" y="55036"/>
                </a:cubicBezTo>
                <a:cubicBezTo>
                  <a:pt x="904287" y="50767"/>
                  <a:pt x="899584" y="48632"/>
                  <a:pt x="893976" y="48632"/>
                </a:cubicBezTo>
                <a:cubicBezTo>
                  <a:pt x="888369" y="48632"/>
                  <a:pt x="883654" y="50767"/>
                  <a:pt x="879830" y="55036"/>
                </a:cubicBezTo>
                <a:cubicBezTo>
                  <a:pt x="876007" y="59305"/>
                  <a:pt x="874095" y="65455"/>
                  <a:pt x="874095" y="73483"/>
                </a:cubicBezTo>
                <a:close/>
                <a:moveTo>
                  <a:pt x="1026610" y="114087"/>
                </a:moveTo>
                <a:lnTo>
                  <a:pt x="1005124" y="114087"/>
                </a:lnTo>
                <a:lnTo>
                  <a:pt x="1005124" y="72690"/>
                </a:lnTo>
                <a:cubicBezTo>
                  <a:pt x="1005124" y="63932"/>
                  <a:pt x="1004665" y="58267"/>
                  <a:pt x="1003747" y="55696"/>
                </a:cubicBezTo>
                <a:cubicBezTo>
                  <a:pt x="1002830" y="53124"/>
                  <a:pt x="1001339" y="51126"/>
                  <a:pt x="999274" y="49700"/>
                </a:cubicBezTo>
                <a:cubicBezTo>
                  <a:pt x="997209" y="48274"/>
                  <a:pt x="994724" y="47562"/>
                  <a:pt x="991819" y="47562"/>
                </a:cubicBezTo>
                <a:cubicBezTo>
                  <a:pt x="988097" y="47562"/>
                  <a:pt x="984758" y="48580"/>
                  <a:pt x="981802" y="50618"/>
                </a:cubicBezTo>
                <a:cubicBezTo>
                  <a:pt x="978845" y="52654"/>
                  <a:pt x="976819" y="55352"/>
                  <a:pt x="975723" y="58714"/>
                </a:cubicBezTo>
                <a:cubicBezTo>
                  <a:pt x="974627" y="62073"/>
                  <a:pt x="974079" y="68285"/>
                  <a:pt x="974079" y="77350"/>
                </a:cubicBezTo>
                <a:lnTo>
                  <a:pt x="974079" y="114087"/>
                </a:lnTo>
                <a:lnTo>
                  <a:pt x="952592" y="114087"/>
                </a:lnTo>
                <a:lnTo>
                  <a:pt x="952592" y="32880"/>
                </a:lnTo>
                <a:lnTo>
                  <a:pt x="972549" y="32880"/>
                </a:lnTo>
                <a:lnTo>
                  <a:pt x="972549" y="44809"/>
                </a:lnTo>
                <a:cubicBezTo>
                  <a:pt x="979635" y="35633"/>
                  <a:pt x="988556" y="31045"/>
                  <a:pt x="999312" y="31045"/>
                </a:cubicBezTo>
                <a:cubicBezTo>
                  <a:pt x="1004053" y="31045"/>
                  <a:pt x="1008386" y="31899"/>
                  <a:pt x="1012311" y="33607"/>
                </a:cubicBezTo>
                <a:cubicBezTo>
                  <a:pt x="1016237" y="35314"/>
                  <a:pt x="1019206" y="37494"/>
                  <a:pt x="1021220" y="40144"/>
                </a:cubicBezTo>
                <a:cubicBezTo>
                  <a:pt x="1023233" y="42795"/>
                  <a:pt x="1024635" y="45803"/>
                  <a:pt x="1025425" y="49167"/>
                </a:cubicBezTo>
                <a:cubicBezTo>
                  <a:pt x="1026215" y="52532"/>
                  <a:pt x="1026610" y="57349"/>
                  <a:pt x="1026610" y="63619"/>
                </a:cubicBezTo>
                <a:lnTo>
                  <a:pt x="1026610" y="114087"/>
                </a:lnTo>
                <a:close/>
                <a:moveTo>
                  <a:pt x="1046840" y="32880"/>
                </a:moveTo>
                <a:lnTo>
                  <a:pt x="1066644" y="32880"/>
                </a:lnTo>
                <a:lnTo>
                  <a:pt x="1066644" y="43968"/>
                </a:lnTo>
                <a:cubicBezTo>
                  <a:pt x="1073730" y="35353"/>
                  <a:pt x="1082167" y="31045"/>
                  <a:pt x="1091954" y="31045"/>
                </a:cubicBezTo>
                <a:cubicBezTo>
                  <a:pt x="1097154" y="31045"/>
                  <a:pt x="1101666" y="32120"/>
                  <a:pt x="1105489" y="34271"/>
                </a:cubicBezTo>
                <a:cubicBezTo>
                  <a:pt x="1109312" y="36422"/>
                  <a:pt x="1112447" y="39674"/>
                  <a:pt x="1114894" y="44027"/>
                </a:cubicBezTo>
                <a:cubicBezTo>
                  <a:pt x="1118463" y="39674"/>
                  <a:pt x="1122311" y="36422"/>
                  <a:pt x="1126440" y="34271"/>
                </a:cubicBezTo>
                <a:cubicBezTo>
                  <a:pt x="1130570" y="32120"/>
                  <a:pt x="1134979" y="31045"/>
                  <a:pt x="1139669" y="31045"/>
                </a:cubicBezTo>
                <a:cubicBezTo>
                  <a:pt x="1145633" y="31045"/>
                  <a:pt x="1150680" y="32256"/>
                  <a:pt x="1154809" y="34677"/>
                </a:cubicBezTo>
                <a:cubicBezTo>
                  <a:pt x="1158938" y="37099"/>
                  <a:pt x="1162022" y="40654"/>
                  <a:pt x="1164061" y="45344"/>
                </a:cubicBezTo>
                <a:cubicBezTo>
                  <a:pt x="1165540" y="48811"/>
                  <a:pt x="1166279" y="54418"/>
                  <a:pt x="1166279" y="62167"/>
                </a:cubicBezTo>
                <a:lnTo>
                  <a:pt x="1166279" y="114087"/>
                </a:lnTo>
                <a:lnTo>
                  <a:pt x="1144792" y="114087"/>
                </a:lnTo>
                <a:lnTo>
                  <a:pt x="1144792" y="67725"/>
                </a:lnTo>
                <a:cubicBezTo>
                  <a:pt x="1144792" y="59680"/>
                  <a:pt x="1144053" y="54487"/>
                  <a:pt x="1142575" y="52145"/>
                </a:cubicBezTo>
                <a:cubicBezTo>
                  <a:pt x="1140587" y="49089"/>
                  <a:pt x="1137528" y="47562"/>
                  <a:pt x="1133399" y="47562"/>
                </a:cubicBezTo>
                <a:cubicBezTo>
                  <a:pt x="1130391" y="47562"/>
                  <a:pt x="1127562" y="48478"/>
                  <a:pt x="1124911" y="50312"/>
                </a:cubicBezTo>
                <a:cubicBezTo>
                  <a:pt x="1122260" y="52144"/>
                  <a:pt x="1120349" y="54830"/>
                  <a:pt x="1119176" y="58370"/>
                </a:cubicBezTo>
                <a:cubicBezTo>
                  <a:pt x="1118004" y="61908"/>
                  <a:pt x="1117417" y="67496"/>
                  <a:pt x="1117417" y="75135"/>
                </a:cubicBezTo>
                <a:lnTo>
                  <a:pt x="1117417" y="114087"/>
                </a:lnTo>
                <a:lnTo>
                  <a:pt x="1095931" y="114087"/>
                </a:lnTo>
                <a:lnTo>
                  <a:pt x="1095931" y="69634"/>
                </a:lnTo>
                <a:cubicBezTo>
                  <a:pt x="1095931" y="61742"/>
                  <a:pt x="1095548" y="56651"/>
                  <a:pt x="1094784" y="54360"/>
                </a:cubicBezTo>
                <a:cubicBezTo>
                  <a:pt x="1094019" y="52068"/>
                  <a:pt x="1092834" y="50361"/>
                  <a:pt x="1091228" y="49241"/>
                </a:cubicBezTo>
                <a:cubicBezTo>
                  <a:pt x="1089622" y="48122"/>
                  <a:pt x="1087443" y="47562"/>
                  <a:pt x="1084690" y="47562"/>
                </a:cubicBezTo>
                <a:cubicBezTo>
                  <a:pt x="1081377" y="47562"/>
                  <a:pt x="1078395" y="48453"/>
                  <a:pt x="1075744" y="50236"/>
                </a:cubicBezTo>
                <a:cubicBezTo>
                  <a:pt x="1073093" y="52017"/>
                  <a:pt x="1071194" y="54588"/>
                  <a:pt x="1070047" y="57949"/>
                </a:cubicBezTo>
                <a:cubicBezTo>
                  <a:pt x="1068900" y="61310"/>
                  <a:pt x="1068327" y="66886"/>
                  <a:pt x="1068327" y="74676"/>
                </a:cubicBezTo>
                <a:lnTo>
                  <a:pt x="1068327" y="114087"/>
                </a:lnTo>
                <a:lnTo>
                  <a:pt x="1046840" y="114087"/>
                </a:lnTo>
                <a:lnTo>
                  <a:pt x="1046840" y="32880"/>
                </a:lnTo>
                <a:close/>
                <a:moveTo>
                  <a:pt x="1234674" y="88241"/>
                </a:moveTo>
                <a:lnTo>
                  <a:pt x="1256084" y="91912"/>
                </a:lnTo>
                <a:cubicBezTo>
                  <a:pt x="1253331" y="99737"/>
                  <a:pt x="1248985" y="105695"/>
                  <a:pt x="1243047" y="109785"/>
                </a:cubicBezTo>
                <a:cubicBezTo>
                  <a:pt x="1237108" y="113876"/>
                  <a:pt x="1229678" y="115922"/>
                  <a:pt x="1220757" y="115922"/>
                </a:cubicBezTo>
                <a:cubicBezTo>
                  <a:pt x="1206636" y="115922"/>
                  <a:pt x="1196186" y="111308"/>
                  <a:pt x="1189406" y="102082"/>
                </a:cubicBezTo>
                <a:cubicBezTo>
                  <a:pt x="1184053" y="94690"/>
                  <a:pt x="1181377" y="85361"/>
                  <a:pt x="1181377" y="74095"/>
                </a:cubicBezTo>
                <a:cubicBezTo>
                  <a:pt x="1181377" y="60637"/>
                  <a:pt x="1184894" y="50098"/>
                  <a:pt x="1191929" y="42477"/>
                </a:cubicBezTo>
                <a:cubicBezTo>
                  <a:pt x="1198964" y="34856"/>
                  <a:pt x="1207860" y="31045"/>
                  <a:pt x="1218616" y="31045"/>
                </a:cubicBezTo>
                <a:cubicBezTo>
                  <a:pt x="1230697" y="31045"/>
                  <a:pt x="1240230" y="35034"/>
                  <a:pt x="1247214" y="43012"/>
                </a:cubicBezTo>
                <a:cubicBezTo>
                  <a:pt x="1254198" y="50990"/>
                  <a:pt x="1257537" y="63212"/>
                  <a:pt x="1257231" y="79677"/>
                </a:cubicBezTo>
                <a:lnTo>
                  <a:pt x="1203399" y="79677"/>
                </a:lnTo>
                <a:cubicBezTo>
                  <a:pt x="1203552" y="86049"/>
                  <a:pt x="1205285" y="91007"/>
                  <a:pt x="1208599" y="94550"/>
                </a:cubicBezTo>
                <a:cubicBezTo>
                  <a:pt x="1211912" y="98093"/>
                  <a:pt x="1216041" y="99864"/>
                  <a:pt x="1220986" y="99864"/>
                </a:cubicBezTo>
                <a:cubicBezTo>
                  <a:pt x="1224351" y="99864"/>
                  <a:pt x="1227180" y="98946"/>
                  <a:pt x="1229474" y="97111"/>
                </a:cubicBezTo>
                <a:cubicBezTo>
                  <a:pt x="1231768" y="95276"/>
                  <a:pt x="1233501" y="92319"/>
                  <a:pt x="1234674" y="88241"/>
                </a:cubicBezTo>
                <a:moveTo>
                  <a:pt x="1235897" y="66525"/>
                </a:moveTo>
                <a:cubicBezTo>
                  <a:pt x="1235744" y="60331"/>
                  <a:pt x="1234138" y="55622"/>
                  <a:pt x="1231080" y="52398"/>
                </a:cubicBezTo>
                <a:cubicBezTo>
                  <a:pt x="1228021" y="49174"/>
                  <a:pt x="1224300" y="47562"/>
                  <a:pt x="1219916" y="47562"/>
                </a:cubicBezTo>
                <a:cubicBezTo>
                  <a:pt x="1215226" y="47562"/>
                  <a:pt x="1211352" y="49262"/>
                  <a:pt x="1208293" y="52663"/>
                </a:cubicBezTo>
                <a:cubicBezTo>
                  <a:pt x="1205234" y="56066"/>
                  <a:pt x="1203730" y="60687"/>
                  <a:pt x="1203781" y="66525"/>
                </a:cubicBezTo>
                <a:lnTo>
                  <a:pt x="1235897" y="66525"/>
                </a:lnTo>
                <a:close/>
                <a:moveTo>
                  <a:pt x="1348514" y="114087"/>
                </a:moveTo>
                <a:lnTo>
                  <a:pt x="1327027" y="114087"/>
                </a:lnTo>
                <a:lnTo>
                  <a:pt x="1327027" y="72690"/>
                </a:lnTo>
                <a:cubicBezTo>
                  <a:pt x="1327027" y="63932"/>
                  <a:pt x="1326568" y="58267"/>
                  <a:pt x="1325650" y="55696"/>
                </a:cubicBezTo>
                <a:cubicBezTo>
                  <a:pt x="1324733" y="53124"/>
                  <a:pt x="1323242" y="51126"/>
                  <a:pt x="1321177" y="49700"/>
                </a:cubicBezTo>
                <a:cubicBezTo>
                  <a:pt x="1319113" y="48274"/>
                  <a:pt x="1316627" y="47562"/>
                  <a:pt x="1313722" y="47562"/>
                </a:cubicBezTo>
                <a:cubicBezTo>
                  <a:pt x="1310000" y="47562"/>
                  <a:pt x="1306661" y="48580"/>
                  <a:pt x="1303705" y="50618"/>
                </a:cubicBezTo>
                <a:cubicBezTo>
                  <a:pt x="1300748" y="52654"/>
                  <a:pt x="1298722" y="55352"/>
                  <a:pt x="1297626" y="58714"/>
                </a:cubicBezTo>
                <a:cubicBezTo>
                  <a:pt x="1296530" y="62073"/>
                  <a:pt x="1295982" y="68285"/>
                  <a:pt x="1295982" y="77350"/>
                </a:cubicBezTo>
                <a:lnTo>
                  <a:pt x="1295982" y="114087"/>
                </a:lnTo>
                <a:lnTo>
                  <a:pt x="1274495" y="114087"/>
                </a:lnTo>
                <a:lnTo>
                  <a:pt x="1274495" y="32880"/>
                </a:lnTo>
                <a:lnTo>
                  <a:pt x="1294452" y="32880"/>
                </a:lnTo>
                <a:lnTo>
                  <a:pt x="1294452" y="44809"/>
                </a:lnTo>
                <a:cubicBezTo>
                  <a:pt x="1301538" y="35633"/>
                  <a:pt x="1310459" y="31045"/>
                  <a:pt x="1321215" y="31045"/>
                </a:cubicBezTo>
                <a:cubicBezTo>
                  <a:pt x="1325956" y="31045"/>
                  <a:pt x="1330289" y="31899"/>
                  <a:pt x="1334214" y="33607"/>
                </a:cubicBezTo>
                <a:cubicBezTo>
                  <a:pt x="1338140" y="35314"/>
                  <a:pt x="1341109" y="37494"/>
                  <a:pt x="1343123" y="40144"/>
                </a:cubicBezTo>
                <a:cubicBezTo>
                  <a:pt x="1345136" y="42795"/>
                  <a:pt x="1346538" y="45803"/>
                  <a:pt x="1347328" y="49167"/>
                </a:cubicBezTo>
                <a:cubicBezTo>
                  <a:pt x="1348118" y="52532"/>
                  <a:pt x="1348514" y="57349"/>
                  <a:pt x="1348514" y="63619"/>
                </a:cubicBezTo>
                <a:lnTo>
                  <a:pt x="1348514" y="114087"/>
                </a:lnTo>
                <a:close/>
                <a:moveTo>
                  <a:pt x="1407588" y="32880"/>
                </a:moveTo>
                <a:lnTo>
                  <a:pt x="1407588" y="50009"/>
                </a:lnTo>
                <a:lnTo>
                  <a:pt x="1392906" y="50009"/>
                </a:lnTo>
                <a:lnTo>
                  <a:pt x="1392906" y="82683"/>
                </a:lnTo>
                <a:cubicBezTo>
                  <a:pt x="1392906" y="89301"/>
                  <a:pt x="1393046" y="93157"/>
                  <a:pt x="1393327" y="94251"/>
                </a:cubicBezTo>
                <a:cubicBezTo>
                  <a:pt x="1393607" y="95344"/>
                  <a:pt x="1394244" y="96247"/>
                  <a:pt x="1395238" y="96961"/>
                </a:cubicBezTo>
                <a:cubicBezTo>
                  <a:pt x="1396232" y="97673"/>
                  <a:pt x="1397443" y="98029"/>
                  <a:pt x="1398871" y="98029"/>
                </a:cubicBezTo>
                <a:cubicBezTo>
                  <a:pt x="1400859" y="98029"/>
                  <a:pt x="1403739" y="97341"/>
                  <a:pt x="1407511" y="95964"/>
                </a:cubicBezTo>
                <a:lnTo>
                  <a:pt x="1409346" y="112696"/>
                </a:lnTo>
                <a:cubicBezTo>
                  <a:pt x="1404351" y="114847"/>
                  <a:pt x="1398692" y="115922"/>
                  <a:pt x="1392371" y="115922"/>
                </a:cubicBezTo>
                <a:cubicBezTo>
                  <a:pt x="1388497" y="115922"/>
                  <a:pt x="1385005" y="115272"/>
                  <a:pt x="1381895" y="113972"/>
                </a:cubicBezTo>
                <a:cubicBezTo>
                  <a:pt x="1378786" y="112672"/>
                  <a:pt x="1376504" y="110990"/>
                  <a:pt x="1375052" y="108925"/>
                </a:cubicBezTo>
                <a:cubicBezTo>
                  <a:pt x="1373599" y="106861"/>
                  <a:pt x="1372592" y="104070"/>
                  <a:pt x="1372031" y="100552"/>
                </a:cubicBezTo>
                <a:cubicBezTo>
                  <a:pt x="1371572" y="98054"/>
                  <a:pt x="1371343" y="93008"/>
                  <a:pt x="1371343" y="85412"/>
                </a:cubicBezTo>
                <a:lnTo>
                  <a:pt x="1371343" y="50009"/>
                </a:lnTo>
                <a:lnTo>
                  <a:pt x="1361479" y="50009"/>
                </a:lnTo>
                <a:lnTo>
                  <a:pt x="1361479" y="32880"/>
                </a:lnTo>
                <a:lnTo>
                  <a:pt x="1371343" y="32880"/>
                </a:lnTo>
                <a:lnTo>
                  <a:pt x="1371343" y="16670"/>
                </a:lnTo>
                <a:lnTo>
                  <a:pt x="1392906" y="3976"/>
                </a:lnTo>
                <a:lnTo>
                  <a:pt x="1392906" y="32880"/>
                </a:lnTo>
                <a:lnTo>
                  <a:pt x="1407588" y="3288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Information">
            <a:extLst xmlns:a="http://schemas.openxmlformats.org/drawingml/2006/main">
              <a:ext uri="{FF2B5EF4-FFF2-40B4-BE49-F238E27FC236}">
                <a16:creationId xmlns:a16="http://schemas.microsoft.com/office/drawing/2014/main" id="{D0F63073-1445-4A76-8606-4EA41014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030" y="2226987"/>
            <a:ext cx="840009" cy="115922"/>
          </a:xfrm>
          <a:custGeom xmlns:a="http://schemas.openxmlformats.org/drawingml/2006/main">
            <a:pathLst>
              <a:path w="840009" h="115922">
                <a:moveTo>
                  <a:pt x="0" y="114087"/>
                </a:moveTo>
                <a:lnTo>
                  <a:pt x="0" y="1988"/>
                </a:lnTo>
                <a:lnTo>
                  <a:pt x="22634" y="1988"/>
                </a:lnTo>
                <a:lnTo>
                  <a:pt x="22634" y="114087"/>
                </a:lnTo>
                <a:lnTo>
                  <a:pt x="0" y="114087"/>
                </a:lnTo>
                <a:close/>
                <a:moveTo>
                  <a:pt x="117901" y="114087"/>
                </a:moveTo>
                <a:lnTo>
                  <a:pt x="96415" y="114087"/>
                </a:lnTo>
                <a:lnTo>
                  <a:pt x="96415" y="72690"/>
                </a:lnTo>
                <a:cubicBezTo>
                  <a:pt x="96415" y="63932"/>
                  <a:pt x="95956" y="58267"/>
                  <a:pt x="95038" y="55696"/>
                </a:cubicBezTo>
                <a:cubicBezTo>
                  <a:pt x="94121" y="53124"/>
                  <a:pt x="92629" y="51126"/>
                  <a:pt x="90565" y="49700"/>
                </a:cubicBezTo>
                <a:cubicBezTo>
                  <a:pt x="88500" y="48274"/>
                  <a:pt x="86015" y="47562"/>
                  <a:pt x="83110" y="47562"/>
                </a:cubicBezTo>
                <a:cubicBezTo>
                  <a:pt x="79388" y="47562"/>
                  <a:pt x="76049" y="48580"/>
                  <a:pt x="73093" y="50618"/>
                </a:cubicBezTo>
                <a:cubicBezTo>
                  <a:pt x="70136" y="52654"/>
                  <a:pt x="68110" y="55352"/>
                  <a:pt x="67013" y="58714"/>
                </a:cubicBezTo>
                <a:cubicBezTo>
                  <a:pt x="65917" y="62073"/>
                  <a:pt x="65369" y="68285"/>
                  <a:pt x="65369" y="77350"/>
                </a:cubicBezTo>
                <a:lnTo>
                  <a:pt x="65369" y="114087"/>
                </a:lnTo>
                <a:lnTo>
                  <a:pt x="43883" y="114087"/>
                </a:lnTo>
                <a:lnTo>
                  <a:pt x="43883" y="32880"/>
                </a:lnTo>
                <a:lnTo>
                  <a:pt x="63840" y="32880"/>
                </a:lnTo>
                <a:lnTo>
                  <a:pt x="63840" y="44809"/>
                </a:lnTo>
                <a:cubicBezTo>
                  <a:pt x="70926" y="35633"/>
                  <a:pt x="79847" y="31045"/>
                  <a:pt x="90603" y="31045"/>
                </a:cubicBezTo>
                <a:cubicBezTo>
                  <a:pt x="95344" y="31045"/>
                  <a:pt x="99677" y="31899"/>
                  <a:pt x="103602" y="33607"/>
                </a:cubicBezTo>
                <a:cubicBezTo>
                  <a:pt x="107528" y="35314"/>
                  <a:pt x="110497" y="37494"/>
                  <a:pt x="112511" y="40144"/>
                </a:cubicBezTo>
                <a:cubicBezTo>
                  <a:pt x="114524" y="42795"/>
                  <a:pt x="115926" y="45803"/>
                  <a:pt x="116716" y="49167"/>
                </a:cubicBezTo>
                <a:cubicBezTo>
                  <a:pt x="117506" y="52532"/>
                  <a:pt x="117901" y="57349"/>
                  <a:pt x="117901" y="63619"/>
                </a:cubicBezTo>
                <a:lnTo>
                  <a:pt x="117901" y="114087"/>
                </a:lnTo>
                <a:close/>
                <a:moveTo>
                  <a:pt x="130331" y="32880"/>
                </a:moveTo>
                <a:lnTo>
                  <a:pt x="142260" y="32880"/>
                </a:lnTo>
                <a:lnTo>
                  <a:pt x="142260" y="26749"/>
                </a:lnTo>
                <a:cubicBezTo>
                  <a:pt x="142260" y="19902"/>
                  <a:pt x="142986" y="14792"/>
                  <a:pt x="144439" y="11420"/>
                </a:cubicBezTo>
                <a:cubicBezTo>
                  <a:pt x="145892" y="8047"/>
                  <a:pt x="148568" y="5301"/>
                  <a:pt x="152468" y="3180"/>
                </a:cubicBezTo>
                <a:cubicBezTo>
                  <a:pt x="156368" y="1060"/>
                  <a:pt x="161300" y="0"/>
                  <a:pt x="167264" y="0"/>
                </a:cubicBezTo>
                <a:cubicBezTo>
                  <a:pt x="173382" y="0"/>
                  <a:pt x="179371" y="918"/>
                  <a:pt x="185234" y="2753"/>
                </a:cubicBezTo>
                <a:lnTo>
                  <a:pt x="182328" y="17740"/>
                </a:lnTo>
                <a:cubicBezTo>
                  <a:pt x="178913" y="16924"/>
                  <a:pt x="175625" y="16517"/>
                  <a:pt x="172464" y="16517"/>
                </a:cubicBezTo>
                <a:cubicBezTo>
                  <a:pt x="169354" y="16517"/>
                  <a:pt x="167124" y="17247"/>
                  <a:pt x="165773" y="18708"/>
                </a:cubicBezTo>
                <a:cubicBezTo>
                  <a:pt x="164422" y="20167"/>
                  <a:pt x="163747" y="22971"/>
                  <a:pt x="163747" y="27119"/>
                </a:cubicBezTo>
                <a:lnTo>
                  <a:pt x="163747" y="32880"/>
                </a:lnTo>
                <a:lnTo>
                  <a:pt x="179805" y="32880"/>
                </a:lnTo>
                <a:lnTo>
                  <a:pt x="179805" y="49856"/>
                </a:lnTo>
                <a:lnTo>
                  <a:pt x="163747" y="49856"/>
                </a:lnTo>
                <a:lnTo>
                  <a:pt x="163747" y="114087"/>
                </a:lnTo>
                <a:lnTo>
                  <a:pt x="142260" y="114087"/>
                </a:lnTo>
                <a:lnTo>
                  <a:pt x="142260" y="49856"/>
                </a:lnTo>
                <a:lnTo>
                  <a:pt x="130331" y="49856"/>
                </a:lnTo>
                <a:lnTo>
                  <a:pt x="130331" y="32880"/>
                </a:lnTo>
                <a:close/>
                <a:moveTo>
                  <a:pt x="186967" y="72336"/>
                </a:moveTo>
                <a:cubicBezTo>
                  <a:pt x="186967" y="65200"/>
                  <a:pt x="188726" y="58292"/>
                  <a:pt x="192243" y="51614"/>
                </a:cubicBezTo>
                <a:cubicBezTo>
                  <a:pt x="195761" y="44936"/>
                  <a:pt x="200744" y="39839"/>
                  <a:pt x="207192" y="36321"/>
                </a:cubicBezTo>
                <a:cubicBezTo>
                  <a:pt x="213641" y="32804"/>
                  <a:pt x="220841" y="31045"/>
                  <a:pt x="228794" y="31045"/>
                </a:cubicBezTo>
                <a:cubicBezTo>
                  <a:pt x="241079" y="31045"/>
                  <a:pt x="251147" y="35034"/>
                  <a:pt x="258998" y="43012"/>
                </a:cubicBezTo>
                <a:cubicBezTo>
                  <a:pt x="266848" y="50990"/>
                  <a:pt x="270774" y="61071"/>
                  <a:pt x="270774" y="73254"/>
                </a:cubicBezTo>
                <a:cubicBezTo>
                  <a:pt x="270774" y="85540"/>
                  <a:pt x="266810" y="95722"/>
                  <a:pt x="258883" y="103802"/>
                </a:cubicBezTo>
                <a:cubicBezTo>
                  <a:pt x="250956" y="111882"/>
                  <a:pt x="240977" y="115922"/>
                  <a:pt x="228947" y="115922"/>
                </a:cubicBezTo>
                <a:cubicBezTo>
                  <a:pt x="221504" y="115922"/>
                  <a:pt x="214406" y="114240"/>
                  <a:pt x="207651" y="110875"/>
                </a:cubicBezTo>
                <a:cubicBezTo>
                  <a:pt x="200897" y="107511"/>
                  <a:pt x="195761" y="102579"/>
                  <a:pt x="192243" y="96079"/>
                </a:cubicBezTo>
                <a:cubicBezTo>
                  <a:pt x="188726" y="89579"/>
                  <a:pt x="186967" y="81665"/>
                  <a:pt x="186967" y="72336"/>
                </a:cubicBezTo>
                <a:moveTo>
                  <a:pt x="208989" y="73483"/>
                </a:moveTo>
                <a:cubicBezTo>
                  <a:pt x="208989" y="81512"/>
                  <a:pt x="210901" y="87661"/>
                  <a:pt x="214724" y="91931"/>
                </a:cubicBezTo>
                <a:cubicBezTo>
                  <a:pt x="218548" y="96200"/>
                  <a:pt x="223263" y="98335"/>
                  <a:pt x="228870" y="98335"/>
                </a:cubicBezTo>
                <a:cubicBezTo>
                  <a:pt x="234478" y="98335"/>
                  <a:pt x="239180" y="96200"/>
                  <a:pt x="242978" y="91931"/>
                </a:cubicBezTo>
                <a:cubicBezTo>
                  <a:pt x="246776" y="87661"/>
                  <a:pt x="248675" y="81461"/>
                  <a:pt x="248675" y="73331"/>
                </a:cubicBezTo>
                <a:cubicBezTo>
                  <a:pt x="248675" y="65404"/>
                  <a:pt x="246776" y="59305"/>
                  <a:pt x="242978" y="55036"/>
                </a:cubicBezTo>
                <a:cubicBezTo>
                  <a:pt x="239180" y="50767"/>
                  <a:pt x="234478" y="48632"/>
                  <a:pt x="228870" y="48632"/>
                </a:cubicBezTo>
                <a:cubicBezTo>
                  <a:pt x="223263" y="48632"/>
                  <a:pt x="218548" y="50767"/>
                  <a:pt x="214724" y="55036"/>
                </a:cubicBezTo>
                <a:cubicBezTo>
                  <a:pt x="210901" y="59305"/>
                  <a:pt x="208989" y="65455"/>
                  <a:pt x="208989" y="73483"/>
                </a:cubicBezTo>
                <a:close/>
                <a:moveTo>
                  <a:pt x="308207" y="114087"/>
                </a:moveTo>
                <a:lnTo>
                  <a:pt x="286720" y="114087"/>
                </a:lnTo>
                <a:lnTo>
                  <a:pt x="286720" y="32880"/>
                </a:lnTo>
                <a:lnTo>
                  <a:pt x="306678" y="32880"/>
                </a:lnTo>
                <a:lnTo>
                  <a:pt x="306678" y="44427"/>
                </a:lnTo>
                <a:cubicBezTo>
                  <a:pt x="310093" y="38972"/>
                  <a:pt x="313165" y="35378"/>
                  <a:pt x="315892" y="33645"/>
                </a:cubicBezTo>
                <a:cubicBezTo>
                  <a:pt x="318619" y="31912"/>
                  <a:pt x="321716" y="31045"/>
                  <a:pt x="325183" y="31045"/>
                </a:cubicBezTo>
                <a:cubicBezTo>
                  <a:pt x="330076" y="31045"/>
                  <a:pt x="334792" y="32396"/>
                  <a:pt x="339329" y="35098"/>
                </a:cubicBezTo>
                <a:lnTo>
                  <a:pt x="332676" y="53832"/>
                </a:lnTo>
                <a:cubicBezTo>
                  <a:pt x="329057" y="51487"/>
                  <a:pt x="325692" y="50314"/>
                  <a:pt x="322583" y="50314"/>
                </a:cubicBezTo>
                <a:cubicBezTo>
                  <a:pt x="319575" y="50314"/>
                  <a:pt x="317026" y="51143"/>
                  <a:pt x="314936" y="52799"/>
                </a:cubicBezTo>
                <a:cubicBezTo>
                  <a:pt x="312846" y="54456"/>
                  <a:pt x="311202" y="57451"/>
                  <a:pt x="310004" y="61784"/>
                </a:cubicBezTo>
                <a:cubicBezTo>
                  <a:pt x="308806" y="66117"/>
                  <a:pt x="308207" y="75191"/>
                  <a:pt x="308207" y="89006"/>
                </a:cubicBezTo>
                <a:lnTo>
                  <a:pt x="308207" y="114087"/>
                </a:lnTo>
                <a:close/>
                <a:moveTo>
                  <a:pt x="346933" y="32880"/>
                </a:moveTo>
                <a:lnTo>
                  <a:pt x="366738" y="32880"/>
                </a:lnTo>
                <a:lnTo>
                  <a:pt x="366738" y="43968"/>
                </a:lnTo>
                <a:cubicBezTo>
                  <a:pt x="373823" y="35353"/>
                  <a:pt x="382260" y="31045"/>
                  <a:pt x="392048" y="31045"/>
                </a:cubicBezTo>
                <a:cubicBezTo>
                  <a:pt x="397247" y="31045"/>
                  <a:pt x="401759" y="32120"/>
                  <a:pt x="405582" y="34271"/>
                </a:cubicBezTo>
                <a:cubicBezTo>
                  <a:pt x="409405" y="36422"/>
                  <a:pt x="412541" y="39674"/>
                  <a:pt x="414987" y="44027"/>
                </a:cubicBezTo>
                <a:cubicBezTo>
                  <a:pt x="418556" y="39674"/>
                  <a:pt x="422405" y="36422"/>
                  <a:pt x="426534" y="34271"/>
                </a:cubicBezTo>
                <a:cubicBezTo>
                  <a:pt x="430663" y="32120"/>
                  <a:pt x="435072" y="31045"/>
                  <a:pt x="439762" y="31045"/>
                </a:cubicBezTo>
                <a:cubicBezTo>
                  <a:pt x="445727" y="31045"/>
                  <a:pt x="450773" y="32256"/>
                  <a:pt x="454902" y="34677"/>
                </a:cubicBezTo>
                <a:cubicBezTo>
                  <a:pt x="459032" y="37099"/>
                  <a:pt x="462116" y="40654"/>
                  <a:pt x="464155" y="45344"/>
                </a:cubicBezTo>
                <a:cubicBezTo>
                  <a:pt x="465633" y="48811"/>
                  <a:pt x="466372" y="54418"/>
                  <a:pt x="466372" y="62167"/>
                </a:cubicBezTo>
                <a:lnTo>
                  <a:pt x="466372" y="114087"/>
                </a:lnTo>
                <a:lnTo>
                  <a:pt x="444885" y="114087"/>
                </a:lnTo>
                <a:lnTo>
                  <a:pt x="444885" y="67725"/>
                </a:lnTo>
                <a:cubicBezTo>
                  <a:pt x="444885" y="59680"/>
                  <a:pt x="444146" y="54487"/>
                  <a:pt x="442668" y="52145"/>
                </a:cubicBezTo>
                <a:cubicBezTo>
                  <a:pt x="440680" y="49089"/>
                  <a:pt x="437621" y="47562"/>
                  <a:pt x="433492" y="47562"/>
                </a:cubicBezTo>
                <a:cubicBezTo>
                  <a:pt x="430484" y="47562"/>
                  <a:pt x="427655" y="48478"/>
                  <a:pt x="425004" y="50312"/>
                </a:cubicBezTo>
                <a:cubicBezTo>
                  <a:pt x="422354" y="52144"/>
                  <a:pt x="420442" y="54830"/>
                  <a:pt x="419269" y="58370"/>
                </a:cubicBezTo>
                <a:cubicBezTo>
                  <a:pt x="418097" y="61908"/>
                  <a:pt x="417511" y="67496"/>
                  <a:pt x="417511" y="75135"/>
                </a:cubicBezTo>
                <a:lnTo>
                  <a:pt x="417511" y="114087"/>
                </a:lnTo>
                <a:lnTo>
                  <a:pt x="396024" y="114087"/>
                </a:lnTo>
                <a:lnTo>
                  <a:pt x="396024" y="69634"/>
                </a:lnTo>
                <a:cubicBezTo>
                  <a:pt x="396024" y="61742"/>
                  <a:pt x="395642" y="56651"/>
                  <a:pt x="394877" y="54360"/>
                </a:cubicBezTo>
                <a:cubicBezTo>
                  <a:pt x="394112" y="52068"/>
                  <a:pt x="392927" y="50361"/>
                  <a:pt x="391321" y="49241"/>
                </a:cubicBezTo>
                <a:cubicBezTo>
                  <a:pt x="389716" y="48122"/>
                  <a:pt x="387536" y="47562"/>
                  <a:pt x="384783" y="47562"/>
                </a:cubicBezTo>
                <a:cubicBezTo>
                  <a:pt x="381470" y="47562"/>
                  <a:pt x="378488" y="48453"/>
                  <a:pt x="375837" y="50236"/>
                </a:cubicBezTo>
                <a:cubicBezTo>
                  <a:pt x="373186" y="52017"/>
                  <a:pt x="371287" y="54588"/>
                  <a:pt x="370140" y="57949"/>
                </a:cubicBezTo>
                <a:cubicBezTo>
                  <a:pt x="368993" y="61310"/>
                  <a:pt x="368420" y="66886"/>
                  <a:pt x="368420" y="74676"/>
                </a:cubicBezTo>
                <a:lnTo>
                  <a:pt x="368420" y="114087"/>
                </a:lnTo>
                <a:lnTo>
                  <a:pt x="346933" y="114087"/>
                </a:lnTo>
                <a:lnTo>
                  <a:pt x="346933" y="32880"/>
                </a:lnTo>
                <a:close/>
                <a:moveTo>
                  <a:pt x="503798" y="57961"/>
                </a:moveTo>
                <a:lnTo>
                  <a:pt x="484299" y="54444"/>
                </a:lnTo>
                <a:cubicBezTo>
                  <a:pt x="486491" y="46489"/>
                  <a:pt x="490264" y="40602"/>
                  <a:pt x="495616" y="36780"/>
                </a:cubicBezTo>
                <a:cubicBezTo>
                  <a:pt x="500969" y="32957"/>
                  <a:pt x="508921" y="31045"/>
                  <a:pt x="519474" y="31045"/>
                </a:cubicBezTo>
                <a:cubicBezTo>
                  <a:pt x="529057" y="31045"/>
                  <a:pt x="536194" y="32179"/>
                  <a:pt x="540884" y="34448"/>
                </a:cubicBezTo>
                <a:cubicBezTo>
                  <a:pt x="545574" y="36716"/>
                  <a:pt x="548875" y="39596"/>
                  <a:pt x="550786" y="43088"/>
                </a:cubicBezTo>
                <a:cubicBezTo>
                  <a:pt x="552698" y="46580"/>
                  <a:pt x="553654" y="52991"/>
                  <a:pt x="553654" y="62319"/>
                </a:cubicBezTo>
                <a:lnTo>
                  <a:pt x="553424" y="87400"/>
                </a:lnTo>
                <a:cubicBezTo>
                  <a:pt x="553424" y="94537"/>
                  <a:pt x="553768" y="99800"/>
                  <a:pt x="554457" y="103190"/>
                </a:cubicBezTo>
                <a:cubicBezTo>
                  <a:pt x="555145" y="106580"/>
                  <a:pt x="556432" y="110212"/>
                  <a:pt x="558318" y="114087"/>
                </a:cubicBezTo>
                <a:lnTo>
                  <a:pt x="537061" y="114087"/>
                </a:lnTo>
                <a:cubicBezTo>
                  <a:pt x="536500" y="112659"/>
                  <a:pt x="535812" y="110544"/>
                  <a:pt x="534996" y="107740"/>
                </a:cubicBezTo>
                <a:cubicBezTo>
                  <a:pt x="534639" y="106466"/>
                  <a:pt x="534384" y="105624"/>
                  <a:pt x="534231" y="105217"/>
                </a:cubicBezTo>
                <a:cubicBezTo>
                  <a:pt x="530561" y="108785"/>
                  <a:pt x="526636" y="111461"/>
                  <a:pt x="522456" y="113246"/>
                </a:cubicBezTo>
                <a:cubicBezTo>
                  <a:pt x="518276" y="115030"/>
                  <a:pt x="513815" y="115922"/>
                  <a:pt x="509074" y="115922"/>
                </a:cubicBezTo>
                <a:cubicBezTo>
                  <a:pt x="500714" y="115922"/>
                  <a:pt x="494125" y="113663"/>
                  <a:pt x="489308" y="109145"/>
                </a:cubicBezTo>
                <a:cubicBezTo>
                  <a:pt x="484491" y="104627"/>
                  <a:pt x="482082" y="98916"/>
                  <a:pt x="482082" y="92012"/>
                </a:cubicBezTo>
                <a:cubicBezTo>
                  <a:pt x="482082" y="87443"/>
                  <a:pt x="483178" y="83370"/>
                  <a:pt x="485370" y="79792"/>
                </a:cubicBezTo>
                <a:cubicBezTo>
                  <a:pt x="487562" y="76212"/>
                  <a:pt x="490633" y="73471"/>
                  <a:pt x="494584" y="71567"/>
                </a:cubicBezTo>
                <a:cubicBezTo>
                  <a:pt x="498535" y="69663"/>
                  <a:pt x="504231" y="68001"/>
                  <a:pt x="511674" y="66580"/>
                </a:cubicBezTo>
                <a:cubicBezTo>
                  <a:pt x="521717" y="64702"/>
                  <a:pt x="528675" y="62950"/>
                  <a:pt x="532549" y="61325"/>
                </a:cubicBezTo>
                <a:lnTo>
                  <a:pt x="532549" y="59160"/>
                </a:lnTo>
                <a:cubicBezTo>
                  <a:pt x="532549" y="54985"/>
                  <a:pt x="531530" y="52009"/>
                  <a:pt x="529491" y="50231"/>
                </a:cubicBezTo>
                <a:cubicBezTo>
                  <a:pt x="527452" y="48451"/>
                  <a:pt x="523603" y="47562"/>
                  <a:pt x="517944" y="47562"/>
                </a:cubicBezTo>
                <a:cubicBezTo>
                  <a:pt x="514121" y="47562"/>
                  <a:pt x="511139" y="48331"/>
                  <a:pt x="508998" y="49870"/>
                </a:cubicBezTo>
                <a:cubicBezTo>
                  <a:pt x="506857" y="51407"/>
                  <a:pt x="505124" y="54104"/>
                  <a:pt x="503798" y="57961"/>
                </a:cubicBezTo>
                <a:moveTo>
                  <a:pt x="532549" y="75395"/>
                </a:moveTo>
                <a:cubicBezTo>
                  <a:pt x="529796" y="76302"/>
                  <a:pt x="525438" y="77385"/>
                  <a:pt x="519474" y="78645"/>
                </a:cubicBezTo>
                <a:cubicBezTo>
                  <a:pt x="513509" y="79903"/>
                  <a:pt x="509610" y="81137"/>
                  <a:pt x="507774" y="82346"/>
                </a:cubicBezTo>
                <a:cubicBezTo>
                  <a:pt x="504971" y="84311"/>
                  <a:pt x="503569" y="86804"/>
                  <a:pt x="503569" y="89826"/>
                </a:cubicBezTo>
                <a:cubicBezTo>
                  <a:pt x="503569" y="92798"/>
                  <a:pt x="504690" y="95368"/>
                  <a:pt x="506933" y="97534"/>
                </a:cubicBezTo>
                <a:cubicBezTo>
                  <a:pt x="509176" y="99699"/>
                  <a:pt x="512031" y="100782"/>
                  <a:pt x="515497" y="100782"/>
                </a:cubicBezTo>
                <a:cubicBezTo>
                  <a:pt x="519372" y="100782"/>
                  <a:pt x="523067" y="99522"/>
                  <a:pt x="526585" y="97004"/>
                </a:cubicBezTo>
                <a:cubicBezTo>
                  <a:pt x="529185" y="95091"/>
                  <a:pt x="530892" y="92748"/>
                  <a:pt x="531708" y="89976"/>
                </a:cubicBezTo>
                <a:cubicBezTo>
                  <a:pt x="532269" y="88163"/>
                  <a:pt x="532549" y="84714"/>
                  <a:pt x="532549" y="79627"/>
                </a:cubicBezTo>
                <a:lnTo>
                  <a:pt x="532549" y="75395"/>
                </a:lnTo>
                <a:close/>
                <a:moveTo>
                  <a:pt x="611980" y="32880"/>
                </a:moveTo>
                <a:lnTo>
                  <a:pt x="611980" y="50009"/>
                </a:lnTo>
                <a:lnTo>
                  <a:pt x="597298" y="50009"/>
                </a:lnTo>
                <a:lnTo>
                  <a:pt x="597298" y="82683"/>
                </a:lnTo>
                <a:cubicBezTo>
                  <a:pt x="597298" y="89301"/>
                  <a:pt x="597439" y="93157"/>
                  <a:pt x="597719" y="94251"/>
                </a:cubicBezTo>
                <a:cubicBezTo>
                  <a:pt x="597999" y="95344"/>
                  <a:pt x="598637" y="96247"/>
                  <a:pt x="599631" y="96961"/>
                </a:cubicBezTo>
                <a:cubicBezTo>
                  <a:pt x="600625" y="97673"/>
                  <a:pt x="601835" y="98029"/>
                  <a:pt x="603263" y="98029"/>
                </a:cubicBezTo>
                <a:cubicBezTo>
                  <a:pt x="605251" y="98029"/>
                  <a:pt x="608131" y="97341"/>
                  <a:pt x="611903" y="95964"/>
                </a:cubicBezTo>
                <a:lnTo>
                  <a:pt x="613739" y="112696"/>
                </a:lnTo>
                <a:cubicBezTo>
                  <a:pt x="608743" y="114847"/>
                  <a:pt x="603084" y="115922"/>
                  <a:pt x="596763" y="115922"/>
                </a:cubicBezTo>
                <a:cubicBezTo>
                  <a:pt x="592889" y="115922"/>
                  <a:pt x="589397" y="115272"/>
                  <a:pt x="586287" y="113972"/>
                </a:cubicBezTo>
                <a:cubicBezTo>
                  <a:pt x="583178" y="112672"/>
                  <a:pt x="580897" y="110990"/>
                  <a:pt x="579444" y="108925"/>
                </a:cubicBezTo>
                <a:cubicBezTo>
                  <a:pt x="577991" y="106861"/>
                  <a:pt x="576984" y="104070"/>
                  <a:pt x="576423" y="100552"/>
                </a:cubicBezTo>
                <a:cubicBezTo>
                  <a:pt x="575965" y="98054"/>
                  <a:pt x="575735" y="93008"/>
                  <a:pt x="575735" y="85412"/>
                </a:cubicBezTo>
                <a:lnTo>
                  <a:pt x="575735" y="50009"/>
                </a:lnTo>
                <a:lnTo>
                  <a:pt x="565871" y="50009"/>
                </a:lnTo>
                <a:lnTo>
                  <a:pt x="565871" y="32880"/>
                </a:lnTo>
                <a:lnTo>
                  <a:pt x="575735" y="32880"/>
                </a:lnTo>
                <a:lnTo>
                  <a:pt x="575735" y="16670"/>
                </a:lnTo>
                <a:lnTo>
                  <a:pt x="597298" y="3976"/>
                </a:lnTo>
                <a:lnTo>
                  <a:pt x="597298" y="32880"/>
                </a:lnTo>
                <a:lnTo>
                  <a:pt x="611980" y="32880"/>
                </a:lnTo>
                <a:close/>
                <a:moveTo>
                  <a:pt x="626941" y="21869"/>
                </a:moveTo>
                <a:lnTo>
                  <a:pt x="626941" y="1988"/>
                </a:lnTo>
                <a:lnTo>
                  <a:pt x="648428" y="1988"/>
                </a:lnTo>
                <a:lnTo>
                  <a:pt x="648428" y="21869"/>
                </a:lnTo>
                <a:lnTo>
                  <a:pt x="626941" y="21869"/>
                </a:lnTo>
                <a:moveTo>
                  <a:pt x="626941" y="114087"/>
                </a:moveTo>
                <a:lnTo>
                  <a:pt x="626941" y="32880"/>
                </a:lnTo>
                <a:lnTo>
                  <a:pt x="648428" y="32880"/>
                </a:lnTo>
                <a:lnTo>
                  <a:pt x="648428" y="114087"/>
                </a:lnTo>
                <a:lnTo>
                  <a:pt x="626941" y="114087"/>
                </a:lnTo>
                <a:close/>
                <a:moveTo>
                  <a:pt x="665472" y="72336"/>
                </a:moveTo>
                <a:cubicBezTo>
                  <a:pt x="665472" y="65200"/>
                  <a:pt x="667231" y="58292"/>
                  <a:pt x="670748" y="51614"/>
                </a:cubicBezTo>
                <a:cubicBezTo>
                  <a:pt x="674265" y="44936"/>
                  <a:pt x="679248" y="39839"/>
                  <a:pt x="685697" y="36321"/>
                </a:cubicBezTo>
                <a:cubicBezTo>
                  <a:pt x="692146" y="32804"/>
                  <a:pt x="699346" y="31045"/>
                  <a:pt x="707299" y="31045"/>
                </a:cubicBezTo>
                <a:cubicBezTo>
                  <a:pt x="719584" y="31045"/>
                  <a:pt x="729652" y="35034"/>
                  <a:pt x="737502" y="43012"/>
                </a:cubicBezTo>
                <a:cubicBezTo>
                  <a:pt x="745353" y="50990"/>
                  <a:pt x="749278" y="61071"/>
                  <a:pt x="749278" y="73254"/>
                </a:cubicBezTo>
                <a:cubicBezTo>
                  <a:pt x="749278" y="85540"/>
                  <a:pt x="745315" y="95722"/>
                  <a:pt x="737388" y="103802"/>
                </a:cubicBezTo>
                <a:cubicBezTo>
                  <a:pt x="729461" y="111882"/>
                  <a:pt x="719482" y="115922"/>
                  <a:pt x="707452" y="115922"/>
                </a:cubicBezTo>
                <a:cubicBezTo>
                  <a:pt x="700009" y="115922"/>
                  <a:pt x="692910" y="114240"/>
                  <a:pt x="686156" y="110875"/>
                </a:cubicBezTo>
                <a:cubicBezTo>
                  <a:pt x="679401" y="107511"/>
                  <a:pt x="674265" y="102579"/>
                  <a:pt x="670748" y="96079"/>
                </a:cubicBezTo>
                <a:cubicBezTo>
                  <a:pt x="667231" y="89579"/>
                  <a:pt x="665472" y="81665"/>
                  <a:pt x="665472" y="72336"/>
                </a:cubicBezTo>
                <a:moveTo>
                  <a:pt x="687494" y="73483"/>
                </a:moveTo>
                <a:cubicBezTo>
                  <a:pt x="687494" y="81512"/>
                  <a:pt x="689406" y="87661"/>
                  <a:pt x="693229" y="91931"/>
                </a:cubicBezTo>
                <a:cubicBezTo>
                  <a:pt x="697052" y="96200"/>
                  <a:pt x="701768" y="98335"/>
                  <a:pt x="707375" y="98335"/>
                </a:cubicBezTo>
                <a:cubicBezTo>
                  <a:pt x="712983" y="98335"/>
                  <a:pt x="717685" y="96200"/>
                  <a:pt x="721483" y="91931"/>
                </a:cubicBezTo>
                <a:cubicBezTo>
                  <a:pt x="725281" y="87661"/>
                  <a:pt x="727180" y="81461"/>
                  <a:pt x="727180" y="73331"/>
                </a:cubicBezTo>
                <a:cubicBezTo>
                  <a:pt x="727180" y="65404"/>
                  <a:pt x="725281" y="59305"/>
                  <a:pt x="721483" y="55036"/>
                </a:cubicBezTo>
                <a:cubicBezTo>
                  <a:pt x="717685" y="50767"/>
                  <a:pt x="712983" y="48632"/>
                  <a:pt x="707375" y="48632"/>
                </a:cubicBezTo>
                <a:cubicBezTo>
                  <a:pt x="701768" y="48632"/>
                  <a:pt x="697052" y="50767"/>
                  <a:pt x="693229" y="55036"/>
                </a:cubicBezTo>
                <a:cubicBezTo>
                  <a:pt x="689406" y="59305"/>
                  <a:pt x="687494" y="65455"/>
                  <a:pt x="687494" y="73483"/>
                </a:cubicBezTo>
                <a:close/>
                <a:moveTo>
                  <a:pt x="840009" y="114087"/>
                </a:moveTo>
                <a:lnTo>
                  <a:pt x="818522" y="114087"/>
                </a:lnTo>
                <a:lnTo>
                  <a:pt x="818522" y="72690"/>
                </a:lnTo>
                <a:cubicBezTo>
                  <a:pt x="818522" y="63932"/>
                  <a:pt x="818063" y="58267"/>
                  <a:pt x="817146" y="55696"/>
                </a:cubicBezTo>
                <a:cubicBezTo>
                  <a:pt x="816228" y="53124"/>
                  <a:pt x="814737" y="51126"/>
                  <a:pt x="812672" y="49700"/>
                </a:cubicBezTo>
                <a:cubicBezTo>
                  <a:pt x="810608" y="48274"/>
                  <a:pt x="808123" y="47562"/>
                  <a:pt x="805217" y="47562"/>
                </a:cubicBezTo>
                <a:cubicBezTo>
                  <a:pt x="801496" y="47562"/>
                  <a:pt x="798157" y="48580"/>
                  <a:pt x="795200" y="50618"/>
                </a:cubicBezTo>
                <a:cubicBezTo>
                  <a:pt x="792243" y="52654"/>
                  <a:pt x="790217" y="55352"/>
                  <a:pt x="789121" y="58714"/>
                </a:cubicBezTo>
                <a:cubicBezTo>
                  <a:pt x="788025" y="62073"/>
                  <a:pt x="787477" y="68285"/>
                  <a:pt x="787477" y="77350"/>
                </a:cubicBezTo>
                <a:lnTo>
                  <a:pt x="787477" y="114087"/>
                </a:lnTo>
                <a:lnTo>
                  <a:pt x="765990" y="114087"/>
                </a:lnTo>
                <a:lnTo>
                  <a:pt x="765990" y="32880"/>
                </a:lnTo>
                <a:lnTo>
                  <a:pt x="785948" y="32880"/>
                </a:lnTo>
                <a:lnTo>
                  <a:pt x="785948" y="44809"/>
                </a:lnTo>
                <a:cubicBezTo>
                  <a:pt x="793033" y="35633"/>
                  <a:pt x="801954" y="31045"/>
                  <a:pt x="812711" y="31045"/>
                </a:cubicBezTo>
                <a:cubicBezTo>
                  <a:pt x="817451" y="31045"/>
                  <a:pt x="821784" y="31899"/>
                  <a:pt x="825710" y="33607"/>
                </a:cubicBezTo>
                <a:cubicBezTo>
                  <a:pt x="829635" y="35314"/>
                  <a:pt x="832604" y="37494"/>
                  <a:pt x="834618" y="40144"/>
                </a:cubicBezTo>
                <a:cubicBezTo>
                  <a:pt x="836632" y="42795"/>
                  <a:pt x="838033" y="45803"/>
                  <a:pt x="838824" y="49167"/>
                </a:cubicBezTo>
                <a:cubicBezTo>
                  <a:pt x="839614" y="52532"/>
                  <a:pt x="840009" y="57349"/>
                  <a:pt x="840009" y="63619"/>
                </a:cubicBezTo>
                <a:lnTo>
                  <a:pt x="840009" y="1140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2B0DCC-06E4-4DBB-918A-E23B1C83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887" y="585849"/>
            <a:ext cx="1622392" cy="1158852"/>
          </a:xfrm>
          <a:custGeom xmlns:a="http://schemas.openxmlformats.org/drawingml/2006/main">
            <a:pathLst>
              <a:path w="1622392" h="1158852">
                <a:moveTo>
                  <a:pt x="0" y="194186"/>
                </a:moveTo>
                <a:cubicBezTo>
                  <a:pt x="696" y="87210"/>
                  <a:pt x="87036" y="870"/>
                  <a:pt x="194186" y="0"/>
                </a:cubicBezTo>
                <a:lnTo>
                  <a:pt x="1428206" y="0"/>
                </a:lnTo>
                <a:cubicBezTo>
                  <a:pt x="1535183" y="870"/>
                  <a:pt x="1621522" y="87210"/>
                  <a:pt x="1622392" y="194186"/>
                </a:cubicBezTo>
                <a:lnTo>
                  <a:pt x="1622392" y="964666"/>
                </a:lnTo>
                <a:cubicBezTo>
                  <a:pt x="1621522" y="1071642"/>
                  <a:pt x="1535183" y="1157982"/>
                  <a:pt x="1428206" y="1158852"/>
                </a:cubicBezTo>
                <a:lnTo>
                  <a:pt x="194186" y="1158852"/>
                </a:lnTo>
                <a:cubicBezTo>
                  <a:pt x="87036" y="1157982"/>
                  <a:pt x="696" y="1071642"/>
                  <a:pt x="0" y="964666"/>
                </a:cubicBezTo>
                <a:lnTo>
                  <a:pt x="0" y="194186"/>
                </a:lnTo>
              </a:path>
            </a:pathLst>
          </a:custGeom>
          <a:solidFill xmlns:a="http://schemas.openxmlformats.org/drawingml/2006/main">
            <a:srgbClr val="847A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38A012-4CE2-4C3B-B615-C800A4DA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475" y="1059134"/>
            <a:ext cx="1402454" cy="255435"/>
          </a:xfrm>
          <a:custGeom xmlns:a="http://schemas.openxmlformats.org/drawingml/2006/main">
            <a:pathLst>
              <a:path w="1402454" h="255435">
                <a:moveTo>
                  <a:pt x="870" y="42456"/>
                </a:moveTo>
                <a:cubicBezTo>
                  <a:pt x="0" y="19018"/>
                  <a:pt x="19018" y="0"/>
                  <a:pt x="42630" y="696"/>
                </a:cubicBezTo>
                <a:lnTo>
                  <a:pt x="1360172" y="696"/>
                </a:lnTo>
                <a:cubicBezTo>
                  <a:pt x="1383436" y="0"/>
                  <a:pt x="1402454" y="19018"/>
                  <a:pt x="1401932" y="42456"/>
                </a:cubicBezTo>
                <a:lnTo>
                  <a:pt x="1401932" y="211586"/>
                </a:lnTo>
                <a:cubicBezTo>
                  <a:pt x="1402454" y="235894"/>
                  <a:pt x="1383436" y="254913"/>
                  <a:pt x="1360172" y="255435"/>
                </a:cubicBezTo>
                <a:lnTo>
                  <a:pt x="42630" y="255435"/>
                </a:lnTo>
                <a:cubicBezTo>
                  <a:pt x="19018" y="254913"/>
                  <a:pt x="0" y="235894"/>
                  <a:pt x="870" y="211586"/>
                </a:cubicBezTo>
                <a:lnTo>
                  <a:pt x="870" y="4245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InitialActions">
            <a:extLst xmlns:a="http://schemas.openxmlformats.org/drawingml/2006/main">
              <a:ext uri="{FF2B5EF4-FFF2-40B4-BE49-F238E27FC236}">
                <a16:creationId xmlns:a16="http://schemas.microsoft.com/office/drawing/2014/main" id="{FB82F091-9F48-420D-BD03-9AD9C2A4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653" y="1135741"/>
            <a:ext cx="895024" cy="101907"/>
          </a:xfrm>
          <a:custGeom xmlns:a="http://schemas.openxmlformats.org/drawingml/2006/main">
            <a:pathLst>
              <a:path w="895024" h="101907">
                <a:moveTo>
                  <a:pt x="0" y="100266"/>
                </a:moveTo>
                <a:lnTo>
                  <a:pt x="0" y="0"/>
                </a:lnTo>
                <a:lnTo>
                  <a:pt x="20245" y="0"/>
                </a:lnTo>
                <a:lnTo>
                  <a:pt x="20245" y="100266"/>
                </a:lnTo>
                <a:lnTo>
                  <a:pt x="0" y="100266"/>
                </a:lnTo>
                <a:close/>
                <a:moveTo>
                  <a:pt x="104828" y="100266"/>
                </a:moveTo>
                <a:lnTo>
                  <a:pt x="85610" y="100266"/>
                </a:lnTo>
                <a:lnTo>
                  <a:pt x="85610" y="63239"/>
                </a:lnTo>
                <a:cubicBezTo>
                  <a:pt x="85610" y="55405"/>
                  <a:pt x="85199" y="50338"/>
                  <a:pt x="84379" y="48038"/>
                </a:cubicBezTo>
                <a:cubicBezTo>
                  <a:pt x="83558" y="45739"/>
                  <a:pt x="82224" y="43951"/>
                  <a:pt x="80377" y="42676"/>
                </a:cubicBezTo>
                <a:cubicBezTo>
                  <a:pt x="78531" y="41401"/>
                  <a:pt x="76308" y="40763"/>
                  <a:pt x="73709" y="40763"/>
                </a:cubicBezTo>
                <a:cubicBezTo>
                  <a:pt x="70380" y="40763"/>
                  <a:pt x="67394" y="41674"/>
                  <a:pt x="64749" y="43497"/>
                </a:cubicBezTo>
                <a:cubicBezTo>
                  <a:pt x="62105" y="45318"/>
                  <a:pt x="60292" y="47731"/>
                  <a:pt x="59312" y="50738"/>
                </a:cubicBezTo>
                <a:cubicBezTo>
                  <a:pt x="58332" y="53743"/>
                  <a:pt x="57842" y="59299"/>
                  <a:pt x="57842" y="67407"/>
                </a:cubicBezTo>
                <a:lnTo>
                  <a:pt x="57842" y="100266"/>
                </a:lnTo>
                <a:lnTo>
                  <a:pt x="38623" y="100266"/>
                </a:lnTo>
                <a:lnTo>
                  <a:pt x="38623" y="27631"/>
                </a:lnTo>
                <a:lnTo>
                  <a:pt x="56474" y="27631"/>
                </a:lnTo>
                <a:lnTo>
                  <a:pt x="56474" y="38301"/>
                </a:lnTo>
                <a:cubicBezTo>
                  <a:pt x="62812" y="30093"/>
                  <a:pt x="70791" y="25990"/>
                  <a:pt x="80412" y="25990"/>
                </a:cubicBezTo>
                <a:cubicBezTo>
                  <a:pt x="84652" y="25990"/>
                  <a:pt x="88528" y="26754"/>
                  <a:pt x="92039" y="28281"/>
                </a:cubicBezTo>
                <a:cubicBezTo>
                  <a:pt x="95550" y="29808"/>
                  <a:pt x="98206" y="31758"/>
                  <a:pt x="100007" y="34129"/>
                </a:cubicBezTo>
                <a:cubicBezTo>
                  <a:pt x="101808" y="36500"/>
                  <a:pt x="103062" y="39190"/>
                  <a:pt x="103768" y="42199"/>
                </a:cubicBezTo>
                <a:cubicBezTo>
                  <a:pt x="104475" y="45209"/>
                  <a:pt x="104828" y="49517"/>
                  <a:pt x="104828" y="55126"/>
                </a:cubicBezTo>
                <a:lnTo>
                  <a:pt x="104828" y="100266"/>
                </a:lnTo>
                <a:close/>
                <a:moveTo>
                  <a:pt x="124020" y="17783"/>
                </a:moveTo>
                <a:lnTo>
                  <a:pt x="124020" y="0"/>
                </a:lnTo>
                <a:lnTo>
                  <a:pt x="143239" y="0"/>
                </a:lnTo>
                <a:lnTo>
                  <a:pt x="143239" y="17783"/>
                </a:lnTo>
                <a:lnTo>
                  <a:pt x="124020" y="17783"/>
                </a:lnTo>
                <a:moveTo>
                  <a:pt x="124020" y="100266"/>
                </a:moveTo>
                <a:lnTo>
                  <a:pt x="124020" y="27631"/>
                </a:lnTo>
                <a:lnTo>
                  <a:pt x="143239" y="27631"/>
                </a:lnTo>
                <a:lnTo>
                  <a:pt x="143239" y="100266"/>
                </a:lnTo>
                <a:lnTo>
                  <a:pt x="124020" y="100266"/>
                </a:lnTo>
                <a:close/>
                <a:moveTo>
                  <a:pt x="195609" y="27631"/>
                </a:moveTo>
                <a:lnTo>
                  <a:pt x="195609" y="42952"/>
                </a:lnTo>
                <a:lnTo>
                  <a:pt x="182477" y="42952"/>
                </a:lnTo>
                <a:lnTo>
                  <a:pt x="182477" y="72177"/>
                </a:lnTo>
                <a:cubicBezTo>
                  <a:pt x="182477" y="78096"/>
                  <a:pt x="182603" y="81545"/>
                  <a:pt x="182853" y="82524"/>
                </a:cubicBezTo>
                <a:cubicBezTo>
                  <a:pt x="183104" y="83502"/>
                  <a:pt x="183674" y="84309"/>
                  <a:pt x="184563" y="84948"/>
                </a:cubicBezTo>
                <a:cubicBezTo>
                  <a:pt x="185452" y="85585"/>
                  <a:pt x="186535" y="85903"/>
                  <a:pt x="187812" y="85903"/>
                </a:cubicBezTo>
                <a:cubicBezTo>
                  <a:pt x="189590" y="85903"/>
                  <a:pt x="192166" y="85288"/>
                  <a:pt x="195541" y="84057"/>
                </a:cubicBezTo>
                <a:lnTo>
                  <a:pt x="197182" y="99022"/>
                </a:lnTo>
                <a:cubicBezTo>
                  <a:pt x="192714" y="100946"/>
                  <a:pt x="187652" y="101907"/>
                  <a:pt x="181999" y="101907"/>
                </a:cubicBezTo>
                <a:cubicBezTo>
                  <a:pt x="178533" y="101907"/>
                  <a:pt x="175410" y="101326"/>
                  <a:pt x="172629" y="100163"/>
                </a:cubicBezTo>
                <a:cubicBezTo>
                  <a:pt x="169847" y="99001"/>
                  <a:pt x="167807" y="97496"/>
                  <a:pt x="166507" y="95649"/>
                </a:cubicBezTo>
                <a:cubicBezTo>
                  <a:pt x="165208" y="93803"/>
                  <a:pt x="164307" y="91306"/>
                  <a:pt x="163806" y="88160"/>
                </a:cubicBezTo>
                <a:cubicBezTo>
                  <a:pt x="163395" y="85926"/>
                  <a:pt x="163190" y="81412"/>
                  <a:pt x="163190" y="74618"/>
                </a:cubicBezTo>
                <a:lnTo>
                  <a:pt x="163190" y="42952"/>
                </a:lnTo>
                <a:lnTo>
                  <a:pt x="154367" y="42952"/>
                </a:lnTo>
                <a:lnTo>
                  <a:pt x="154367" y="27631"/>
                </a:lnTo>
                <a:lnTo>
                  <a:pt x="163190" y="27631"/>
                </a:lnTo>
                <a:lnTo>
                  <a:pt x="163190" y="13132"/>
                </a:lnTo>
                <a:lnTo>
                  <a:pt x="182477" y="1778"/>
                </a:lnTo>
                <a:lnTo>
                  <a:pt x="182477" y="27631"/>
                </a:lnTo>
                <a:lnTo>
                  <a:pt x="195609" y="27631"/>
                </a:lnTo>
                <a:close/>
                <a:moveTo>
                  <a:pt x="208412" y="17783"/>
                </a:moveTo>
                <a:lnTo>
                  <a:pt x="208412" y="0"/>
                </a:lnTo>
                <a:lnTo>
                  <a:pt x="227630" y="0"/>
                </a:lnTo>
                <a:lnTo>
                  <a:pt x="227630" y="17783"/>
                </a:lnTo>
                <a:lnTo>
                  <a:pt x="208412" y="17783"/>
                </a:lnTo>
                <a:moveTo>
                  <a:pt x="208412" y="100266"/>
                </a:moveTo>
                <a:lnTo>
                  <a:pt x="208412" y="27631"/>
                </a:lnTo>
                <a:lnTo>
                  <a:pt x="227630" y="27631"/>
                </a:lnTo>
                <a:lnTo>
                  <a:pt x="227630" y="100266"/>
                </a:lnTo>
                <a:lnTo>
                  <a:pt x="208412" y="100266"/>
                </a:lnTo>
                <a:close/>
                <a:moveTo>
                  <a:pt x="261055" y="50065"/>
                </a:moveTo>
                <a:lnTo>
                  <a:pt x="243614" y="46918"/>
                </a:lnTo>
                <a:cubicBezTo>
                  <a:pt x="245575" y="39804"/>
                  <a:pt x="248949" y="34538"/>
                  <a:pt x="253736" y="31119"/>
                </a:cubicBezTo>
                <a:cubicBezTo>
                  <a:pt x="258524" y="27700"/>
                  <a:pt x="265637" y="25990"/>
                  <a:pt x="275075" y="25990"/>
                </a:cubicBezTo>
                <a:cubicBezTo>
                  <a:pt x="283648" y="25990"/>
                  <a:pt x="290031" y="27004"/>
                  <a:pt x="294226" y="29033"/>
                </a:cubicBezTo>
                <a:cubicBezTo>
                  <a:pt x="298421" y="31062"/>
                  <a:pt x="301373" y="33639"/>
                  <a:pt x="303083" y="36762"/>
                </a:cubicBezTo>
                <a:cubicBezTo>
                  <a:pt x="304793" y="39885"/>
                  <a:pt x="305648" y="45619"/>
                  <a:pt x="305648" y="53963"/>
                </a:cubicBezTo>
                <a:lnTo>
                  <a:pt x="305442" y="76396"/>
                </a:lnTo>
                <a:cubicBezTo>
                  <a:pt x="305442" y="82780"/>
                  <a:pt x="305750" y="87488"/>
                  <a:pt x="306366" y="90520"/>
                </a:cubicBezTo>
                <a:cubicBezTo>
                  <a:pt x="306981" y="93552"/>
                  <a:pt x="308133" y="96801"/>
                  <a:pt x="309820" y="100266"/>
                </a:cubicBezTo>
                <a:lnTo>
                  <a:pt x="290806" y="100266"/>
                </a:lnTo>
                <a:cubicBezTo>
                  <a:pt x="290305" y="98989"/>
                  <a:pt x="289689" y="97097"/>
                  <a:pt x="288959" y="94589"/>
                </a:cubicBezTo>
                <a:cubicBezTo>
                  <a:pt x="288640" y="93449"/>
                  <a:pt x="288412" y="92697"/>
                  <a:pt x="288276" y="92332"/>
                </a:cubicBezTo>
                <a:cubicBezTo>
                  <a:pt x="284993" y="95524"/>
                  <a:pt x="281482" y="97918"/>
                  <a:pt x="277743" y="99514"/>
                </a:cubicBezTo>
                <a:cubicBezTo>
                  <a:pt x="274004" y="101109"/>
                  <a:pt x="270014" y="101907"/>
                  <a:pt x="265774" y="101907"/>
                </a:cubicBezTo>
                <a:cubicBezTo>
                  <a:pt x="258296" y="101907"/>
                  <a:pt x="252403" y="99887"/>
                  <a:pt x="248094" y="95846"/>
                </a:cubicBezTo>
                <a:cubicBezTo>
                  <a:pt x="243785" y="91805"/>
                  <a:pt x="241631" y="86697"/>
                  <a:pt x="241631" y="80521"/>
                </a:cubicBezTo>
                <a:cubicBezTo>
                  <a:pt x="241631" y="76435"/>
                  <a:pt x="242611" y="72791"/>
                  <a:pt x="244572" y="69591"/>
                </a:cubicBezTo>
                <a:cubicBezTo>
                  <a:pt x="246532" y="66389"/>
                  <a:pt x="249279" y="63937"/>
                  <a:pt x="252813" y="62234"/>
                </a:cubicBezTo>
                <a:cubicBezTo>
                  <a:pt x="256347" y="60532"/>
                  <a:pt x="261442" y="59045"/>
                  <a:pt x="268099" y="57774"/>
                </a:cubicBezTo>
                <a:cubicBezTo>
                  <a:pt x="277082" y="56094"/>
                  <a:pt x="283306" y="54527"/>
                  <a:pt x="286771" y="53074"/>
                </a:cubicBezTo>
                <a:lnTo>
                  <a:pt x="286771" y="51138"/>
                </a:lnTo>
                <a:cubicBezTo>
                  <a:pt x="286771" y="47403"/>
                  <a:pt x="285859" y="44741"/>
                  <a:pt x="284035" y="43150"/>
                </a:cubicBezTo>
                <a:cubicBezTo>
                  <a:pt x="282211" y="41559"/>
                  <a:pt x="278769" y="40763"/>
                  <a:pt x="273708" y="40763"/>
                </a:cubicBezTo>
                <a:cubicBezTo>
                  <a:pt x="270288" y="40763"/>
                  <a:pt x="267620" y="41451"/>
                  <a:pt x="265705" y="42828"/>
                </a:cubicBezTo>
                <a:cubicBezTo>
                  <a:pt x="263790" y="44203"/>
                  <a:pt x="262240" y="46615"/>
                  <a:pt x="261055" y="50065"/>
                </a:cubicBezTo>
                <a:moveTo>
                  <a:pt x="286771" y="65658"/>
                </a:moveTo>
                <a:cubicBezTo>
                  <a:pt x="284309" y="66469"/>
                  <a:pt x="280410" y="67438"/>
                  <a:pt x="275075" y="68565"/>
                </a:cubicBezTo>
                <a:cubicBezTo>
                  <a:pt x="269741" y="69691"/>
                  <a:pt x="266253" y="70794"/>
                  <a:pt x="264611" y="71876"/>
                </a:cubicBezTo>
                <a:cubicBezTo>
                  <a:pt x="262103" y="73633"/>
                  <a:pt x="260849" y="75863"/>
                  <a:pt x="260849" y="78566"/>
                </a:cubicBezTo>
                <a:cubicBezTo>
                  <a:pt x="260849" y="81225"/>
                  <a:pt x="261853" y="83523"/>
                  <a:pt x="263859" y="85461"/>
                </a:cubicBezTo>
                <a:cubicBezTo>
                  <a:pt x="265865" y="87397"/>
                  <a:pt x="268418" y="88365"/>
                  <a:pt x="271519" y="88365"/>
                </a:cubicBezTo>
                <a:cubicBezTo>
                  <a:pt x="274984" y="88365"/>
                  <a:pt x="278290" y="87239"/>
                  <a:pt x="281436" y="84986"/>
                </a:cubicBezTo>
                <a:cubicBezTo>
                  <a:pt x="283761" y="83275"/>
                  <a:pt x="285289" y="81180"/>
                  <a:pt x="286019" y="78700"/>
                </a:cubicBezTo>
                <a:cubicBezTo>
                  <a:pt x="286520" y="77079"/>
                  <a:pt x="286771" y="73993"/>
                  <a:pt x="286771" y="69444"/>
                </a:cubicBezTo>
                <a:lnTo>
                  <a:pt x="286771" y="65658"/>
                </a:lnTo>
                <a:close/>
                <a:moveTo>
                  <a:pt x="324123" y="100266"/>
                </a:moveTo>
                <a:lnTo>
                  <a:pt x="324123" y="0"/>
                </a:lnTo>
                <a:lnTo>
                  <a:pt x="343342" y="0"/>
                </a:lnTo>
                <a:lnTo>
                  <a:pt x="343342" y="100266"/>
                </a:lnTo>
                <a:lnTo>
                  <a:pt x="324123" y="100266"/>
                </a:lnTo>
                <a:close/>
                <a:moveTo>
                  <a:pt x="491238" y="100266"/>
                </a:moveTo>
                <a:lnTo>
                  <a:pt x="469215" y="100266"/>
                </a:lnTo>
                <a:lnTo>
                  <a:pt x="460461" y="77422"/>
                </a:lnTo>
                <a:lnTo>
                  <a:pt x="420382" y="77422"/>
                </a:lnTo>
                <a:lnTo>
                  <a:pt x="412106" y="100266"/>
                </a:lnTo>
                <a:lnTo>
                  <a:pt x="390630" y="100266"/>
                </a:lnTo>
                <a:lnTo>
                  <a:pt x="429683" y="0"/>
                </a:lnTo>
                <a:lnTo>
                  <a:pt x="451091" y="0"/>
                </a:lnTo>
                <a:lnTo>
                  <a:pt x="491238" y="100266"/>
                </a:lnTo>
                <a:moveTo>
                  <a:pt x="453963" y="60461"/>
                </a:moveTo>
                <a:lnTo>
                  <a:pt x="440148" y="23391"/>
                </a:lnTo>
                <a:lnTo>
                  <a:pt x="426606" y="60461"/>
                </a:lnTo>
                <a:lnTo>
                  <a:pt x="453963" y="60461"/>
                </a:lnTo>
                <a:close/>
                <a:moveTo>
                  <a:pt x="564938" y="49107"/>
                </a:moveTo>
                <a:lnTo>
                  <a:pt x="545993" y="52527"/>
                </a:lnTo>
                <a:cubicBezTo>
                  <a:pt x="545354" y="48765"/>
                  <a:pt x="543907" y="45932"/>
                  <a:pt x="541650" y="44029"/>
                </a:cubicBezTo>
                <a:cubicBezTo>
                  <a:pt x="539393" y="42125"/>
                  <a:pt x="536463" y="41173"/>
                  <a:pt x="532861" y="41173"/>
                </a:cubicBezTo>
                <a:cubicBezTo>
                  <a:pt x="528073" y="41173"/>
                  <a:pt x="524255" y="42821"/>
                  <a:pt x="521405" y="46117"/>
                </a:cubicBezTo>
                <a:cubicBezTo>
                  <a:pt x="518555" y="49413"/>
                  <a:pt x="517130" y="54924"/>
                  <a:pt x="517130" y="62651"/>
                </a:cubicBezTo>
                <a:cubicBezTo>
                  <a:pt x="517130" y="71243"/>
                  <a:pt x="518578" y="77313"/>
                  <a:pt x="521473" y="80859"/>
                </a:cubicBezTo>
                <a:cubicBezTo>
                  <a:pt x="524369" y="84404"/>
                  <a:pt x="528256" y="86177"/>
                  <a:pt x="533135" y="86177"/>
                </a:cubicBezTo>
                <a:cubicBezTo>
                  <a:pt x="536782" y="86177"/>
                  <a:pt x="539769" y="85139"/>
                  <a:pt x="542094" y="83065"/>
                </a:cubicBezTo>
                <a:cubicBezTo>
                  <a:pt x="544420" y="80990"/>
                  <a:pt x="546061" y="77422"/>
                  <a:pt x="547019" y="72361"/>
                </a:cubicBezTo>
                <a:lnTo>
                  <a:pt x="565895" y="75644"/>
                </a:lnTo>
                <a:cubicBezTo>
                  <a:pt x="563935" y="84307"/>
                  <a:pt x="560173" y="90850"/>
                  <a:pt x="554610" y="95273"/>
                </a:cubicBezTo>
                <a:cubicBezTo>
                  <a:pt x="549048" y="99696"/>
                  <a:pt x="541593" y="101907"/>
                  <a:pt x="532245" y="101907"/>
                </a:cubicBezTo>
                <a:cubicBezTo>
                  <a:pt x="521622" y="101907"/>
                  <a:pt x="513152" y="98556"/>
                  <a:pt x="506837" y="91853"/>
                </a:cubicBezTo>
                <a:cubicBezTo>
                  <a:pt x="500522" y="85151"/>
                  <a:pt x="497364" y="75872"/>
                  <a:pt x="497364" y="64017"/>
                </a:cubicBezTo>
                <a:cubicBezTo>
                  <a:pt x="497364" y="52025"/>
                  <a:pt x="500533" y="42689"/>
                  <a:pt x="506871" y="36010"/>
                </a:cubicBezTo>
                <a:cubicBezTo>
                  <a:pt x="513209" y="29330"/>
                  <a:pt x="521781" y="25990"/>
                  <a:pt x="532587" y="25990"/>
                </a:cubicBezTo>
                <a:cubicBezTo>
                  <a:pt x="541433" y="25990"/>
                  <a:pt x="548466" y="27893"/>
                  <a:pt x="553687" y="31701"/>
                </a:cubicBezTo>
                <a:cubicBezTo>
                  <a:pt x="558908" y="35508"/>
                  <a:pt x="562658" y="41310"/>
                  <a:pt x="564938" y="49107"/>
                </a:cubicBezTo>
                <a:close/>
                <a:moveTo>
                  <a:pt x="612344" y="27631"/>
                </a:moveTo>
                <a:lnTo>
                  <a:pt x="612344" y="42952"/>
                </a:lnTo>
                <a:lnTo>
                  <a:pt x="599212" y="42952"/>
                </a:lnTo>
                <a:lnTo>
                  <a:pt x="599212" y="72177"/>
                </a:lnTo>
                <a:cubicBezTo>
                  <a:pt x="599212" y="78096"/>
                  <a:pt x="599338" y="81545"/>
                  <a:pt x="599588" y="82524"/>
                </a:cubicBezTo>
                <a:cubicBezTo>
                  <a:pt x="599839" y="83502"/>
                  <a:pt x="600409" y="84309"/>
                  <a:pt x="601298" y="84948"/>
                </a:cubicBezTo>
                <a:cubicBezTo>
                  <a:pt x="602187" y="85585"/>
                  <a:pt x="603270" y="85903"/>
                  <a:pt x="604547" y="85903"/>
                </a:cubicBezTo>
                <a:cubicBezTo>
                  <a:pt x="606325" y="85903"/>
                  <a:pt x="608901" y="85288"/>
                  <a:pt x="612276" y="84057"/>
                </a:cubicBezTo>
                <a:lnTo>
                  <a:pt x="613917" y="99022"/>
                </a:lnTo>
                <a:cubicBezTo>
                  <a:pt x="609449" y="100946"/>
                  <a:pt x="604387" y="101907"/>
                  <a:pt x="598733" y="101907"/>
                </a:cubicBezTo>
                <a:cubicBezTo>
                  <a:pt x="595268" y="101907"/>
                  <a:pt x="592145" y="101326"/>
                  <a:pt x="589363" y="100163"/>
                </a:cubicBezTo>
                <a:cubicBezTo>
                  <a:pt x="586582" y="99001"/>
                  <a:pt x="584542" y="97496"/>
                  <a:pt x="583242" y="95649"/>
                </a:cubicBezTo>
                <a:cubicBezTo>
                  <a:pt x="581943" y="93803"/>
                  <a:pt x="581042" y="91306"/>
                  <a:pt x="580541" y="88160"/>
                </a:cubicBezTo>
                <a:cubicBezTo>
                  <a:pt x="580130" y="85926"/>
                  <a:pt x="579925" y="81412"/>
                  <a:pt x="579925" y="74618"/>
                </a:cubicBezTo>
                <a:lnTo>
                  <a:pt x="579925" y="42952"/>
                </a:lnTo>
                <a:lnTo>
                  <a:pt x="571102" y="42952"/>
                </a:lnTo>
                <a:lnTo>
                  <a:pt x="571102" y="27631"/>
                </a:lnTo>
                <a:lnTo>
                  <a:pt x="579925" y="27631"/>
                </a:lnTo>
                <a:lnTo>
                  <a:pt x="579925" y="13132"/>
                </a:lnTo>
                <a:lnTo>
                  <a:pt x="599212" y="1778"/>
                </a:lnTo>
                <a:lnTo>
                  <a:pt x="599212" y="27631"/>
                </a:lnTo>
                <a:lnTo>
                  <a:pt x="612344" y="27631"/>
                </a:lnTo>
                <a:close/>
                <a:moveTo>
                  <a:pt x="625146" y="17783"/>
                </a:moveTo>
                <a:lnTo>
                  <a:pt x="625146" y="0"/>
                </a:lnTo>
                <a:lnTo>
                  <a:pt x="644365" y="0"/>
                </a:lnTo>
                <a:lnTo>
                  <a:pt x="644365" y="17783"/>
                </a:lnTo>
                <a:lnTo>
                  <a:pt x="625146" y="17783"/>
                </a:lnTo>
                <a:moveTo>
                  <a:pt x="625146" y="100266"/>
                </a:moveTo>
                <a:lnTo>
                  <a:pt x="625146" y="27631"/>
                </a:lnTo>
                <a:lnTo>
                  <a:pt x="644365" y="27631"/>
                </a:lnTo>
                <a:lnTo>
                  <a:pt x="644365" y="100266"/>
                </a:lnTo>
                <a:lnTo>
                  <a:pt x="625146" y="100266"/>
                </a:lnTo>
                <a:close/>
                <a:moveTo>
                  <a:pt x="658981" y="62923"/>
                </a:moveTo>
                <a:cubicBezTo>
                  <a:pt x="658981" y="56539"/>
                  <a:pt x="660554" y="50361"/>
                  <a:pt x="663701" y="44388"/>
                </a:cubicBezTo>
                <a:cubicBezTo>
                  <a:pt x="666847" y="38415"/>
                  <a:pt x="671304" y="33855"/>
                  <a:pt x="677072" y="30709"/>
                </a:cubicBezTo>
                <a:cubicBezTo>
                  <a:pt x="682840" y="27563"/>
                  <a:pt x="689280" y="25990"/>
                  <a:pt x="696393" y="25990"/>
                </a:cubicBezTo>
                <a:cubicBezTo>
                  <a:pt x="707382" y="25990"/>
                  <a:pt x="716387" y="29558"/>
                  <a:pt x="723409" y="36694"/>
                </a:cubicBezTo>
                <a:cubicBezTo>
                  <a:pt x="730431" y="43829"/>
                  <a:pt x="733942" y="52846"/>
                  <a:pt x="733942" y="63743"/>
                </a:cubicBezTo>
                <a:cubicBezTo>
                  <a:pt x="733942" y="74732"/>
                  <a:pt x="730396" y="83840"/>
                  <a:pt x="723306" y="91067"/>
                </a:cubicBezTo>
                <a:cubicBezTo>
                  <a:pt x="716216" y="98294"/>
                  <a:pt x="707291" y="101907"/>
                  <a:pt x="696530" y="101907"/>
                </a:cubicBezTo>
                <a:cubicBezTo>
                  <a:pt x="689873" y="101907"/>
                  <a:pt x="683524" y="100403"/>
                  <a:pt x="677482" y="97393"/>
                </a:cubicBezTo>
                <a:cubicBezTo>
                  <a:pt x="671441" y="94384"/>
                  <a:pt x="666847" y="89973"/>
                  <a:pt x="663701" y="84159"/>
                </a:cubicBezTo>
                <a:cubicBezTo>
                  <a:pt x="660554" y="78346"/>
                  <a:pt x="658981" y="71267"/>
                  <a:pt x="658981" y="62923"/>
                </a:cubicBezTo>
                <a:moveTo>
                  <a:pt x="678679" y="63949"/>
                </a:moveTo>
                <a:cubicBezTo>
                  <a:pt x="678679" y="71130"/>
                  <a:pt x="680389" y="76630"/>
                  <a:pt x="683809" y="80449"/>
                </a:cubicBezTo>
                <a:cubicBezTo>
                  <a:pt x="687228" y="84267"/>
                  <a:pt x="691446" y="86177"/>
                  <a:pt x="696461" y="86177"/>
                </a:cubicBezTo>
                <a:cubicBezTo>
                  <a:pt x="701477" y="86177"/>
                  <a:pt x="705683" y="84267"/>
                  <a:pt x="709080" y="80449"/>
                </a:cubicBezTo>
                <a:cubicBezTo>
                  <a:pt x="712477" y="76630"/>
                  <a:pt x="714176" y="71084"/>
                  <a:pt x="714176" y="63812"/>
                </a:cubicBezTo>
                <a:cubicBezTo>
                  <a:pt x="714176" y="56722"/>
                  <a:pt x="712477" y="51267"/>
                  <a:pt x="709080" y="47449"/>
                </a:cubicBezTo>
                <a:cubicBezTo>
                  <a:pt x="705683" y="43630"/>
                  <a:pt x="701477" y="41720"/>
                  <a:pt x="696461" y="41720"/>
                </a:cubicBezTo>
                <a:cubicBezTo>
                  <a:pt x="691446" y="41720"/>
                  <a:pt x="687228" y="43630"/>
                  <a:pt x="683809" y="47449"/>
                </a:cubicBezTo>
                <a:cubicBezTo>
                  <a:pt x="680389" y="51267"/>
                  <a:pt x="678679" y="56767"/>
                  <a:pt x="678679" y="63949"/>
                </a:cubicBezTo>
                <a:close/>
                <a:moveTo>
                  <a:pt x="814757" y="100266"/>
                </a:moveTo>
                <a:lnTo>
                  <a:pt x="795538" y="100266"/>
                </a:lnTo>
                <a:lnTo>
                  <a:pt x="795538" y="63239"/>
                </a:lnTo>
                <a:cubicBezTo>
                  <a:pt x="795538" y="55405"/>
                  <a:pt x="795127" y="50338"/>
                  <a:pt x="794307" y="48038"/>
                </a:cubicBezTo>
                <a:cubicBezTo>
                  <a:pt x="793486" y="45739"/>
                  <a:pt x="792152" y="43951"/>
                  <a:pt x="790306" y="42676"/>
                </a:cubicBezTo>
                <a:cubicBezTo>
                  <a:pt x="788459" y="41401"/>
                  <a:pt x="786236" y="40763"/>
                  <a:pt x="783637" y="40763"/>
                </a:cubicBezTo>
                <a:cubicBezTo>
                  <a:pt x="780309" y="40763"/>
                  <a:pt x="777322" y="41674"/>
                  <a:pt x="774678" y="43497"/>
                </a:cubicBezTo>
                <a:cubicBezTo>
                  <a:pt x="772033" y="45318"/>
                  <a:pt x="770220" y="47731"/>
                  <a:pt x="769240" y="50738"/>
                </a:cubicBezTo>
                <a:cubicBezTo>
                  <a:pt x="768260" y="53743"/>
                  <a:pt x="767770" y="59299"/>
                  <a:pt x="767770" y="67407"/>
                </a:cubicBezTo>
                <a:lnTo>
                  <a:pt x="767770" y="100266"/>
                </a:lnTo>
                <a:lnTo>
                  <a:pt x="748551" y="100266"/>
                </a:lnTo>
                <a:lnTo>
                  <a:pt x="748551" y="27631"/>
                </a:lnTo>
                <a:lnTo>
                  <a:pt x="766402" y="27631"/>
                </a:lnTo>
                <a:lnTo>
                  <a:pt x="766402" y="38301"/>
                </a:lnTo>
                <a:cubicBezTo>
                  <a:pt x="772740" y="30093"/>
                  <a:pt x="780719" y="25990"/>
                  <a:pt x="790340" y="25990"/>
                </a:cubicBezTo>
                <a:cubicBezTo>
                  <a:pt x="794580" y="25990"/>
                  <a:pt x="798456" y="26754"/>
                  <a:pt x="801967" y="28281"/>
                </a:cubicBezTo>
                <a:cubicBezTo>
                  <a:pt x="805478" y="29808"/>
                  <a:pt x="808134" y="31758"/>
                  <a:pt x="809935" y="34129"/>
                </a:cubicBezTo>
                <a:cubicBezTo>
                  <a:pt x="811736" y="36500"/>
                  <a:pt x="812990" y="39190"/>
                  <a:pt x="813696" y="42199"/>
                </a:cubicBezTo>
                <a:cubicBezTo>
                  <a:pt x="814403" y="45209"/>
                  <a:pt x="814757" y="49517"/>
                  <a:pt x="814757" y="55126"/>
                </a:cubicBezTo>
                <a:lnTo>
                  <a:pt x="814757" y="100266"/>
                </a:lnTo>
                <a:close/>
                <a:moveTo>
                  <a:pt x="827177" y="79611"/>
                </a:moveTo>
                <a:lnTo>
                  <a:pt x="846465" y="76602"/>
                </a:lnTo>
                <a:cubicBezTo>
                  <a:pt x="847285" y="80318"/>
                  <a:pt x="848949" y="83139"/>
                  <a:pt x="851457" y="85065"/>
                </a:cubicBezTo>
                <a:cubicBezTo>
                  <a:pt x="853965" y="86992"/>
                  <a:pt x="857476" y="87955"/>
                  <a:pt x="861990" y="87955"/>
                </a:cubicBezTo>
                <a:cubicBezTo>
                  <a:pt x="866960" y="87955"/>
                  <a:pt x="870699" y="87044"/>
                  <a:pt x="873207" y="85224"/>
                </a:cubicBezTo>
                <a:cubicBezTo>
                  <a:pt x="874894" y="83948"/>
                  <a:pt x="875737" y="82241"/>
                  <a:pt x="875737" y="80100"/>
                </a:cubicBezTo>
                <a:cubicBezTo>
                  <a:pt x="875737" y="78643"/>
                  <a:pt x="875281" y="77436"/>
                  <a:pt x="874369" y="76480"/>
                </a:cubicBezTo>
                <a:cubicBezTo>
                  <a:pt x="873412" y="75569"/>
                  <a:pt x="871269" y="74727"/>
                  <a:pt x="867940" y="73953"/>
                </a:cubicBezTo>
                <a:cubicBezTo>
                  <a:pt x="852438" y="70539"/>
                  <a:pt x="842612" y="67420"/>
                  <a:pt x="838462" y="64596"/>
                </a:cubicBezTo>
                <a:cubicBezTo>
                  <a:pt x="832717" y="60678"/>
                  <a:pt x="829845" y="55234"/>
                  <a:pt x="829845" y="48265"/>
                </a:cubicBezTo>
                <a:cubicBezTo>
                  <a:pt x="829845" y="41978"/>
                  <a:pt x="832330" y="36694"/>
                  <a:pt x="837300" y="32412"/>
                </a:cubicBezTo>
                <a:cubicBezTo>
                  <a:pt x="842270" y="28131"/>
                  <a:pt x="849975" y="25990"/>
                  <a:pt x="860417" y="25990"/>
                </a:cubicBezTo>
                <a:cubicBezTo>
                  <a:pt x="870357" y="25990"/>
                  <a:pt x="877743" y="27603"/>
                  <a:pt x="882577" y="30829"/>
                </a:cubicBezTo>
                <a:cubicBezTo>
                  <a:pt x="887410" y="34055"/>
                  <a:pt x="890738" y="38825"/>
                  <a:pt x="892562" y="45140"/>
                </a:cubicBezTo>
                <a:lnTo>
                  <a:pt x="874438" y="48560"/>
                </a:lnTo>
                <a:cubicBezTo>
                  <a:pt x="873663" y="45733"/>
                  <a:pt x="872192" y="43567"/>
                  <a:pt x="870026" y="42062"/>
                </a:cubicBezTo>
                <a:cubicBezTo>
                  <a:pt x="867861" y="40558"/>
                  <a:pt x="864771" y="39805"/>
                  <a:pt x="860759" y="39805"/>
                </a:cubicBezTo>
                <a:cubicBezTo>
                  <a:pt x="855698" y="39805"/>
                  <a:pt x="852073" y="40511"/>
                  <a:pt x="849884" y="41924"/>
                </a:cubicBezTo>
                <a:cubicBezTo>
                  <a:pt x="848425" y="42924"/>
                  <a:pt x="847696" y="44221"/>
                  <a:pt x="847696" y="45816"/>
                </a:cubicBezTo>
                <a:cubicBezTo>
                  <a:pt x="847696" y="47181"/>
                  <a:pt x="848334" y="48341"/>
                  <a:pt x="849611" y="49297"/>
                </a:cubicBezTo>
                <a:cubicBezTo>
                  <a:pt x="851343" y="50573"/>
                  <a:pt x="857328" y="52371"/>
                  <a:pt x="867564" y="54694"/>
                </a:cubicBezTo>
                <a:cubicBezTo>
                  <a:pt x="877800" y="57017"/>
                  <a:pt x="884948" y="59866"/>
                  <a:pt x="889006" y="63241"/>
                </a:cubicBezTo>
                <a:cubicBezTo>
                  <a:pt x="893018" y="66664"/>
                  <a:pt x="895024" y="71431"/>
                  <a:pt x="895024" y="77544"/>
                </a:cubicBezTo>
                <a:cubicBezTo>
                  <a:pt x="895024" y="84205"/>
                  <a:pt x="892243" y="89931"/>
                  <a:pt x="886680" y="94722"/>
                </a:cubicBezTo>
                <a:cubicBezTo>
                  <a:pt x="881118" y="99512"/>
                  <a:pt x="872887" y="101907"/>
                  <a:pt x="861990" y="101907"/>
                </a:cubicBezTo>
                <a:cubicBezTo>
                  <a:pt x="852096" y="101907"/>
                  <a:pt x="844264" y="99908"/>
                  <a:pt x="838497" y="95908"/>
                </a:cubicBezTo>
                <a:cubicBezTo>
                  <a:pt x="832729" y="91907"/>
                  <a:pt x="828956" y="86475"/>
                  <a:pt x="827177" y="796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0AF27F-61B6-4E39-980B-FD5EB851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475" y="1401917"/>
            <a:ext cx="1400714" cy="255087"/>
          </a:xfrm>
          <a:custGeom xmlns:a="http://schemas.openxmlformats.org/drawingml/2006/main">
            <a:pathLst>
              <a:path w="1400714" h="255087">
                <a:moveTo>
                  <a:pt x="870" y="42108"/>
                </a:moveTo>
                <a:cubicBezTo>
                  <a:pt x="0" y="19018"/>
                  <a:pt x="19018" y="0"/>
                  <a:pt x="42630" y="348"/>
                </a:cubicBezTo>
                <a:lnTo>
                  <a:pt x="1358084" y="348"/>
                </a:lnTo>
                <a:cubicBezTo>
                  <a:pt x="1381696" y="0"/>
                  <a:pt x="1400714" y="19018"/>
                  <a:pt x="1399844" y="42108"/>
                </a:cubicBezTo>
                <a:lnTo>
                  <a:pt x="1399844" y="213326"/>
                </a:lnTo>
                <a:cubicBezTo>
                  <a:pt x="1400714" y="235894"/>
                  <a:pt x="1381696" y="254913"/>
                  <a:pt x="1358084" y="255087"/>
                </a:cubicBezTo>
                <a:lnTo>
                  <a:pt x="42630" y="255087"/>
                </a:lnTo>
                <a:cubicBezTo>
                  <a:pt x="19018" y="254913"/>
                  <a:pt x="0" y="235894"/>
                  <a:pt x="870" y="213326"/>
                </a:cubicBezTo>
                <a:lnTo>
                  <a:pt x="870" y="4210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InteractivePatterns">
            <a:extLst xmlns:a="http://schemas.openxmlformats.org/drawingml/2006/main">
              <a:ext uri="{FF2B5EF4-FFF2-40B4-BE49-F238E27FC236}">
                <a16:creationId xmlns:a16="http://schemas.microsoft.com/office/drawing/2014/main" id="{2A9ECF6D-2C6B-4AB7-A4A3-1B276624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121" y="1478524"/>
            <a:ext cx="1274349" cy="101907"/>
          </a:xfrm>
          <a:custGeom xmlns:a="http://schemas.openxmlformats.org/drawingml/2006/main">
            <a:pathLst>
              <a:path w="1274349" h="101907">
                <a:moveTo>
                  <a:pt x="0" y="100266"/>
                </a:moveTo>
                <a:lnTo>
                  <a:pt x="0" y="0"/>
                </a:lnTo>
                <a:lnTo>
                  <a:pt x="20245" y="0"/>
                </a:lnTo>
                <a:lnTo>
                  <a:pt x="20245" y="100266"/>
                </a:lnTo>
                <a:lnTo>
                  <a:pt x="0" y="100266"/>
                </a:lnTo>
                <a:close/>
                <a:moveTo>
                  <a:pt x="104828" y="100266"/>
                </a:moveTo>
                <a:lnTo>
                  <a:pt x="85610" y="100266"/>
                </a:lnTo>
                <a:lnTo>
                  <a:pt x="85610" y="63239"/>
                </a:lnTo>
                <a:cubicBezTo>
                  <a:pt x="85610" y="55405"/>
                  <a:pt x="85199" y="50338"/>
                  <a:pt x="84379" y="48038"/>
                </a:cubicBezTo>
                <a:cubicBezTo>
                  <a:pt x="83558" y="45739"/>
                  <a:pt x="82224" y="43951"/>
                  <a:pt x="80377" y="42676"/>
                </a:cubicBezTo>
                <a:cubicBezTo>
                  <a:pt x="78531" y="41401"/>
                  <a:pt x="76308" y="40763"/>
                  <a:pt x="73709" y="40763"/>
                </a:cubicBezTo>
                <a:cubicBezTo>
                  <a:pt x="70380" y="40763"/>
                  <a:pt x="67394" y="41674"/>
                  <a:pt x="64749" y="43497"/>
                </a:cubicBezTo>
                <a:cubicBezTo>
                  <a:pt x="62105" y="45318"/>
                  <a:pt x="60292" y="47731"/>
                  <a:pt x="59312" y="50738"/>
                </a:cubicBezTo>
                <a:cubicBezTo>
                  <a:pt x="58332" y="53743"/>
                  <a:pt x="57842" y="59299"/>
                  <a:pt x="57842" y="67407"/>
                </a:cubicBezTo>
                <a:lnTo>
                  <a:pt x="57842" y="100266"/>
                </a:lnTo>
                <a:lnTo>
                  <a:pt x="38623" y="100266"/>
                </a:lnTo>
                <a:lnTo>
                  <a:pt x="38623" y="27631"/>
                </a:lnTo>
                <a:lnTo>
                  <a:pt x="56474" y="27631"/>
                </a:lnTo>
                <a:lnTo>
                  <a:pt x="56474" y="38301"/>
                </a:lnTo>
                <a:cubicBezTo>
                  <a:pt x="62812" y="30093"/>
                  <a:pt x="70791" y="25990"/>
                  <a:pt x="80412" y="25990"/>
                </a:cubicBezTo>
                <a:cubicBezTo>
                  <a:pt x="84652" y="25990"/>
                  <a:pt x="88528" y="26754"/>
                  <a:pt x="92039" y="28281"/>
                </a:cubicBezTo>
                <a:cubicBezTo>
                  <a:pt x="95550" y="29808"/>
                  <a:pt x="98206" y="31758"/>
                  <a:pt x="100007" y="34129"/>
                </a:cubicBezTo>
                <a:cubicBezTo>
                  <a:pt x="101808" y="36500"/>
                  <a:pt x="103062" y="39190"/>
                  <a:pt x="103768" y="42199"/>
                </a:cubicBezTo>
                <a:cubicBezTo>
                  <a:pt x="104475" y="45209"/>
                  <a:pt x="104828" y="49517"/>
                  <a:pt x="104828" y="55126"/>
                </a:cubicBezTo>
                <a:lnTo>
                  <a:pt x="104828" y="100266"/>
                </a:lnTo>
                <a:close/>
                <a:moveTo>
                  <a:pt x="157328" y="27631"/>
                </a:moveTo>
                <a:lnTo>
                  <a:pt x="157328" y="42952"/>
                </a:lnTo>
                <a:lnTo>
                  <a:pt x="144197" y="42952"/>
                </a:lnTo>
                <a:lnTo>
                  <a:pt x="144197" y="72177"/>
                </a:lnTo>
                <a:cubicBezTo>
                  <a:pt x="144197" y="78096"/>
                  <a:pt x="144322" y="81545"/>
                  <a:pt x="144573" y="82524"/>
                </a:cubicBezTo>
                <a:cubicBezTo>
                  <a:pt x="144823" y="83502"/>
                  <a:pt x="145393" y="84309"/>
                  <a:pt x="146283" y="84948"/>
                </a:cubicBezTo>
                <a:cubicBezTo>
                  <a:pt x="147172" y="85585"/>
                  <a:pt x="148255" y="85903"/>
                  <a:pt x="149531" y="85903"/>
                </a:cubicBezTo>
                <a:cubicBezTo>
                  <a:pt x="151310" y="85903"/>
                  <a:pt x="153886" y="85288"/>
                  <a:pt x="157260" y="84057"/>
                </a:cubicBezTo>
                <a:lnTo>
                  <a:pt x="158901" y="99022"/>
                </a:lnTo>
                <a:cubicBezTo>
                  <a:pt x="154433" y="100946"/>
                  <a:pt x="149372" y="101907"/>
                  <a:pt x="143718" y="101907"/>
                </a:cubicBezTo>
                <a:cubicBezTo>
                  <a:pt x="140252" y="101907"/>
                  <a:pt x="137129" y="101326"/>
                  <a:pt x="134348" y="100163"/>
                </a:cubicBezTo>
                <a:cubicBezTo>
                  <a:pt x="131566" y="99001"/>
                  <a:pt x="129526" y="97496"/>
                  <a:pt x="128226" y="95649"/>
                </a:cubicBezTo>
                <a:cubicBezTo>
                  <a:pt x="126927" y="93803"/>
                  <a:pt x="126026" y="91306"/>
                  <a:pt x="125525" y="88160"/>
                </a:cubicBezTo>
                <a:cubicBezTo>
                  <a:pt x="125115" y="85926"/>
                  <a:pt x="124909" y="81412"/>
                  <a:pt x="124909" y="74618"/>
                </a:cubicBezTo>
                <a:lnTo>
                  <a:pt x="124909" y="42952"/>
                </a:lnTo>
                <a:lnTo>
                  <a:pt x="116086" y="42952"/>
                </a:lnTo>
                <a:lnTo>
                  <a:pt x="116086" y="27631"/>
                </a:lnTo>
                <a:lnTo>
                  <a:pt x="124909" y="27631"/>
                </a:lnTo>
                <a:lnTo>
                  <a:pt x="124909" y="13132"/>
                </a:lnTo>
                <a:lnTo>
                  <a:pt x="144197" y="1778"/>
                </a:lnTo>
                <a:lnTo>
                  <a:pt x="144197" y="27631"/>
                </a:lnTo>
                <a:lnTo>
                  <a:pt x="157328" y="27631"/>
                </a:lnTo>
                <a:close/>
                <a:moveTo>
                  <a:pt x="212193" y="77149"/>
                </a:moveTo>
                <a:lnTo>
                  <a:pt x="231343" y="80432"/>
                </a:lnTo>
                <a:cubicBezTo>
                  <a:pt x="228881" y="87431"/>
                  <a:pt x="224994" y="92760"/>
                  <a:pt x="219682" y="96419"/>
                </a:cubicBezTo>
                <a:cubicBezTo>
                  <a:pt x="214370" y="100078"/>
                  <a:pt x="207725" y="101907"/>
                  <a:pt x="199745" y="101907"/>
                </a:cubicBezTo>
                <a:cubicBezTo>
                  <a:pt x="187115" y="101907"/>
                  <a:pt x="177768" y="97781"/>
                  <a:pt x="171704" y="89528"/>
                </a:cubicBezTo>
                <a:cubicBezTo>
                  <a:pt x="166916" y="82917"/>
                  <a:pt x="164522" y="74573"/>
                  <a:pt x="164522" y="64496"/>
                </a:cubicBezTo>
                <a:cubicBezTo>
                  <a:pt x="164522" y="52458"/>
                  <a:pt x="167668" y="43031"/>
                  <a:pt x="173961" y="36215"/>
                </a:cubicBezTo>
                <a:cubicBezTo>
                  <a:pt x="180253" y="29398"/>
                  <a:pt x="188209" y="25990"/>
                  <a:pt x="197830" y="25990"/>
                </a:cubicBezTo>
                <a:cubicBezTo>
                  <a:pt x="208636" y="25990"/>
                  <a:pt x="217163" y="29558"/>
                  <a:pt x="223410" y="36694"/>
                </a:cubicBezTo>
                <a:cubicBezTo>
                  <a:pt x="229656" y="43829"/>
                  <a:pt x="232643" y="54761"/>
                  <a:pt x="232369" y="69489"/>
                </a:cubicBezTo>
                <a:lnTo>
                  <a:pt x="184220" y="69489"/>
                </a:lnTo>
                <a:cubicBezTo>
                  <a:pt x="184357" y="75188"/>
                  <a:pt x="185907" y="79622"/>
                  <a:pt x="188871" y="82791"/>
                </a:cubicBezTo>
                <a:cubicBezTo>
                  <a:pt x="191834" y="85960"/>
                  <a:pt x="195528" y="87545"/>
                  <a:pt x="199950" y="87545"/>
                </a:cubicBezTo>
                <a:cubicBezTo>
                  <a:pt x="202960" y="87545"/>
                  <a:pt x="205490" y="86724"/>
                  <a:pt x="207542" y="85082"/>
                </a:cubicBezTo>
                <a:cubicBezTo>
                  <a:pt x="209594" y="83441"/>
                  <a:pt x="211144" y="80796"/>
                  <a:pt x="212193" y="77149"/>
                </a:cubicBezTo>
                <a:moveTo>
                  <a:pt x="213287" y="57725"/>
                </a:moveTo>
                <a:cubicBezTo>
                  <a:pt x="213151" y="52185"/>
                  <a:pt x="211714" y="47973"/>
                  <a:pt x="208978" y="45089"/>
                </a:cubicBezTo>
                <a:cubicBezTo>
                  <a:pt x="206243" y="42205"/>
                  <a:pt x="202914" y="40763"/>
                  <a:pt x="198993" y="40763"/>
                </a:cubicBezTo>
                <a:cubicBezTo>
                  <a:pt x="194798" y="40763"/>
                  <a:pt x="191333" y="42284"/>
                  <a:pt x="188597" y="45326"/>
                </a:cubicBezTo>
                <a:cubicBezTo>
                  <a:pt x="185861" y="48370"/>
                  <a:pt x="184516" y="52503"/>
                  <a:pt x="184562" y="57725"/>
                </a:cubicBezTo>
                <a:lnTo>
                  <a:pt x="213287" y="57725"/>
                </a:lnTo>
                <a:close/>
                <a:moveTo>
                  <a:pt x="265960" y="100266"/>
                </a:moveTo>
                <a:lnTo>
                  <a:pt x="246741" y="100266"/>
                </a:lnTo>
                <a:lnTo>
                  <a:pt x="246741" y="27631"/>
                </a:lnTo>
                <a:lnTo>
                  <a:pt x="264592" y="27631"/>
                </a:lnTo>
                <a:lnTo>
                  <a:pt x="264592" y="37959"/>
                </a:lnTo>
                <a:cubicBezTo>
                  <a:pt x="267647" y="33080"/>
                  <a:pt x="270394" y="29865"/>
                  <a:pt x="272833" y="28315"/>
                </a:cubicBezTo>
                <a:cubicBezTo>
                  <a:pt x="275273" y="26765"/>
                  <a:pt x="278043" y="25990"/>
                  <a:pt x="281143" y="25990"/>
                </a:cubicBezTo>
                <a:cubicBezTo>
                  <a:pt x="285520" y="25990"/>
                  <a:pt x="289738" y="27198"/>
                  <a:pt x="293796" y="29615"/>
                </a:cubicBezTo>
                <a:lnTo>
                  <a:pt x="287846" y="46371"/>
                </a:lnTo>
                <a:cubicBezTo>
                  <a:pt x="284609" y="44274"/>
                  <a:pt x="281599" y="43225"/>
                  <a:pt x="278818" y="43225"/>
                </a:cubicBezTo>
                <a:cubicBezTo>
                  <a:pt x="276128" y="43225"/>
                  <a:pt x="273848" y="43966"/>
                  <a:pt x="271978" y="45448"/>
                </a:cubicBezTo>
                <a:cubicBezTo>
                  <a:pt x="270109" y="46930"/>
                  <a:pt x="268638" y="49609"/>
                  <a:pt x="267567" y="53484"/>
                </a:cubicBezTo>
                <a:cubicBezTo>
                  <a:pt x="266495" y="57360"/>
                  <a:pt x="265960" y="65476"/>
                  <a:pt x="265960" y="77833"/>
                </a:cubicBezTo>
                <a:lnTo>
                  <a:pt x="265960" y="100266"/>
                </a:lnTo>
                <a:close/>
                <a:moveTo>
                  <a:pt x="315865" y="50065"/>
                </a:moveTo>
                <a:lnTo>
                  <a:pt x="298424" y="46918"/>
                </a:lnTo>
                <a:cubicBezTo>
                  <a:pt x="300385" y="39804"/>
                  <a:pt x="303759" y="34538"/>
                  <a:pt x="308547" y="31119"/>
                </a:cubicBezTo>
                <a:cubicBezTo>
                  <a:pt x="313334" y="27700"/>
                  <a:pt x="320447" y="25990"/>
                  <a:pt x="329886" y="25990"/>
                </a:cubicBezTo>
                <a:cubicBezTo>
                  <a:pt x="338458" y="25990"/>
                  <a:pt x="344841" y="27004"/>
                  <a:pt x="349036" y="29033"/>
                </a:cubicBezTo>
                <a:cubicBezTo>
                  <a:pt x="353231" y="31062"/>
                  <a:pt x="356183" y="33639"/>
                  <a:pt x="357893" y="36762"/>
                </a:cubicBezTo>
                <a:cubicBezTo>
                  <a:pt x="359603" y="39885"/>
                  <a:pt x="360458" y="45619"/>
                  <a:pt x="360458" y="53963"/>
                </a:cubicBezTo>
                <a:lnTo>
                  <a:pt x="360253" y="76396"/>
                </a:lnTo>
                <a:cubicBezTo>
                  <a:pt x="360253" y="82780"/>
                  <a:pt x="360561" y="87488"/>
                  <a:pt x="361176" y="90520"/>
                </a:cubicBezTo>
                <a:cubicBezTo>
                  <a:pt x="361792" y="93552"/>
                  <a:pt x="362943" y="96801"/>
                  <a:pt x="364630" y="100266"/>
                </a:cubicBezTo>
                <a:lnTo>
                  <a:pt x="345616" y="100266"/>
                </a:lnTo>
                <a:cubicBezTo>
                  <a:pt x="345115" y="98989"/>
                  <a:pt x="344499" y="97097"/>
                  <a:pt x="343770" y="94589"/>
                </a:cubicBezTo>
                <a:cubicBezTo>
                  <a:pt x="343451" y="93449"/>
                  <a:pt x="343223" y="92697"/>
                  <a:pt x="343086" y="92332"/>
                </a:cubicBezTo>
                <a:cubicBezTo>
                  <a:pt x="339803" y="95524"/>
                  <a:pt x="336292" y="97918"/>
                  <a:pt x="332553" y="99514"/>
                </a:cubicBezTo>
                <a:cubicBezTo>
                  <a:pt x="328814" y="101109"/>
                  <a:pt x="324825" y="101907"/>
                  <a:pt x="320584" y="101907"/>
                </a:cubicBezTo>
                <a:cubicBezTo>
                  <a:pt x="313106" y="101907"/>
                  <a:pt x="307213" y="99887"/>
                  <a:pt x="302904" y="95846"/>
                </a:cubicBezTo>
                <a:cubicBezTo>
                  <a:pt x="298595" y="91805"/>
                  <a:pt x="296441" y="86697"/>
                  <a:pt x="296441" y="80521"/>
                </a:cubicBezTo>
                <a:cubicBezTo>
                  <a:pt x="296441" y="76435"/>
                  <a:pt x="297421" y="72791"/>
                  <a:pt x="299382" y="69591"/>
                </a:cubicBezTo>
                <a:cubicBezTo>
                  <a:pt x="301343" y="66389"/>
                  <a:pt x="304090" y="63937"/>
                  <a:pt x="307623" y="62234"/>
                </a:cubicBezTo>
                <a:cubicBezTo>
                  <a:pt x="311157" y="60532"/>
                  <a:pt x="316252" y="59045"/>
                  <a:pt x="322909" y="57774"/>
                </a:cubicBezTo>
                <a:cubicBezTo>
                  <a:pt x="331892" y="56094"/>
                  <a:pt x="338116" y="54527"/>
                  <a:pt x="341581" y="53074"/>
                </a:cubicBezTo>
                <a:lnTo>
                  <a:pt x="341581" y="51138"/>
                </a:lnTo>
                <a:cubicBezTo>
                  <a:pt x="341581" y="47403"/>
                  <a:pt x="340669" y="44741"/>
                  <a:pt x="338845" y="43150"/>
                </a:cubicBezTo>
                <a:cubicBezTo>
                  <a:pt x="337022" y="41559"/>
                  <a:pt x="333579" y="40763"/>
                  <a:pt x="328518" y="40763"/>
                </a:cubicBezTo>
                <a:cubicBezTo>
                  <a:pt x="325098" y="40763"/>
                  <a:pt x="322431" y="41451"/>
                  <a:pt x="320516" y="42828"/>
                </a:cubicBezTo>
                <a:cubicBezTo>
                  <a:pt x="318601" y="44203"/>
                  <a:pt x="317050" y="46615"/>
                  <a:pt x="315865" y="50065"/>
                </a:cubicBezTo>
                <a:moveTo>
                  <a:pt x="341581" y="65658"/>
                </a:moveTo>
                <a:cubicBezTo>
                  <a:pt x="339119" y="66469"/>
                  <a:pt x="335220" y="67438"/>
                  <a:pt x="329886" y="68565"/>
                </a:cubicBezTo>
                <a:cubicBezTo>
                  <a:pt x="324551" y="69691"/>
                  <a:pt x="321063" y="70794"/>
                  <a:pt x="319421" y="71876"/>
                </a:cubicBezTo>
                <a:cubicBezTo>
                  <a:pt x="316914" y="73633"/>
                  <a:pt x="315660" y="75863"/>
                  <a:pt x="315660" y="78566"/>
                </a:cubicBezTo>
                <a:cubicBezTo>
                  <a:pt x="315660" y="81225"/>
                  <a:pt x="316663" y="83523"/>
                  <a:pt x="318669" y="85461"/>
                </a:cubicBezTo>
                <a:cubicBezTo>
                  <a:pt x="320675" y="87397"/>
                  <a:pt x="323229" y="88365"/>
                  <a:pt x="326329" y="88365"/>
                </a:cubicBezTo>
                <a:cubicBezTo>
                  <a:pt x="329795" y="88365"/>
                  <a:pt x="333100" y="87239"/>
                  <a:pt x="336246" y="84986"/>
                </a:cubicBezTo>
                <a:cubicBezTo>
                  <a:pt x="338572" y="83275"/>
                  <a:pt x="340099" y="81180"/>
                  <a:pt x="340829" y="78700"/>
                </a:cubicBezTo>
                <a:cubicBezTo>
                  <a:pt x="341330" y="77079"/>
                  <a:pt x="341581" y="73993"/>
                  <a:pt x="341581" y="69444"/>
                </a:cubicBezTo>
                <a:lnTo>
                  <a:pt x="341581" y="65658"/>
                </a:lnTo>
                <a:close/>
                <a:moveTo>
                  <a:pt x="442266" y="49107"/>
                </a:moveTo>
                <a:lnTo>
                  <a:pt x="423321" y="52527"/>
                </a:lnTo>
                <a:cubicBezTo>
                  <a:pt x="422683" y="48765"/>
                  <a:pt x="421235" y="45932"/>
                  <a:pt x="418978" y="44029"/>
                </a:cubicBezTo>
                <a:cubicBezTo>
                  <a:pt x="416721" y="42125"/>
                  <a:pt x="413791" y="41173"/>
                  <a:pt x="410189" y="41173"/>
                </a:cubicBezTo>
                <a:cubicBezTo>
                  <a:pt x="405402" y="41173"/>
                  <a:pt x="401583" y="42821"/>
                  <a:pt x="398733" y="46117"/>
                </a:cubicBezTo>
                <a:cubicBezTo>
                  <a:pt x="395884" y="49413"/>
                  <a:pt x="394459" y="54924"/>
                  <a:pt x="394459" y="62651"/>
                </a:cubicBezTo>
                <a:cubicBezTo>
                  <a:pt x="394459" y="71243"/>
                  <a:pt x="395906" y="77313"/>
                  <a:pt x="398802" y="80859"/>
                </a:cubicBezTo>
                <a:cubicBezTo>
                  <a:pt x="401697" y="84404"/>
                  <a:pt x="405584" y="86177"/>
                  <a:pt x="410463" y="86177"/>
                </a:cubicBezTo>
                <a:cubicBezTo>
                  <a:pt x="414111" y="86177"/>
                  <a:pt x="417097" y="85139"/>
                  <a:pt x="419423" y="83065"/>
                </a:cubicBezTo>
                <a:cubicBezTo>
                  <a:pt x="421748" y="80990"/>
                  <a:pt x="423389" y="77422"/>
                  <a:pt x="424347" y="72361"/>
                </a:cubicBezTo>
                <a:lnTo>
                  <a:pt x="443224" y="75644"/>
                </a:lnTo>
                <a:cubicBezTo>
                  <a:pt x="441263" y="84307"/>
                  <a:pt x="437501" y="90850"/>
                  <a:pt x="431939" y="95273"/>
                </a:cubicBezTo>
                <a:cubicBezTo>
                  <a:pt x="426376" y="99696"/>
                  <a:pt x="418921" y="101907"/>
                  <a:pt x="409574" y="101907"/>
                </a:cubicBezTo>
                <a:cubicBezTo>
                  <a:pt x="398950" y="101907"/>
                  <a:pt x="390480" y="98556"/>
                  <a:pt x="384165" y="91853"/>
                </a:cubicBezTo>
                <a:cubicBezTo>
                  <a:pt x="377850" y="85151"/>
                  <a:pt x="374693" y="75872"/>
                  <a:pt x="374693" y="64017"/>
                </a:cubicBezTo>
                <a:cubicBezTo>
                  <a:pt x="374693" y="52025"/>
                  <a:pt x="377862" y="42689"/>
                  <a:pt x="384200" y="36010"/>
                </a:cubicBezTo>
                <a:cubicBezTo>
                  <a:pt x="390537" y="29330"/>
                  <a:pt x="399109" y="25990"/>
                  <a:pt x="409916" y="25990"/>
                </a:cubicBezTo>
                <a:cubicBezTo>
                  <a:pt x="418761" y="25990"/>
                  <a:pt x="425795" y="27893"/>
                  <a:pt x="431015" y="31701"/>
                </a:cubicBezTo>
                <a:cubicBezTo>
                  <a:pt x="436236" y="35508"/>
                  <a:pt x="439986" y="41310"/>
                  <a:pt x="442266" y="49107"/>
                </a:cubicBezTo>
                <a:close/>
                <a:moveTo>
                  <a:pt x="489672" y="27631"/>
                </a:moveTo>
                <a:lnTo>
                  <a:pt x="489672" y="42952"/>
                </a:lnTo>
                <a:lnTo>
                  <a:pt x="476540" y="42952"/>
                </a:lnTo>
                <a:lnTo>
                  <a:pt x="476540" y="72177"/>
                </a:lnTo>
                <a:cubicBezTo>
                  <a:pt x="476540" y="78096"/>
                  <a:pt x="476666" y="81545"/>
                  <a:pt x="476916" y="82524"/>
                </a:cubicBezTo>
                <a:cubicBezTo>
                  <a:pt x="477167" y="83502"/>
                  <a:pt x="477737" y="84309"/>
                  <a:pt x="478626" y="84948"/>
                </a:cubicBezTo>
                <a:cubicBezTo>
                  <a:pt x="479515" y="85585"/>
                  <a:pt x="480598" y="85903"/>
                  <a:pt x="481875" y="85903"/>
                </a:cubicBezTo>
                <a:cubicBezTo>
                  <a:pt x="483653" y="85903"/>
                  <a:pt x="486230" y="85288"/>
                  <a:pt x="489604" y="84057"/>
                </a:cubicBezTo>
                <a:lnTo>
                  <a:pt x="491245" y="99022"/>
                </a:lnTo>
                <a:cubicBezTo>
                  <a:pt x="486777" y="100946"/>
                  <a:pt x="481715" y="101907"/>
                  <a:pt x="476062" y="101907"/>
                </a:cubicBezTo>
                <a:cubicBezTo>
                  <a:pt x="472596" y="101907"/>
                  <a:pt x="469473" y="101326"/>
                  <a:pt x="466692" y="100163"/>
                </a:cubicBezTo>
                <a:cubicBezTo>
                  <a:pt x="463910" y="99001"/>
                  <a:pt x="461870" y="97496"/>
                  <a:pt x="460570" y="95649"/>
                </a:cubicBezTo>
                <a:cubicBezTo>
                  <a:pt x="459271" y="93803"/>
                  <a:pt x="458370" y="91306"/>
                  <a:pt x="457869" y="88160"/>
                </a:cubicBezTo>
                <a:cubicBezTo>
                  <a:pt x="457458" y="85926"/>
                  <a:pt x="457253" y="81412"/>
                  <a:pt x="457253" y="74618"/>
                </a:cubicBezTo>
                <a:lnTo>
                  <a:pt x="457253" y="42952"/>
                </a:lnTo>
                <a:lnTo>
                  <a:pt x="448430" y="42952"/>
                </a:lnTo>
                <a:lnTo>
                  <a:pt x="448430" y="27631"/>
                </a:lnTo>
                <a:lnTo>
                  <a:pt x="457253" y="27631"/>
                </a:lnTo>
                <a:lnTo>
                  <a:pt x="457253" y="13132"/>
                </a:lnTo>
                <a:lnTo>
                  <a:pt x="476540" y="1778"/>
                </a:lnTo>
                <a:lnTo>
                  <a:pt x="476540" y="27631"/>
                </a:lnTo>
                <a:lnTo>
                  <a:pt x="489672" y="27631"/>
                </a:lnTo>
                <a:close/>
                <a:moveTo>
                  <a:pt x="502475" y="17783"/>
                </a:moveTo>
                <a:lnTo>
                  <a:pt x="502475" y="0"/>
                </a:lnTo>
                <a:lnTo>
                  <a:pt x="521693" y="0"/>
                </a:lnTo>
                <a:lnTo>
                  <a:pt x="521693" y="17783"/>
                </a:lnTo>
                <a:lnTo>
                  <a:pt x="502475" y="17783"/>
                </a:lnTo>
                <a:moveTo>
                  <a:pt x="502475" y="100266"/>
                </a:moveTo>
                <a:lnTo>
                  <a:pt x="502475" y="27631"/>
                </a:lnTo>
                <a:lnTo>
                  <a:pt x="521693" y="27631"/>
                </a:lnTo>
                <a:lnTo>
                  <a:pt x="521693" y="100266"/>
                </a:lnTo>
                <a:lnTo>
                  <a:pt x="502475" y="100266"/>
                </a:lnTo>
                <a:close/>
                <a:moveTo>
                  <a:pt x="560726" y="100266"/>
                </a:moveTo>
                <a:lnTo>
                  <a:pt x="531453" y="27631"/>
                </a:lnTo>
                <a:lnTo>
                  <a:pt x="551630" y="27631"/>
                </a:lnTo>
                <a:lnTo>
                  <a:pt x="565308" y="64701"/>
                </a:lnTo>
                <a:lnTo>
                  <a:pt x="569275" y="77080"/>
                </a:lnTo>
                <a:cubicBezTo>
                  <a:pt x="570324" y="73934"/>
                  <a:pt x="570985" y="71860"/>
                  <a:pt x="571259" y="70856"/>
                </a:cubicBezTo>
                <a:cubicBezTo>
                  <a:pt x="571897" y="68805"/>
                  <a:pt x="572581" y="66753"/>
                  <a:pt x="573311" y="64701"/>
                </a:cubicBezTo>
                <a:lnTo>
                  <a:pt x="587126" y="27631"/>
                </a:lnTo>
                <a:lnTo>
                  <a:pt x="606892" y="27631"/>
                </a:lnTo>
                <a:lnTo>
                  <a:pt x="578030" y="100266"/>
                </a:lnTo>
                <a:lnTo>
                  <a:pt x="560726" y="100266"/>
                </a:lnTo>
                <a:close/>
                <a:moveTo>
                  <a:pt x="660248" y="77149"/>
                </a:moveTo>
                <a:lnTo>
                  <a:pt x="679399" y="80432"/>
                </a:lnTo>
                <a:cubicBezTo>
                  <a:pt x="676937" y="87431"/>
                  <a:pt x="673050" y="92760"/>
                  <a:pt x="667738" y="96419"/>
                </a:cubicBezTo>
                <a:cubicBezTo>
                  <a:pt x="662426" y="100078"/>
                  <a:pt x="655780" y="101907"/>
                  <a:pt x="647801" y="101907"/>
                </a:cubicBezTo>
                <a:cubicBezTo>
                  <a:pt x="635171" y="101907"/>
                  <a:pt x="625823" y="97781"/>
                  <a:pt x="619759" y="89528"/>
                </a:cubicBezTo>
                <a:cubicBezTo>
                  <a:pt x="614971" y="82917"/>
                  <a:pt x="612578" y="74573"/>
                  <a:pt x="612578" y="64496"/>
                </a:cubicBezTo>
                <a:cubicBezTo>
                  <a:pt x="612578" y="52458"/>
                  <a:pt x="615724" y="43031"/>
                  <a:pt x="622016" y="36215"/>
                </a:cubicBezTo>
                <a:cubicBezTo>
                  <a:pt x="628308" y="29398"/>
                  <a:pt x="636265" y="25990"/>
                  <a:pt x="645886" y="25990"/>
                </a:cubicBezTo>
                <a:cubicBezTo>
                  <a:pt x="656692" y="25990"/>
                  <a:pt x="665218" y="29558"/>
                  <a:pt x="671465" y="36694"/>
                </a:cubicBezTo>
                <a:cubicBezTo>
                  <a:pt x="677712" y="43829"/>
                  <a:pt x="680698" y="54761"/>
                  <a:pt x="680425" y="69489"/>
                </a:cubicBezTo>
                <a:lnTo>
                  <a:pt x="632275" y="69489"/>
                </a:lnTo>
                <a:cubicBezTo>
                  <a:pt x="632412" y="75188"/>
                  <a:pt x="633962" y="79622"/>
                  <a:pt x="636926" y="82791"/>
                </a:cubicBezTo>
                <a:cubicBezTo>
                  <a:pt x="639890" y="85960"/>
                  <a:pt x="643583" y="87545"/>
                  <a:pt x="648006" y="87545"/>
                </a:cubicBezTo>
                <a:cubicBezTo>
                  <a:pt x="651015" y="87545"/>
                  <a:pt x="653546" y="86724"/>
                  <a:pt x="655598" y="85082"/>
                </a:cubicBezTo>
                <a:cubicBezTo>
                  <a:pt x="657649" y="83441"/>
                  <a:pt x="659200" y="80796"/>
                  <a:pt x="660248" y="77149"/>
                </a:cubicBezTo>
                <a:moveTo>
                  <a:pt x="661343" y="57725"/>
                </a:moveTo>
                <a:cubicBezTo>
                  <a:pt x="661206" y="52185"/>
                  <a:pt x="659770" y="47973"/>
                  <a:pt x="657034" y="45089"/>
                </a:cubicBezTo>
                <a:cubicBezTo>
                  <a:pt x="654298" y="42205"/>
                  <a:pt x="650970" y="40763"/>
                  <a:pt x="647048" y="40763"/>
                </a:cubicBezTo>
                <a:cubicBezTo>
                  <a:pt x="642853" y="40763"/>
                  <a:pt x="639388" y="42284"/>
                  <a:pt x="636652" y="45326"/>
                </a:cubicBezTo>
                <a:cubicBezTo>
                  <a:pt x="633917" y="48370"/>
                  <a:pt x="632572" y="52503"/>
                  <a:pt x="632617" y="57725"/>
                </a:cubicBezTo>
                <a:lnTo>
                  <a:pt x="661343" y="57725"/>
                </a:lnTo>
                <a:close/>
                <a:moveTo>
                  <a:pt x="734035" y="100266"/>
                </a:moveTo>
                <a:lnTo>
                  <a:pt x="734035" y="0"/>
                </a:lnTo>
                <a:lnTo>
                  <a:pt x="766522" y="0"/>
                </a:lnTo>
                <a:cubicBezTo>
                  <a:pt x="778833" y="0"/>
                  <a:pt x="786858" y="501"/>
                  <a:pt x="790597" y="1503"/>
                </a:cubicBezTo>
                <a:cubicBezTo>
                  <a:pt x="796342" y="3006"/>
                  <a:pt x="801152" y="6274"/>
                  <a:pt x="805028" y="11306"/>
                </a:cubicBezTo>
                <a:cubicBezTo>
                  <a:pt x="808903" y="16339"/>
                  <a:pt x="810841" y="22841"/>
                  <a:pt x="810841" y="30812"/>
                </a:cubicBezTo>
                <a:cubicBezTo>
                  <a:pt x="810841" y="36960"/>
                  <a:pt x="809724" y="42129"/>
                  <a:pt x="807490" y="46320"/>
                </a:cubicBezTo>
                <a:cubicBezTo>
                  <a:pt x="805256" y="50511"/>
                  <a:pt x="802417" y="53801"/>
                  <a:pt x="798975" y="56192"/>
                </a:cubicBezTo>
                <a:cubicBezTo>
                  <a:pt x="795532" y="58583"/>
                  <a:pt x="792033" y="60166"/>
                  <a:pt x="788476" y="60941"/>
                </a:cubicBezTo>
                <a:cubicBezTo>
                  <a:pt x="783643" y="61898"/>
                  <a:pt x="776644" y="62376"/>
                  <a:pt x="767479" y="62376"/>
                </a:cubicBezTo>
                <a:lnTo>
                  <a:pt x="754279" y="62376"/>
                </a:lnTo>
                <a:lnTo>
                  <a:pt x="754279" y="100266"/>
                </a:lnTo>
                <a:lnTo>
                  <a:pt x="734035" y="100266"/>
                </a:lnTo>
                <a:moveTo>
                  <a:pt x="754279" y="16962"/>
                </a:moveTo>
                <a:lnTo>
                  <a:pt x="754279" y="45414"/>
                </a:lnTo>
                <a:lnTo>
                  <a:pt x="765359" y="45414"/>
                </a:lnTo>
                <a:cubicBezTo>
                  <a:pt x="773338" y="45414"/>
                  <a:pt x="778673" y="44889"/>
                  <a:pt x="781363" y="43841"/>
                </a:cubicBezTo>
                <a:cubicBezTo>
                  <a:pt x="784054" y="42792"/>
                  <a:pt x="786162" y="41151"/>
                  <a:pt x="787690" y="38916"/>
                </a:cubicBezTo>
                <a:cubicBezTo>
                  <a:pt x="789217" y="36682"/>
                  <a:pt x="789981" y="34083"/>
                  <a:pt x="789981" y="31119"/>
                </a:cubicBezTo>
                <a:cubicBezTo>
                  <a:pt x="789981" y="27472"/>
                  <a:pt x="788910" y="24462"/>
                  <a:pt x="786767" y="22091"/>
                </a:cubicBezTo>
                <a:cubicBezTo>
                  <a:pt x="784624" y="19720"/>
                  <a:pt x="781911" y="18238"/>
                  <a:pt x="778628" y="17646"/>
                </a:cubicBezTo>
                <a:cubicBezTo>
                  <a:pt x="776211" y="17190"/>
                  <a:pt x="771355" y="16962"/>
                  <a:pt x="764060" y="16962"/>
                </a:cubicBezTo>
                <a:lnTo>
                  <a:pt x="754279" y="16962"/>
                </a:lnTo>
                <a:close/>
                <a:moveTo>
                  <a:pt x="841352" y="50065"/>
                </a:moveTo>
                <a:lnTo>
                  <a:pt x="823911" y="46918"/>
                </a:lnTo>
                <a:cubicBezTo>
                  <a:pt x="825872" y="39804"/>
                  <a:pt x="829246" y="34538"/>
                  <a:pt x="834034" y="31119"/>
                </a:cubicBezTo>
                <a:cubicBezTo>
                  <a:pt x="838821" y="27700"/>
                  <a:pt x="845934" y="25990"/>
                  <a:pt x="855373" y="25990"/>
                </a:cubicBezTo>
                <a:cubicBezTo>
                  <a:pt x="863945" y="25990"/>
                  <a:pt x="870328" y="27004"/>
                  <a:pt x="874523" y="29033"/>
                </a:cubicBezTo>
                <a:cubicBezTo>
                  <a:pt x="878718" y="31062"/>
                  <a:pt x="881670" y="33639"/>
                  <a:pt x="883380" y="36762"/>
                </a:cubicBezTo>
                <a:cubicBezTo>
                  <a:pt x="885090" y="39885"/>
                  <a:pt x="885945" y="45619"/>
                  <a:pt x="885945" y="53963"/>
                </a:cubicBezTo>
                <a:lnTo>
                  <a:pt x="885740" y="76396"/>
                </a:lnTo>
                <a:cubicBezTo>
                  <a:pt x="885740" y="82780"/>
                  <a:pt x="886047" y="87488"/>
                  <a:pt x="886663" y="90520"/>
                </a:cubicBezTo>
                <a:cubicBezTo>
                  <a:pt x="887278" y="93552"/>
                  <a:pt x="888430" y="96801"/>
                  <a:pt x="890117" y="100266"/>
                </a:cubicBezTo>
                <a:lnTo>
                  <a:pt x="871103" y="100266"/>
                </a:lnTo>
                <a:cubicBezTo>
                  <a:pt x="870602" y="98989"/>
                  <a:pt x="869986" y="97097"/>
                  <a:pt x="869257" y="94589"/>
                </a:cubicBezTo>
                <a:cubicBezTo>
                  <a:pt x="868937" y="93449"/>
                  <a:pt x="868709" y="92697"/>
                  <a:pt x="868573" y="92332"/>
                </a:cubicBezTo>
                <a:cubicBezTo>
                  <a:pt x="865290" y="95524"/>
                  <a:pt x="861779" y="97918"/>
                  <a:pt x="858040" y="99514"/>
                </a:cubicBezTo>
                <a:cubicBezTo>
                  <a:pt x="854301" y="101109"/>
                  <a:pt x="850311" y="101907"/>
                  <a:pt x="846071" y="101907"/>
                </a:cubicBezTo>
                <a:cubicBezTo>
                  <a:pt x="838593" y="101907"/>
                  <a:pt x="832700" y="99887"/>
                  <a:pt x="828391" y="95846"/>
                </a:cubicBezTo>
                <a:cubicBezTo>
                  <a:pt x="824082" y="91805"/>
                  <a:pt x="821928" y="86697"/>
                  <a:pt x="821928" y="80521"/>
                </a:cubicBezTo>
                <a:cubicBezTo>
                  <a:pt x="821928" y="76435"/>
                  <a:pt x="822908" y="72791"/>
                  <a:pt x="824869" y="69591"/>
                </a:cubicBezTo>
                <a:cubicBezTo>
                  <a:pt x="826829" y="66389"/>
                  <a:pt x="829576" y="63937"/>
                  <a:pt x="833110" y="62234"/>
                </a:cubicBezTo>
                <a:cubicBezTo>
                  <a:pt x="836644" y="60532"/>
                  <a:pt x="841739" y="59045"/>
                  <a:pt x="848396" y="57774"/>
                </a:cubicBezTo>
                <a:cubicBezTo>
                  <a:pt x="857379" y="56094"/>
                  <a:pt x="863603" y="54527"/>
                  <a:pt x="867068" y="53074"/>
                </a:cubicBezTo>
                <a:lnTo>
                  <a:pt x="867068" y="51138"/>
                </a:lnTo>
                <a:cubicBezTo>
                  <a:pt x="867068" y="47403"/>
                  <a:pt x="866156" y="44741"/>
                  <a:pt x="864332" y="43150"/>
                </a:cubicBezTo>
                <a:cubicBezTo>
                  <a:pt x="862508" y="41559"/>
                  <a:pt x="859066" y="40763"/>
                  <a:pt x="854005" y="40763"/>
                </a:cubicBezTo>
                <a:cubicBezTo>
                  <a:pt x="850585" y="40763"/>
                  <a:pt x="847918" y="41451"/>
                  <a:pt x="846003" y="42828"/>
                </a:cubicBezTo>
                <a:cubicBezTo>
                  <a:pt x="844087" y="44203"/>
                  <a:pt x="842537" y="46615"/>
                  <a:pt x="841352" y="50065"/>
                </a:cubicBezTo>
                <a:moveTo>
                  <a:pt x="867068" y="65658"/>
                </a:moveTo>
                <a:cubicBezTo>
                  <a:pt x="864606" y="66469"/>
                  <a:pt x="860707" y="67438"/>
                  <a:pt x="855373" y="68565"/>
                </a:cubicBezTo>
                <a:cubicBezTo>
                  <a:pt x="850038" y="69691"/>
                  <a:pt x="846550" y="70794"/>
                  <a:pt x="844908" y="71876"/>
                </a:cubicBezTo>
                <a:cubicBezTo>
                  <a:pt x="842400" y="73633"/>
                  <a:pt x="841147" y="75863"/>
                  <a:pt x="841147" y="78566"/>
                </a:cubicBezTo>
                <a:cubicBezTo>
                  <a:pt x="841147" y="81225"/>
                  <a:pt x="842150" y="83523"/>
                  <a:pt x="844156" y="85461"/>
                </a:cubicBezTo>
                <a:cubicBezTo>
                  <a:pt x="846162" y="87397"/>
                  <a:pt x="848715" y="88365"/>
                  <a:pt x="851816" y="88365"/>
                </a:cubicBezTo>
                <a:cubicBezTo>
                  <a:pt x="855281" y="88365"/>
                  <a:pt x="858587" y="87239"/>
                  <a:pt x="861733" y="84986"/>
                </a:cubicBezTo>
                <a:cubicBezTo>
                  <a:pt x="864059" y="83275"/>
                  <a:pt x="865586" y="81180"/>
                  <a:pt x="866316" y="78700"/>
                </a:cubicBezTo>
                <a:cubicBezTo>
                  <a:pt x="866817" y="77079"/>
                  <a:pt x="867068" y="73993"/>
                  <a:pt x="867068" y="69444"/>
                </a:cubicBezTo>
                <a:lnTo>
                  <a:pt x="867068" y="65658"/>
                </a:lnTo>
                <a:close/>
                <a:moveTo>
                  <a:pt x="937727" y="27631"/>
                </a:moveTo>
                <a:lnTo>
                  <a:pt x="937727" y="42952"/>
                </a:lnTo>
                <a:lnTo>
                  <a:pt x="924596" y="42952"/>
                </a:lnTo>
                <a:lnTo>
                  <a:pt x="924596" y="72177"/>
                </a:lnTo>
                <a:cubicBezTo>
                  <a:pt x="924596" y="78096"/>
                  <a:pt x="924721" y="81545"/>
                  <a:pt x="924972" y="82524"/>
                </a:cubicBezTo>
                <a:cubicBezTo>
                  <a:pt x="925223" y="83502"/>
                  <a:pt x="925793" y="84309"/>
                  <a:pt x="926682" y="84948"/>
                </a:cubicBezTo>
                <a:cubicBezTo>
                  <a:pt x="927571" y="85585"/>
                  <a:pt x="928654" y="85903"/>
                  <a:pt x="929931" y="85903"/>
                </a:cubicBezTo>
                <a:cubicBezTo>
                  <a:pt x="931709" y="85903"/>
                  <a:pt x="934285" y="85288"/>
                  <a:pt x="937659" y="84057"/>
                </a:cubicBezTo>
                <a:lnTo>
                  <a:pt x="939301" y="99022"/>
                </a:lnTo>
                <a:cubicBezTo>
                  <a:pt x="934832" y="100946"/>
                  <a:pt x="929771" y="101907"/>
                  <a:pt x="924117" y="101907"/>
                </a:cubicBezTo>
                <a:cubicBezTo>
                  <a:pt x="920652" y="101907"/>
                  <a:pt x="917528" y="101326"/>
                  <a:pt x="914747" y="100163"/>
                </a:cubicBezTo>
                <a:cubicBezTo>
                  <a:pt x="911966" y="99001"/>
                  <a:pt x="909925" y="97496"/>
                  <a:pt x="908626" y="95649"/>
                </a:cubicBezTo>
                <a:cubicBezTo>
                  <a:pt x="907326" y="93803"/>
                  <a:pt x="906426" y="91306"/>
                  <a:pt x="905924" y="88160"/>
                </a:cubicBezTo>
                <a:cubicBezTo>
                  <a:pt x="905514" y="85926"/>
                  <a:pt x="905309" y="81412"/>
                  <a:pt x="905309" y="74618"/>
                </a:cubicBezTo>
                <a:lnTo>
                  <a:pt x="905309" y="42952"/>
                </a:lnTo>
                <a:lnTo>
                  <a:pt x="896486" y="42952"/>
                </a:lnTo>
                <a:lnTo>
                  <a:pt x="896486" y="27631"/>
                </a:lnTo>
                <a:lnTo>
                  <a:pt x="905309" y="27631"/>
                </a:lnTo>
                <a:lnTo>
                  <a:pt x="905309" y="13132"/>
                </a:lnTo>
                <a:lnTo>
                  <a:pt x="924596" y="1778"/>
                </a:lnTo>
                <a:lnTo>
                  <a:pt x="924596" y="27631"/>
                </a:lnTo>
                <a:lnTo>
                  <a:pt x="937727" y="27631"/>
                </a:lnTo>
                <a:close/>
                <a:moveTo>
                  <a:pt x="983838" y="27631"/>
                </a:moveTo>
                <a:lnTo>
                  <a:pt x="983838" y="42952"/>
                </a:lnTo>
                <a:lnTo>
                  <a:pt x="970706" y="42952"/>
                </a:lnTo>
                <a:lnTo>
                  <a:pt x="970706" y="72177"/>
                </a:lnTo>
                <a:cubicBezTo>
                  <a:pt x="970706" y="78096"/>
                  <a:pt x="970831" y="81545"/>
                  <a:pt x="971082" y="82524"/>
                </a:cubicBezTo>
                <a:cubicBezTo>
                  <a:pt x="971333" y="83502"/>
                  <a:pt x="971903" y="84309"/>
                  <a:pt x="972792" y="84948"/>
                </a:cubicBezTo>
                <a:cubicBezTo>
                  <a:pt x="973681" y="85585"/>
                  <a:pt x="974764" y="85903"/>
                  <a:pt x="976041" y="85903"/>
                </a:cubicBezTo>
                <a:cubicBezTo>
                  <a:pt x="977819" y="85903"/>
                  <a:pt x="980395" y="85288"/>
                  <a:pt x="983769" y="84057"/>
                </a:cubicBezTo>
                <a:lnTo>
                  <a:pt x="985411" y="99022"/>
                </a:lnTo>
                <a:cubicBezTo>
                  <a:pt x="980942" y="100946"/>
                  <a:pt x="975881" y="101907"/>
                  <a:pt x="970227" y="101907"/>
                </a:cubicBezTo>
                <a:cubicBezTo>
                  <a:pt x="966762" y="101907"/>
                  <a:pt x="963639" y="101326"/>
                  <a:pt x="960857" y="100163"/>
                </a:cubicBezTo>
                <a:cubicBezTo>
                  <a:pt x="958076" y="99001"/>
                  <a:pt x="956036" y="97496"/>
                  <a:pt x="954736" y="95649"/>
                </a:cubicBezTo>
                <a:cubicBezTo>
                  <a:pt x="953437" y="93803"/>
                  <a:pt x="952536" y="91306"/>
                  <a:pt x="952034" y="88160"/>
                </a:cubicBezTo>
                <a:cubicBezTo>
                  <a:pt x="951624" y="85926"/>
                  <a:pt x="951419" y="81412"/>
                  <a:pt x="951419" y="74618"/>
                </a:cubicBezTo>
                <a:lnTo>
                  <a:pt x="951419" y="42952"/>
                </a:lnTo>
                <a:lnTo>
                  <a:pt x="942596" y="42952"/>
                </a:lnTo>
                <a:lnTo>
                  <a:pt x="942596" y="27631"/>
                </a:lnTo>
                <a:lnTo>
                  <a:pt x="951419" y="27631"/>
                </a:lnTo>
                <a:lnTo>
                  <a:pt x="951419" y="13132"/>
                </a:lnTo>
                <a:lnTo>
                  <a:pt x="970706" y="1778"/>
                </a:lnTo>
                <a:lnTo>
                  <a:pt x="970706" y="27631"/>
                </a:lnTo>
                <a:lnTo>
                  <a:pt x="983838" y="27631"/>
                </a:lnTo>
                <a:close/>
                <a:moveTo>
                  <a:pt x="1038703" y="77149"/>
                </a:moveTo>
                <a:lnTo>
                  <a:pt x="1057853" y="80432"/>
                </a:lnTo>
                <a:cubicBezTo>
                  <a:pt x="1055391" y="87431"/>
                  <a:pt x="1051504" y="92760"/>
                  <a:pt x="1046192" y="96419"/>
                </a:cubicBezTo>
                <a:cubicBezTo>
                  <a:pt x="1040880" y="100078"/>
                  <a:pt x="1034234" y="101907"/>
                  <a:pt x="1026255" y="101907"/>
                </a:cubicBezTo>
                <a:cubicBezTo>
                  <a:pt x="1013625" y="101907"/>
                  <a:pt x="1004278" y="97781"/>
                  <a:pt x="998213" y="89528"/>
                </a:cubicBezTo>
                <a:cubicBezTo>
                  <a:pt x="993426" y="82917"/>
                  <a:pt x="991032" y="74573"/>
                  <a:pt x="991032" y="64496"/>
                </a:cubicBezTo>
                <a:cubicBezTo>
                  <a:pt x="991032" y="52458"/>
                  <a:pt x="994178" y="43031"/>
                  <a:pt x="1000470" y="36215"/>
                </a:cubicBezTo>
                <a:cubicBezTo>
                  <a:pt x="1006763" y="29398"/>
                  <a:pt x="1014719" y="25990"/>
                  <a:pt x="1024340" y="25990"/>
                </a:cubicBezTo>
                <a:cubicBezTo>
                  <a:pt x="1035146" y="25990"/>
                  <a:pt x="1043673" y="29558"/>
                  <a:pt x="1049919" y="36694"/>
                </a:cubicBezTo>
                <a:cubicBezTo>
                  <a:pt x="1056166" y="43829"/>
                  <a:pt x="1059153" y="54761"/>
                  <a:pt x="1058879" y="69489"/>
                </a:cubicBezTo>
                <a:lnTo>
                  <a:pt x="1010730" y="69489"/>
                </a:lnTo>
                <a:cubicBezTo>
                  <a:pt x="1010866" y="75188"/>
                  <a:pt x="1012417" y="79622"/>
                  <a:pt x="1015380" y="82791"/>
                </a:cubicBezTo>
                <a:cubicBezTo>
                  <a:pt x="1018344" y="85960"/>
                  <a:pt x="1022037" y="87545"/>
                  <a:pt x="1026460" y="87545"/>
                </a:cubicBezTo>
                <a:cubicBezTo>
                  <a:pt x="1029470" y="87545"/>
                  <a:pt x="1032000" y="86724"/>
                  <a:pt x="1034052" y="85082"/>
                </a:cubicBezTo>
                <a:cubicBezTo>
                  <a:pt x="1036104" y="83441"/>
                  <a:pt x="1037654" y="80796"/>
                  <a:pt x="1038703" y="77149"/>
                </a:cubicBezTo>
                <a:moveTo>
                  <a:pt x="1039797" y="57725"/>
                </a:moveTo>
                <a:cubicBezTo>
                  <a:pt x="1039660" y="52185"/>
                  <a:pt x="1038224" y="47973"/>
                  <a:pt x="1035488" y="45089"/>
                </a:cubicBezTo>
                <a:cubicBezTo>
                  <a:pt x="1032753" y="42205"/>
                  <a:pt x="1029424" y="40763"/>
                  <a:pt x="1025503" y="40763"/>
                </a:cubicBezTo>
                <a:cubicBezTo>
                  <a:pt x="1021308" y="40763"/>
                  <a:pt x="1017843" y="42284"/>
                  <a:pt x="1015107" y="45326"/>
                </a:cubicBezTo>
                <a:cubicBezTo>
                  <a:pt x="1012371" y="48370"/>
                  <a:pt x="1011026" y="52503"/>
                  <a:pt x="1011072" y="57725"/>
                </a:cubicBezTo>
                <a:lnTo>
                  <a:pt x="1039797" y="57725"/>
                </a:lnTo>
                <a:close/>
                <a:moveTo>
                  <a:pt x="1092469" y="100266"/>
                </a:moveTo>
                <a:lnTo>
                  <a:pt x="1073250" y="100266"/>
                </a:lnTo>
                <a:lnTo>
                  <a:pt x="1073250" y="27631"/>
                </a:lnTo>
                <a:lnTo>
                  <a:pt x="1091101" y="27631"/>
                </a:lnTo>
                <a:lnTo>
                  <a:pt x="1091101" y="37959"/>
                </a:lnTo>
                <a:cubicBezTo>
                  <a:pt x="1094156" y="33080"/>
                  <a:pt x="1096904" y="29865"/>
                  <a:pt x="1099343" y="28315"/>
                </a:cubicBezTo>
                <a:cubicBezTo>
                  <a:pt x="1101782" y="26765"/>
                  <a:pt x="1104552" y="25990"/>
                  <a:pt x="1107653" y="25990"/>
                </a:cubicBezTo>
                <a:cubicBezTo>
                  <a:pt x="1112030" y="25990"/>
                  <a:pt x="1116248" y="27198"/>
                  <a:pt x="1120306" y="29615"/>
                </a:cubicBezTo>
                <a:lnTo>
                  <a:pt x="1114355" y="46371"/>
                </a:lnTo>
                <a:cubicBezTo>
                  <a:pt x="1111118" y="44274"/>
                  <a:pt x="1108109" y="43225"/>
                  <a:pt x="1105327" y="43225"/>
                </a:cubicBezTo>
                <a:cubicBezTo>
                  <a:pt x="1102637" y="43225"/>
                  <a:pt x="1100357" y="43966"/>
                  <a:pt x="1098488" y="45448"/>
                </a:cubicBezTo>
                <a:cubicBezTo>
                  <a:pt x="1096619" y="46930"/>
                  <a:pt x="1095148" y="49609"/>
                  <a:pt x="1094077" y="53484"/>
                </a:cubicBezTo>
                <a:cubicBezTo>
                  <a:pt x="1093005" y="57360"/>
                  <a:pt x="1092469" y="65476"/>
                  <a:pt x="1092469" y="77833"/>
                </a:cubicBezTo>
                <a:lnTo>
                  <a:pt x="1092469" y="100266"/>
                </a:lnTo>
                <a:close/>
                <a:moveTo>
                  <a:pt x="1194081" y="100266"/>
                </a:moveTo>
                <a:lnTo>
                  <a:pt x="1174862" y="100266"/>
                </a:lnTo>
                <a:lnTo>
                  <a:pt x="1174862" y="63239"/>
                </a:lnTo>
                <a:cubicBezTo>
                  <a:pt x="1174862" y="55405"/>
                  <a:pt x="1174452" y="50338"/>
                  <a:pt x="1173631" y="48038"/>
                </a:cubicBezTo>
                <a:cubicBezTo>
                  <a:pt x="1172810" y="45739"/>
                  <a:pt x="1171477" y="43951"/>
                  <a:pt x="1169630" y="42676"/>
                </a:cubicBezTo>
                <a:cubicBezTo>
                  <a:pt x="1167784" y="41401"/>
                  <a:pt x="1165561" y="40763"/>
                  <a:pt x="1162962" y="40763"/>
                </a:cubicBezTo>
                <a:cubicBezTo>
                  <a:pt x="1159633" y="40763"/>
                  <a:pt x="1156647" y="41674"/>
                  <a:pt x="1154002" y="43497"/>
                </a:cubicBezTo>
                <a:cubicBezTo>
                  <a:pt x="1151357" y="45318"/>
                  <a:pt x="1149545" y="47731"/>
                  <a:pt x="1148565" y="50738"/>
                </a:cubicBezTo>
                <a:cubicBezTo>
                  <a:pt x="1147584" y="53743"/>
                  <a:pt x="1147094" y="59299"/>
                  <a:pt x="1147094" y="67407"/>
                </a:cubicBezTo>
                <a:lnTo>
                  <a:pt x="1147094" y="100266"/>
                </a:lnTo>
                <a:lnTo>
                  <a:pt x="1127875" y="100266"/>
                </a:lnTo>
                <a:lnTo>
                  <a:pt x="1127875" y="27631"/>
                </a:lnTo>
                <a:lnTo>
                  <a:pt x="1145726" y="27631"/>
                </a:lnTo>
                <a:lnTo>
                  <a:pt x="1145726" y="38301"/>
                </a:lnTo>
                <a:cubicBezTo>
                  <a:pt x="1152064" y="30093"/>
                  <a:pt x="1160044" y="25990"/>
                  <a:pt x="1169664" y="25990"/>
                </a:cubicBezTo>
                <a:cubicBezTo>
                  <a:pt x="1173905" y="25990"/>
                  <a:pt x="1177780" y="26754"/>
                  <a:pt x="1181291" y="28281"/>
                </a:cubicBezTo>
                <a:cubicBezTo>
                  <a:pt x="1184802" y="29808"/>
                  <a:pt x="1187458" y="31758"/>
                  <a:pt x="1189259" y="34129"/>
                </a:cubicBezTo>
                <a:cubicBezTo>
                  <a:pt x="1191060" y="36500"/>
                  <a:pt x="1192314" y="39190"/>
                  <a:pt x="1193021" y="42199"/>
                </a:cubicBezTo>
                <a:cubicBezTo>
                  <a:pt x="1193728" y="45209"/>
                  <a:pt x="1194081" y="49517"/>
                  <a:pt x="1194081" y="55126"/>
                </a:cubicBezTo>
                <a:lnTo>
                  <a:pt x="1194081" y="100266"/>
                </a:lnTo>
                <a:close/>
                <a:moveTo>
                  <a:pt x="1206502" y="79611"/>
                </a:moveTo>
                <a:lnTo>
                  <a:pt x="1225789" y="76602"/>
                </a:lnTo>
                <a:cubicBezTo>
                  <a:pt x="1226610" y="80318"/>
                  <a:pt x="1228274" y="83139"/>
                  <a:pt x="1230782" y="85065"/>
                </a:cubicBezTo>
                <a:cubicBezTo>
                  <a:pt x="1233290" y="86992"/>
                  <a:pt x="1236801" y="87955"/>
                  <a:pt x="1241315" y="87955"/>
                </a:cubicBezTo>
                <a:cubicBezTo>
                  <a:pt x="1246285" y="87955"/>
                  <a:pt x="1250023" y="87044"/>
                  <a:pt x="1252531" y="85224"/>
                </a:cubicBezTo>
                <a:cubicBezTo>
                  <a:pt x="1254218" y="83948"/>
                  <a:pt x="1255062" y="82241"/>
                  <a:pt x="1255062" y="80100"/>
                </a:cubicBezTo>
                <a:cubicBezTo>
                  <a:pt x="1255062" y="78643"/>
                  <a:pt x="1254606" y="77436"/>
                  <a:pt x="1253694" y="76480"/>
                </a:cubicBezTo>
                <a:cubicBezTo>
                  <a:pt x="1252736" y="75569"/>
                  <a:pt x="1250593" y="74727"/>
                  <a:pt x="1247265" y="73953"/>
                </a:cubicBezTo>
                <a:cubicBezTo>
                  <a:pt x="1231762" y="70539"/>
                  <a:pt x="1221936" y="67420"/>
                  <a:pt x="1217787" y="64596"/>
                </a:cubicBezTo>
                <a:cubicBezTo>
                  <a:pt x="1212042" y="60678"/>
                  <a:pt x="1209169" y="55234"/>
                  <a:pt x="1209169" y="48265"/>
                </a:cubicBezTo>
                <a:cubicBezTo>
                  <a:pt x="1209169" y="41978"/>
                  <a:pt x="1211654" y="36694"/>
                  <a:pt x="1216624" y="32412"/>
                </a:cubicBezTo>
                <a:cubicBezTo>
                  <a:pt x="1221594" y="28131"/>
                  <a:pt x="1229300" y="25990"/>
                  <a:pt x="1239741" y="25990"/>
                </a:cubicBezTo>
                <a:cubicBezTo>
                  <a:pt x="1249681" y="25990"/>
                  <a:pt x="1257068" y="27603"/>
                  <a:pt x="1261901" y="30829"/>
                </a:cubicBezTo>
                <a:cubicBezTo>
                  <a:pt x="1266734" y="34055"/>
                  <a:pt x="1270063" y="38825"/>
                  <a:pt x="1271887" y="45140"/>
                </a:cubicBezTo>
                <a:lnTo>
                  <a:pt x="1253762" y="48560"/>
                </a:lnTo>
                <a:cubicBezTo>
                  <a:pt x="1252987" y="45733"/>
                  <a:pt x="1251517" y="43567"/>
                  <a:pt x="1249351" y="42062"/>
                </a:cubicBezTo>
                <a:cubicBezTo>
                  <a:pt x="1247185" y="40558"/>
                  <a:pt x="1244096" y="39805"/>
                  <a:pt x="1240083" y="39805"/>
                </a:cubicBezTo>
                <a:cubicBezTo>
                  <a:pt x="1235022" y="39805"/>
                  <a:pt x="1231397" y="40511"/>
                  <a:pt x="1229209" y="41924"/>
                </a:cubicBezTo>
                <a:cubicBezTo>
                  <a:pt x="1227750" y="42924"/>
                  <a:pt x="1227020" y="44221"/>
                  <a:pt x="1227020" y="45816"/>
                </a:cubicBezTo>
                <a:cubicBezTo>
                  <a:pt x="1227020" y="47181"/>
                  <a:pt x="1227659" y="48341"/>
                  <a:pt x="1228935" y="49297"/>
                </a:cubicBezTo>
                <a:cubicBezTo>
                  <a:pt x="1230668" y="50573"/>
                  <a:pt x="1236652" y="52371"/>
                  <a:pt x="1246889" y="54694"/>
                </a:cubicBezTo>
                <a:cubicBezTo>
                  <a:pt x="1257125" y="57017"/>
                  <a:pt x="1264272" y="59866"/>
                  <a:pt x="1268330" y="63241"/>
                </a:cubicBezTo>
                <a:cubicBezTo>
                  <a:pt x="1272343" y="66664"/>
                  <a:pt x="1274349" y="71431"/>
                  <a:pt x="1274349" y="77544"/>
                </a:cubicBezTo>
                <a:cubicBezTo>
                  <a:pt x="1274349" y="84205"/>
                  <a:pt x="1271568" y="89931"/>
                  <a:pt x="1266005" y="94722"/>
                </a:cubicBezTo>
                <a:cubicBezTo>
                  <a:pt x="1260442" y="99512"/>
                  <a:pt x="1252212" y="101907"/>
                  <a:pt x="1241315" y="101907"/>
                </a:cubicBezTo>
                <a:cubicBezTo>
                  <a:pt x="1231420" y="101907"/>
                  <a:pt x="1223589" y="99908"/>
                  <a:pt x="1217821" y="95908"/>
                </a:cubicBezTo>
                <a:cubicBezTo>
                  <a:pt x="1212053" y="91907"/>
                  <a:pt x="1208280" y="86475"/>
                  <a:pt x="1206502" y="796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InteractivePattern">
            <a:extLst xmlns:a="http://schemas.openxmlformats.org/drawingml/2006/main">
              <a:ext uri="{FF2B5EF4-FFF2-40B4-BE49-F238E27FC236}">
                <a16:creationId xmlns:a16="http://schemas.microsoft.com/office/drawing/2014/main" id="{EE8C2C24-4915-40ED-ADF1-4905BF40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819" y="654712"/>
            <a:ext cx="1344614" cy="113934"/>
          </a:xfrm>
          <a:custGeom xmlns:a="http://schemas.openxmlformats.org/drawingml/2006/main">
            <a:pathLst>
              <a:path w="1344614" h="113934">
                <a:moveTo>
                  <a:pt x="0" y="112099"/>
                </a:moveTo>
                <a:lnTo>
                  <a:pt x="0" y="0"/>
                </a:lnTo>
                <a:lnTo>
                  <a:pt x="22634" y="0"/>
                </a:lnTo>
                <a:lnTo>
                  <a:pt x="22634" y="112099"/>
                </a:lnTo>
                <a:lnTo>
                  <a:pt x="0" y="112099"/>
                </a:lnTo>
                <a:close/>
                <a:moveTo>
                  <a:pt x="117901" y="112099"/>
                </a:moveTo>
                <a:lnTo>
                  <a:pt x="96414" y="112099"/>
                </a:lnTo>
                <a:lnTo>
                  <a:pt x="96414" y="70702"/>
                </a:lnTo>
                <a:cubicBezTo>
                  <a:pt x="96414" y="61944"/>
                  <a:pt x="95956" y="56279"/>
                  <a:pt x="95038" y="53708"/>
                </a:cubicBezTo>
                <a:cubicBezTo>
                  <a:pt x="94121" y="51136"/>
                  <a:pt x="92629" y="49138"/>
                  <a:pt x="90565" y="47712"/>
                </a:cubicBezTo>
                <a:cubicBezTo>
                  <a:pt x="88500" y="46286"/>
                  <a:pt x="86015" y="45574"/>
                  <a:pt x="83109" y="45574"/>
                </a:cubicBezTo>
                <a:cubicBezTo>
                  <a:pt x="79388" y="45574"/>
                  <a:pt x="76049" y="46592"/>
                  <a:pt x="73092" y="48630"/>
                </a:cubicBezTo>
                <a:cubicBezTo>
                  <a:pt x="70136" y="50666"/>
                  <a:pt x="68109" y="53364"/>
                  <a:pt x="67013" y="56726"/>
                </a:cubicBezTo>
                <a:cubicBezTo>
                  <a:pt x="65917" y="60085"/>
                  <a:pt x="65369" y="66297"/>
                  <a:pt x="65369" y="75362"/>
                </a:cubicBezTo>
                <a:lnTo>
                  <a:pt x="65369" y="112099"/>
                </a:lnTo>
                <a:lnTo>
                  <a:pt x="43883" y="112099"/>
                </a:lnTo>
                <a:lnTo>
                  <a:pt x="43883" y="30892"/>
                </a:lnTo>
                <a:lnTo>
                  <a:pt x="63840" y="30892"/>
                </a:lnTo>
                <a:lnTo>
                  <a:pt x="63840" y="42821"/>
                </a:lnTo>
                <a:cubicBezTo>
                  <a:pt x="70926" y="33645"/>
                  <a:pt x="79847" y="29057"/>
                  <a:pt x="90603" y="29057"/>
                </a:cubicBezTo>
                <a:cubicBezTo>
                  <a:pt x="95344" y="29057"/>
                  <a:pt x="99677" y="29911"/>
                  <a:pt x="103602" y="31619"/>
                </a:cubicBezTo>
                <a:cubicBezTo>
                  <a:pt x="107527" y="33326"/>
                  <a:pt x="110497" y="35506"/>
                  <a:pt x="112511" y="38156"/>
                </a:cubicBezTo>
                <a:cubicBezTo>
                  <a:pt x="114524" y="40807"/>
                  <a:pt x="115926" y="43815"/>
                  <a:pt x="116716" y="47179"/>
                </a:cubicBezTo>
                <a:cubicBezTo>
                  <a:pt x="117506" y="50544"/>
                  <a:pt x="117901" y="55361"/>
                  <a:pt x="117901" y="61631"/>
                </a:cubicBezTo>
                <a:lnTo>
                  <a:pt x="117901" y="112099"/>
                </a:lnTo>
                <a:close/>
                <a:moveTo>
                  <a:pt x="176975" y="30892"/>
                </a:moveTo>
                <a:lnTo>
                  <a:pt x="176975" y="48020"/>
                </a:lnTo>
                <a:lnTo>
                  <a:pt x="162294" y="48020"/>
                </a:lnTo>
                <a:lnTo>
                  <a:pt x="162294" y="80695"/>
                </a:lnTo>
                <a:cubicBezTo>
                  <a:pt x="162294" y="87313"/>
                  <a:pt x="162434" y="91169"/>
                  <a:pt x="162715" y="92263"/>
                </a:cubicBezTo>
                <a:cubicBezTo>
                  <a:pt x="162995" y="93356"/>
                  <a:pt x="163632" y="94259"/>
                  <a:pt x="164626" y="94973"/>
                </a:cubicBezTo>
                <a:cubicBezTo>
                  <a:pt x="165620" y="95685"/>
                  <a:pt x="166831" y="96041"/>
                  <a:pt x="168258" y="96041"/>
                </a:cubicBezTo>
                <a:cubicBezTo>
                  <a:pt x="170246" y="96041"/>
                  <a:pt x="173127" y="95353"/>
                  <a:pt x="176899" y="93976"/>
                </a:cubicBezTo>
                <a:lnTo>
                  <a:pt x="178734" y="110708"/>
                </a:lnTo>
                <a:cubicBezTo>
                  <a:pt x="173738" y="112858"/>
                  <a:pt x="168080" y="113934"/>
                  <a:pt x="161759" y="113934"/>
                </a:cubicBezTo>
                <a:cubicBezTo>
                  <a:pt x="157884" y="113934"/>
                  <a:pt x="154393" y="113284"/>
                  <a:pt x="151283" y="111984"/>
                </a:cubicBezTo>
                <a:cubicBezTo>
                  <a:pt x="148173" y="110684"/>
                  <a:pt x="145892" y="109002"/>
                  <a:pt x="144439" y="106937"/>
                </a:cubicBezTo>
                <a:cubicBezTo>
                  <a:pt x="142986" y="104873"/>
                  <a:pt x="141980" y="102082"/>
                  <a:pt x="141419" y="98564"/>
                </a:cubicBezTo>
                <a:cubicBezTo>
                  <a:pt x="140960" y="96066"/>
                  <a:pt x="140731" y="91020"/>
                  <a:pt x="140731" y="83424"/>
                </a:cubicBezTo>
                <a:lnTo>
                  <a:pt x="140731" y="48020"/>
                </a:lnTo>
                <a:lnTo>
                  <a:pt x="130867" y="48020"/>
                </a:lnTo>
                <a:lnTo>
                  <a:pt x="130867" y="30892"/>
                </a:lnTo>
                <a:lnTo>
                  <a:pt x="140731" y="30892"/>
                </a:lnTo>
                <a:lnTo>
                  <a:pt x="140731" y="14681"/>
                </a:lnTo>
                <a:lnTo>
                  <a:pt x="162294" y="1988"/>
                </a:lnTo>
                <a:lnTo>
                  <a:pt x="162294" y="30892"/>
                </a:lnTo>
                <a:lnTo>
                  <a:pt x="176975" y="30892"/>
                </a:lnTo>
                <a:close/>
                <a:moveTo>
                  <a:pt x="238964" y="86253"/>
                </a:moveTo>
                <a:lnTo>
                  <a:pt x="260374" y="89924"/>
                </a:lnTo>
                <a:cubicBezTo>
                  <a:pt x="257621" y="97749"/>
                  <a:pt x="253276" y="103706"/>
                  <a:pt x="247337" y="107797"/>
                </a:cubicBezTo>
                <a:cubicBezTo>
                  <a:pt x="241398" y="111888"/>
                  <a:pt x="233968" y="113934"/>
                  <a:pt x="225047" y="113934"/>
                </a:cubicBezTo>
                <a:cubicBezTo>
                  <a:pt x="210926" y="113934"/>
                  <a:pt x="200476" y="109320"/>
                  <a:pt x="193696" y="100093"/>
                </a:cubicBezTo>
                <a:cubicBezTo>
                  <a:pt x="188344" y="92702"/>
                  <a:pt x="185667" y="83373"/>
                  <a:pt x="185667" y="72107"/>
                </a:cubicBezTo>
                <a:cubicBezTo>
                  <a:pt x="185667" y="58649"/>
                  <a:pt x="189185" y="48110"/>
                  <a:pt x="196220" y="40489"/>
                </a:cubicBezTo>
                <a:cubicBezTo>
                  <a:pt x="203254" y="32867"/>
                  <a:pt x="212150" y="29057"/>
                  <a:pt x="222906" y="29057"/>
                </a:cubicBezTo>
                <a:cubicBezTo>
                  <a:pt x="234988" y="29057"/>
                  <a:pt x="244520" y="33046"/>
                  <a:pt x="251504" y="41024"/>
                </a:cubicBezTo>
                <a:cubicBezTo>
                  <a:pt x="258488" y="49002"/>
                  <a:pt x="261827" y="61223"/>
                  <a:pt x="261521" y="77689"/>
                </a:cubicBezTo>
                <a:lnTo>
                  <a:pt x="207689" y="77689"/>
                </a:lnTo>
                <a:cubicBezTo>
                  <a:pt x="207842" y="84061"/>
                  <a:pt x="209576" y="89019"/>
                  <a:pt x="212889" y="92562"/>
                </a:cubicBezTo>
                <a:cubicBezTo>
                  <a:pt x="216203" y="96105"/>
                  <a:pt x="220332" y="97876"/>
                  <a:pt x="225276" y="97876"/>
                </a:cubicBezTo>
                <a:cubicBezTo>
                  <a:pt x="228641" y="97876"/>
                  <a:pt x="231470" y="96958"/>
                  <a:pt x="233764" y="95123"/>
                </a:cubicBezTo>
                <a:cubicBezTo>
                  <a:pt x="236058" y="93288"/>
                  <a:pt x="237791" y="90331"/>
                  <a:pt x="238964" y="86253"/>
                </a:cubicBezTo>
                <a:moveTo>
                  <a:pt x="240187" y="64537"/>
                </a:moveTo>
                <a:cubicBezTo>
                  <a:pt x="240034" y="58343"/>
                  <a:pt x="238429" y="53634"/>
                  <a:pt x="235370" y="50410"/>
                </a:cubicBezTo>
                <a:cubicBezTo>
                  <a:pt x="232311" y="47186"/>
                  <a:pt x="228590" y="45574"/>
                  <a:pt x="224206" y="45574"/>
                </a:cubicBezTo>
                <a:cubicBezTo>
                  <a:pt x="219516" y="45574"/>
                  <a:pt x="215642" y="47274"/>
                  <a:pt x="212583" y="50675"/>
                </a:cubicBezTo>
                <a:cubicBezTo>
                  <a:pt x="209525" y="54078"/>
                  <a:pt x="208021" y="58699"/>
                  <a:pt x="208072" y="64537"/>
                </a:cubicBezTo>
                <a:lnTo>
                  <a:pt x="240187" y="64537"/>
                </a:lnTo>
                <a:close/>
                <a:moveTo>
                  <a:pt x="299508" y="112099"/>
                </a:moveTo>
                <a:lnTo>
                  <a:pt x="278021" y="112099"/>
                </a:lnTo>
                <a:lnTo>
                  <a:pt x="278021" y="30892"/>
                </a:lnTo>
                <a:lnTo>
                  <a:pt x="297978" y="30892"/>
                </a:lnTo>
                <a:lnTo>
                  <a:pt x="297978" y="42438"/>
                </a:lnTo>
                <a:cubicBezTo>
                  <a:pt x="301394" y="36984"/>
                  <a:pt x="304465" y="33390"/>
                  <a:pt x="307192" y="31657"/>
                </a:cubicBezTo>
                <a:cubicBezTo>
                  <a:pt x="309920" y="29924"/>
                  <a:pt x="313017" y="29057"/>
                  <a:pt x="316483" y="29057"/>
                </a:cubicBezTo>
                <a:cubicBezTo>
                  <a:pt x="321377" y="29057"/>
                  <a:pt x="326092" y="30408"/>
                  <a:pt x="330629" y="33110"/>
                </a:cubicBezTo>
                <a:lnTo>
                  <a:pt x="323977" y="51844"/>
                </a:lnTo>
                <a:cubicBezTo>
                  <a:pt x="320357" y="49499"/>
                  <a:pt x="316993" y="48326"/>
                  <a:pt x="313883" y="48326"/>
                </a:cubicBezTo>
                <a:cubicBezTo>
                  <a:pt x="310875" y="48326"/>
                  <a:pt x="308327" y="49155"/>
                  <a:pt x="306237" y="50811"/>
                </a:cubicBezTo>
                <a:cubicBezTo>
                  <a:pt x="304147" y="52468"/>
                  <a:pt x="302502" y="55463"/>
                  <a:pt x="301305" y="59796"/>
                </a:cubicBezTo>
                <a:cubicBezTo>
                  <a:pt x="300107" y="64129"/>
                  <a:pt x="299508" y="73203"/>
                  <a:pt x="299508" y="87018"/>
                </a:cubicBezTo>
                <a:lnTo>
                  <a:pt x="299508" y="112099"/>
                </a:lnTo>
                <a:close/>
                <a:moveTo>
                  <a:pt x="355897" y="55973"/>
                </a:moveTo>
                <a:lnTo>
                  <a:pt x="336398" y="52455"/>
                </a:lnTo>
                <a:cubicBezTo>
                  <a:pt x="338590" y="44501"/>
                  <a:pt x="342362" y="38614"/>
                  <a:pt x="347715" y="34792"/>
                </a:cubicBezTo>
                <a:cubicBezTo>
                  <a:pt x="353067" y="30969"/>
                  <a:pt x="361020" y="29057"/>
                  <a:pt x="371572" y="29057"/>
                </a:cubicBezTo>
                <a:cubicBezTo>
                  <a:pt x="381156" y="29057"/>
                  <a:pt x="388293" y="30191"/>
                  <a:pt x="392982" y="32460"/>
                </a:cubicBezTo>
                <a:cubicBezTo>
                  <a:pt x="397672" y="34728"/>
                  <a:pt x="400973" y="37608"/>
                  <a:pt x="402885" y="41100"/>
                </a:cubicBezTo>
                <a:cubicBezTo>
                  <a:pt x="404796" y="44592"/>
                  <a:pt x="405752" y="51003"/>
                  <a:pt x="405752" y="60331"/>
                </a:cubicBezTo>
                <a:lnTo>
                  <a:pt x="405523" y="85412"/>
                </a:lnTo>
                <a:cubicBezTo>
                  <a:pt x="405523" y="92549"/>
                  <a:pt x="405867" y="97812"/>
                  <a:pt x="406555" y="101202"/>
                </a:cubicBezTo>
                <a:cubicBezTo>
                  <a:pt x="407243" y="104592"/>
                  <a:pt x="408530" y="108224"/>
                  <a:pt x="410417" y="112099"/>
                </a:cubicBezTo>
                <a:lnTo>
                  <a:pt x="389159" y="112099"/>
                </a:lnTo>
                <a:cubicBezTo>
                  <a:pt x="388598" y="110671"/>
                  <a:pt x="387910" y="108556"/>
                  <a:pt x="387095" y="105752"/>
                </a:cubicBezTo>
                <a:cubicBezTo>
                  <a:pt x="386738" y="104478"/>
                  <a:pt x="386483" y="103636"/>
                  <a:pt x="386330" y="103229"/>
                </a:cubicBezTo>
                <a:cubicBezTo>
                  <a:pt x="382660" y="106797"/>
                  <a:pt x="378734" y="109473"/>
                  <a:pt x="374554" y="111257"/>
                </a:cubicBezTo>
                <a:cubicBezTo>
                  <a:pt x="370374" y="113042"/>
                  <a:pt x="365914" y="113934"/>
                  <a:pt x="361173" y="113934"/>
                </a:cubicBezTo>
                <a:cubicBezTo>
                  <a:pt x="352812" y="113934"/>
                  <a:pt x="346224" y="111675"/>
                  <a:pt x="341406" y="107157"/>
                </a:cubicBezTo>
                <a:cubicBezTo>
                  <a:pt x="336589" y="102639"/>
                  <a:pt x="334180" y="96928"/>
                  <a:pt x="334180" y="90024"/>
                </a:cubicBezTo>
                <a:cubicBezTo>
                  <a:pt x="334180" y="85455"/>
                  <a:pt x="335276" y="81382"/>
                  <a:pt x="337468" y="77804"/>
                </a:cubicBezTo>
                <a:cubicBezTo>
                  <a:pt x="339660" y="74224"/>
                  <a:pt x="342732" y="71483"/>
                  <a:pt x="346682" y="69579"/>
                </a:cubicBezTo>
                <a:cubicBezTo>
                  <a:pt x="350633" y="67675"/>
                  <a:pt x="356330" y="66013"/>
                  <a:pt x="363773" y="64592"/>
                </a:cubicBezTo>
                <a:cubicBezTo>
                  <a:pt x="373815" y="62714"/>
                  <a:pt x="380773" y="60962"/>
                  <a:pt x="384648" y="59337"/>
                </a:cubicBezTo>
                <a:lnTo>
                  <a:pt x="384648" y="57172"/>
                </a:lnTo>
                <a:cubicBezTo>
                  <a:pt x="384648" y="52997"/>
                  <a:pt x="383628" y="50020"/>
                  <a:pt x="381589" y="48243"/>
                </a:cubicBezTo>
                <a:cubicBezTo>
                  <a:pt x="379550" y="46463"/>
                  <a:pt x="375701" y="45574"/>
                  <a:pt x="370043" y="45574"/>
                </a:cubicBezTo>
                <a:cubicBezTo>
                  <a:pt x="366219" y="45574"/>
                  <a:pt x="363237" y="46343"/>
                  <a:pt x="361096" y="47882"/>
                </a:cubicBezTo>
                <a:cubicBezTo>
                  <a:pt x="358955" y="49419"/>
                  <a:pt x="357222" y="52116"/>
                  <a:pt x="355897" y="55973"/>
                </a:cubicBezTo>
                <a:moveTo>
                  <a:pt x="384648" y="73407"/>
                </a:moveTo>
                <a:cubicBezTo>
                  <a:pt x="381895" y="74313"/>
                  <a:pt x="377536" y="75397"/>
                  <a:pt x="371572" y="76657"/>
                </a:cubicBezTo>
                <a:cubicBezTo>
                  <a:pt x="365608" y="77915"/>
                  <a:pt x="361708" y="79149"/>
                  <a:pt x="359873" y="80358"/>
                </a:cubicBezTo>
                <a:cubicBezTo>
                  <a:pt x="357069" y="82322"/>
                  <a:pt x="355667" y="84815"/>
                  <a:pt x="355667" y="87837"/>
                </a:cubicBezTo>
                <a:cubicBezTo>
                  <a:pt x="355667" y="90810"/>
                  <a:pt x="356789" y="93380"/>
                  <a:pt x="359032" y="95546"/>
                </a:cubicBezTo>
                <a:cubicBezTo>
                  <a:pt x="361275" y="97711"/>
                  <a:pt x="364129" y="98794"/>
                  <a:pt x="367596" y="98794"/>
                </a:cubicBezTo>
                <a:cubicBezTo>
                  <a:pt x="371470" y="98794"/>
                  <a:pt x="375166" y="97534"/>
                  <a:pt x="378683" y="95016"/>
                </a:cubicBezTo>
                <a:cubicBezTo>
                  <a:pt x="381283" y="93102"/>
                  <a:pt x="382991" y="90760"/>
                  <a:pt x="383807" y="87988"/>
                </a:cubicBezTo>
                <a:cubicBezTo>
                  <a:pt x="384367" y="86175"/>
                  <a:pt x="384648" y="82725"/>
                  <a:pt x="384648" y="77639"/>
                </a:cubicBezTo>
                <a:lnTo>
                  <a:pt x="384648" y="73407"/>
                </a:lnTo>
                <a:close/>
                <a:moveTo>
                  <a:pt x="497647" y="54902"/>
                </a:moveTo>
                <a:lnTo>
                  <a:pt x="476466" y="58726"/>
                </a:lnTo>
                <a:cubicBezTo>
                  <a:pt x="475752" y="54520"/>
                  <a:pt x="474134" y="51353"/>
                  <a:pt x="471610" y="49225"/>
                </a:cubicBezTo>
                <a:cubicBezTo>
                  <a:pt x="469087" y="47096"/>
                  <a:pt x="465812" y="46032"/>
                  <a:pt x="461784" y="46032"/>
                </a:cubicBezTo>
                <a:cubicBezTo>
                  <a:pt x="456432" y="46032"/>
                  <a:pt x="452163" y="47875"/>
                  <a:pt x="448976" y="51559"/>
                </a:cubicBezTo>
                <a:cubicBezTo>
                  <a:pt x="445790" y="55244"/>
                  <a:pt x="444197" y="61406"/>
                  <a:pt x="444197" y="70045"/>
                </a:cubicBezTo>
                <a:cubicBezTo>
                  <a:pt x="444197" y="79651"/>
                  <a:pt x="445816" y="86436"/>
                  <a:pt x="449053" y="90401"/>
                </a:cubicBezTo>
                <a:cubicBezTo>
                  <a:pt x="452290" y="94365"/>
                  <a:pt x="456636" y="96347"/>
                  <a:pt x="462090" y="96347"/>
                </a:cubicBezTo>
                <a:cubicBezTo>
                  <a:pt x="466168" y="96347"/>
                  <a:pt x="469507" y="95187"/>
                  <a:pt x="472107" y="92867"/>
                </a:cubicBezTo>
                <a:cubicBezTo>
                  <a:pt x="474707" y="90548"/>
                  <a:pt x="476542" y="86559"/>
                  <a:pt x="477613" y="80901"/>
                </a:cubicBezTo>
                <a:lnTo>
                  <a:pt x="498717" y="84571"/>
                </a:lnTo>
                <a:cubicBezTo>
                  <a:pt x="496525" y="94257"/>
                  <a:pt x="492320" y="101572"/>
                  <a:pt x="486101" y="106517"/>
                </a:cubicBezTo>
                <a:cubicBezTo>
                  <a:pt x="479881" y="111461"/>
                  <a:pt x="471547" y="113934"/>
                  <a:pt x="461096" y="113934"/>
                </a:cubicBezTo>
                <a:cubicBezTo>
                  <a:pt x="449219" y="113934"/>
                  <a:pt x="439750" y="110187"/>
                  <a:pt x="432689" y="102693"/>
                </a:cubicBezTo>
                <a:cubicBezTo>
                  <a:pt x="425629" y="95200"/>
                  <a:pt x="422099" y="84826"/>
                  <a:pt x="422099" y="71572"/>
                </a:cubicBezTo>
                <a:cubicBezTo>
                  <a:pt x="422099" y="58165"/>
                  <a:pt x="425642" y="47727"/>
                  <a:pt x="432728" y="40259"/>
                </a:cubicBezTo>
                <a:cubicBezTo>
                  <a:pt x="439813" y="32791"/>
                  <a:pt x="449397" y="29057"/>
                  <a:pt x="461479" y="29057"/>
                </a:cubicBezTo>
                <a:cubicBezTo>
                  <a:pt x="471368" y="29057"/>
                  <a:pt x="479231" y="31185"/>
                  <a:pt x="485068" y="35442"/>
                </a:cubicBezTo>
                <a:cubicBezTo>
                  <a:pt x="490905" y="39698"/>
                  <a:pt x="495098" y="46185"/>
                  <a:pt x="497647" y="54902"/>
                </a:cubicBezTo>
                <a:close/>
                <a:moveTo>
                  <a:pt x="551079" y="30892"/>
                </a:moveTo>
                <a:lnTo>
                  <a:pt x="551079" y="48020"/>
                </a:lnTo>
                <a:lnTo>
                  <a:pt x="536398" y="48020"/>
                </a:lnTo>
                <a:lnTo>
                  <a:pt x="536398" y="80695"/>
                </a:lnTo>
                <a:cubicBezTo>
                  <a:pt x="536398" y="87313"/>
                  <a:pt x="536538" y="91169"/>
                  <a:pt x="536818" y="92263"/>
                </a:cubicBezTo>
                <a:cubicBezTo>
                  <a:pt x="537099" y="93356"/>
                  <a:pt x="537736" y="94259"/>
                  <a:pt x="538730" y="94973"/>
                </a:cubicBezTo>
                <a:cubicBezTo>
                  <a:pt x="539724" y="95685"/>
                  <a:pt x="540935" y="96041"/>
                  <a:pt x="542362" y="96041"/>
                </a:cubicBezTo>
                <a:cubicBezTo>
                  <a:pt x="544350" y="96041"/>
                  <a:pt x="547231" y="95353"/>
                  <a:pt x="551003" y="93976"/>
                </a:cubicBezTo>
                <a:lnTo>
                  <a:pt x="552838" y="110708"/>
                </a:lnTo>
                <a:cubicBezTo>
                  <a:pt x="547842" y="112858"/>
                  <a:pt x="542184" y="113934"/>
                  <a:pt x="535863" y="113934"/>
                </a:cubicBezTo>
                <a:cubicBezTo>
                  <a:pt x="531988" y="113934"/>
                  <a:pt x="528496" y="113284"/>
                  <a:pt x="525387" y="111984"/>
                </a:cubicBezTo>
                <a:cubicBezTo>
                  <a:pt x="522277" y="110684"/>
                  <a:pt x="519996" y="109002"/>
                  <a:pt x="518543" y="106937"/>
                </a:cubicBezTo>
                <a:cubicBezTo>
                  <a:pt x="517090" y="104873"/>
                  <a:pt x="516084" y="102082"/>
                  <a:pt x="515523" y="98564"/>
                </a:cubicBezTo>
                <a:cubicBezTo>
                  <a:pt x="515064" y="96066"/>
                  <a:pt x="514835" y="91020"/>
                  <a:pt x="514835" y="83424"/>
                </a:cubicBezTo>
                <a:lnTo>
                  <a:pt x="514835" y="48020"/>
                </a:lnTo>
                <a:lnTo>
                  <a:pt x="504971" y="48020"/>
                </a:lnTo>
                <a:lnTo>
                  <a:pt x="504971" y="30892"/>
                </a:lnTo>
                <a:lnTo>
                  <a:pt x="514835" y="30892"/>
                </a:lnTo>
                <a:lnTo>
                  <a:pt x="514835" y="14681"/>
                </a:lnTo>
                <a:lnTo>
                  <a:pt x="536398" y="1988"/>
                </a:lnTo>
                <a:lnTo>
                  <a:pt x="536398" y="30892"/>
                </a:lnTo>
                <a:lnTo>
                  <a:pt x="551079" y="30892"/>
                </a:lnTo>
                <a:close/>
                <a:moveTo>
                  <a:pt x="566041" y="19881"/>
                </a:moveTo>
                <a:lnTo>
                  <a:pt x="566041" y="0"/>
                </a:lnTo>
                <a:lnTo>
                  <a:pt x="587528" y="0"/>
                </a:lnTo>
                <a:lnTo>
                  <a:pt x="587528" y="19881"/>
                </a:lnTo>
                <a:lnTo>
                  <a:pt x="566041" y="19881"/>
                </a:lnTo>
                <a:moveTo>
                  <a:pt x="566041" y="112099"/>
                </a:moveTo>
                <a:lnTo>
                  <a:pt x="566041" y="30892"/>
                </a:lnTo>
                <a:lnTo>
                  <a:pt x="587528" y="30892"/>
                </a:lnTo>
                <a:lnTo>
                  <a:pt x="587528" y="112099"/>
                </a:lnTo>
                <a:lnTo>
                  <a:pt x="566041" y="112099"/>
                </a:lnTo>
                <a:close/>
                <a:moveTo>
                  <a:pt x="631870" y="112099"/>
                </a:moveTo>
                <a:lnTo>
                  <a:pt x="599142" y="30892"/>
                </a:lnTo>
                <a:lnTo>
                  <a:pt x="621700" y="30892"/>
                </a:lnTo>
                <a:lnTo>
                  <a:pt x="636993" y="72336"/>
                </a:lnTo>
                <a:lnTo>
                  <a:pt x="641428" y="86177"/>
                </a:lnTo>
                <a:cubicBezTo>
                  <a:pt x="642600" y="82659"/>
                  <a:pt x="643339" y="80340"/>
                  <a:pt x="643645" y="79218"/>
                </a:cubicBezTo>
                <a:cubicBezTo>
                  <a:pt x="644359" y="76924"/>
                  <a:pt x="645124" y="74630"/>
                  <a:pt x="645939" y="72336"/>
                </a:cubicBezTo>
                <a:lnTo>
                  <a:pt x="661385" y="30892"/>
                </a:lnTo>
                <a:lnTo>
                  <a:pt x="683484" y="30892"/>
                </a:lnTo>
                <a:lnTo>
                  <a:pt x="651215" y="112099"/>
                </a:lnTo>
                <a:lnTo>
                  <a:pt x="631870" y="112099"/>
                </a:lnTo>
                <a:close/>
                <a:moveTo>
                  <a:pt x="743569" y="86253"/>
                </a:moveTo>
                <a:lnTo>
                  <a:pt x="764979" y="89924"/>
                </a:lnTo>
                <a:cubicBezTo>
                  <a:pt x="762226" y="97749"/>
                  <a:pt x="757881" y="103706"/>
                  <a:pt x="751942" y="107797"/>
                </a:cubicBezTo>
                <a:cubicBezTo>
                  <a:pt x="746003" y="111888"/>
                  <a:pt x="738573" y="113934"/>
                  <a:pt x="729652" y="113934"/>
                </a:cubicBezTo>
                <a:cubicBezTo>
                  <a:pt x="715531" y="113934"/>
                  <a:pt x="705081" y="109320"/>
                  <a:pt x="698301" y="100093"/>
                </a:cubicBezTo>
                <a:cubicBezTo>
                  <a:pt x="692949" y="92702"/>
                  <a:pt x="690272" y="83373"/>
                  <a:pt x="690272" y="72107"/>
                </a:cubicBezTo>
                <a:cubicBezTo>
                  <a:pt x="690272" y="58649"/>
                  <a:pt x="693790" y="48110"/>
                  <a:pt x="700825" y="40489"/>
                </a:cubicBezTo>
                <a:cubicBezTo>
                  <a:pt x="707859" y="32867"/>
                  <a:pt x="716755" y="29057"/>
                  <a:pt x="727511" y="29057"/>
                </a:cubicBezTo>
                <a:cubicBezTo>
                  <a:pt x="739593" y="29057"/>
                  <a:pt x="749125" y="33046"/>
                  <a:pt x="756109" y="41024"/>
                </a:cubicBezTo>
                <a:cubicBezTo>
                  <a:pt x="763093" y="49002"/>
                  <a:pt x="766432" y="61223"/>
                  <a:pt x="766126" y="77689"/>
                </a:cubicBezTo>
                <a:lnTo>
                  <a:pt x="712294" y="77689"/>
                </a:lnTo>
                <a:cubicBezTo>
                  <a:pt x="712447" y="84061"/>
                  <a:pt x="714181" y="89019"/>
                  <a:pt x="717494" y="92562"/>
                </a:cubicBezTo>
                <a:cubicBezTo>
                  <a:pt x="720808" y="96105"/>
                  <a:pt x="724937" y="97876"/>
                  <a:pt x="729882" y="97876"/>
                </a:cubicBezTo>
                <a:cubicBezTo>
                  <a:pt x="733246" y="97876"/>
                  <a:pt x="736075" y="96958"/>
                  <a:pt x="738369" y="95123"/>
                </a:cubicBezTo>
                <a:cubicBezTo>
                  <a:pt x="740663" y="93288"/>
                  <a:pt x="742396" y="90331"/>
                  <a:pt x="743569" y="86253"/>
                </a:cubicBezTo>
                <a:moveTo>
                  <a:pt x="744792" y="64537"/>
                </a:moveTo>
                <a:cubicBezTo>
                  <a:pt x="744639" y="58343"/>
                  <a:pt x="743034" y="53634"/>
                  <a:pt x="739975" y="50410"/>
                </a:cubicBezTo>
                <a:cubicBezTo>
                  <a:pt x="736916" y="47186"/>
                  <a:pt x="733195" y="45574"/>
                  <a:pt x="728811" y="45574"/>
                </a:cubicBezTo>
                <a:cubicBezTo>
                  <a:pt x="724121" y="45574"/>
                  <a:pt x="720247" y="47274"/>
                  <a:pt x="717188" y="50675"/>
                </a:cubicBezTo>
                <a:cubicBezTo>
                  <a:pt x="714130" y="54078"/>
                  <a:pt x="712626" y="58699"/>
                  <a:pt x="712677" y="64537"/>
                </a:cubicBezTo>
                <a:lnTo>
                  <a:pt x="744792" y="64537"/>
                </a:lnTo>
                <a:close/>
                <a:moveTo>
                  <a:pt x="827197" y="112099"/>
                </a:moveTo>
                <a:lnTo>
                  <a:pt x="827197" y="0"/>
                </a:lnTo>
                <a:lnTo>
                  <a:pt x="863518" y="0"/>
                </a:lnTo>
                <a:cubicBezTo>
                  <a:pt x="877282" y="0"/>
                  <a:pt x="886254" y="560"/>
                  <a:pt x="890434" y="1680"/>
                </a:cubicBezTo>
                <a:cubicBezTo>
                  <a:pt x="896857" y="3360"/>
                  <a:pt x="902235" y="7014"/>
                  <a:pt x="906568" y="12641"/>
                </a:cubicBezTo>
                <a:cubicBezTo>
                  <a:pt x="910901" y="18267"/>
                  <a:pt x="913067" y="25536"/>
                  <a:pt x="913067" y="34448"/>
                </a:cubicBezTo>
                <a:cubicBezTo>
                  <a:pt x="913067" y="41322"/>
                  <a:pt x="911819" y="47101"/>
                  <a:pt x="909321" y="51786"/>
                </a:cubicBezTo>
                <a:cubicBezTo>
                  <a:pt x="906823" y="56471"/>
                  <a:pt x="903649" y="60151"/>
                  <a:pt x="899801" y="62824"/>
                </a:cubicBezTo>
                <a:cubicBezTo>
                  <a:pt x="895952" y="65497"/>
                  <a:pt x="892039" y="67267"/>
                  <a:pt x="888063" y="68133"/>
                </a:cubicBezTo>
                <a:cubicBezTo>
                  <a:pt x="882660" y="69202"/>
                  <a:pt x="874835" y="69737"/>
                  <a:pt x="864588" y="69737"/>
                </a:cubicBezTo>
                <a:lnTo>
                  <a:pt x="849830" y="69737"/>
                </a:lnTo>
                <a:lnTo>
                  <a:pt x="849830" y="112099"/>
                </a:lnTo>
                <a:lnTo>
                  <a:pt x="827197" y="112099"/>
                </a:lnTo>
                <a:moveTo>
                  <a:pt x="849830" y="18963"/>
                </a:moveTo>
                <a:lnTo>
                  <a:pt x="849830" y="50773"/>
                </a:lnTo>
                <a:lnTo>
                  <a:pt x="862218" y="50773"/>
                </a:lnTo>
                <a:cubicBezTo>
                  <a:pt x="871139" y="50773"/>
                  <a:pt x="877103" y="50187"/>
                  <a:pt x="880111" y="49014"/>
                </a:cubicBezTo>
                <a:cubicBezTo>
                  <a:pt x="883118" y="47842"/>
                  <a:pt x="885476" y="46007"/>
                  <a:pt x="887184" y="43509"/>
                </a:cubicBezTo>
                <a:cubicBezTo>
                  <a:pt x="888892" y="41011"/>
                  <a:pt x="889745" y="38105"/>
                  <a:pt x="889745" y="34792"/>
                </a:cubicBezTo>
                <a:cubicBezTo>
                  <a:pt x="889745" y="30714"/>
                  <a:pt x="888548" y="27349"/>
                  <a:pt x="886152" y="24698"/>
                </a:cubicBezTo>
                <a:cubicBezTo>
                  <a:pt x="883756" y="22048"/>
                  <a:pt x="880723" y="20391"/>
                  <a:pt x="877052" y="19728"/>
                </a:cubicBezTo>
                <a:cubicBezTo>
                  <a:pt x="874350" y="19218"/>
                  <a:pt x="868921" y="18963"/>
                  <a:pt x="860765" y="18963"/>
                </a:cubicBezTo>
                <a:lnTo>
                  <a:pt x="849830" y="18963"/>
                </a:lnTo>
                <a:close/>
                <a:moveTo>
                  <a:pt x="947502" y="55973"/>
                </a:moveTo>
                <a:lnTo>
                  <a:pt x="928004" y="52455"/>
                </a:lnTo>
                <a:cubicBezTo>
                  <a:pt x="930196" y="44501"/>
                  <a:pt x="933968" y="38614"/>
                  <a:pt x="939321" y="34792"/>
                </a:cubicBezTo>
                <a:cubicBezTo>
                  <a:pt x="944673" y="30969"/>
                  <a:pt x="952626" y="29057"/>
                  <a:pt x="963178" y="29057"/>
                </a:cubicBezTo>
                <a:cubicBezTo>
                  <a:pt x="972762" y="29057"/>
                  <a:pt x="979898" y="30191"/>
                  <a:pt x="984588" y="32460"/>
                </a:cubicBezTo>
                <a:cubicBezTo>
                  <a:pt x="989278" y="34728"/>
                  <a:pt x="992579" y="37608"/>
                  <a:pt x="994491" y="41100"/>
                </a:cubicBezTo>
                <a:cubicBezTo>
                  <a:pt x="996402" y="44592"/>
                  <a:pt x="997358" y="51003"/>
                  <a:pt x="997358" y="60331"/>
                </a:cubicBezTo>
                <a:lnTo>
                  <a:pt x="997129" y="85412"/>
                </a:lnTo>
                <a:cubicBezTo>
                  <a:pt x="997129" y="92549"/>
                  <a:pt x="997473" y="97812"/>
                  <a:pt x="998161" y="101202"/>
                </a:cubicBezTo>
                <a:cubicBezTo>
                  <a:pt x="998849" y="104592"/>
                  <a:pt x="1000136" y="108224"/>
                  <a:pt x="1002022" y="112099"/>
                </a:cubicBezTo>
                <a:lnTo>
                  <a:pt x="980765" y="112099"/>
                </a:lnTo>
                <a:cubicBezTo>
                  <a:pt x="980204" y="110671"/>
                  <a:pt x="979516" y="108556"/>
                  <a:pt x="978700" y="105752"/>
                </a:cubicBezTo>
                <a:cubicBezTo>
                  <a:pt x="978344" y="104478"/>
                  <a:pt x="978089" y="103636"/>
                  <a:pt x="977936" y="103229"/>
                </a:cubicBezTo>
                <a:cubicBezTo>
                  <a:pt x="974265" y="106797"/>
                  <a:pt x="970340" y="109473"/>
                  <a:pt x="966160" y="111257"/>
                </a:cubicBezTo>
                <a:cubicBezTo>
                  <a:pt x="961980" y="113042"/>
                  <a:pt x="957519" y="113934"/>
                  <a:pt x="952779" y="113934"/>
                </a:cubicBezTo>
                <a:cubicBezTo>
                  <a:pt x="944418" y="113934"/>
                  <a:pt x="937830" y="111675"/>
                  <a:pt x="933012" y="107157"/>
                </a:cubicBezTo>
                <a:cubicBezTo>
                  <a:pt x="928195" y="102639"/>
                  <a:pt x="925786" y="96928"/>
                  <a:pt x="925786" y="90024"/>
                </a:cubicBezTo>
                <a:cubicBezTo>
                  <a:pt x="925786" y="85455"/>
                  <a:pt x="926882" y="81382"/>
                  <a:pt x="929074" y="77804"/>
                </a:cubicBezTo>
                <a:cubicBezTo>
                  <a:pt x="931266" y="74224"/>
                  <a:pt x="934338" y="71483"/>
                  <a:pt x="938288" y="69579"/>
                </a:cubicBezTo>
                <a:cubicBezTo>
                  <a:pt x="942239" y="67675"/>
                  <a:pt x="947936" y="66013"/>
                  <a:pt x="955378" y="64592"/>
                </a:cubicBezTo>
                <a:cubicBezTo>
                  <a:pt x="965421" y="62714"/>
                  <a:pt x="972379" y="60962"/>
                  <a:pt x="976254" y="59337"/>
                </a:cubicBezTo>
                <a:lnTo>
                  <a:pt x="976254" y="57172"/>
                </a:lnTo>
                <a:cubicBezTo>
                  <a:pt x="976254" y="52997"/>
                  <a:pt x="975234" y="50020"/>
                  <a:pt x="973195" y="48243"/>
                </a:cubicBezTo>
                <a:cubicBezTo>
                  <a:pt x="971156" y="46463"/>
                  <a:pt x="967307" y="45574"/>
                  <a:pt x="961649" y="45574"/>
                </a:cubicBezTo>
                <a:cubicBezTo>
                  <a:pt x="957825" y="45574"/>
                  <a:pt x="954843" y="46343"/>
                  <a:pt x="952702" y="47882"/>
                </a:cubicBezTo>
                <a:cubicBezTo>
                  <a:pt x="950561" y="49419"/>
                  <a:pt x="948828" y="52116"/>
                  <a:pt x="947502" y="55973"/>
                </a:cubicBezTo>
                <a:moveTo>
                  <a:pt x="976254" y="73407"/>
                </a:moveTo>
                <a:cubicBezTo>
                  <a:pt x="973501" y="74313"/>
                  <a:pt x="969142" y="75397"/>
                  <a:pt x="963178" y="76657"/>
                </a:cubicBezTo>
                <a:cubicBezTo>
                  <a:pt x="957214" y="77915"/>
                  <a:pt x="953314" y="79149"/>
                  <a:pt x="951479" y="80358"/>
                </a:cubicBezTo>
                <a:cubicBezTo>
                  <a:pt x="948675" y="82322"/>
                  <a:pt x="947273" y="84815"/>
                  <a:pt x="947273" y="87837"/>
                </a:cubicBezTo>
                <a:cubicBezTo>
                  <a:pt x="947273" y="90810"/>
                  <a:pt x="948395" y="93380"/>
                  <a:pt x="950638" y="95546"/>
                </a:cubicBezTo>
                <a:cubicBezTo>
                  <a:pt x="952881" y="97711"/>
                  <a:pt x="955735" y="98794"/>
                  <a:pt x="959202" y="98794"/>
                </a:cubicBezTo>
                <a:cubicBezTo>
                  <a:pt x="963076" y="98794"/>
                  <a:pt x="966772" y="97534"/>
                  <a:pt x="970289" y="95016"/>
                </a:cubicBezTo>
                <a:cubicBezTo>
                  <a:pt x="972889" y="93102"/>
                  <a:pt x="974597" y="90760"/>
                  <a:pt x="975412" y="87988"/>
                </a:cubicBezTo>
                <a:cubicBezTo>
                  <a:pt x="975973" y="86175"/>
                  <a:pt x="976254" y="82725"/>
                  <a:pt x="976254" y="77639"/>
                </a:cubicBezTo>
                <a:lnTo>
                  <a:pt x="976254" y="73407"/>
                </a:lnTo>
                <a:close/>
                <a:moveTo>
                  <a:pt x="1055684" y="30892"/>
                </a:moveTo>
                <a:lnTo>
                  <a:pt x="1055684" y="48020"/>
                </a:lnTo>
                <a:lnTo>
                  <a:pt x="1041003" y="48020"/>
                </a:lnTo>
                <a:lnTo>
                  <a:pt x="1041003" y="80695"/>
                </a:lnTo>
                <a:cubicBezTo>
                  <a:pt x="1041003" y="87313"/>
                  <a:pt x="1041143" y="91169"/>
                  <a:pt x="1041423" y="92263"/>
                </a:cubicBezTo>
                <a:cubicBezTo>
                  <a:pt x="1041704" y="93356"/>
                  <a:pt x="1042341" y="94259"/>
                  <a:pt x="1043335" y="94973"/>
                </a:cubicBezTo>
                <a:cubicBezTo>
                  <a:pt x="1044329" y="95685"/>
                  <a:pt x="1045540" y="96041"/>
                  <a:pt x="1046967" y="96041"/>
                </a:cubicBezTo>
                <a:cubicBezTo>
                  <a:pt x="1048955" y="96041"/>
                  <a:pt x="1051835" y="95353"/>
                  <a:pt x="1055608" y="93976"/>
                </a:cubicBezTo>
                <a:lnTo>
                  <a:pt x="1057443" y="110708"/>
                </a:lnTo>
                <a:cubicBezTo>
                  <a:pt x="1052447" y="112858"/>
                  <a:pt x="1046789" y="113934"/>
                  <a:pt x="1040467" y="113934"/>
                </a:cubicBezTo>
                <a:cubicBezTo>
                  <a:pt x="1036593" y="113934"/>
                  <a:pt x="1033101" y="113284"/>
                  <a:pt x="1029992" y="111984"/>
                </a:cubicBezTo>
                <a:cubicBezTo>
                  <a:pt x="1026882" y="110684"/>
                  <a:pt x="1024601" y="109002"/>
                  <a:pt x="1023148" y="106937"/>
                </a:cubicBezTo>
                <a:cubicBezTo>
                  <a:pt x="1021695" y="104873"/>
                  <a:pt x="1020688" y="102082"/>
                  <a:pt x="1020128" y="98564"/>
                </a:cubicBezTo>
                <a:cubicBezTo>
                  <a:pt x="1019669" y="96066"/>
                  <a:pt x="1019439" y="91020"/>
                  <a:pt x="1019439" y="83424"/>
                </a:cubicBezTo>
                <a:lnTo>
                  <a:pt x="1019439" y="48020"/>
                </a:lnTo>
                <a:lnTo>
                  <a:pt x="1009575" y="48020"/>
                </a:lnTo>
                <a:lnTo>
                  <a:pt x="1009575" y="30892"/>
                </a:lnTo>
                <a:lnTo>
                  <a:pt x="1019439" y="30892"/>
                </a:lnTo>
                <a:lnTo>
                  <a:pt x="1019439" y="14681"/>
                </a:lnTo>
                <a:lnTo>
                  <a:pt x="1041003" y="1988"/>
                </a:lnTo>
                <a:lnTo>
                  <a:pt x="1041003" y="30892"/>
                </a:lnTo>
                <a:lnTo>
                  <a:pt x="1055684" y="30892"/>
                </a:lnTo>
                <a:close/>
                <a:moveTo>
                  <a:pt x="1107885" y="30892"/>
                </a:moveTo>
                <a:lnTo>
                  <a:pt x="1107885" y="48020"/>
                </a:lnTo>
                <a:lnTo>
                  <a:pt x="1093204" y="48020"/>
                </a:lnTo>
                <a:lnTo>
                  <a:pt x="1093204" y="80695"/>
                </a:lnTo>
                <a:cubicBezTo>
                  <a:pt x="1093204" y="87313"/>
                  <a:pt x="1093344" y="91169"/>
                  <a:pt x="1093624" y="92263"/>
                </a:cubicBezTo>
                <a:cubicBezTo>
                  <a:pt x="1093904" y="93356"/>
                  <a:pt x="1094542" y="94259"/>
                  <a:pt x="1095536" y="94973"/>
                </a:cubicBezTo>
                <a:cubicBezTo>
                  <a:pt x="1096530" y="95685"/>
                  <a:pt x="1097740" y="96041"/>
                  <a:pt x="1099168" y="96041"/>
                </a:cubicBezTo>
                <a:cubicBezTo>
                  <a:pt x="1101156" y="96041"/>
                  <a:pt x="1104036" y="95353"/>
                  <a:pt x="1107808" y="93976"/>
                </a:cubicBezTo>
                <a:lnTo>
                  <a:pt x="1109644" y="110708"/>
                </a:lnTo>
                <a:cubicBezTo>
                  <a:pt x="1104648" y="112858"/>
                  <a:pt x="1098989" y="113934"/>
                  <a:pt x="1092668" y="113934"/>
                </a:cubicBezTo>
                <a:cubicBezTo>
                  <a:pt x="1088794" y="113934"/>
                  <a:pt x="1085302" y="113284"/>
                  <a:pt x="1082192" y="111984"/>
                </a:cubicBezTo>
                <a:cubicBezTo>
                  <a:pt x="1079083" y="110684"/>
                  <a:pt x="1076802" y="109002"/>
                  <a:pt x="1075349" y="106937"/>
                </a:cubicBezTo>
                <a:cubicBezTo>
                  <a:pt x="1073896" y="104873"/>
                  <a:pt x="1072889" y="102082"/>
                  <a:pt x="1072328" y="98564"/>
                </a:cubicBezTo>
                <a:cubicBezTo>
                  <a:pt x="1071870" y="96066"/>
                  <a:pt x="1071640" y="91020"/>
                  <a:pt x="1071640" y="83424"/>
                </a:cubicBezTo>
                <a:lnTo>
                  <a:pt x="1071640" y="48020"/>
                </a:lnTo>
                <a:lnTo>
                  <a:pt x="1061776" y="48020"/>
                </a:lnTo>
                <a:lnTo>
                  <a:pt x="1061776" y="30892"/>
                </a:lnTo>
                <a:lnTo>
                  <a:pt x="1071640" y="30892"/>
                </a:lnTo>
                <a:lnTo>
                  <a:pt x="1071640" y="14681"/>
                </a:lnTo>
                <a:lnTo>
                  <a:pt x="1093204" y="1988"/>
                </a:lnTo>
                <a:lnTo>
                  <a:pt x="1093204" y="30892"/>
                </a:lnTo>
                <a:lnTo>
                  <a:pt x="1107885" y="30892"/>
                </a:lnTo>
                <a:close/>
                <a:moveTo>
                  <a:pt x="1169873" y="86253"/>
                </a:moveTo>
                <a:lnTo>
                  <a:pt x="1191283" y="89924"/>
                </a:lnTo>
                <a:cubicBezTo>
                  <a:pt x="1188530" y="97749"/>
                  <a:pt x="1184185" y="103706"/>
                  <a:pt x="1178246" y="107797"/>
                </a:cubicBezTo>
                <a:cubicBezTo>
                  <a:pt x="1172307" y="111888"/>
                  <a:pt x="1164877" y="113934"/>
                  <a:pt x="1155956" y="113934"/>
                </a:cubicBezTo>
                <a:cubicBezTo>
                  <a:pt x="1141835" y="113934"/>
                  <a:pt x="1131385" y="109320"/>
                  <a:pt x="1124605" y="100093"/>
                </a:cubicBezTo>
                <a:cubicBezTo>
                  <a:pt x="1119253" y="92702"/>
                  <a:pt x="1116576" y="83373"/>
                  <a:pt x="1116576" y="72107"/>
                </a:cubicBezTo>
                <a:cubicBezTo>
                  <a:pt x="1116576" y="58649"/>
                  <a:pt x="1120094" y="48110"/>
                  <a:pt x="1127128" y="40489"/>
                </a:cubicBezTo>
                <a:cubicBezTo>
                  <a:pt x="1134163" y="32867"/>
                  <a:pt x="1143059" y="29057"/>
                  <a:pt x="1153815" y="29057"/>
                </a:cubicBezTo>
                <a:cubicBezTo>
                  <a:pt x="1165897" y="29057"/>
                  <a:pt x="1175429" y="33046"/>
                  <a:pt x="1182413" y="41024"/>
                </a:cubicBezTo>
                <a:cubicBezTo>
                  <a:pt x="1189397" y="49002"/>
                  <a:pt x="1192736" y="61223"/>
                  <a:pt x="1192430" y="77689"/>
                </a:cubicBezTo>
                <a:lnTo>
                  <a:pt x="1138598" y="77689"/>
                </a:lnTo>
                <a:cubicBezTo>
                  <a:pt x="1138751" y="84061"/>
                  <a:pt x="1140484" y="89019"/>
                  <a:pt x="1143798" y="92562"/>
                </a:cubicBezTo>
                <a:cubicBezTo>
                  <a:pt x="1147111" y="96105"/>
                  <a:pt x="1151241" y="97876"/>
                  <a:pt x="1156185" y="97876"/>
                </a:cubicBezTo>
                <a:cubicBezTo>
                  <a:pt x="1159550" y="97876"/>
                  <a:pt x="1162379" y="96958"/>
                  <a:pt x="1164673" y="95123"/>
                </a:cubicBezTo>
                <a:cubicBezTo>
                  <a:pt x="1166967" y="93288"/>
                  <a:pt x="1168700" y="90331"/>
                  <a:pt x="1169873" y="86253"/>
                </a:cubicBezTo>
                <a:moveTo>
                  <a:pt x="1171096" y="64537"/>
                </a:moveTo>
                <a:cubicBezTo>
                  <a:pt x="1170943" y="58343"/>
                  <a:pt x="1169337" y="53634"/>
                  <a:pt x="1166279" y="50410"/>
                </a:cubicBezTo>
                <a:cubicBezTo>
                  <a:pt x="1163220" y="47186"/>
                  <a:pt x="1159499" y="45574"/>
                  <a:pt x="1155115" y="45574"/>
                </a:cubicBezTo>
                <a:cubicBezTo>
                  <a:pt x="1150425" y="45574"/>
                  <a:pt x="1146551" y="47274"/>
                  <a:pt x="1143492" y="50675"/>
                </a:cubicBezTo>
                <a:cubicBezTo>
                  <a:pt x="1140433" y="54078"/>
                  <a:pt x="1138930" y="58699"/>
                  <a:pt x="1138981" y="64537"/>
                </a:cubicBezTo>
                <a:lnTo>
                  <a:pt x="1171096" y="64537"/>
                </a:lnTo>
                <a:close/>
                <a:moveTo>
                  <a:pt x="1230417" y="112099"/>
                </a:moveTo>
                <a:lnTo>
                  <a:pt x="1208930" y="112099"/>
                </a:lnTo>
                <a:lnTo>
                  <a:pt x="1208930" y="30892"/>
                </a:lnTo>
                <a:lnTo>
                  <a:pt x="1228887" y="30892"/>
                </a:lnTo>
                <a:lnTo>
                  <a:pt x="1228887" y="42438"/>
                </a:lnTo>
                <a:cubicBezTo>
                  <a:pt x="1232303" y="36984"/>
                  <a:pt x="1235374" y="33390"/>
                  <a:pt x="1238101" y="31657"/>
                </a:cubicBezTo>
                <a:cubicBezTo>
                  <a:pt x="1240829" y="29924"/>
                  <a:pt x="1243925" y="29057"/>
                  <a:pt x="1247392" y="29057"/>
                </a:cubicBezTo>
                <a:cubicBezTo>
                  <a:pt x="1252286" y="29057"/>
                  <a:pt x="1257001" y="30408"/>
                  <a:pt x="1261538" y="33110"/>
                </a:cubicBezTo>
                <a:lnTo>
                  <a:pt x="1254886" y="51844"/>
                </a:lnTo>
                <a:cubicBezTo>
                  <a:pt x="1251266" y="49499"/>
                  <a:pt x="1247902" y="48326"/>
                  <a:pt x="1244792" y="48326"/>
                </a:cubicBezTo>
                <a:cubicBezTo>
                  <a:pt x="1241784" y="48326"/>
                  <a:pt x="1239236" y="49155"/>
                  <a:pt x="1237145" y="50811"/>
                </a:cubicBezTo>
                <a:cubicBezTo>
                  <a:pt x="1235055" y="52468"/>
                  <a:pt x="1233411" y="55463"/>
                  <a:pt x="1232213" y="59796"/>
                </a:cubicBezTo>
                <a:cubicBezTo>
                  <a:pt x="1231015" y="64129"/>
                  <a:pt x="1230417" y="73203"/>
                  <a:pt x="1230417" y="87018"/>
                </a:cubicBezTo>
                <a:lnTo>
                  <a:pt x="1230417" y="112099"/>
                </a:lnTo>
                <a:close/>
                <a:moveTo>
                  <a:pt x="1344614" y="112099"/>
                </a:moveTo>
                <a:lnTo>
                  <a:pt x="1323127" y="112099"/>
                </a:lnTo>
                <a:lnTo>
                  <a:pt x="1323127" y="70702"/>
                </a:lnTo>
                <a:cubicBezTo>
                  <a:pt x="1323127" y="61944"/>
                  <a:pt x="1322668" y="56279"/>
                  <a:pt x="1321751" y="53708"/>
                </a:cubicBezTo>
                <a:cubicBezTo>
                  <a:pt x="1320833" y="51136"/>
                  <a:pt x="1319342" y="49138"/>
                  <a:pt x="1317277" y="47712"/>
                </a:cubicBezTo>
                <a:cubicBezTo>
                  <a:pt x="1315213" y="46286"/>
                  <a:pt x="1312728" y="45574"/>
                  <a:pt x="1309822" y="45574"/>
                </a:cubicBezTo>
                <a:cubicBezTo>
                  <a:pt x="1306101" y="45574"/>
                  <a:pt x="1302762" y="46592"/>
                  <a:pt x="1299805" y="48630"/>
                </a:cubicBezTo>
                <a:cubicBezTo>
                  <a:pt x="1296848" y="50666"/>
                  <a:pt x="1294822" y="53364"/>
                  <a:pt x="1293726" y="56726"/>
                </a:cubicBezTo>
                <a:cubicBezTo>
                  <a:pt x="1292630" y="60085"/>
                  <a:pt x="1292082" y="66297"/>
                  <a:pt x="1292082" y="75362"/>
                </a:cubicBezTo>
                <a:lnTo>
                  <a:pt x="1292082" y="112099"/>
                </a:lnTo>
                <a:lnTo>
                  <a:pt x="1270595" y="112099"/>
                </a:lnTo>
                <a:lnTo>
                  <a:pt x="1270595" y="30892"/>
                </a:lnTo>
                <a:lnTo>
                  <a:pt x="1290553" y="30892"/>
                </a:lnTo>
                <a:lnTo>
                  <a:pt x="1290553" y="42821"/>
                </a:lnTo>
                <a:cubicBezTo>
                  <a:pt x="1297638" y="33645"/>
                  <a:pt x="1306559" y="29057"/>
                  <a:pt x="1317316" y="29057"/>
                </a:cubicBezTo>
                <a:cubicBezTo>
                  <a:pt x="1322056" y="29057"/>
                  <a:pt x="1326389" y="29911"/>
                  <a:pt x="1330315" y="31619"/>
                </a:cubicBezTo>
                <a:cubicBezTo>
                  <a:pt x="1334240" y="33326"/>
                  <a:pt x="1337209" y="35506"/>
                  <a:pt x="1339223" y="38156"/>
                </a:cubicBezTo>
                <a:cubicBezTo>
                  <a:pt x="1341237" y="40807"/>
                  <a:pt x="1342638" y="43815"/>
                  <a:pt x="1343429" y="47179"/>
                </a:cubicBezTo>
                <a:cubicBezTo>
                  <a:pt x="1344219" y="50544"/>
                  <a:pt x="1344614" y="55361"/>
                  <a:pt x="1344614" y="61631"/>
                </a:cubicBezTo>
                <a:lnTo>
                  <a:pt x="1344614" y="11209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Sequence">
            <a:extLst xmlns:a="http://schemas.openxmlformats.org/drawingml/2006/main">
              <a:ext uri="{FF2B5EF4-FFF2-40B4-BE49-F238E27FC236}">
                <a16:creationId xmlns:a16="http://schemas.microsoft.com/office/drawing/2014/main" id="{5CEAAD2E-65DB-45E3-A2F4-5BA5F18A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76" y="840646"/>
            <a:ext cx="727978" cy="144979"/>
          </a:xfrm>
          <a:custGeom xmlns:a="http://schemas.openxmlformats.org/drawingml/2006/main">
            <a:pathLst>
              <a:path w="727978" h="144979">
                <a:moveTo>
                  <a:pt x="0" y="77689"/>
                </a:moveTo>
                <a:lnTo>
                  <a:pt x="22022" y="75548"/>
                </a:lnTo>
                <a:cubicBezTo>
                  <a:pt x="23348" y="82967"/>
                  <a:pt x="26037" y="88416"/>
                  <a:pt x="30089" y="91895"/>
                </a:cubicBezTo>
                <a:cubicBezTo>
                  <a:pt x="34142" y="95373"/>
                  <a:pt x="39609" y="97111"/>
                  <a:pt x="46491" y="97111"/>
                </a:cubicBezTo>
                <a:cubicBezTo>
                  <a:pt x="53781" y="97111"/>
                  <a:pt x="59274" y="95564"/>
                  <a:pt x="62969" y="92471"/>
                </a:cubicBezTo>
                <a:cubicBezTo>
                  <a:pt x="66665" y="89377"/>
                  <a:pt x="68513" y="85759"/>
                  <a:pt x="68513" y="81615"/>
                </a:cubicBezTo>
                <a:cubicBezTo>
                  <a:pt x="68513" y="78956"/>
                  <a:pt x="67736" y="76694"/>
                  <a:pt x="66181" y="74829"/>
                </a:cubicBezTo>
                <a:cubicBezTo>
                  <a:pt x="64626" y="72962"/>
                  <a:pt x="61912" y="71338"/>
                  <a:pt x="58037" y="69956"/>
                </a:cubicBezTo>
                <a:cubicBezTo>
                  <a:pt x="55387" y="69037"/>
                  <a:pt x="49346" y="67403"/>
                  <a:pt x="39915" y="65053"/>
                </a:cubicBezTo>
                <a:cubicBezTo>
                  <a:pt x="27783" y="62039"/>
                  <a:pt x="19269" y="58335"/>
                  <a:pt x="14376" y="53942"/>
                </a:cubicBezTo>
                <a:cubicBezTo>
                  <a:pt x="7494" y="47761"/>
                  <a:pt x="4053" y="40226"/>
                  <a:pt x="4053" y="31339"/>
                </a:cubicBezTo>
                <a:cubicBezTo>
                  <a:pt x="4053" y="25618"/>
                  <a:pt x="5671" y="20268"/>
                  <a:pt x="8908" y="15288"/>
                </a:cubicBezTo>
                <a:cubicBezTo>
                  <a:pt x="12145" y="10307"/>
                  <a:pt x="16810" y="6514"/>
                  <a:pt x="22901" y="3909"/>
                </a:cubicBezTo>
                <a:cubicBezTo>
                  <a:pt x="28993" y="1303"/>
                  <a:pt x="36347" y="0"/>
                  <a:pt x="44962" y="0"/>
                </a:cubicBezTo>
                <a:cubicBezTo>
                  <a:pt x="59031" y="0"/>
                  <a:pt x="69622" y="3098"/>
                  <a:pt x="76733" y="9295"/>
                </a:cubicBezTo>
                <a:cubicBezTo>
                  <a:pt x="83845" y="15491"/>
                  <a:pt x="87579" y="23760"/>
                  <a:pt x="87935" y="34104"/>
                </a:cubicBezTo>
                <a:lnTo>
                  <a:pt x="65302" y="35021"/>
                </a:lnTo>
                <a:cubicBezTo>
                  <a:pt x="64333" y="29261"/>
                  <a:pt x="62256" y="25119"/>
                  <a:pt x="59070" y="22596"/>
                </a:cubicBezTo>
                <a:cubicBezTo>
                  <a:pt x="55884" y="20072"/>
                  <a:pt x="51105" y="18811"/>
                  <a:pt x="44732" y="18811"/>
                </a:cubicBezTo>
                <a:cubicBezTo>
                  <a:pt x="38156" y="18811"/>
                  <a:pt x="33008" y="20162"/>
                  <a:pt x="29286" y="22866"/>
                </a:cubicBezTo>
                <a:cubicBezTo>
                  <a:pt x="26890" y="24599"/>
                  <a:pt x="25692" y="26919"/>
                  <a:pt x="25692" y="29826"/>
                </a:cubicBezTo>
                <a:cubicBezTo>
                  <a:pt x="25692" y="32479"/>
                  <a:pt x="26814" y="34748"/>
                  <a:pt x="29057" y="36634"/>
                </a:cubicBezTo>
                <a:cubicBezTo>
                  <a:pt x="31912" y="39032"/>
                  <a:pt x="38845" y="41533"/>
                  <a:pt x="49856" y="44137"/>
                </a:cubicBezTo>
                <a:cubicBezTo>
                  <a:pt x="60867" y="46742"/>
                  <a:pt x="69010" y="49437"/>
                  <a:pt x="74286" y="52221"/>
                </a:cubicBezTo>
                <a:cubicBezTo>
                  <a:pt x="79562" y="55004"/>
                  <a:pt x="83692" y="58809"/>
                  <a:pt x="86674" y="63636"/>
                </a:cubicBezTo>
                <a:cubicBezTo>
                  <a:pt x="89656" y="68461"/>
                  <a:pt x="91147" y="74424"/>
                  <a:pt x="91147" y="81524"/>
                </a:cubicBezTo>
                <a:cubicBezTo>
                  <a:pt x="91147" y="87959"/>
                  <a:pt x="89363" y="93985"/>
                  <a:pt x="85794" y="99604"/>
                </a:cubicBezTo>
                <a:cubicBezTo>
                  <a:pt x="82226" y="105222"/>
                  <a:pt x="77179" y="109398"/>
                  <a:pt x="70654" y="112130"/>
                </a:cubicBezTo>
                <a:cubicBezTo>
                  <a:pt x="64129" y="114862"/>
                  <a:pt x="55998" y="116228"/>
                  <a:pt x="46262" y="116228"/>
                </a:cubicBezTo>
                <a:cubicBezTo>
                  <a:pt x="32090" y="116228"/>
                  <a:pt x="21206" y="112946"/>
                  <a:pt x="13611" y="106383"/>
                </a:cubicBezTo>
                <a:cubicBezTo>
                  <a:pt x="6015" y="99819"/>
                  <a:pt x="1478" y="90255"/>
                  <a:pt x="0" y="77689"/>
                </a:cubicBezTo>
                <a:close/>
                <a:moveTo>
                  <a:pt x="157009" y="88241"/>
                </a:moveTo>
                <a:lnTo>
                  <a:pt x="178420" y="91912"/>
                </a:lnTo>
                <a:cubicBezTo>
                  <a:pt x="175667" y="99737"/>
                  <a:pt x="171321" y="105695"/>
                  <a:pt x="165382" y="109785"/>
                </a:cubicBezTo>
                <a:cubicBezTo>
                  <a:pt x="159444" y="113876"/>
                  <a:pt x="152014" y="115922"/>
                  <a:pt x="143093" y="115922"/>
                </a:cubicBezTo>
                <a:cubicBezTo>
                  <a:pt x="128972" y="115922"/>
                  <a:pt x="118522" y="111308"/>
                  <a:pt x="111742" y="102082"/>
                </a:cubicBezTo>
                <a:cubicBezTo>
                  <a:pt x="106389" y="94690"/>
                  <a:pt x="103713" y="85361"/>
                  <a:pt x="103713" y="74095"/>
                </a:cubicBezTo>
                <a:cubicBezTo>
                  <a:pt x="103713" y="60637"/>
                  <a:pt x="107230" y="50098"/>
                  <a:pt x="114265" y="42477"/>
                </a:cubicBezTo>
                <a:cubicBezTo>
                  <a:pt x="121300" y="34856"/>
                  <a:pt x="130195" y="31045"/>
                  <a:pt x="140952" y="31045"/>
                </a:cubicBezTo>
                <a:cubicBezTo>
                  <a:pt x="153033" y="31045"/>
                  <a:pt x="162566" y="35034"/>
                  <a:pt x="169550" y="43012"/>
                </a:cubicBezTo>
                <a:cubicBezTo>
                  <a:pt x="176534" y="50990"/>
                  <a:pt x="179873" y="63212"/>
                  <a:pt x="179567" y="79677"/>
                </a:cubicBezTo>
                <a:lnTo>
                  <a:pt x="125735" y="79677"/>
                </a:lnTo>
                <a:cubicBezTo>
                  <a:pt x="125888" y="86049"/>
                  <a:pt x="127621" y="91007"/>
                  <a:pt x="130935" y="94550"/>
                </a:cubicBezTo>
                <a:cubicBezTo>
                  <a:pt x="134248" y="98093"/>
                  <a:pt x="138377" y="99864"/>
                  <a:pt x="143322" y="99864"/>
                </a:cubicBezTo>
                <a:cubicBezTo>
                  <a:pt x="146687" y="99864"/>
                  <a:pt x="149516" y="98946"/>
                  <a:pt x="151810" y="97111"/>
                </a:cubicBezTo>
                <a:cubicBezTo>
                  <a:pt x="154104" y="95276"/>
                  <a:pt x="155837" y="92319"/>
                  <a:pt x="157009" y="88241"/>
                </a:cubicBezTo>
                <a:moveTo>
                  <a:pt x="158233" y="66525"/>
                </a:moveTo>
                <a:cubicBezTo>
                  <a:pt x="158080" y="60331"/>
                  <a:pt x="156474" y="55622"/>
                  <a:pt x="153415" y="52398"/>
                </a:cubicBezTo>
                <a:cubicBezTo>
                  <a:pt x="150357" y="49174"/>
                  <a:pt x="146636" y="47562"/>
                  <a:pt x="142251" y="47562"/>
                </a:cubicBezTo>
                <a:cubicBezTo>
                  <a:pt x="137562" y="47562"/>
                  <a:pt x="133687" y="49262"/>
                  <a:pt x="130629" y="52663"/>
                </a:cubicBezTo>
                <a:cubicBezTo>
                  <a:pt x="127570" y="56066"/>
                  <a:pt x="126066" y="60687"/>
                  <a:pt x="126117" y="66525"/>
                </a:cubicBezTo>
                <a:lnTo>
                  <a:pt x="158233" y="66525"/>
                </a:lnTo>
                <a:close/>
                <a:moveTo>
                  <a:pt x="250051" y="144979"/>
                </a:moveTo>
                <a:lnTo>
                  <a:pt x="250051" y="104146"/>
                </a:lnTo>
                <a:cubicBezTo>
                  <a:pt x="247248" y="107766"/>
                  <a:pt x="243756" y="110633"/>
                  <a:pt x="239576" y="112749"/>
                </a:cubicBezTo>
                <a:cubicBezTo>
                  <a:pt x="235395" y="114864"/>
                  <a:pt x="230884" y="115922"/>
                  <a:pt x="226041" y="115922"/>
                </a:cubicBezTo>
                <a:cubicBezTo>
                  <a:pt x="216814" y="115922"/>
                  <a:pt x="209219" y="112455"/>
                  <a:pt x="203254" y="105523"/>
                </a:cubicBezTo>
                <a:cubicBezTo>
                  <a:pt x="196220" y="97417"/>
                  <a:pt x="192702" y="86432"/>
                  <a:pt x="192702" y="72566"/>
                </a:cubicBezTo>
                <a:cubicBezTo>
                  <a:pt x="192702" y="59516"/>
                  <a:pt x="196003" y="49333"/>
                  <a:pt x="202604" y="42018"/>
                </a:cubicBezTo>
                <a:cubicBezTo>
                  <a:pt x="209206" y="34703"/>
                  <a:pt x="217401" y="31045"/>
                  <a:pt x="227188" y="31045"/>
                </a:cubicBezTo>
                <a:cubicBezTo>
                  <a:pt x="232592" y="31045"/>
                  <a:pt x="237269" y="32192"/>
                  <a:pt x="241220" y="34486"/>
                </a:cubicBezTo>
                <a:cubicBezTo>
                  <a:pt x="245170" y="36780"/>
                  <a:pt x="248675" y="40246"/>
                  <a:pt x="251734" y="44885"/>
                </a:cubicBezTo>
                <a:lnTo>
                  <a:pt x="251734" y="32880"/>
                </a:lnTo>
                <a:lnTo>
                  <a:pt x="271538" y="32880"/>
                </a:lnTo>
                <a:lnTo>
                  <a:pt x="271538" y="144979"/>
                </a:lnTo>
                <a:lnTo>
                  <a:pt x="250051" y="144979"/>
                </a:lnTo>
                <a:moveTo>
                  <a:pt x="250740" y="72489"/>
                </a:moveTo>
                <a:cubicBezTo>
                  <a:pt x="250740" y="64180"/>
                  <a:pt x="249045" y="57999"/>
                  <a:pt x="245655" y="53946"/>
                </a:cubicBezTo>
                <a:cubicBezTo>
                  <a:pt x="242265" y="49894"/>
                  <a:pt x="238021" y="47867"/>
                  <a:pt x="232923" y="47867"/>
                </a:cubicBezTo>
                <a:cubicBezTo>
                  <a:pt x="227723" y="47867"/>
                  <a:pt x="223378" y="49932"/>
                  <a:pt x="219886" y="54061"/>
                </a:cubicBezTo>
                <a:cubicBezTo>
                  <a:pt x="216394" y="58190"/>
                  <a:pt x="214648" y="64741"/>
                  <a:pt x="214648" y="73713"/>
                </a:cubicBezTo>
                <a:cubicBezTo>
                  <a:pt x="214648" y="82634"/>
                  <a:pt x="216330" y="89070"/>
                  <a:pt x="219694" y="93020"/>
                </a:cubicBezTo>
                <a:cubicBezTo>
                  <a:pt x="223059" y="96971"/>
                  <a:pt x="227214" y="98946"/>
                  <a:pt x="232158" y="98946"/>
                </a:cubicBezTo>
                <a:cubicBezTo>
                  <a:pt x="237103" y="98946"/>
                  <a:pt x="241436" y="96729"/>
                  <a:pt x="245158" y="92294"/>
                </a:cubicBezTo>
                <a:cubicBezTo>
                  <a:pt x="248879" y="87859"/>
                  <a:pt x="250740" y="81257"/>
                  <a:pt x="250740" y="72489"/>
                </a:cubicBezTo>
                <a:close/>
                <a:moveTo>
                  <a:pt x="346134" y="114087"/>
                </a:moveTo>
                <a:lnTo>
                  <a:pt x="346134" y="101929"/>
                </a:lnTo>
                <a:cubicBezTo>
                  <a:pt x="343178" y="106262"/>
                  <a:pt x="339291" y="109677"/>
                  <a:pt x="334473" y="112175"/>
                </a:cubicBezTo>
                <a:cubicBezTo>
                  <a:pt x="329656" y="114673"/>
                  <a:pt x="324571" y="115922"/>
                  <a:pt x="319219" y="115922"/>
                </a:cubicBezTo>
                <a:cubicBezTo>
                  <a:pt x="313764" y="115922"/>
                  <a:pt x="308870" y="114724"/>
                  <a:pt x="304537" y="112328"/>
                </a:cubicBezTo>
                <a:cubicBezTo>
                  <a:pt x="300204" y="109932"/>
                  <a:pt x="297069" y="106568"/>
                  <a:pt x="295132" y="102235"/>
                </a:cubicBezTo>
                <a:cubicBezTo>
                  <a:pt x="293195" y="97901"/>
                  <a:pt x="292226" y="91912"/>
                  <a:pt x="292226" y="84265"/>
                </a:cubicBezTo>
                <a:lnTo>
                  <a:pt x="292226" y="32880"/>
                </a:lnTo>
                <a:lnTo>
                  <a:pt x="313713" y="32880"/>
                </a:lnTo>
                <a:lnTo>
                  <a:pt x="313713" y="70109"/>
                </a:lnTo>
                <a:cubicBezTo>
                  <a:pt x="313713" y="81503"/>
                  <a:pt x="314108" y="88483"/>
                  <a:pt x="314898" y="91051"/>
                </a:cubicBezTo>
                <a:cubicBezTo>
                  <a:pt x="315688" y="93619"/>
                  <a:pt x="317128" y="95654"/>
                  <a:pt x="319219" y="97154"/>
                </a:cubicBezTo>
                <a:cubicBezTo>
                  <a:pt x="321309" y="98655"/>
                  <a:pt x="323959" y="99405"/>
                  <a:pt x="327171" y="99405"/>
                </a:cubicBezTo>
                <a:cubicBezTo>
                  <a:pt x="330841" y="99405"/>
                  <a:pt x="334129" y="98401"/>
                  <a:pt x="337035" y="96392"/>
                </a:cubicBezTo>
                <a:cubicBezTo>
                  <a:pt x="339941" y="94383"/>
                  <a:pt x="341929" y="91891"/>
                  <a:pt x="342999" y="88915"/>
                </a:cubicBezTo>
                <a:cubicBezTo>
                  <a:pt x="344070" y="85939"/>
                  <a:pt x="344605" y="78654"/>
                  <a:pt x="344605" y="67058"/>
                </a:cubicBezTo>
                <a:lnTo>
                  <a:pt x="344605" y="32880"/>
                </a:lnTo>
                <a:lnTo>
                  <a:pt x="366092" y="32880"/>
                </a:lnTo>
                <a:lnTo>
                  <a:pt x="366092" y="114087"/>
                </a:lnTo>
                <a:lnTo>
                  <a:pt x="346134" y="114087"/>
                </a:lnTo>
                <a:close/>
                <a:moveTo>
                  <a:pt x="435412" y="88241"/>
                </a:moveTo>
                <a:lnTo>
                  <a:pt x="456823" y="91912"/>
                </a:lnTo>
                <a:cubicBezTo>
                  <a:pt x="454070" y="99737"/>
                  <a:pt x="449724" y="105695"/>
                  <a:pt x="443785" y="109785"/>
                </a:cubicBezTo>
                <a:cubicBezTo>
                  <a:pt x="437847" y="113876"/>
                  <a:pt x="430417" y="115922"/>
                  <a:pt x="421496" y="115922"/>
                </a:cubicBezTo>
                <a:cubicBezTo>
                  <a:pt x="407375" y="115922"/>
                  <a:pt x="396925" y="111308"/>
                  <a:pt x="390145" y="102082"/>
                </a:cubicBezTo>
                <a:cubicBezTo>
                  <a:pt x="384792" y="94690"/>
                  <a:pt x="382116" y="85361"/>
                  <a:pt x="382116" y="74095"/>
                </a:cubicBezTo>
                <a:cubicBezTo>
                  <a:pt x="382116" y="60637"/>
                  <a:pt x="385633" y="50098"/>
                  <a:pt x="392668" y="42477"/>
                </a:cubicBezTo>
                <a:cubicBezTo>
                  <a:pt x="399703" y="34856"/>
                  <a:pt x="408599" y="31045"/>
                  <a:pt x="419355" y="31045"/>
                </a:cubicBezTo>
                <a:cubicBezTo>
                  <a:pt x="431436" y="31045"/>
                  <a:pt x="440969" y="35034"/>
                  <a:pt x="447953" y="43012"/>
                </a:cubicBezTo>
                <a:cubicBezTo>
                  <a:pt x="454937" y="50990"/>
                  <a:pt x="458276" y="63212"/>
                  <a:pt x="457970" y="79677"/>
                </a:cubicBezTo>
                <a:lnTo>
                  <a:pt x="404138" y="79677"/>
                </a:lnTo>
                <a:cubicBezTo>
                  <a:pt x="404291" y="86049"/>
                  <a:pt x="406024" y="91007"/>
                  <a:pt x="409338" y="94550"/>
                </a:cubicBezTo>
                <a:cubicBezTo>
                  <a:pt x="412651" y="98093"/>
                  <a:pt x="416780" y="99864"/>
                  <a:pt x="421725" y="99864"/>
                </a:cubicBezTo>
                <a:cubicBezTo>
                  <a:pt x="425090" y="99864"/>
                  <a:pt x="427919" y="98946"/>
                  <a:pt x="430213" y="97111"/>
                </a:cubicBezTo>
                <a:cubicBezTo>
                  <a:pt x="432507" y="95276"/>
                  <a:pt x="434240" y="92319"/>
                  <a:pt x="435412" y="88241"/>
                </a:cubicBezTo>
                <a:moveTo>
                  <a:pt x="436636" y="66525"/>
                </a:moveTo>
                <a:cubicBezTo>
                  <a:pt x="436483" y="60331"/>
                  <a:pt x="434877" y="55622"/>
                  <a:pt x="431819" y="52398"/>
                </a:cubicBezTo>
                <a:cubicBezTo>
                  <a:pt x="428760" y="49174"/>
                  <a:pt x="425039" y="47562"/>
                  <a:pt x="420655" y="47562"/>
                </a:cubicBezTo>
                <a:cubicBezTo>
                  <a:pt x="415965" y="47562"/>
                  <a:pt x="412090" y="49262"/>
                  <a:pt x="409032" y="52663"/>
                </a:cubicBezTo>
                <a:cubicBezTo>
                  <a:pt x="405973" y="56066"/>
                  <a:pt x="404469" y="60687"/>
                  <a:pt x="404520" y="66525"/>
                </a:cubicBezTo>
                <a:lnTo>
                  <a:pt x="436636" y="66525"/>
                </a:lnTo>
                <a:close/>
                <a:moveTo>
                  <a:pt x="549252" y="114087"/>
                </a:moveTo>
                <a:lnTo>
                  <a:pt x="527766" y="114087"/>
                </a:lnTo>
                <a:lnTo>
                  <a:pt x="527766" y="72690"/>
                </a:lnTo>
                <a:cubicBezTo>
                  <a:pt x="527766" y="63932"/>
                  <a:pt x="527307" y="58267"/>
                  <a:pt x="526389" y="55696"/>
                </a:cubicBezTo>
                <a:cubicBezTo>
                  <a:pt x="525472" y="53124"/>
                  <a:pt x="523981" y="51126"/>
                  <a:pt x="521916" y="49700"/>
                </a:cubicBezTo>
                <a:cubicBezTo>
                  <a:pt x="519851" y="48274"/>
                  <a:pt x="517366" y="47562"/>
                  <a:pt x="514461" y="47562"/>
                </a:cubicBezTo>
                <a:cubicBezTo>
                  <a:pt x="510739" y="47562"/>
                  <a:pt x="507400" y="48580"/>
                  <a:pt x="504444" y="50618"/>
                </a:cubicBezTo>
                <a:cubicBezTo>
                  <a:pt x="501487" y="52654"/>
                  <a:pt x="499461" y="55352"/>
                  <a:pt x="498365" y="58714"/>
                </a:cubicBezTo>
                <a:cubicBezTo>
                  <a:pt x="497269" y="62073"/>
                  <a:pt x="496721" y="68285"/>
                  <a:pt x="496721" y="77350"/>
                </a:cubicBezTo>
                <a:lnTo>
                  <a:pt x="496721" y="114087"/>
                </a:lnTo>
                <a:lnTo>
                  <a:pt x="475234" y="114087"/>
                </a:lnTo>
                <a:lnTo>
                  <a:pt x="475234" y="32880"/>
                </a:lnTo>
                <a:lnTo>
                  <a:pt x="495191" y="32880"/>
                </a:lnTo>
                <a:lnTo>
                  <a:pt x="495191" y="44809"/>
                </a:lnTo>
                <a:cubicBezTo>
                  <a:pt x="502277" y="35633"/>
                  <a:pt x="511198" y="31045"/>
                  <a:pt x="521954" y="31045"/>
                </a:cubicBezTo>
                <a:cubicBezTo>
                  <a:pt x="526695" y="31045"/>
                  <a:pt x="531028" y="31899"/>
                  <a:pt x="534953" y="33607"/>
                </a:cubicBezTo>
                <a:cubicBezTo>
                  <a:pt x="538879" y="35314"/>
                  <a:pt x="541848" y="37494"/>
                  <a:pt x="543862" y="40144"/>
                </a:cubicBezTo>
                <a:cubicBezTo>
                  <a:pt x="545875" y="42795"/>
                  <a:pt x="547277" y="45803"/>
                  <a:pt x="548067" y="49167"/>
                </a:cubicBezTo>
                <a:cubicBezTo>
                  <a:pt x="548857" y="52532"/>
                  <a:pt x="549252" y="57349"/>
                  <a:pt x="549252" y="63619"/>
                </a:cubicBezTo>
                <a:lnTo>
                  <a:pt x="549252" y="114087"/>
                </a:lnTo>
                <a:close/>
                <a:moveTo>
                  <a:pt x="641895" y="56890"/>
                </a:moveTo>
                <a:lnTo>
                  <a:pt x="620714" y="60714"/>
                </a:lnTo>
                <a:cubicBezTo>
                  <a:pt x="620000" y="56508"/>
                  <a:pt x="618382" y="53341"/>
                  <a:pt x="615858" y="51213"/>
                </a:cubicBezTo>
                <a:cubicBezTo>
                  <a:pt x="613335" y="49085"/>
                  <a:pt x="610060" y="48020"/>
                  <a:pt x="606033" y="48020"/>
                </a:cubicBezTo>
                <a:cubicBezTo>
                  <a:pt x="600680" y="48020"/>
                  <a:pt x="596411" y="49863"/>
                  <a:pt x="593225" y="53547"/>
                </a:cubicBezTo>
                <a:cubicBezTo>
                  <a:pt x="590039" y="57232"/>
                  <a:pt x="588446" y="63394"/>
                  <a:pt x="588446" y="72033"/>
                </a:cubicBezTo>
                <a:cubicBezTo>
                  <a:pt x="588446" y="81639"/>
                  <a:pt x="590064" y="88425"/>
                  <a:pt x="593301" y="92390"/>
                </a:cubicBezTo>
                <a:cubicBezTo>
                  <a:pt x="596538" y="96353"/>
                  <a:pt x="600884" y="98335"/>
                  <a:pt x="606338" y="98335"/>
                </a:cubicBezTo>
                <a:cubicBezTo>
                  <a:pt x="610417" y="98335"/>
                  <a:pt x="613756" y="97175"/>
                  <a:pt x="616355" y="94856"/>
                </a:cubicBezTo>
                <a:cubicBezTo>
                  <a:pt x="618955" y="92536"/>
                  <a:pt x="620790" y="88547"/>
                  <a:pt x="621861" y="82889"/>
                </a:cubicBezTo>
                <a:lnTo>
                  <a:pt x="642965" y="86559"/>
                </a:lnTo>
                <a:cubicBezTo>
                  <a:pt x="640773" y="96245"/>
                  <a:pt x="636568" y="103560"/>
                  <a:pt x="630349" y="108505"/>
                </a:cubicBezTo>
                <a:cubicBezTo>
                  <a:pt x="624129" y="113449"/>
                  <a:pt x="615795" y="115922"/>
                  <a:pt x="605344" y="115922"/>
                </a:cubicBezTo>
                <a:cubicBezTo>
                  <a:pt x="593467" y="115922"/>
                  <a:pt x="583998" y="112175"/>
                  <a:pt x="576937" y="104681"/>
                </a:cubicBezTo>
                <a:cubicBezTo>
                  <a:pt x="569877" y="97188"/>
                  <a:pt x="566347" y="86814"/>
                  <a:pt x="566347" y="73560"/>
                </a:cubicBezTo>
                <a:cubicBezTo>
                  <a:pt x="566347" y="60153"/>
                  <a:pt x="569890" y="49715"/>
                  <a:pt x="576976" y="42247"/>
                </a:cubicBezTo>
                <a:cubicBezTo>
                  <a:pt x="584061" y="34779"/>
                  <a:pt x="593645" y="31045"/>
                  <a:pt x="605727" y="31045"/>
                </a:cubicBezTo>
                <a:cubicBezTo>
                  <a:pt x="615616" y="31045"/>
                  <a:pt x="623480" y="33173"/>
                  <a:pt x="629316" y="37430"/>
                </a:cubicBezTo>
                <a:cubicBezTo>
                  <a:pt x="635153" y="41686"/>
                  <a:pt x="639346" y="48173"/>
                  <a:pt x="641895" y="56890"/>
                </a:cubicBezTo>
                <a:close/>
                <a:moveTo>
                  <a:pt x="705115" y="88241"/>
                </a:moveTo>
                <a:lnTo>
                  <a:pt x="726525" y="91912"/>
                </a:lnTo>
                <a:cubicBezTo>
                  <a:pt x="723773" y="99737"/>
                  <a:pt x="719427" y="105695"/>
                  <a:pt x="713488" y="109785"/>
                </a:cubicBezTo>
                <a:cubicBezTo>
                  <a:pt x="707549" y="113876"/>
                  <a:pt x="700119" y="115922"/>
                  <a:pt x="691198" y="115922"/>
                </a:cubicBezTo>
                <a:cubicBezTo>
                  <a:pt x="677078" y="115922"/>
                  <a:pt x="666627" y="111308"/>
                  <a:pt x="659847" y="102082"/>
                </a:cubicBezTo>
                <a:cubicBezTo>
                  <a:pt x="654495" y="94690"/>
                  <a:pt x="651819" y="85361"/>
                  <a:pt x="651819" y="74095"/>
                </a:cubicBezTo>
                <a:cubicBezTo>
                  <a:pt x="651819" y="60637"/>
                  <a:pt x="655336" y="50098"/>
                  <a:pt x="662371" y="42477"/>
                </a:cubicBezTo>
                <a:cubicBezTo>
                  <a:pt x="669406" y="34856"/>
                  <a:pt x="678301" y="31045"/>
                  <a:pt x="689057" y="31045"/>
                </a:cubicBezTo>
                <a:cubicBezTo>
                  <a:pt x="701139" y="31045"/>
                  <a:pt x="710672" y="35034"/>
                  <a:pt x="717655" y="43012"/>
                </a:cubicBezTo>
                <a:cubicBezTo>
                  <a:pt x="724639" y="50990"/>
                  <a:pt x="727978" y="63212"/>
                  <a:pt x="727672" y="79677"/>
                </a:cubicBezTo>
                <a:lnTo>
                  <a:pt x="673841" y="79677"/>
                </a:lnTo>
                <a:cubicBezTo>
                  <a:pt x="673994" y="86049"/>
                  <a:pt x="675727" y="91007"/>
                  <a:pt x="679040" y="94550"/>
                </a:cubicBezTo>
                <a:cubicBezTo>
                  <a:pt x="682354" y="98093"/>
                  <a:pt x="686483" y="99864"/>
                  <a:pt x="691428" y="99864"/>
                </a:cubicBezTo>
                <a:cubicBezTo>
                  <a:pt x="694792" y="99864"/>
                  <a:pt x="697621" y="98946"/>
                  <a:pt x="699915" y="97111"/>
                </a:cubicBezTo>
                <a:cubicBezTo>
                  <a:pt x="702209" y="95276"/>
                  <a:pt x="703943" y="92319"/>
                  <a:pt x="705115" y="88241"/>
                </a:cubicBezTo>
                <a:moveTo>
                  <a:pt x="706338" y="66525"/>
                </a:moveTo>
                <a:cubicBezTo>
                  <a:pt x="706186" y="60331"/>
                  <a:pt x="704580" y="55622"/>
                  <a:pt x="701521" y="52398"/>
                </a:cubicBezTo>
                <a:cubicBezTo>
                  <a:pt x="698463" y="49174"/>
                  <a:pt x="694741" y="47562"/>
                  <a:pt x="690357" y="47562"/>
                </a:cubicBezTo>
                <a:cubicBezTo>
                  <a:pt x="685667" y="47562"/>
                  <a:pt x="681793" y="49262"/>
                  <a:pt x="678734" y="52663"/>
                </a:cubicBezTo>
                <a:cubicBezTo>
                  <a:pt x="675676" y="56066"/>
                  <a:pt x="674172" y="60687"/>
                  <a:pt x="674223" y="66525"/>
                </a:cubicBezTo>
                <a:lnTo>
                  <a:pt x="706338" y="665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6AF843-9A7F-477A-BAC9-0D89637A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914" y="2537278"/>
            <a:ext cx="1299480" cy="461975"/>
          </a:xfrm>
          <a:custGeom xmlns:a="http://schemas.openxmlformats.org/drawingml/2006/main">
            <a:pathLst>
              <a:path w="1299480" h="461975">
                <a:moveTo>
                  <a:pt x="8126" y="268345"/>
                </a:moveTo>
                <a:lnTo>
                  <a:pt x="10980" y="274314"/>
                </a:lnTo>
                <a:lnTo>
                  <a:pt x="14233" y="280212"/>
                </a:lnTo>
                <a:lnTo>
                  <a:pt x="17870" y="286007"/>
                </a:lnTo>
                <a:lnTo>
                  <a:pt x="21889" y="291731"/>
                </a:lnTo>
                <a:lnTo>
                  <a:pt x="26292" y="297352"/>
                </a:lnTo>
                <a:lnTo>
                  <a:pt x="31042" y="302902"/>
                </a:lnTo>
                <a:lnTo>
                  <a:pt x="36158" y="308348"/>
                </a:lnTo>
                <a:lnTo>
                  <a:pt x="41621" y="313725"/>
                </a:lnTo>
                <a:lnTo>
                  <a:pt x="47415" y="319032"/>
                </a:lnTo>
                <a:lnTo>
                  <a:pt x="53558" y="324235"/>
                </a:lnTo>
                <a:lnTo>
                  <a:pt x="60031" y="329368"/>
                </a:lnTo>
                <a:lnTo>
                  <a:pt x="66834" y="334414"/>
                </a:lnTo>
                <a:lnTo>
                  <a:pt x="73951" y="339390"/>
                </a:lnTo>
                <a:lnTo>
                  <a:pt x="81433" y="344297"/>
                </a:lnTo>
                <a:lnTo>
                  <a:pt x="97197" y="353815"/>
                </a:lnTo>
                <a:lnTo>
                  <a:pt x="114215" y="363002"/>
                </a:lnTo>
                <a:lnTo>
                  <a:pt x="132398" y="371877"/>
                </a:lnTo>
                <a:lnTo>
                  <a:pt x="151712" y="380403"/>
                </a:lnTo>
                <a:lnTo>
                  <a:pt x="172140" y="388581"/>
                </a:lnTo>
                <a:lnTo>
                  <a:pt x="193612" y="396393"/>
                </a:lnTo>
                <a:lnTo>
                  <a:pt x="216110" y="403823"/>
                </a:lnTo>
                <a:lnTo>
                  <a:pt x="239583" y="410888"/>
                </a:lnTo>
                <a:lnTo>
                  <a:pt x="264013" y="417535"/>
                </a:lnTo>
                <a:lnTo>
                  <a:pt x="289348" y="423781"/>
                </a:lnTo>
                <a:lnTo>
                  <a:pt x="315552" y="429610"/>
                </a:lnTo>
                <a:lnTo>
                  <a:pt x="342575" y="435004"/>
                </a:lnTo>
                <a:lnTo>
                  <a:pt x="370398" y="439929"/>
                </a:lnTo>
                <a:lnTo>
                  <a:pt x="398951" y="444418"/>
                </a:lnTo>
                <a:lnTo>
                  <a:pt x="428236" y="448420"/>
                </a:lnTo>
                <a:lnTo>
                  <a:pt x="458181" y="451935"/>
                </a:lnTo>
                <a:lnTo>
                  <a:pt x="488771" y="454945"/>
                </a:lnTo>
                <a:lnTo>
                  <a:pt x="519935" y="457433"/>
                </a:lnTo>
                <a:lnTo>
                  <a:pt x="551655" y="459399"/>
                </a:lnTo>
                <a:lnTo>
                  <a:pt x="583898" y="460826"/>
                </a:lnTo>
                <a:lnTo>
                  <a:pt x="616593" y="461679"/>
                </a:lnTo>
                <a:lnTo>
                  <a:pt x="649740" y="461975"/>
                </a:lnTo>
                <a:lnTo>
                  <a:pt x="682887" y="461679"/>
                </a:lnTo>
                <a:lnTo>
                  <a:pt x="715582" y="460826"/>
                </a:lnTo>
                <a:lnTo>
                  <a:pt x="747825" y="459399"/>
                </a:lnTo>
                <a:lnTo>
                  <a:pt x="779545" y="457433"/>
                </a:lnTo>
                <a:lnTo>
                  <a:pt x="810726" y="454945"/>
                </a:lnTo>
                <a:lnTo>
                  <a:pt x="841298" y="451935"/>
                </a:lnTo>
                <a:lnTo>
                  <a:pt x="871244" y="448420"/>
                </a:lnTo>
                <a:lnTo>
                  <a:pt x="900529" y="444418"/>
                </a:lnTo>
                <a:lnTo>
                  <a:pt x="929082" y="439929"/>
                </a:lnTo>
                <a:lnTo>
                  <a:pt x="956905" y="435004"/>
                </a:lnTo>
                <a:lnTo>
                  <a:pt x="983928" y="429610"/>
                </a:lnTo>
                <a:lnTo>
                  <a:pt x="1010132" y="423781"/>
                </a:lnTo>
                <a:lnTo>
                  <a:pt x="1035467" y="417535"/>
                </a:lnTo>
                <a:lnTo>
                  <a:pt x="1059897" y="410888"/>
                </a:lnTo>
                <a:lnTo>
                  <a:pt x="1083370" y="403823"/>
                </a:lnTo>
                <a:lnTo>
                  <a:pt x="1105868" y="396393"/>
                </a:lnTo>
                <a:lnTo>
                  <a:pt x="1127357" y="388581"/>
                </a:lnTo>
                <a:lnTo>
                  <a:pt x="1147768" y="380403"/>
                </a:lnTo>
                <a:lnTo>
                  <a:pt x="1167082" y="371877"/>
                </a:lnTo>
                <a:lnTo>
                  <a:pt x="1185283" y="363002"/>
                </a:lnTo>
                <a:lnTo>
                  <a:pt x="1202282" y="353815"/>
                </a:lnTo>
                <a:lnTo>
                  <a:pt x="1218047" y="344297"/>
                </a:lnTo>
                <a:lnTo>
                  <a:pt x="1225529" y="339390"/>
                </a:lnTo>
                <a:lnTo>
                  <a:pt x="1232646" y="334414"/>
                </a:lnTo>
                <a:lnTo>
                  <a:pt x="1239449" y="329368"/>
                </a:lnTo>
                <a:lnTo>
                  <a:pt x="1245922" y="324235"/>
                </a:lnTo>
                <a:lnTo>
                  <a:pt x="1252064" y="319032"/>
                </a:lnTo>
                <a:lnTo>
                  <a:pt x="1257859" y="313725"/>
                </a:lnTo>
                <a:lnTo>
                  <a:pt x="1263322" y="308348"/>
                </a:lnTo>
                <a:lnTo>
                  <a:pt x="1268438" y="302902"/>
                </a:lnTo>
                <a:lnTo>
                  <a:pt x="1273188" y="297352"/>
                </a:lnTo>
                <a:lnTo>
                  <a:pt x="1277590" y="291731"/>
                </a:lnTo>
                <a:lnTo>
                  <a:pt x="1281610" y="286007"/>
                </a:lnTo>
                <a:lnTo>
                  <a:pt x="1285247" y="280212"/>
                </a:lnTo>
                <a:lnTo>
                  <a:pt x="1288500" y="274314"/>
                </a:lnTo>
                <a:lnTo>
                  <a:pt x="1291354" y="268345"/>
                </a:lnTo>
                <a:lnTo>
                  <a:pt x="1293790" y="262290"/>
                </a:lnTo>
                <a:lnTo>
                  <a:pt x="1295826" y="256165"/>
                </a:lnTo>
                <a:lnTo>
                  <a:pt x="1297409" y="249954"/>
                </a:lnTo>
                <a:lnTo>
                  <a:pt x="1298558" y="243689"/>
                </a:lnTo>
                <a:lnTo>
                  <a:pt x="1299254" y="237356"/>
                </a:lnTo>
                <a:lnTo>
                  <a:pt x="1299480" y="230987"/>
                </a:lnTo>
                <a:lnTo>
                  <a:pt x="1299254" y="224619"/>
                </a:lnTo>
                <a:lnTo>
                  <a:pt x="1298558" y="218285"/>
                </a:lnTo>
                <a:lnTo>
                  <a:pt x="1297409" y="212021"/>
                </a:lnTo>
                <a:lnTo>
                  <a:pt x="1295826" y="205809"/>
                </a:lnTo>
                <a:lnTo>
                  <a:pt x="1293790" y="199684"/>
                </a:lnTo>
                <a:lnTo>
                  <a:pt x="1291354" y="193629"/>
                </a:lnTo>
                <a:lnTo>
                  <a:pt x="1288500" y="187661"/>
                </a:lnTo>
                <a:lnTo>
                  <a:pt x="1285247" y="181762"/>
                </a:lnTo>
                <a:lnTo>
                  <a:pt x="1281610" y="175968"/>
                </a:lnTo>
                <a:lnTo>
                  <a:pt x="1277590" y="170243"/>
                </a:lnTo>
                <a:lnTo>
                  <a:pt x="1273188" y="164623"/>
                </a:lnTo>
                <a:lnTo>
                  <a:pt x="1268438" y="159072"/>
                </a:lnTo>
                <a:lnTo>
                  <a:pt x="1263322" y="153626"/>
                </a:lnTo>
                <a:lnTo>
                  <a:pt x="1257859" y="148249"/>
                </a:lnTo>
                <a:lnTo>
                  <a:pt x="1252064" y="142942"/>
                </a:lnTo>
                <a:lnTo>
                  <a:pt x="1245922" y="137740"/>
                </a:lnTo>
                <a:lnTo>
                  <a:pt x="1239449" y="132607"/>
                </a:lnTo>
                <a:lnTo>
                  <a:pt x="1232646" y="127561"/>
                </a:lnTo>
                <a:lnTo>
                  <a:pt x="1225529" y="122584"/>
                </a:lnTo>
                <a:lnTo>
                  <a:pt x="1218047" y="117677"/>
                </a:lnTo>
                <a:lnTo>
                  <a:pt x="1202282" y="108159"/>
                </a:lnTo>
                <a:lnTo>
                  <a:pt x="1185283" y="98972"/>
                </a:lnTo>
                <a:lnTo>
                  <a:pt x="1167082" y="90098"/>
                </a:lnTo>
                <a:lnTo>
                  <a:pt x="1147768" y="81572"/>
                </a:lnTo>
                <a:lnTo>
                  <a:pt x="1127357" y="73394"/>
                </a:lnTo>
                <a:lnTo>
                  <a:pt x="1105868" y="65581"/>
                </a:lnTo>
                <a:lnTo>
                  <a:pt x="1083370" y="58151"/>
                </a:lnTo>
                <a:lnTo>
                  <a:pt x="1059897" y="51087"/>
                </a:lnTo>
                <a:lnTo>
                  <a:pt x="1035467" y="44440"/>
                </a:lnTo>
                <a:lnTo>
                  <a:pt x="1010132" y="38193"/>
                </a:lnTo>
                <a:lnTo>
                  <a:pt x="983928" y="32364"/>
                </a:lnTo>
                <a:lnTo>
                  <a:pt x="956905" y="26988"/>
                </a:lnTo>
                <a:lnTo>
                  <a:pt x="929082" y="22046"/>
                </a:lnTo>
                <a:lnTo>
                  <a:pt x="900529" y="17557"/>
                </a:lnTo>
                <a:lnTo>
                  <a:pt x="871244" y="13555"/>
                </a:lnTo>
                <a:lnTo>
                  <a:pt x="841298" y="10040"/>
                </a:lnTo>
                <a:lnTo>
                  <a:pt x="810726" y="7030"/>
                </a:lnTo>
                <a:lnTo>
                  <a:pt x="779545" y="4541"/>
                </a:lnTo>
                <a:lnTo>
                  <a:pt x="747825" y="2575"/>
                </a:lnTo>
                <a:lnTo>
                  <a:pt x="715582" y="1148"/>
                </a:lnTo>
                <a:lnTo>
                  <a:pt x="682887" y="296"/>
                </a:lnTo>
                <a:lnTo>
                  <a:pt x="649740" y="0"/>
                </a:lnTo>
                <a:lnTo>
                  <a:pt x="616593" y="296"/>
                </a:lnTo>
                <a:lnTo>
                  <a:pt x="583898" y="1148"/>
                </a:lnTo>
                <a:lnTo>
                  <a:pt x="551655" y="2575"/>
                </a:lnTo>
                <a:lnTo>
                  <a:pt x="519935" y="4541"/>
                </a:lnTo>
                <a:lnTo>
                  <a:pt x="488771" y="7030"/>
                </a:lnTo>
                <a:lnTo>
                  <a:pt x="458181" y="10040"/>
                </a:lnTo>
                <a:lnTo>
                  <a:pt x="428236" y="13555"/>
                </a:lnTo>
                <a:lnTo>
                  <a:pt x="398951" y="17557"/>
                </a:lnTo>
                <a:lnTo>
                  <a:pt x="370398" y="22046"/>
                </a:lnTo>
                <a:lnTo>
                  <a:pt x="342575" y="26988"/>
                </a:lnTo>
                <a:lnTo>
                  <a:pt x="315552" y="32364"/>
                </a:lnTo>
                <a:lnTo>
                  <a:pt x="289348" y="38193"/>
                </a:lnTo>
                <a:lnTo>
                  <a:pt x="264013" y="44440"/>
                </a:lnTo>
                <a:lnTo>
                  <a:pt x="239583" y="51087"/>
                </a:lnTo>
                <a:lnTo>
                  <a:pt x="216110" y="58151"/>
                </a:lnTo>
                <a:lnTo>
                  <a:pt x="193612" y="65581"/>
                </a:lnTo>
                <a:lnTo>
                  <a:pt x="172140" y="73394"/>
                </a:lnTo>
                <a:lnTo>
                  <a:pt x="151712" y="81572"/>
                </a:lnTo>
                <a:lnTo>
                  <a:pt x="132398" y="90098"/>
                </a:lnTo>
                <a:lnTo>
                  <a:pt x="114215" y="98972"/>
                </a:lnTo>
                <a:lnTo>
                  <a:pt x="97197" y="108159"/>
                </a:lnTo>
                <a:lnTo>
                  <a:pt x="81433" y="117677"/>
                </a:lnTo>
                <a:lnTo>
                  <a:pt x="73951" y="122584"/>
                </a:lnTo>
                <a:lnTo>
                  <a:pt x="66834" y="127561"/>
                </a:lnTo>
                <a:lnTo>
                  <a:pt x="60031" y="132607"/>
                </a:lnTo>
                <a:lnTo>
                  <a:pt x="53558" y="137740"/>
                </a:lnTo>
                <a:lnTo>
                  <a:pt x="47415" y="142942"/>
                </a:lnTo>
                <a:lnTo>
                  <a:pt x="41621" y="148249"/>
                </a:lnTo>
                <a:lnTo>
                  <a:pt x="36158" y="153626"/>
                </a:lnTo>
                <a:lnTo>
                  <a:pt x="31042" y="159072"/>
                </a:lnTo>
                <a:lnTo>
                  <a:pt x="26292" y="164623"/>
                </a:lnTo>
                <a:lnTo>
                  <a:pt x="21889" y="170243"/>
                </a:lnTo>
                <a:lnTo>
                  <a:pt x="17870" y="175968"/>
                </a:lnTo>
                <a:lnTo>
                  <a:pt x="14233" y="181762"/>
                </a:lnTo>
                <a:lnTo>
                  <a:pt x="10980" y="187661"/>
                </a:lnTo>
                <a:lnTo>
                  <a:pt x="8126" y="193629"/>
                </a:lnTo>
                <a:lnTo>
                  <a:pt x="5690" y="199684"/>
                </a:lnTo>
                <a:lnTo>
                  <a:pt x="3654" y="205809"/>
                </a:lnTo>
                <a:lnTo>
                  <a:pt x="2071" y="212021"/>
                </a:lnTo>
                <a:lnTo>
                  <a:pt x="922" y="218285"/>
                </a:lnTo>
                <a:lnTo>
                  <a:pt x="226" y="224619"/>
                </a:lnTo>
                <a:lnTo>
                  <a:pt x="0" y="230987"/>
                </a:lnTo>
                <a:lnTo>
                  <a:pt x="226" y="237356"/>
                </a:lnTo>
                <a:lnTo>
                  <a:pt x="922" y="243689"/>
                </a:lnTo>
                <a:lnTo>
                  <a:pt x="2071" y="249954"/>
                </a:lnTo>
                <a:lnTo>
                  <a:pt x="3654" y="256165"/>
                </a:lnTo>
                <a:lnTo>
                  <a:pt x="5690" y="262290"/>
                </a:lnTo>
                <a:lnTo>
                  <a:pt x="8126" y="268345"/>
                </a:lnTo>
                <a:close/>
                <a:moveTo>
                  <a:pt x="19107" y="215626"/>
                </a:moveTo>
                <a:lnTo>
                  <a:pt x="20411" y="210555"/>
                </a:lnTo>
                <a:lnTo>
                  <a:pt x="21996" y="205755"/>
                </a:lnTo>
                <a:lnTo>
                  <a:pt x="24132" y="200489"/>
                </a:lnTo>
                <a:lnTo>
                  <a:pt x="26522" y="195488"/>
                </a:lnTo>
                <a:lnTo>
                  <a:pt x="29341" y="190416"/>
                </a:lnTo>
                <a:lnTo>
                  <a:pt x="32270" y="185760"/>
                </a:lnTo>
                <a:lnTo>
                  <a:pt x="35907" y="180573"/>
                </a:lnTo>
                <a:lnTo>
                  <a:pt x="39798" y="175587"/>
                </a:lnTo>
                <a:lnTo>
                  <a:pt x="43935" y="170779"/>
                </a:lnTo>
                <a:lnTo>
                  <a:pt x="48495" y="165893"/>
                </a:lnTo>
                <a:lnTo>
                  <a:pt x="53659" y="160815"/>
                </a:lnTo>
                <a:lnTo>
                  <a:pt x="59001" y="155940"/>
                </a:lnTo>
                <a:lnTo>
                  <a:pt x="64711" y="151103"/>
                </a:lnTo>
                <a:lnTo>
                  <a:pt x="64485" y="151277"/>
                </a:lnTo>
                <a:lnTo>
                  <a:pt x="70732" y="146318"/>
                </a:lnTo>
                <a:lnTo>
                  <a:pt x="70523" y="146492"/>
                </a:lnTo>
                <a:lnTo>
                  <a:pt x="77100" y="141603"/>
                </a:lnTo>
                <a:lnTo>
                  <a:pt x="76891" y="141759"/>
                </a:lnTo>
                <a:lnTo>
                  <a:pt x="83765" y="136958"/>
                </a:lnTo>
                <a:lnTo>
                  <a:pt x="90732" y="132386"/>
                </a:lnTo>
                <a:lnTo>
                  <a:pt x="105950" y="123207"/>
                </a:lnTo>
                <a:lnTo>
                  <a:pt x="122082" y="114484"/>
                </a:lnTo>
                <a:lnTo>
                  <a:pt x="139860" y="105820"/>
                </a:lnTo>
                <a:lnTo>
                  <a:pt x="158351" y="97656"/>
                </a:lnTo>
                <a:lnTo>
                  <a:pt x="178474" y="89611"/>
                </a:lnTo>
                <a:lnTo>
                  <a:pt x="178213" y="89698"/>
                </a:lnTo>
                <a:lnTo>
                  <a:pt x="199441" y="81990"/>
                </a:lnTo>
                <a:lnTo>
                  <a:pt x="199197" y="82059"/>
                </a:lnTo>
                <a:lnTo>
                  <a:pt x="221452" y="74699"/>
                </a:lnTo>
                <a:lnTo>
                  <a:pt x="221226" y="74786"/>
                </a:lnTo>
                <a:lnTo>
                  <a:pt x="244490" y="67791"/>
                </a:lnTo>
                <a:lnTo>
                  <a:pt x="244264" y="67861"/>
                </a:lnTo>
                <a:lnTo>
                  <a:pt x="268456" y="61256"/>
                </a:lnTo>
                <a:lnTo>
                  <a:pt x="293419" y="55106"/>
                </a:lnTo>
                <a:lnTo>
                  <a:pt x="293228" y="55159"/>
                </a:lnTo>
                <a:lnTo>
                  <a:pt x="319222" y="49382"/>
                </a:lnTo>
                <a:lnTo>
                  <a:pt x="345881" y="44057"/>
                </a:lnTo>
                <a:lnTo>
                  <a:pt x="345707" y="44092"/>
                </a:lnTo>
                <a:lnTo>
                  <a:pt x="373356" y="39185"/>
                </a:lnTo>
                <a:lnTo>
                  <a:pt x="373182" y="39220"/>
                </a:lnTo>
                <a:lnTo>
                  <a:pt x="401561" y="34766"/>
                </a:lnTo>
                <a:lnTo>
                  <a:pt x="401405" y="34783"/>
                </a:lnTo>
                <a:lnTo>
                  <a:pt x="430515" y="30816"/>
                </a:lnTo>
                <a:lnTo>
                  <a:pt x="430341" y="30833"/>
                </a:lnTo>
                <a:lnTo>
                  <a:pt x="460025" y="27348"/>
                </a:lnTo>
                <a:lnTo>
                  <a:pt x="490389" y="24360"/>
                </a:lnTo>
                <a:lnTo>
                  <a:pt x="490233" y="24378"/>
                </a:lnTo>
                <a:lnTo>
                  <a:pt x="521240" y="21889"/>
                </a:lnTo>
                <a:lnTo>
                  <a:pt x="521083" y="21907"/>
                </a:lnTo>
                <a:lnTo>
                  <a:pt x="552647" y="19941"/>
                </a:lnTo>
                <a:lnTo>
                  <a:pt x="552508" y="19958"/>
                </a:lnTo>
                <a:lnTo>
                  <a:pt x="584576" y="18531"/>
                </a:lnTo>
                <a:lnTo>
                  <a:pt x="584437" y="18549"/>
                </a:lnTo>
                <a:lnTo>
                  <a:pt x="616975" y="17679"/>
                </a:lnTo>
                <a:lnTo>
                  <a:pt x="616836" y="17696"/>
                </a:lnTo>
                <a:lnTo>
                  <a:pt x="649740" y="17401"/>
                </a:lnTo>
                <a:lnTo>
                  <a:pt x="682644" y="17696"/>
                </a:lnTo>
                <a:lnTo>
                  <a:pt x="682504" y="17679"/>
                </a:lnTo>
                <a:lnTo>
                  <a:pt x="715060" y="18549"/>
                </a:lnTo>
                <a:lnTo>
                  <a:pt x="714904" y="18531"/>
                </a:lnTo>
                <a:lnTo>
                  <a:pt x="746972" y="19958"/>
                </a:lnTo>
                <a:lnTo>
                  <a:pt x="746833" y="19941"/>
                </a:lnTo>
                <a:lnTo>
                  <a:pt x="778397" y="21907"/>
                </a:lnTo>
                <a:lnTo>
                  <a:pt x="778240" y="21889"/>
                </a:lnTo>
                <a:lnTo>
                  <a:pt x="809247" y="24378"/>
                </a:lnTo>
                <a:lnTo>
                  <a:pt x="809091" y="24360"/>
                </a:lnTo>
                <a:lnTo>
                  <a:pt x="839454" y="27348"/>
                </a:lnTo>
                <a:lnTo>
                  <a:pt x="869139" y="30833"/>
                </a:lnTo>
                <a:lnTo>
                  <a:pt x="868965" y="30816"/>
                </a:lnTo>
                <a:lnTo>
                  <a:pt x="898075" y="34783"/>
                </a:lnTo>
                <a:lnTo>
                  <a:pt x="897919" y="34766"/>
                </a:lnTo>
                <a:lnTo>
                  <a:pt x="926316" y="39220"/>
                </a:lnTo>
                <a:lnTo>
                  <a:pt x="926142" y="39185"/>
                </a:lnTo>
                <a:lnTo>
                  <a:pt x="953773" y="44092"/>
                </a:lnTo>
                <a:lnTo>
                  <a:pt x="953599" y="44057"/>
                </a:lnTo>
                <a:lnTo>
                  <a:pt x="980258" y="49382"/>
                </a:lnTo>
                <a:lnTo>
                  <a:pt x="1006252" y="55159"/>
                </a:lnTo>
                <a:lnTo>
                  <a:pt x="1006061" y="55106"/>
                </a:lnTo>
                <a:lnTo>
                  <a:pt x="1031024" y="61256"/>
                </a:lnTo>
                <a:lnTo>
                  <a:pt x="1055216" y="67861"/>
                </a:lnTo>
                <a:lnTo>
                  <a:pt x="1054990" y="67791"/>
                </a:lnTo>
                <a:lnTo>
                  <a:pt x="1078254" y="74786"/>
                </a:lnTo>
                <a:lnTo>
                  <a:pt x="1078028" y="74699"/>
                </a:lnTo>
                <a:lnTo>
                  <a:pt x="1100283" y="82059"/>
                </a:lnTo>
                <a:lnTo>
                  <a:pt x="1100039" y="81990"/>
                </a:lnTo>
                <a:lnTo>
                  <a:pt x="1121267" y="89698"/>
                </a:lnTo>
                <a:lnTo>
                  <a:pt x="1121006" y="89611"/>
                </a:lnTo>
                <a:lnTo>
                  <a:pt x="1141129" y="97656"/>
                </a:lnTo>
                <a:lnTo>
                  <a:pt x="1159803" y="105901"/>
                </a:lnTo>
                <a:lnTo>
                  <a:pt x="1177397" y="114484"/>
                </a:lnTo>
                <a:lnTo>
                  <a:pt x="1193530" y="123207"/>
                </a:lnTo>
                <a:lnTo>
                  <a:pt x="1208748" y="132386"/>
                </a:lnTo>
                <a:lnTo>
                  <a:pt x="1215715" y="136958"/>
                </a:lnTo>
                <a:lnTo>
                  <a:pt x="1222588" y="141759"/>
                </a:lnTo>
                <a:lnTo>
                  <a:pt x="1222380" y="141603"/>
                </a:lnTo>
                <a:lnTo>
                  <a:pt x="1228957" y="146492"/>
                </a:lnTo>
                <a:lnTo>
                  <a:pt x="1228748" y="146318"/>
                </a:lnTo>
                <a:lnTo>
                  <a:pt x="1234995" y="151277"/>
                </a:lnTo>
                <a:lnTo>
                  <a:pt x="1234769" y="151103"/>
                </a:lnTo>
                <a:lnTo>
                  <a:pt x="1240479" y="155940"/>
                </a:lnTo>
                <a:lnTo>
                  <a:pt x="1245821" y="160815"/>
                </a:lnTo>
                <a:lnTo>
                  <a:pt x="1250985" y="165893"/>
                </a:lnTo>
                <a:lnTo>
                  <a:pt x="1255545" y="170779"/>
                </a:lnTo>
                <a:lnTo>
                  <a:pt x="1259681" y="175587"/>
                </a:lnTo>
                <a:lnTo>
                  <a:pt x="1263573" y="180573"/>
                </a:lnTo>
                <a:lnTo>
                  <a:pt x="1267210" y="185760"/>
                </a:lnTo>
                <a:lnTo>
                  <a:pt x="1270281" y="190643"/>
                </a:lnTo>
                <a:lnTo>
                  <a:pt x="1272951" y="195473"/>
                </a:lnTo>
                <a:lnTo>
                  <a:pt x="1275457" y="200717"/>
                </a:lnTo>
                <a:lnTo>
                  <a:pt x="1277482" y="205747"/>
                </a:lnTo>
                <a:lnTo>
                  <a:pt x="1279069" y="210555"/>
                </a:lnTo>
                <a:lnTo>
                  <a:pt x="1280372" y="215626"/>
                </a:lnTo>
                <a:lnTo>
                  <a:pt x="1281334" y="220835"/>
                </a:lnTo>
                <a:lnTo>
                  <a:pt x="1281879" y="225802"/>
                </a:lnTo>
                <a:lnTo>
                  <a:pt x="1282068" y="230987"/>
                </a:lnTo>
                <a:lnTo>
                  <a:pt x="1281879" y="236173"/>
                </a:lnTo>
                <a:lnTo>
                  <a:pt x="1281334" y="241140"/>
                </a:lnTo>
                <a:lnTo>
                  <a:pt x="1280372" y="246348"/>
                </a:lnTo>
                <a:lnTo>
                  <a:pt x="1279069" y="251420"/>
                </a:lnTo>
                <a:lnTo>
                  <a:pt x="1277482" y="256227"/>
                </a:lnTo>
                <a:lnTo>
                  <a:pt x="1275457" y="261258"/>
                </a:lnTo>
                <a:lnTo>
                  <a:pt x="1272951" y="266502"/>
                </a:lnTo>
                <a:lnTo>
                  <a:pt x="1270281" y="271332"/>
                </a:lnTo>
                <a:lnTo>
                  <a:pt x="1267210" y="276214"/>
                </a:lnTo>
                <a:lnTo>
                  <a:pt x="1263573" y="281401"/>
                </a:lnTo>
                <a:lnTo>
                  <a:pt x="1259681" y="286388"/>
                </a:lnTo>
                <a:lnTo>
                  <a:pt x="1255545" y="291195"/>
                </a:lnTo>
                <a:lnTo>
                  <a:pt x="1250985" y="296082"/>
                </a:lnTo>
                <a:lnTo>
                  <a:pt x="1245821" y="301160"/>
                </a:lnTo>
                <a:lnTo>
                  <a:pt x="1240479" y="306035"/>
                </a:lnTo>
                <a:lnTo>
                  <a:pt x="1234769" y="310872"/>
                </a:lnTo>
                <a:lnTo>
                  <a:pt x="1234995" y="310698"/>
                </a:lnTo>
                <a:lnTo>
                  <a:pt x="1228748" y="315657"/>
                </a:lnTo>
                <a:lnTo>
                  <a:pt x="1228957" y="315483"/>
                </a:lnTo>
                <a:lnTo>
                  <a:pt x="1222380" y="320372"/>
                </a:lnTo>
                <a:lnTo>
                  <a:pt x="1222588" y="320215"/>
                </a:lnTo>
                <a:lnTo>
                  <a:pt x="1215715" y="325017"/>
                </a:lnTo>
                <a:lnTo>
                  <a:pt x="1208748" y="329589"/>
                </a:lnTo>
                <a:lnTo>
                  <a:pt x="1193530" y="338768"/>
                </a:lnTo>
                <a:lnTo>
                  <a:pt x="1177397" y="347491"/>
                </a:lnTo>
                <a:lnTo>
                  <a:pt x="1159803" y="356074"/>
                </a:lnTo>
                <a:lnTo>
                  <a:pt x="1141129" y="364318"/>
                </a:lnTo>
                <a:lnTo>
                  <a:pt x="1121006" y="372364"/>
                </a:lnTo>
                <a:lnTo>
                  <a:pt x="1121267" y="372277"/>
                </a:lnTo>
                <a:lnTo>
                  <a:pt x="1100039" y="379985"/>
                </a:lnTo>
                <a:lnTo>
                  <a:pt x="1100283" y="379915"/>
                </a:lnTo>
                <a:lnTo>
                  <a:pt x="1078028" y="387276"/>
                </a:lnTo>
                <a:lnTo>
                  <a:pt x="1078254" y="387189"/>
                </a:lnTo>
                <a:lnTo>
                  <a:pt x="1054990" y="394184"/>
                </a:lnTo>
                <a:lnTo>
                  <a:pt x="1055216" y="394114"/>
                </a:lnTo>
                <a:lnTo>
                  <a:pt x="1031024" y="400718"/>
                </a:lnTo>
                <a:lnTo>
                  <a:pt x="1006061" y="406868"/>
                </a:lnTo>
                <a:lnTo>
                  <a:pt x="1006252" y="406816"/>
                </a:lnTo>
                <a:lnTo>
                  <a:pt x="980258" y="412592"/>
                </a:lnTo>
                <a:lnTo>
                  <a:pt x="953599" y="417917"/>
                </a:lnTo>
                <a:lnTo>
                  <a:pt x="953773" y="417883"/>
                </a:lnTo>
                <a:lnTo>
                  <a:pt x="926142" y="422789"/>
                </a:lnTo>
                <a:lnTo>
                  <a:pt x="926316" y="422755"/>
                </a:lnTo>
                <a:lnTo>
                  <a:pt x="897919" y="427209"/>
                </a:lnTo>
                <a:lnTo>
                  <a:pt x="898075" y="427192"/>
                </a:lnTo>
                <a:lnTo>
                  <a:pt x="868965" y="431159"/>
                </a:lnTo>
                <a:lnTo>
                  <a:pt x="869139" y="431142"/>
                </a:lnTo>
                <a:lnTo>
                  <a:pt x="839454" y="434627"/>
                </a:lnTo>
                <a:lnTo>
                  <a:pt x="809091" y="437614"/>
                </a:lnTo>
                <a:lnTo>
                  <a:pt x="809247" y="437597"/>
                </a:lnTo>
                <a:lnTo>
                  <a:pt x="778240" y="440085"/>
                </a:lnTo>
                <a:lnTo>
                  <a:pt x="778397" y="440068"/>
                </a:lnTo>
                <a:lnTo>
                  <a:pt x="746833" y="442034"/>
                </a:lnTo>
                <a:lnTo>
                  <a:pt x="746972" y="442017"/>
                </a:lnTo>
                <a:lnTo>
                  <a:pt x="714904" y="443443"/>
                </a:lnTo>
                <a:lnTo>
                  <a:pt x="715060" y="443426"/>
                </a:lnTo>
                <a:lnTo>
                  <a:pt x="682504" y="444296"/>
                </a:lnTo>
                <a:lnTo>
                  <a:pt x="682644" y="444279"/>
                </a:lnTo>
                <a:lnTo>
                  <a:pt x="649740" y="444574"/>
                </a:lnTo>
                <a:lnTo>
                  <a:pt x="616836" y="444279"/>
                </a:lnTo>
                <a:lnTo>
                  <a:pt x="616975" y="444296"/>
                </a:lnTo>
                <a:lnTo>
                  <a:pt x="584437" y="443426"/>
                </a:lnTo>
                <a:lnTo>
                  <a:pt x="584576" y="443443"/>
                </a:lnTo>
                <a:lnTo>
                  <a:pt x="552508" y="442017"/>
                </a:lnTo>
                <a:lnTo>
                  <a:pt x="552647" y="442034"/>
                </a:lnTo>
                <a:lnTo>
                  <a:pt x="521083" y="440068"/>
                </a:lnTo>
                <a:lnTo>
                  <a:pt x="521240" y="440085"/>
                </a:lnTo>
                <a:lnTo>
                  <a:pt x="490233" y="437597"/>
                </a:lnTo>
                <a:lnTo>
                  <a:pt x="490389" y="437614"/>
                </a:lnTo>
                <a:lnTo>
                  <a:pt x="460025" y="434627"/>
                </a:lnTo>
                <a:lnTo>
                  <a:pt x="430341" y="431142"/>
                </a:lnTo>
                <a:lnTo>
                  <a:pt x="430515" y="431159"/>
                </a:lnTo>
                <a:lnTo>
                  <a:pt x="401405" y="427192"/>
                </a:lnTo>
                <a:lnTo>
                  <a:pt x="401561" y="427209"/>
                </a:lnTo>
                <a:lnTo>
                  <a:pt x="373182" y="422755"/>
                </a:lnTo>
                <a:lnTo>
                  <a:pt x="373356" y="422789"/>
                </a:lnTo>
                <a:lnTo>
                  <a:pt x="345707" y="417883"/>
                </a:lnTo>
                <a:lnTo>
                  <a:pt x="345881" y="417917"/>
                </a:lnTo>
                <a:lnTo>
                  <a:pt x="319222" y="412592"/>
                </a:lnTo>
                <a:lnTo>
                  <a:pt x="293228" y="406816"/>
                </a:lnTo>
                <a:lnTo>
                  <a:pt x="293419" y="406868"/>
                </a:lnTo>
                <a:lnTo>
                  <a:pt x="268456" y="400718"/>
                </a:lnTo>
                <a:lnTo>
                  <a:pt x="244264" y="394114"/>
                </a:lnTo>
                <a:lnTo>
                  <a:pt x="244490" y="394184"/>
                </a:lnTo>
                <a:lnTo>
                  <a:pt x="221226" y="387189"/>
                </a:lnTo>
                <a:lnTo>
                  <a:pt x="221452" y="387276"/>
                </a:lnTo>
                <a:lnTo>
                  <a:pt x="199197" y="379915"/>
                </a:lnTo>
                <a:lnTo>
                  <a:pt x="199441" y="379985"/>
                </a:lnTo>
                <a:lnTo>
                  <a:pt x="178213" y="372277"/>
                </a:lnTo>
                <a:lnTo>
                  <a:pt x="178474" y="372364"/>
                </a:lnTo>
                <a:lnTo>
                  <a:pt x="158351" y="364318"/>
                </a:lnTo>
                <a:lnTo>
                  <a:pt x="139860" y="356154"/>
                </a:lnTo>
                <a:lnTo>
                  <a:pt x="122082" y="347490"/>
                </a:lnTo>
                <a:lnTo>
                  <a:pt x="105950" y="338768"/>
                </a:lnTo>
                <a:lnTo>
                  <a:pt x="90732" y="329589"/>
                </a:lnTo>
                <a:lnTo>
                  <a:pt x="83765" y="325017"/>
                </a:lnTo>
                <a:lnTo>
                  <a:pt x="76891" y="320215"/>
                </a:lnTo>
                <a:lnTo>
                  <a:pt x="77100" y="320372"/>
                </a:lnTo>
                <a:lnTo>
                  <a:pt x="70523" y="315483"/>
                </a:lnTo>
                <a:lnTo>
                  <a:pt x="70732" y="315657"/>
                </a:lnTo>
                <a:lnTo>
                  <a:pt x="64485" y="310698"/>
                </a:lnTo>
                <a:lnTo>
                  <a:pt x="64711" y="310872"/>
                </a:lnTo>
                <a:lnTo>
                  <a:pt x="59001" y="306035"/>
                </a:lnTo>
                <a:lnTo>
                  <a:pt x="53659" y="301160"/>
                </a:lnTo>
                <a:lnTo>
                  <a:pt x="48495" y="296082"/>
                </a:lnTo>
                <a:lnTo>
                  <a:pt x="43935" y="291195"/>
                </a:lnTo>
                <a:lnTo>
                  <a:pt x="39798" y="286388"/>
                </a:lnTo>
                <a:lnTo>
                  <a:pt x="35907" y="281401"/>
                </a:lnTo>
                <a:lnTo>
                  <a:pt x="32270" y="276214"/>
                </a:lnTo>
                <a:lnTo>
                  <a:pt x="29341" y="271559"/>
                </a:lnTo>
                <a:lnTo>
                  <a:pt x="26522" y="266487"/>
                </a:lnTo>
                <a:lnTo>
                  <a:pt x="24132" y="261485"/>
                </a:lnTo>
                <a:lnTo>
                  <a:pt x="21996" y="256220"/>
                </a:lnTo>
                <a:lnTo>
                  <a:pt x="20411" y="251420"/>
                </a:lnTo>
                <a:lnTo>
                  <a:pt x="19107" y="246348"/>
                </a:lnTo>
                <a:lnTo>
                  <a:pt x="18146" y="241140"/>
                </a:lnTo>
                <a:lnTo>
                  <a:pt x="17601" y="236173"/>
                </a:lnTo>
                <a:lnTo>
                  <a:pt x="17412" y="230987"/>
                </a:lnTo>
                <a:lnTo>
                  <a:pt x="17601" y="225802"/>
                </a:lnTo>
                <a:lnTo>
                  <a:pt x="18146" y="220835"/>
                </a:lnTo>
                <a:lnTo>
                  <a:pt x="19107" y="215626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SafetyViolations">
            <a:extLst xmlns:a="http://schemas.openxmlformats.org/drawingml/2006/main">
              <a:ext uri="{FF2B5EF4-FFF2-40B4-BE49-F238E27FC236}">
                <a16:creationId xmlns:a16="http://schemas.microsoft.com/office/drawing/2014/main" id="{949F1561-85E1-4576-873B-FB0DAE87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362" y="2717656"/>
            <a:ext cx="1109213" cy="131591"/>
          </a:xfrm>
          <a:custGeom xmlns:a="http://schemas.openxmlformats.org/drawingml/2006/main">
            <a:pathLst>
              <a:path w="1109213" h="131591">
                <a:moveTo>
                  <a:pt x="0" y="69489"/>
                </a:moveTo>
                <a:lnTo>
                  <a:pt x="19698" y="67574"/>
                </a:lnTo>
                <a:cubicBezTo>
                  <a:pt x="20883" y="74209"/>
                  <a:pt x="23288" y="79083"/>
                  <a:pt x="26913" y="82195"/>
                </a:cubicBezTo>
                <a:cubicBezTo>
                  <a:pt x="30538" y="85305"/>
                  <a:pt x="35428" y="86861"/>
                  <a:pt x="41584" y="86861"/>
                </a:cubicBezTo>
                <a:cubicBezTo>
                  <a:pt x="48104" y="86861"/>
                  <a:pt x="53017" y="85477"/>
                  <a:pt x="56323" y="82710"/>
                </a:cubicBezTo>
                <a:cubicBezTo>
                  <a:pt x="59628" y="79943"/>
                  <a:pt x="61281" y="76706"/>
                  <a:pt x="61281" y="73000"/>
                </a:cubicBezTo>
                <a:cubicBezTo>
                  <a:pt x="61281" y="70622"/>
                  <a:pt x="60586" y="68599"/>
                  <a:pt x="59195" y="66930"/>
                </a:cubicBezTo>
                <a:cubicBezTo>
                  <a:pt x="57805" y="65260"/>
                  <a:pt x="55377" y="63808"/>
                  <a:pt x="51911" y="62572"/>
                </a:cubicBezTo>
                <a:cubicBezTo>
                  <a:pt x="49540" y="61750"/>
                  <a:pt x="44137" y="60288"/>
                  <a:pt x="35702" y="58186"/>
                </a:cubicBezTo>
                <a:cubicBezTo>
                  <a:pt x="24850" y="55491"/>
                  <a:pt x="17235" y="52178"/>
                  <a:pt x="12858" y="48248"/>
                </a:cubicBezTo>
                <a:cubicBezTo>
                  <a:pt x="6703" y="42719"/>
                  <a:pt x="3625" y="35980"/>
                  <a:pt x="3625" y="28031"/>
                </a:cubicBezTo>
                <a:cubicBezTo>
                  <a:pt x="3625" y="22914"/>
                  <a:pt x="5073" y="18129"/>
                  <a:pt x="7968" y="13675"/>
                </a:cubicBezTo>
                <a:cubicBezTo>
                  <a:pt x="10863" y="9219"/>
                  <a:pt x="15035" y="5826"/>
                  <a:pt x="20484" y="3497"/>
                </a:cubicBezTo>
                <a:cubicBezTo>
                  <a:pt x="25933" y="1166"/>
                  <a:pt x="32510" y="0"/>
                  <a:pt x="40216" y="0"/>
                </a:cubicBezTo>
                <a:cubicBezTo>
                  <a:pt x="52800" y="0"/>
                  <a:pt x="62273" y="2771"/>
                  <a:pt x="68634" y="8314"/>
                </a:cubicBezTo>
                <a:cubicBezTo>
                  <a:pt x="74994" y="13856"/>
                  <a:pt x="78334" y="21252"/>
                  <a:pt x="78653" y="30504"/>
                </a:cubicBezTo>
                <a:lnTo>
                  <a:pt x="58409" y="31325"/>
                </a:lnTo>
                <a:cubicBezTo>
                  <a:pt x="57542" y="26172"/>
                  <a:pt x="55684" y="22468"/>
                  <a:pt x="52835" y="20210"/>
                </a:cubicBezTo>
                <a:cubicBezTo>
                  <a:pt x="49985" y="17953"/>
                  <a:pt x="45710" y="16825"/>
                  <a:pt x="40011" y="16825"/>
                </a:cubicBezTo>
                <a:cubicBezTo>
                  <a:pt x="34129" y="16825"/>
                  <a:pt x="29524" y="18034"/>
                  <a:pt x="26195" y="20452"/>
                </a:cubicBezTo>
                <a:cubicBezTo>
                  <a:pt x="24052" y="22002"/>
                  <a:pt x="22980" y="24078"/>
                  <a:pt x="22980" y="26678"/>
                </a:cubicBezTo>
                <a:cubicBezTo>
                  <a:pt x="22980" y="29050"/>
                  <a:pt x="23984" y="31080"/>
                  <a:pt x="25990" y="32767"/>
                </a:cubicBezTo>
                <a:cubicBezTo>
                  <a:pt x="28543" y="34912"/>
                  <a:pt x="34744" y="37149"/>
                  <a:pt x="44593" y="39478"/>
                </a:cubicBezTo>
                <a:cubicBezTo>
                  <a:pt x="54442" y="41808"/>
                  <a:pt x="61726" y="44218"/>
                  <a:pt x="66445" y="46709"/>
                </a:cubicBezTo>
                <a:cubicBezTo>
                  <a:pt x="71164" y="49198"/>
                  <a:pt x="74858" y="52602"/>
                  <a:pt x="77525" y="56919"/>
                </a:cubicBezTo>
                <a:cubicBezTo>
                  <a:pt x="80192" y="61235"/>
                  <a:pt x="81526" y="66568"/>
                  <a:pt x="81526" y="72919"/>
                </a:cubicBezTo>
                <a:cubicBezTo>
                  <a:pt x="81526" y="78674"/>
                  <a:pt x="79930" y="84064"/>
                  <a:pt x="76738" y="89090"/>
                </a:cubicBezTo>
                <a:cubicBezTo>
                  <a:pt x="73547" y="94115"/>
                  <a:pt x="69033" y="97850"/>
                  <a:pt x="63196" y="100294"/>
                </a:cubicBezTo>
                <a:cubicBezTo>
                  <a:pt x="57360" y="102737"/>
                  <a:pt x="50087" y="103959"/>
                  <a:pt x="41379" y="103959"/>
                </a:cubicBezTo>
                <a:cubicBezTo>
                  <a:pt x="28703" y="103959"/>
                  <a:pt x="18968" y="101024"/>
                  <a:pt x="12174" y="95153"/>
                </a:cubicBezTo>
                <a:cubicBezTo>
                  <a:pt x="5380" y="89283"/>
                  <a:pt x="1322" y="80728"/>
                  <a:pt x="0" y="69489"/>
                </a:cubicBezTo>
                <a:close/>
                <a:moveTo>
                  <a:pt x="112446" y="51843"/>
                </a:moveTo>
                <a:lnTo>
                  <a:pt x="95006" y="48697"/>
                </a:lnTo>
                <a:cubicBezTo>
                  <a:pt x="96966" y="41582"/>
                  <a:pt x="100340" y="36316"/>
                  <a:pt x="105128" y="32898"/>
                </a:cubicBezTo>
                <a:cubicBezTo>
                  <a:pt x="109915" y="29478"/>
                  <a:pt x="117028" y="27768"/>
                  <a:pt x="126467" y="27768"/>
                </a:cubicBezTo>
                <a:cubicBezTo>
                  <a:pt x="135039" y="27768"/>
                  <a:pt x="141422" y="28783"/>
                  <a:pt x="145617" y="30812"/>
                </a:cubicBezTo>
                <a:cubicBezTo>
                  <a:pt x="149812" y="32841"/>
                  <a:pt x="152764" y="35417"/>
                  <a:pt x="154474" y="38540"/>
                </a:cubicBezTo>
                <a:cubicBezTo>
                  <a:pt x="156184" y="41663"/>
                  <a:pt x="157039" y="47397"/>
                  <a:pt x="157039" y="55741"/>
                </a:cubicBezTo>
                <a:lnTo>
                  <a:pt x="156834" y="78175"/>
                </a:lnTo>
                <a:cubicBezTo>
                  <a:pt x="156834" y="84558"/>
                  <a:pt x="157142" y="89266"/>
                  <a:pt x="157757" y="92298"/>
                </a:cubicBezTo>
                <a:cubicBezTo>
                  <a:pt x="158373" y="95330"/>
                  <a:pt x="159524" y="98579"/>
                  <a:pt x="161211" y="102044"/>
                </a:cubicBezTo>
                <a:lnTo>
                  <a:pt x="142198" y="102044"/>
                </a:lnTo>
                <a:cubicBezTo>
                  <a:pt x="141696" y="100768"/>
                  <a:pt x="141080" y="98875"/>
                  <a:pt x="140351" y="96367"/>
                </a:cubicBezTo>
                <a:cubicBezTo>
                  <a:pt x="140032" y="95228"/>
                  <a:pt x="139804" y="94475"/>
                  <a:pt x="139667" y="94110"/>
                </a:cubicBezTo>
                <a:cubicBezTo>
                  <a:pt x="136384" y="97302"/>
                  <a:pt x="132873" y="99696"/>
                  <a:pt x="129134" y="101292"/>
                </a:cubicBezTo>
                <a:cubicBezTo>
                  <a:pt x="125395" y="102888"/>
                  <a:pt x="121406" y="103686"/>
                  <a:pt x="117165" y="103686"/>
                </a:cubicBezTo>
                <a:cubicBezTo>
                  <a:pt x="109687" y="103686"/>
                  <a:pt x="103794" y="101665"/>
                  <a:pt x="99485" y="97624"/>
                </a:cubicBezTo>
                <a:cubicBezTo>
                  <a:pt x="95177" y="93583"/>
                  <a:pt x="93022" y="88475"/>
                  <a:pt x="93022" y="82300"/>
                </a:cubicBezTo>
                <a:cubicBezTo>
                  <a:pt x="93022" y="78213"/>
                  <a:pt x="94002" y="74570"/>
                  <a:pt x="95963" y="71369"/>
                </a:cubicBezTo>
                <a:cubicBezTo>
                  <a:pt x="97924" y="68168"/>
                  <a:pt x="100671" y="65715"/>
                  <a:pt x="104205" y="64013"/>
                </a:cubicBezTo>
                <a:cubicBezTo>
                  <a:pt x="107738" y="62310"/>
                  <a:pt x="112834" y="60823"/>
                  <a:pt x="119491" y="59552"/>
                </a:cubicBezTo>
                <a:cubicBezTo>
                  <a:pt x="128473" y="57872"/>
                  <a:pt x="134697" y="56306"/>
                  <a:pt x="138162" y="54852"/>
                </a:cubicBezTo>
                <a:lnTo>
                  <a:pt x="138162" y="52916"/>
                </a:lnTo>
                <a:cubicBezTo>
                  <a:pt x="138162" y="49181"/>
                  <a:pt x="137250" y="46519"/>
                  <a:pt x="135427" y="44929"/>
                </a:cubicBezTo>
                <a:cubicBezTo>
                  <a:pt x="133603" y="43337"/>
                  <a:pt x="130160" y="42541"/>
                  <a:pt x="125099" y="42541"/>
                </a:cubicBezTo>
                <a:cubicBezTo>
                  <a:pt x="121679" y="42541"/>
                  <a:pt x="119012" y="43229"/>
                  <a:pt x="117097" y="44606"/>
                </a:cubicBezTo>
                <a:cubicBezTo>
                  <a:pt x="115182" y="45981"/>
                  <a:pt x="113632" y="48393"/>
                  <a:pt x="112446" y="51843"/>
                </a:cubicBezTo>
                <a:moveTo>
                  <a:pt x="138162" y="67437"/>
                </a:moveTo>
                <a:cubicBezTo>
                  <a:pt x="135700" y="68247"/>
                  <a:pt x="131802" y="69216"/>
                  <a:pt x="126467" y="70343"/>
                </a:cubicBezTo>
                <a:cubicBezTo>
                  <a:pt x="121132" y="71469"/>
                  <a:pt x="117644" y="72573"/>
                  <a:pt x="116003" y="73654"/>
                </a:cubicBezTo>
                <a:cubicBezTo>
                  <a:pt x="113495" y="75411"/>
                  <a:pt x="112241" y="77641"/>
                  <a:pt x="112241" y="80344"/>
                </a:cubicBezTo>
                <a:cubicBezTo>
                  <a:pt x="112241" y="83003"/>
                  <a:pt x="113244" y="85301"/>
                  <a:pt x="115250" y="87239"/>
                </a:cubicBezTo>
                <a:cubicBezTo>
                  <a:pt x="117256" y="89175"/>
                  <a:pt x="119810" y="90144"/>
                  <a:pt x="122910" y="90144"/>
                </a:cubicBezTo>
                <a:cubicBezTo>
                  <a:pt x="126376" y="90144"/>
                  <a:pt x="129681" y="89017"/>
                  <a:pt x="132828" y="86765"/>
                </a:cubicBezTo>
                <a:cubicBezTo>
                  <a:pt x="135153" y="85053"/>
                  <a:pt x="136680" y="82958"/>
                  <a:pt x="137410" y="80479"/>
                </a:cubicBezTo>
                <a:cubicBezTo>
                  <a:pt x="137912" y="78857"/>
                  <a:pt x="138162" y="75772"/>
                  <a:pt x="138162" y="71222"/>
                </a:cubicBezTo>
                <a:lnTo>
                  <a:pt x="138162" y="67437"/>
                </a:lnTo>
                <a:close/>
                <a:moveTo>
                  <a:pt x="167102" y="29410"/>
                </a:moveTo>
                <a:lnTo>
                  <a:pt x="177772" y="29410"/>
                </a:lnTo>
                <a:lnTo>
                  <a:pt x="177772" y="23925"/>
                </a:lnTo>
                <a:cubicBezTo>
                  <a:pt x="177772" y="17801"/>
                  <a:pt x="178422" y="13231"/>
                  <a:pt x="179721" y="10214"/>
                </a:cubicBezTo>
                <a:cubicBezTo>
                  <a:pt x="181021" y="7198"/>
                  <a:pt x="183414" y="4741"/>
                  <a:pt x="186903" y="2845"/>
                </a:cubicBezTo>
                <a:cubicBezTo>
                  <a:pt x="190391" y="948"/>
                  <a:pt x="194802" y="0"/>
                  <a:pt x="200137" y="0"/>
                </a:cubicBezTo>
                <a:cubicBezTo>
                  <a:pt x="205608" y="0"/>
                  <a:pt x="210966" y="821"/>
                  <a:pt x="216210" y="2462"/>
                </a:cubicBezTo>
                <a:lnTo>
                  <a:pt x="213611" y="15867"/>
                </a:lnTo>
                <a:cubicBezTo>
                  <a:pt x="210556" y="15138"/>
                  <a:pt x="207615" y="14773"/>
                  <a:pt x="204788" y="14773"/>
                </a:cubicBezTo>
                <a:cubicBezTo>
                  <a:pt x="202006" y="14773"/>
                  <a:pt x="200011" y="15426"/>
                  <a:pt x="198803" y="16733"/>
                </a:cubicBezTo>
                <a:cubicBezTo>
                  <a:pt x="197595" y="18038"/>
                  <a:pt x="196991" y="20546"/>
                  <a:pt x="196991" y="24256"/>
                </a:cubicBezTo>
                <a:lnTo>
                  <a:pt x="196991" y="29410"/>
                </a:lnTo>
                <a:lnTo>
                  <a:pt x="211354" y="29410"/>
                </a:lnTo>
                <a:lnTo>
                  <a:pt x="211354" y="44593"/>
                </a:lnTo>
                <a:lnTo>
                  <a:pt x="196991" y="44593"/>
                </a:lnTo>
                <a:lnTo>
                  <a:pt x="196991" y="102044"/>
                </a:lnTo>
                <a:lnTo>
                  <a:pt x="177772" y="102044"/>
                </a:lnTo>
                <a:lnTo>
                  <a:pt x="177772" y="44593"/>
                </a:lnTo>
                <a:lnTo>
                  <a:pt x="167102" y="44593"/>
                </a:lnTo>
                <a:lnTo>
                  <a:pt x="167102" y="29410"/>
                </a:lnTo>
                <a:close/>
                <a:moveTo>
                  <a:pt x="263688" y="78927"/>
                </a:moveTo>
                <a:lnTo>
                  <a:pt x="282838" y="82210"/>
                </a:lnTo>
                <a:cubicBezTo>
                  <a:pt x="280376" y="89209"/>
                  <a:pt x="276489" y="94538"/>
                  <a:pt x="271177" y="98197"/>
                </a:cubicBezTo>
                <a:cubicBezTo>
                  <a:pt x="265865" y="101856"/>
                  <a:pt x="259220" y="103686"/>
                  <a:pt x="251240" y="103686"/>
                </a:cubicBezTo>
                <a:cubicBezTo>
                  <a:pt x="238610" y="103686"/>
                  <a:pt x="229263" y="99559"/>
                  <a:pt x="223199" y="91306"/>
                </a:cubicBezTo>
                <a:cubicBezTo>
                  <a:pt x="218411" y="84695"/>
                  <a:pt x="216017" y="76351"/>
                  <a:pt x="216017" y="66274"/>
                </a:cubicBezTo>
                <a:cubicBezTo>
                  <a:pt x="216017" y="54237"/>
                  <a:pt x="219163" y="44810"/>
                  <a:pt x="225456" y="37993"/>
                </a:cubicBezTo>
                <a:cubicBezTo>
                  <a:pt x="231748" y="31176"/>
                  <a:pt x="239704" y="27768"/>
                  <a:pt x="249325" y="27768"/>
                </a:cubicBezTo>
                <a:cubicBezTo>
                  <a:pt x="260132" y="27768"/>
                  <a:pt x="268658" y="31336"/>
                  <a:pt x="274905" y="38472"/>
                </a:cubicBezTo>
                <a:cubicBezTo>
                  <a:pt x="281151" y="45608"/>
                  <a:pt x="284138" y="56539"/>
                  <a:pt x="283864" y="71267"/>
                </a:cubicBezTo>
                <a:lnTo>
                  <a:pt x="235715" y="71267"/>
                </a:lnTo>
                <a:cubicBezTo>
                  <a:pt x="235852" y="76966"/>
                  <a:pt x="237402" y="81401"/>
                  <a:pt x="240366" y="84569"/>
                </a:cubicBezTo>
                <a:cubicBezTo>
                  <a:pt x="243329" y="87738"/>
                  <a:pt x="247023" y="89323"/>
                  <a:pt x="251445" y="89323"/>
                </a:cubicBezTo>
                <a:cubicBezTo>
                  <a:pt x="254455" y="89323"/>
                  <a:pt x="256985" y="88502"/>
                  <a:pt x="259037" y="86861"/>
                </a:cubicBezTo>
                <a:cubicBezTo>
                  <a:pt x="261089" y="85219"/>
                  <a:pt x="262639" y="82575"/>
                  <a:pt x="263688" y="78927"/>
                </a:cubicBezTo>
                <a:moveTo>
                  <a:pt x="264782" y="59503"/>
                </a:moveTo>
                <a:cubicBezTo>
                  <a:pt x="264646" y="53963"/>
                  <a:pt x="263209" y="49751"/>
                  <a:pt x="260474" y="46867"/>
                </a:cubicBezTo>
                <a:cubicBezTo>
                  <a:pt x="257738" y="43983"/>
                  <a:pt x="254409" y="42541"/>
                  <a:pt x="250488" y="42541"/>
                </a:cubicBezTo>
                <a:cubicBezTo>
                  <a:pt x="246293" y="42541"/>
                  <a:pt x="242828" y="44062"/>
                  <a:pt x="240092" y="47104"/>
                </a:cubicBezTo>
                <a:cubicBezTo>
                  <a:pt x="237356" y="50148"/>
                  <a:pt x="236011" y="54281"/>
                  <a:pt x="236057" y="59503"/>
                </a:cubicBezTo>
                <a:lnTo>
                  <a:pt x="264782" y="59503"/>
                </a:lnTo>
                <a:close/>
                <a:moveTo>
                  <a:pt x="332365" y="29410"/>
                </a:moveTo>
                <a:lnTo>
                  <a:pt x="332365" y="44730"/>
                </a:lnTo>
                <a:lnTo>
                  <a:pt x="319233" y="44730"/>
                </a:lnTo>
                <a:lnTo>
                  <a:pt x="319233" y="73956"/>
                </a:lnTo>
                <a:cubicBezTo>
                  <a:pt x="319233" y="79874"/>
                  <a:pt x="319358" y="83323"/>
                  <a:pt x="319609" y="84302"/>
                </a:cubicBezTo>
                <a:cubicBezTo>
                  <a:pt x="319860" y="85280"/>
                  <a:pt x="320430" y="86088"/>
                  <a:pt x="321319" y="86726"/>
                </a:cubicBezTo>
                <a:cubicBezTo>
                  <a:pt x="322208" y="87363"/>
                  <a:pt x="323291" y="87681"/>
                  <a:pt x="324568" y="87681"/>
                </a:cubicBezTo>
                <a:cubicBezTo>
                  <a:pt x="326346" y="87681"/>
                  <a:pt x="328922" y="87066"/>
                  <a:pt x="332296" y="85835"/>
                </a:cubicBezTo>
                <a:lnTo>
                  <a:pt x="333938" y="100800"/>
                </a:lnTo>
                <a:cubicBezTo>
                  <a:pt x="329469" y="102724"/>
                  <a:pt x="324408" y="103686"/>
                  <a:pt x="318754" y="103686"/>
                </a:cubicBezTo>
                <a:cubicBezTo>
                  <a:pt x="315289" y="103686"/>
                  <a:pt x="312166" y="103104"/>
                  <a:pt x="309384" y="101942"/>
                </a:cubicBezTo>
                <a:cubicBezTo>
                  <a:pt x="306603" y="100779"/>
                  <a:pt x="304562" y="99274"/>
                  <a:pt x="303263" y="97428"/>
                </a:cubicBezTo>
                <a:cubicBezTo>
                  <a:pt x="301963" y="95581"/>
                  <a:pt x="301063" y="93085"/>
                  <a:pt x="300561" y="89938"/>
                </a:cubicBezTo>
                <a:cubicBezTo>
                  <a:pt x="300151" y="87704"/>
                  <a:pt x="299946" y="83190"/>
                  <a:pt x="299946" y="76396"/>
                </a:cubicBezTo>
                <a:lnTo>
                  <a:pt x="299946" y="44730"/>
                </a:lnTo>
                <a:lnTo>
                  <a:pt x="291123" y="44730"/>
                </a:lnTo>
                <a:lnTo>
                  <a:pt x="291123" y="29410"/>
                </a:lnTo>
                <a:lnTo>
                  <a:pt x="299946" y="29410"/>
                </a:lnTo>
                <a:lnTo>
                  <a:pt x="299946" y="14910"/>
                </a:lnTo>
                <a:lnTo>
                  <a:pt x="319233" y="3556"/>
                </a:lnTo>
                <a:lnTo>
                  <a:pt x="319233" y="29410"/>
                </a:lnTo>
                <a:lnTo>
                  <a:pt x="332365" y="29410"/>
                </a:lnTo>
                <a:close/>
                <a:moveTo>
                  <a:pt x="336071" y="29410"/>
                </a:moveTo>
                <a:lnTo>
                  <a:pt x="356521" y="29410"/>
                </a:lnTo>
                <a:lnTo>
                  <a:pt x="373893" y="81028"/>
                </a:lnTo>
                <a:lnTo>
                  <a:pt x="390855" y="29410"/>
                </a:lnTo>
                <a:lnTo>
                  <a:pt x="410758" y="29410"/>
                </a:lnTo>
                <a:lnTo>
                  <a:pt x="385110" y="99332"/>
                </a:lnTo>
                <a:lnTo>
                  <a:pt x="380527" y="112030"/>
                </a:lnTo>
                <a:cubicBezTo>
                  <a:pt x="378840" y="116270"/>
                  <a:pt x="377233" y="119508"/>
                  <a:pt x="375706" y="121742"/>
                </a:cubicBezTo>
                <a:cubicBezTo>
                  <a:pt x="374178" y="123976"/>
                  <a:pt x="372423" y="125788"/>
                  <a:pt x="370439" y="127179"/>
                </a:cubicBezTo>
                <a:cubicBezTo>
                  <a:pt x="368456" y="128570"/>
                  <a:pt x="366016" y="129653"/>
                  <a:pt x="363121" y="130428"/>
                </a:cubicBezTo>
                <a:cubicBezTo>
                  <a:pt x="360226" y="131203"/>
                  <a:pt x="356954" y="131591"/>
                  <a:pt x="353306" y="131591"/>
                </a:cubicBezTo>
                <a:cubicBezTo>
                  <a:pt x="349613" y="131591"/>
                  <a:pt x="345988" y="131203"/>
                  <a:pt x="342432" y="130428"/>
                </a:cubicBezTo>
                <a:lnTo>
                  <a:pt x="340722" y="115381"/>
                </a:lnTo>
                <a:cubicBezTo>
                  <a:pt x="343731" y="115974"/>
                  <a:pt x="346444" y="116270"/>
                  <a:pt x="348861" y="116270"/>
                </a:cubicBezTo>
                <a:cubicBezTo>
                  <a:pt x="353329" y="116270"/>
                  <a:pt x="356635" y="114959"/>
                  <a:pt x="358778" y="112338"/>
                </a:cubicBezTo>
                <a:cubicBezTo>
                  <a:pt x="360921" y="109716"/>
                  <a:pt x="362563" y="106376"/>
                  <a:pt x="363702" y="102318"/>
                </a:cubicBezTo>
                <a:lnTo>
                  <a:pt x="336071" y="29410"/>
                </a:lnTo>
                <a:close/>
                <a:moveTo>
                  <a:pt x="486595" y="102044"/>
                </a:moveTo>
                <a:lnTo>
                  <a:pt x="450756" y="1778"/>
                </a:lnTo>
                <a:lnTo>
                  <a:pt x="472711" y="1778"/>
                </a:lnTo>
                <a:lnTo>
                  <a:pt x="498085" y="75918"/>
                </a:lnTo>
                <a:lnTo>
                  <a:pt x="522639" y="1778"/>
                </a:lnTo>
                <a:lnTo>
                  <a:pt x="544114" y="1778"/>
                </a:lnTo>
                <a:lnTo>
                  <a:pt x="508207" y="102044"/>
                </a:lnTo>
                <a:lnTo>
                  <a:pt x="486595" y="102044"/>
                </a:lnTo>
                <a:close/>
                <a:moveTo>
                  <a:pt x="553970" y="19561"/>
                </a:moveTo>
                <a:lnTo>
                  <a:pt x="553970" y="1778"/>
                </a:lnTo>
                <a:lnTo>
                  <a:pt x="573188" y="1778"/>
                </a:lnTo>
                <a:lnTo>
                  <a:pt x="573188" y="19561"/>
                </a:lnTo>
                <a:lnTo>
                  <a:pt x="553970" y="19561"/>
                </a:lnTo>
                <a:moveTo>
                  <a:pt x="553970" y="102044"/>
                </a:moveTo>
                <a:lnTo>
                  <a:pt x="553970" y="29410"/>
                </a:lnTo>
                <a:lnTo>
                  <a:pt x="573188" y="29410"/>
                </a:lnTo>
                <a:lnTo>
                  <a:pt x="573188" y="102044"/>
                </a:lnTo>
                <a:lnTo>
                  <a:pt x="553970" y="102044"/>
                </a:lnTo>
                <a:close/>
                <a:moveTo>
                  <a:pt x="587805" y="64701"/>
                </a:moveTo>
                <a:cubicBezTo>
                  <a:pt x="587805" y="58317"/>
                  <a:pt x="589378" y="52139"/>
                  <a:pt x="592524" y="46166"/>
                </a:cubicBezTo>
                <a:cubicBezTo>
                  <a:pt x="595670" y="40193"/>
                  <a:pt x="600127" y="35633"/>
                  <a:pt x="605895" y="32487"/>
                </a:cubicBezTo>
                <a:cubicBezTo>
                  <a:pt x="611663" y="29341"/>
                  <a:pt x="618103" y="27768"/>
                  <a:pt x="625216" y="27768"/>
                </a:cubicBezTo>
                <a:cubicBezTo>
                  <a:pt x="636205" y="27768"/>
                  <a:pt x="645210" y="31336"/>
                  <a:pt x="652232" y="38472"/>
                </a:cubicBezTo>
                <a:cubicBezTo>
                  <a:pt x="659254" y="45608"/>
                  <a:pt x="662765" y="54624"/>
                  <a:pt x="662765" y="65522"/>
                </a:cubicBezTo>
                <a:cubicBezTo>
                  <a:pt x="662765" y="76510"/>
                  <a:pt x="659220" y="85618"/>
                  <a:pt x="652130" y="92845"/>
                </a:cubicBezTo>
                <a:cubicBezTo>
                  <a:pt x="645039" y="100072"/>
                  <a:pt x="636114" y="103686"/>
                  <a:pt x="625353" y="103686"/>
                </a:cubicBezTo>
                <a:cubicBezTo>
                  <a:pt x="618696" y="103686"/>
                  <a:pt x="612347" y="102181"/>
                  <a:pt x="606305" y="99172"/>
                </a:cubicBezTo>
                <a:cubicBezTo>
                  <a:pt x="600264" y="96162"/>
                  <a:pt x="595670" y="91751"/>
                  <a:pt x="592524" y="85937"/>
                </a:cubicBezTo>
                <a:cubicBezTo>
                  <a:pt x="589378" y="80124"/>
                  <a:pt x="587805" y="73045"/>
                  <a:pt x="587805" y="64701"/>
                </a:cubicBezTo>
                <a:moveTo>
                  <a:pt x="607502" y="65727"/>
                </a:moveTo>
                <a:cubicBezTo>
                  <a:pt x="607502" y="72908"/>
                  <a:pt x="609212" y="78408"/>
                  <a:pt x="612632" y="82227"/>
                </a:cubicBezTo>
                <a:cubicBezTo>
                  <a:pt x="616052" y="86046"/>
                  <a:pt x="620269" y="87955"/>
                  <a:pt x="625285" y="87955"/>
                </a:cubicBezTo>
                <a:cubicBezTo>
                  <a:pt x="630300" y="87955"/>
                  <a:pt x="634507" y="86046"/>
                  <a:pt x="637904" y="82227"/>
                </a:cubicBezTo>
                <a:cubicBezTo>
                  <a:pt x="641301" y="78408"/>
                  <a:pt x="642999" y="72863"/>
                  <a:pt x="642999" y="65590"/>
                </a:cubicBezTo>
                <a:cubicBezTo>
                  <a:pt x="642999" y="58500"/>
                  <a:pt x="641301" y="53045"/>
                  <a:pt x="637904" y="49227"/>
                </a:cubicBezTo>
                <a:cubicBezTo>
                  <a:pt x="634507" y="45408"/>
                  <a:pt x="630300" y="43499"/>
                  <a:pt x="625285" y="43499"/>
                </a:cubicBezTo>
                <a:cubicBezTo>
                  <a:pt x="620269" y="43499"/>
                  <a:pt x="616052" y="45408"/>
                  <a:pt x="612632" y="49227"/>
                </a:cubicBezTo>
                <a:cubicBezTo>
                  <a:pt x="609212" y="53045"/>
                  <a:pt x="607502" y="58545"/>
                  <a:pt x="607502" y="65727"/>
                </a:cubicBezTo>
                <a:close/>
                <a:moveTo>
                  <a:pt x="677511" y="102044"/>
                </a:moveTo>
                <a:lnTo>
                  <a:pt x="677511" y="1778"/>
                </a:lnTo>
                <a:lnTo>
                  <a:pt x="696730" y="1778"/>
                </a:lnTo>
                <a:lnTo>
                  <a:pt x="696730" y="102044"/>
                </a:lnTo>
                <a:lnTo>
                  <a:pt x="677511" y="102044"/>
                </a:lnTo>
                <a:close/>
                <a:moveTo>
                  <a:pt x="730155" y="51843"/>
                </a:moveTo>
                <a:lnTo>
                  <a:pt x="712714" y="48697"/>
                </a:lnTo>
                <a:cubicBezTo>
                  <a:pt x="714675" y="41582"/>
                  <a:pt x="718049" y="36316"/>
                  <a:pt x="722837" y="32898"/>
                </a:cubicBezTo>
                <a:cubicBezTo>
                  <a:pt x="727624" y="29478"/>
                  <a:pt x="734737" y="27768"/>
                  <a:pt x="744176" y="27768"/>
                </a:cubicBezTo>
                <a:cubicBezTo>
                  <a:pt x="752748" y="27768"/>
                  <a:pt x="759131" y="28783"/>
                  <a:pt x="763326" y="30812"/>
                </a:cubicBezTo>
                <a:cubicBezTo>
                  <a:pt x="767521" y="32841"/>
                  <a:pt x="770473" y="35417"/>
                  <a:pt x="772183" y="38540"/>
                </a:cubicBezTo>
                <a:cubicBezTo>
                  <a:pt x="773893" y="41663"/>
                  <a:pt x="774748" y="47397"/>
                  <a:pt x="774748" y="55741"/>
                </a:cubicBezTo>
                <a:lnTo>
                  <a:pt x="774543" y="78175"/>
                </a:lnTo>
                <a:cubicBezTo>
                  <a:pt x="774543" y="84558"/>
                  <a:pt x="774850" y="89266"/>
                  <a:pt x="775466" y="92298"/>
                </a:cubicBezTo>
                <a:cubicBezTo>
                  <a:pt x="776081" y="95330"/>
                  <a:pt x="777233" y="98579"/>
                  <a:pt x="778920" y="102044"/>
                </a:cubicBezTo>
                <a:lnTo>
                  <a:pt x="759906" y="102044"/>
                </a:lnTo>
                <a:cubicBezTo>
                  <a:pt x="759405" y="100768"/>
                  <a:pt x="758789" y="98875"/>
                  <a:pt x="758060" y="96367"/>
                </a:cubicBezTo>
                <a:cubicBezTo>
                  <a:pt x="757740" y="95228"/>
                  <a:pt x="757512" y="94475"/>
                  <a:pt x="757376" y="94110"/>
                </a:cubicBezTo>
                <a:cubicBezTo>
                  <a:pt x="754093" y="97302"/>
                  <a:pt x="750582" y="99696"/>
                  <a:pt x="746843" y="101292"/>
                </a:cubicBezTo>
                <a:cubicBezTo>
                  <a:pt x="743104" y="102888"/>
                  <a:pt x="739114" y="103686"/>
                  <a:pt x="734874" y="103686"/>
                </a:cubicBezTo>
                <a:cubicBezTo>
                  <a:pt x="727396" y="103686"/>
                  <a:pt x="721503" y="101665"/>
                  <a:pt x="717194" y="97624"/>
                </a:cubicBezTo>
                <a:cubicBezTo>
                  <a:pt x="712885" y="93583"/>
                  <a:pt x="710731" y="88475"/>
                  <a:pt x="710731" y="82300"/>
                </a:cubicBezTo>
                <a:cubicBezTo>
                  <a:pt x="710731" y="78213"/>
                  <a:pt x="711711" y="74570"/>
                  <a:pt x="713672" y="71369"/>
                </a:cubicBezTo>
                <a:cubicBezTo>
                  <a:pt x="715632" y="68168"/>
                  <a:pt x="718379" y="65715"/>
                  <a:pt x="721913" y="64013"/>
                </a:cubicBezTo>
                <a:cubicBezTo>
                  <a:pt x="725447" y="62310"/>
                  <a:pt x="730542" y="60823"/>
                  <a:pt x="737199" y="59552"/>
                </a:cubicBezTo>
                <a:cubicBezTo>
                  <a:pt x="746182" y="57872"/>
                  <a:pt x="752406" y="56306"/>
                  <a:pt x="755871" y="54852"/>
                </a:cubicBezTo>
                <a:lnTo>
                  <a:pt x="755871" y="52916"/>
                </a:lnTo>
                <a:cubicBezTo>
                  <a:pt x="755871" y="49181"/>
                  <a:pt x="754959" y="46519"/>
                  <a:pt x="753135" y="44929"/>
                </a:cubicBezTo>
                <a:cubicBezTo>
                  <a:pt x="751311" y="43337"/>
                  <a:pt x="747869" y="42541"/>
                  <a:pt x="742808" y="42541"/>
                </a:cubicBezTo>
                <a:cubicBezTo>
                  <a:pt x="739388" y="42541"/>
                  <a:pt x="736721" y="43229"/>
                  <a:pt x="734806" y="44606"/>
                </a:cubicBezTo>
                <a:cubicBezTo>
                  <a:pt x="732890" y="45981"/>
                  <a:pt x="731340" y="48393"/>
                  <a:pt x="730155" y="51843"/>
                </a:cubicBezTo>
                <a:moveTo>
                  <a:pt x="755871" y="67437"/>
                </a:moveTo>
                <a:cubicBezTo>
                  <a:pt x="753409" y="68247"/>
                  <a:pt x="749510" y="69216"/>
                  <a:pt x="744176" y="70343"/>
                </a:cubicBezTo>
                <a:cubicBezTo>
                  <a:pt x="738841" y="71469"/>
                  <a:pt x="735353" y="72573"/>
                  <a:pt x="733711" y="73654"/>
                </a:cubicBezTo>
                <a:cubicBezTo>
                  <a:pt x="731203" y="75411"/>
                  <a:pt x="729950" y="77641"/>
                  <a:pt x="729950" y="80344"/>
                </a:cubicBezTo>
                <a:cubicBezTo>
                  <a:pt x="729950" y="83003"/>
                  <a:pt x="730953" y="85301"/>
                  <a:pt x="732959" y="87239"/>
                </a:cubicBezTo>
                <a:cubicBezTo>
                  <a:pt x="734965" y="89175"/>
                  <a:pt x="737518" y="90144"/>
                  <a:pt x="740619" y="90144"/>
                </a:cubicBezTo>
                <a:cubicBezTo>
                  <a:pt x="744084" y="90144"/>
                  <a:pt x="747390" y="89017"/>
                  <a:pt x="750536" y="86765"/>
                </a:cubicBezTo>
                <a:cubicBezTo>
                  <a:pt x="752862" y="85053"/>
                  <a:pt x="754389" y="82958"/>
                  <a:pt x="755119" y="80479"/>
                </a:cubicBezTo>
                <a:cubicBezTo>
                  <a:pt x="755620" y="78857"/>
                  <a:pt x="755871" y="75772"/>
                  <a:pt x="755871" y="71222"/>
                </a:cubicBezTo>
                <a:lnTo>
                  <a:pt x="755871" y="67437"/>
                </a:lnTo>
                <a:close/>
                <a:moveTo>
                  <a:pt x="826530" y="29410"/>
                </a:moveTo>
                <a:lnTo>
                  <a:pt x="826530" y="44730"/>
                </a:lnTo>
                <a:lnTo>
                  <a:pt x="813399" y="44730"/>
                </a:lnTo>
                <a:lnTo>
                  <a:pt x="813399" y="73956"/>
                </a:lnTo>
                <a:cubicBezTo>
                  <a:pt x="813399" y="79874"/>
                  <a:pt x="813524" y="83323"/>
                  <a:pt x="813775" y="84302"/>
                </a:cubicBezTo>
                <a:cubicBezTo>
                  <a:pt x="814026" y="85280"/>
                  <a:pt x="814596" y="86088"/>
                  <a:pt x="815485" y="86726"/>
                </a:cubicBezTo>
                <a:cubicBezTo>
                  <a:pt x="816374" y="87363"/>
                  <a:pt x="817457" y="87681"/>
                  <a:pt x="818733" y="87681"/>
                </a:cubicBezTo>
                <a:cubicBezTo>
                  <a:pt x="820512" y="87681"/>
                  <a:pt x="823088" y="87066"/>
                  <a:pt x="826462" y="85835"/>
                </a:cubicBezTo>
                <a:lnTo>
                  <a:pt x="828104" y="100800"/>
                </a:lnTo>
                <a:cubicBezTo>
                  <a:pt x="823635" y="102724"/>
                  <a:pt x="818574" y="103686"/>
                  <a:pt x="812920" y="103686"/>
                </a:cubicBezTo>
                <a:cubicBezTo>
                  <a:pt x="809455" y="103686"/>
                  <a:pt x="806331" y="103104"/>
                  <a:pt x="803550" y="101942"/>
                </a:cubicBezTo>
                <a:cubicBezTo>
                  <a:pt x="800769" y="100779"/>
                  <a:pt x="798728" y="99274"/>
                  <a:pt x="797429" y="97428"/>
                </a:cubicBezTo>
                <a:cubicBezTo>
                  <a:pt x="796129" y="95581"/>
                  <a:pt x="795229" y="93085"/>
                  <a:pt x="794727" y="89938"/>
                </a:cubicBezTo>
                <a:cubicBezTo>
                  <a:pt x="794317" y="87704"/>
                  <a:pt x="794112" y="83190"/>
                  <a:pt x="794112" y="76396"/>
                </a:cubicBezTo>
                <a:lnTo>
                  <a:pt x="794112" y="44730"/>
                </a:lnTo>
                <a:lnTo>
                  <a:pt x="785289" y="44730"/>
                </a:lnTo>
                <a:lnTo>
                  <a:pt x="785289" y="29410"/>
                </a:lnTo>
                <a:lnTo>
                  <a:pt x="794112" y="29410"/>
                </a:lnTo>
                <a:lnTo>
                  <a:pt x="794112" y="14910"/>
                </a:lnTo>
                <a:lnTo>
                  <a:pt x="813399" y="3556"/>
                </a:lnTo>
                <a:lnTo>
                  <a:pt x="813399" y="29410"/>
                </a:lnTo>
                <a:lnTo>
                  <a:pt x="826530" y="29410"/>
                </a:lnTo>
                <a:close/>
                <a:moveTo>
                  <a:pt x="839334" y="19561"/>
                </a:moveTo>
                <a:lnTo>
                  <a:pt x="839334" y="1778"/>
                </a:lnTo>
                <a:lnTo>
                  <a:pt x="858553" y="1778"/>
                </a:lnTo>
                <a:lnTo>
                  <a:pt x="858553" y="19561"/>
                </a:lnTo>
                <a:lnTo>
                  <a:pt x="839334" y="19561"/>
                </a:lnTo>
                <a:moveTo>
                  <a:pt x="839334" y="102044"/>
                </a:moveTo>
                <a:lnTo>
                  <a:pt x="839334" y="29410"/>
                </a:lnTo>
                <a:lnTo>
                  <a:pt x="858553" y="29410"/>
                </a:lnTo>
                <a:lnTo>
                  <a:pt x="858553" y="102044"/>
                </a:lnTo>
                <a:lnTo>
                  <a:pt x="839334" y="102044"/>
                </a:lnTo>
                <a:close/>
                <a:moveTo>
                  <a:pt x="873169" y="64701"/>
                </a:moveTo>
                <a:cubicBezTo>
                  <a:pt x="873169" y="58317"/>
                  <a:pt x="874742" y="52139"/>
                  <a:pt x="877888" y="46166"/>
                </a:cubicBezTo>
                <a:cubicBezTo>
                  <a:pt x="881034" y="40193"/>
                  <a:pt x="885491" y="35633"/>
                  <a:pt x="891259" y="32487"/>
                </a:cubicBezTo>
                <a:cubicBezTo>
                  <a:pt x="897027" y="29341"/>
                  <a:pt x="903467" y="27768"/>
                  <a:pt x="910580" y="27768"/>
                </a:cubicBezTo>
                <a:cubicBezTo>
                  <a:pt x="921569" y="27768"/>
                  <a:pt x="930574" y="31336"/>
                  <a:pt x="937596" y="38472"/>
                </a:cubicBezTo>
                <a:cubicBezTo>
                  <a:pt x="944618" y="45608"/>
                  <a:pt x="948129" y="54624"/>
                  <a:pt x="948129" y="65522"/>
                </a:cubicBezTo>
                <a:cubicBezTo>
                  <a:pt x="948129" y="76510"/>
                  <a:pt x="944583" y="85618"/>
                  <a:pt x="937493" y="92845"/>
                </a:cubicBezTo>
                <a:cubicBezTo>
                  <a:pt x="930403" y="100072"/>
                  <a:pt x="921478" y="103686"/>
                  <a:pt x="910717" y="103686"/>
                </a:cubicBezTo>
                <a:cubicBezTo>
                  <a:pt x="904060" y="103686"/>
                  <a:pt x="897711" y="102181"/>
                  <a:pt x="891669" y="99172"/>
                </a:cubicBezTo>
                <a:cubicBezTo>
                  <a:pt x="885628" y="96162"/>
                  <a:pt x="881034" y="91751"/>
                  <a:pt x="877888" y="85937"/>
                </a:cubicBezTo>
                <a:cubicBezTo>
                  <a:pt x="874742" y="80124"/>
                  <a:pt x="873169" y="73045"/>
                  <a:pt x="873169" y="64701"/>
                </a:cubicBezTo>
                <a:moveTo>
                  <a:pt x="892866" y="65727"/>
                </a:moveTo>
                <a:cubicBezTo>
                  <a:pt x="892866" y="72908"/>
                  <a:pt x="894576" y="78408"/>
                  <a:pt x="897996" y="82227"/>
                </a:cubicBezTo>
                <a:cubicBezTo>
                  <a:pt x="901415" y="86046"/>
                  <a:pt x="905633" y="87955"/>
                  <a:pt x="910649" y="87955"/>
                </a:cubicBezTo>
                <a:cubicBezTo>
                  <a:pt x="915664" y="87955"/>
                  <a:pt x="919870" y="86046"/>
                  <a:pt x="923267" y="82227"/>
                </a:cubicBezTo>
                <a:cubicBezTo>
                  <a:pt x="926664" y="78408"/>
                  <a:pt x="928363" y="72863"/>
                  <a:pt x="928363" y="65590"/>
                </a:cubicBezTo>
                <a:cubicBezTo>
                  <a:pt x="928363" y="58500"/>
                  <a:pt x="926664" y="53045"/>
                  <a:pt x="923267" y="49227"/>
                </a:cubicBezTo>
                <a:cubicBezTo>
                  <a:pt x="919870" y="45408"/>
                  <a:pt x="915664" y="43499"/>
                  <a:pt x="910649" y="43499"/>
                </a:cubicBezTo>
                <a:cubicBezTo>
                  <a:pt x="905633" y="43499"/>
                  <a:pt x="901415" y="45408"/>
                  <a:pt x="897996" y="49227"/>
                </a:cubicBezTo>
                <a:cubicBezTo>
                  <a:pt x="894576" y="53045"/>
                  <a:pt x="892866" y="58545"/>
                  <a:pt x="892866" y="65727"/>
                </a:cubicBezTo>
                <a:close/>
                <a:moveTo>
                  <a:pt x="1028945" y="102044"/>
                </a:moveTo>
                <a:lnTo>
                  <a:pt x="1009726" y="102044"/>
                </a:lnTo>
                <a:lnTo>
                  <a:pt x="1009726" y="65017"/>
                </a:lnTo>
                <a:cubicBezTo>
                  <a:pt x="1009726" y="57183"/>
                  <a:pt x="1009316" y="52116"/>
                  <a:pt x="1008495" y="49817"/>
                </a:cubicBezTo>
                <a:cubicBezTo>
                  <a:pt x="1007674" y="47517"/>
                  <a:pt x="1006341" y="45729"/>
                  <a:pt x="1004494" y="44454"/>
                </a:cubicBezTo>
                <a:cubicBezTo>
                  <a:pt x="1002647" y="43179"/>
                  <a:pt x="1000425" y="42541"/>
                  <a:pt x="997826" y="42541"/>
                </a:cubicBezTo>
                <a:cubicBezTo>
                  <a:pt x="994497" y="42541"/>
                  <a:pt x="991511" y="43452"/>
                  <a:pt x="988866" y="45275"/>
                </a:cubicBezTo>
                <a:cubicBezTo>
                  <a:pt x="986221" y="47096"/>
                  <a:pt x="984409" y="49510"/>
                  <a:pt x="983429" y="52516"/>
                </a:cubicBezTo>
                <a:cubicBezTo>
                  <a:pt x="982448" y="55521"/>
                  <a:pt x="981958" y="61077"/>
                  <a:pt x="981958" y="69185"/>
                </a:cubicBezTo>
                <a:lnTo>
                  <a:pt x="981958" y="102044"/>
                </a:lnTo>
                <a:lnTo>
                  <a:pt x="962739" y="102044"/>
                </a:lnTo>
                <a:lnTo>
                  <a:pt x="962739" y="29410"/>
                </a:lnTo>
                <a:lnTo>
                  <a:pt x="980590" y="29410"/>
                </a:lnTo>
                <a:lnTo>
                  <a:pt x="980590" y="40079"/>
                </a:lnTo>
                <a:cubicBezTo>
                  <a:pt x="986928" y="31872"/>
                  <a:pt x="994908" y="27768"/>
                  <a:pt x="1004528" y="27768"/>
                </a:cubicBezTo>
                <a:cubicBezTo>
                  <a:pt x="1008769" y="27768"/>
                  <a:pt x="1012644" y="28532"/>
                  <a:pt x="1016155" y="30059"/>
                </a:cubicBezTo>
                <a:cubicBezTo>
                  <a:pt x="1019666" y="31587"/>
                  <a:pt x="1022322" y="33536"/>
                  <a:pt x="1024123" y="35907"/>
                </a:cubicBezTo>
                <a:cubicBezTo>
                  <a:pt x="1025924" y="38278"/>
                  <a:pt x="1027178" y="40968"/>
                  <a:pt x="1027885" y="43977"/>
                </a:cubicBezTo>
                <a:cubicBezTo>
                  <a:pt x="1028592" y="46987"/>
                  <a:pt x="1028945" y="51296"/>
                  <a:pt x="1028945" y="56904"/>
                </a:cubicBezTo>
                <a:lnTo>
                  <a:pt x="1028945" y="102044"/>
                </a:lnTo>
                <a:close/>
                <a:moveTo>
                  <a:pt x="1041366" y="81389"/>
                </a:moveTo>
                <a:lnTo>
                  <a:pt x="1060653" y="78380"/>
                </a:lnTo>
                <a:cubicBezTo>
                  <a:pt x="1061474" y="82096"/>
                  <a:pt x="1063138" y="84917"/>
                  <a:pt x="1065646" y="86844"/>
                </a:cubicBezTo>
                <a:cubicBezTo>
                  <a:pt x="1068154" y="88770"/>
                  <a:pt x="1071665" y="89733"/>
                  <a:pt x="1076179" y="89733"/>
                </a:cubicBezTo>
                <a:cubicBezTo>
                  <a:pt x="1081149" y="89733"/>
                  <a:pt x="1084888" y="88823"/>
                  <a:pt x="1087395" y="87002"/>
                </a:cubicBezTo>
                <a:cubicBezTo>
                  <a:pt x="1089083" y="85726"/>
                  <a:pt x="1089926" y="84019"/>
                  <a:pt x="1089926" y="81879"/>
                </a:cubicBezTo>
                <a:cubicBezTo>
                  <a:pt x="1089926" y="80421"/>
                  <a:pt x="1089470" y="79214"/>
                  <a:pt x="1088558" y="78258"/>
                </a:cubicBezTo>
                <a:cubicBezTo>
                  <a:pt x="1087601" y="77347"/>
                  <a:pt x="1085458" y="76505"/>
                  <a:pt x="1082129" y="75732"/>
                </a:cubicBezTo>
                <a:cubicBezTo>
                  <a:pt x="1066626" y="72318"/>
                  <a:pt x="1056800" y="69199"/>
                  <a:pt x="1052651" y="66374"/>
                </a:cubicBezTo>
                <a:cubicBezTo>
                  <a:pt x="1046906" y="62456"/>
                  <a:pt x="1044034" y="57012"/>
                  <a:pt x="1044034" y="50043"/>
                </a:cubicBezTo>
                <a:cubicBezTo>
                  <a:pt x="1044034" y="43757"/>
                  <a:pt x="1046518" y="38472"/>
                  <a:pt x="1051488" y="34191"/>
                </a:cubicBezTo>
                <a:cubicBezTo>
                  <a:pt x="1056458" y="29909"/>
                  <a:pt x="1064164" y="27768"/>
                  <a:pt x="1074606" y="27768"/>
                </a:cubicBezTo>
                <a:cubicBezTo>
                  <a:pt x="1084546" y="27768"/>
                  <a:pt x="1091932" y="29381"/>
                  <a:pt x="1096765" y="32607"/>
                </a:cubicBezTo>
                <a:cubicBezTo>
                  <a:pt x="1101599" y="35833"/>
                  <a:pt x="1104927" y="40603"/>
                  <a:pt x="1106751" y="46918"/>
                </a:cubicBezTo>
                <a:lnTo>
                  <a:pt x="1088627" y="50338"/>
                </a:lnTo>
                <a:cubicBezTo>
                  <a:pt x="1087851" y="47511"/>
                  <a:pt x="1086381" y="45345"/>
                  <a:pt x="1084215" y="43841"/>
                </a:cubicBezTo>
                <a:cubicBezTo>
                  <a:pt x="1082049" y="42336"/>
                  <a:pt x="1078960" y="41584"/>
                  <a:pt x="1074948" y="41584"/>
                </a:cubicBezTo>
                <a:cubicBezTo>
                  <a:pt x="1069887" y="41584"/>
                  <a:pt x="1066262" y="42290"/>
                  <a:pt x="1064073" y="43702"/>
                </a:cubicBezTo>
                <a:cubicBezTo>
                  <a:pt x="1062614" y="44702"/>
                  <a:pt x="1061884" y="45999"/>
                  <a:pt x="1061884" y="47594"/>
                </a:cubicBezTo>
                <a:cubicBezTo>
                  <a:pt x="1061884" y="48959"/>
                  <a:pt x="1062523" y="50119"/>
                  <a:pt x="1063799" y="51076"/>
                </a:cubicBezTo>
                <a:cubicBezTo>
                  <a:pt x="1065532" y="52351"/>
                  <a:pt x="1071517" y="54150"/>
                  <a:pt x="1081753" y="56472"/>
                </a:cubicBezTo>
                <a:cubicBezTo>
                  <a:pt x="1091989" y="58795"/>
                  <a:pt x="1099136" y="61644"/>
                  <a:pt x="1103195" y="65019"/>
                </a:cubicBezTo>
                <a:cubicBezTo>
                  <a:pt x="1107207" y="68442"/>
                  <a:pt x="1109213" y="73210"/>
                  <a:pt x="1109213" y="79322"/>
                </a:cubicBezTo>
                <a:cubicBezTo>
                  <a:pt x="1109213" y="85984"/>
                  <a:pt x="1106432" y="91710"/>
                  <a:pt x="1100869" y="96500"/>
                </a:cubicBezTo>
                <a:cubicBezTo>
                  <a:pt x="1095306" y="101290"/>
                  <a:pt x="1087076" y="103686"/>
                  <a:pt x="1076179" y="103686"/>
                </a:cubicBezTo>
                <a:cubicBezTo>
                  <a:pt x="1066284" y="103686"/>
                  <a:pt x="1058453" y="101686"/>
                  <a:pt x="1052685" y="97686"/>
                </a:cubicBezTo>
                <a:cubicBezTo>
                  <a:pt x="1046917" y="93685"/>
                  <a:pt x="1043144" y="88253"/>
                  <a:pt x="1041366" y="813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B1949F-64D0-48AD-938A-441AAA28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547" y="2054319"/>
            <a:ext cx="69583" cy="490789"/>
          </a:xfrm>
          <a:custGeom xmlns:a="http://schemas.openxmlformats.org/drawingml/2006/main">
            <a:pathLst>
              <a:path w="69583" h="490789">
                <a:moveTo>
                  <a:pt x="38263" y="0"/>
                </a:moveTo>
                <a:lnTo>
                  <a:pt x="20863" y="209"/>
                </a:lnTo>
                <a:lnTo>
                  <a:pt x="26086" y="421297"/>
                </a:lnTo>
                <a:lnTo>
                  <a:pt x="0" y="421624"/>
                </a:lnTo>
                <a:lnTo>
                  <a:pt x="35653" y="490789"/>
                </a:lnTo>
                <a:lnTo>
                  <a:pt x="69583" y="420754"/>
                </a:lnTo>
                <a:lnTo>
                  <a:pt x="43486" y="421080"/>
                </a:lnTo>
                <a:lnTo>
                  <a:pt x="3826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211579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2026-09-05T14:43:20.5710000Z</dcterms:created>
  <dcterms:modified xsi:type="dcterms:W3CDTF">2026-09-05T14:43:20.5710000Z</dcterms:modified>
</coreProperties>
</file>