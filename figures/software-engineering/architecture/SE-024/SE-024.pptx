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68d43387474a2d" /><Relationship Type="http://schemas.openxmlformats.org/officeDocument/2006/relationships/extended-properties" Target="/docProps/app.xml" Id="R6354c7e3451f4530" /><Relationship Type="http://schemas.openxmlformats.org/officeDocument/2006/relationships/officeDocument" Target="/ppt/presentation.xml" Id="R307d5cd0ad4547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c86e5093484dde"/>
  </p:sldMasterIdLst>
  <p:notesMasterIdLst>
    <p:notesMasterId xmlns:r="http://schemas.openxmlformats.org/officeDocument/2006/relationships" r:id="Rfaeea205b144408a"/>
  </p:notesMasterIdLst>
  <p:sldIdLst>
    <p:sldId xmlns:r="http://schemas.openxmlformats.org/officeDocument/2006/relationships" id="256" r:id="Rea9bade1611d4f28"/>
  </p:sldIdLst>
  <p:sldSz cx="13801725" cy="63722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51464acf574232" /><Relationship Type="http://schemas.openxmlformats.org/officeDocument/2006/relationships/slideMaster" Target="/ppt/slideMasters/slideMaster1.xml" Id="R28c86e5093484dde" /><Relationship Type="http://schemas.openxmlformats.org/officeDocument/2006/relationships/notesMaster" Target="/ppt/notesMasters/notesMaster1.xml" Id="Rfaeea205b144408a" /><Relationship Type="http://schemas.openxmlformats.org/officeDocument/2006/relationships/presProps" Target="/ppt/presProps.xml" Id="R08d2f3bba5974d7d" /><Relationship Type="http://schemas.openxmlformats.org/officeDocument/2006/relationships/tableStyles" Target="/ppt/tableStyles.xml" Id="Rdd9b3d9483294bd7" /><Relationship Type="http://schemas.openxmlformats.org/officeDocument/2006/relationships/slide" Target="/ppt/slides/slide1.xml" Id="Rea9bade1611d4f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f47a8e9eb341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737489e7f54109" /><Relationship Type="http://schemas.openxmlformats.org/officeDocument/2006/relationships/notesMaster" Target="/ppt/notesMasters/notesMaster1.xml" Id="R3e610cca519d4667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素材ID：SE-024</ns1:t>
            </ns1:r>
          </ns1:p>
          <ns1:p>
            <ns1:r>
              <ns1:t>论文：LogMoE: Lightweight Expert Mixture for Cross-System Log Anomaly Detection</ns1:t>
            </ns1:r>
          </ns1:p>
          <ns1:p>
            <ns1:r>
              <ns1:t>会议：ASE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3，PDF第4页</ns1:t>
            </ns1:r>
          </ns1:p>
          <ns1:p>
            <ns1:r>
              <ns1:t>类型：系统架构</ns1:t>
            </ns1:r>
          </ns1:p>
          <ns1:p>
            <ns1:r>
              <ns1:t>借鉴点：训练阶段四列流水线连接异构系统、独立专家、适应性门控与双分支目标；下方独立推理泳道复用专家机制，适合多源迁移、专家混合和零样本部署系统。</ns1:t>
            </ns1:r>
          </ns1:p>
          <ns1:p>
            <ns1:r>
              <ns1:t>论文URL：https://doi.org/10.1109/ASE63991.2025.00035</ns1:t>
            </ns1:r>
          </ns1:p>
          <ns1:p>
            <ns1:r>
              <ns1:t>官方获奖URL：https://www2.sigsoft.org/awards/distinguishedpaper/#the-ieeeacm-international-conference-on-automated-software-engineering-ase-2025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a668bf9ef042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0e4b05d9e7449a" /><Relationship Type="http://schemas.openxmlformats.org/officeDocument/2006/relationships/slideLayout" Target="/ppt/slideLayouts/slideLayout1.xml" Id="R29a215ecb26341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a215ecb26341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fb82021744f22" /><Relationship Type="http://schemas.openxmlformats.org/officeDocument/2006/relationships/notesSlide" Target="/ppt/notesSlides/notesSlide1.xml" Id="R447987e314a247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1" name="SE-024-1">
            <a:extLst xmlns:a="http://schemas.openxmlformats.org/drawingml/2006/main">
              <a:ext uri="{FF2B5EF4-FFF2-40B4-BE49-F238E27FC236}">
                <a16:creationId xmlns:a16="http://schemas.microsoft.com/office/drawing/2014/main" id="{1B1AD55A-F36D-4C1F-B9F9-CE535AEA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76200"/>
            <a:ext cx="2628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Training Stage</a:t>
            </a:r>
          </a:p>
        </p:txBody>
      </p:sp>
      <p:sp>
        <p:nvSpPr>
          <p:cNvPr id="2" name="SE-024-path-2">
            <a:extLst xmlns:a="http://schemas.openxmlformats.org/drawingml/2006/main">
              <a:ext uri="{FF2B5EF4-FFF2-40B4-BE49-F238E27FC236}">
                <a16:creationId xmlns:a16="http://schemas.microsoft.com/office/drawing/2014/main" id="{B2B687AB-EA2A-4C36-9E7D-D98087D5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390525"/>
            <a:ext cx="1638300" cy="95"/>
          </a:xfrm>
          <a:custGeom xmlns:a="http://schemas.openxmlformats.org/drawingml/2006/main">
            <a:pathLst>
              <a:path w="1638300" h="95">
                <a:moveTo>
                  <a:pt x="0" y="0"/>
                </a:moveTo>
                <a:lnTo>
                  <a:pt x="1638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3" name="SE-024-path-3">
            <a:extLst xmlns:a="http://schemas.openxmlformats.org/drawingml/2006/main">
              <a:ext uri="{FF2B5EF4-FFF2-40B4-BE49-F238E27FC236}">
                <a16:creationId xmlns:a16="http://schemas.microsoft.com/office/drawing/2014/main" id="{A4C28FE0-553B-48E9-A1D3-5A5A0A5C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466725"/>
            <a:ext cx="13544550" cy="352425"/>
          </a:xfrm>
          <a:custGeom xmlns:a="http://schemas.openxmlformats.org/drawingml/2006/main">
            <a:pathLst>
              <a:path w="13544550" h="352425">
                <a:moveTo>
                  <a:pt x="0" y="0"/>
                </a:moveTo>
                <a:lnTo>
                  <a:pt x="13344525" y="0"/>
                </a:lnTo>
                <a:lnTo>
                  <a:pt x="13544550" y="180975"/>
                </a:lnTo>
                <a:lnTo>
                  <a:pt x="13344525" y="352425"/>
                </a:lnTo>
                <a:lnTo>
                  <a:pt x="0" y="352425"/>
                </a:lnTo>
                <a:close/>
              </a:path>
            </a:pathLst>
          </a:custGeom>
          <a:solidFill xmlns:a="http://schemas.openxmlformats.org/drawingml/2006/main">
            <a:srgbClr val="D7D7D7"/>
          </a:solidFill>
          <a:ln xmlns:a="http://schemas.openxmlformats.org/drawingml/2006/main" w="0">
            <a:noFill/>
          </a:ln>
        </p:spPr>
      </p:sp>
      <p:sp>
        <p:nvSpPr>
          <p:cNvPr id="4" name="SE-024-4">
            <a:extLst xmlns:a="http://schemas.openxmlformats.org/drawingml/2006/main">
              <a:ext uri="{FF2B5EF4-FFF2-40B4-BE49-F238E27FC236}">
                <a16:creationId xmlns:a16="http://schemas.microsoft.com/office/drawing/2014/main" id="{695E0892-D34D-4E01-9D06-7B4B651E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95300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Heterogeneous System</a:t>
            </a:r>
          </a:p>
        </p:txBody>
      </p:sp>
      <p:sp>
        <p:nvSpPr>
          <p:cNvPr id="5" name="SE-024-5">
            <a:extLst xmlns:a="http://schemas.openxmlformats.org/drawingml/2006/main">
              <a:ext uri="{FF2B5EF4-FFF2-40B4-BE49-F238E27FC236}">
                <a16:creationId xmlns:a16="http://schemas.microsoft.com/office/drawing/2014/main" id="{E9EFB3D3-5EF8-427B-A3DE-E41718E9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95300"/>
            <a:ext cx="3724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Representation &amp; Expert Training</a:t>
            </a:r>
          </a:p>
        </p:txBody>
      </p:sp>
      <p:sp>
        <p:nvSpPr>
          <p:cNvPr id="6" name="SE-024-6">
            <a:extLst xmlns:a="http://schemas.openxmlformats.org/drawingml/2006/main">
              <a:ext uri="{FF2B5EF4-FFF2-40B4-BE49-F238E27FC236}">
                <a16:creationId xmlns:a16="http://schemas.microsoft.com/office/drawing/2014/main" id="{E64B9E64-7B9B-462B-9579-E5D12AE8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Adaptive Expert Gating</a:t>
            </a:r>
          </a:p>
        </p:txBody>
      </p:sp>
      <p:sp>
        <p:nvSpPr>
          <p:cNvPr id="7" name="SE-024-7">
            <a:extLst xmlns:a="http://schemas.openxmlformats.org/drawingml/2006/main">
              <a:ext uri="{FF2B5EF4-FFF2-40B4-BE49-F238E27FC236}">
                <a16:creationId xmlns:a16="http://schemas.microsoft.com/office/drawing/2014/main" id="{62688080-2C5A-42CD-BA11-8AF5F62F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495300"/>
            <a:ext cx="180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Training Objective</a:t>
            </a:r>
          </a:p>
        </p:txBody>
      </p:sp>
      <p:sp>
        <p:nvSpPr>
          <p:cNvPr id="8" name="SE-024-8">
            <a:extLst xmlns:a="http://schemas.openxmlformats.org/drawingml/2006/main">
              <a:ext uri="{FF2B5EF4-FFF2-40B4-BE49-F238E27FC236}">
                <a16:creationId xmlns:a16="http://schemas.microsoft.com/office/drawing/2014/main" id="{4034D506-8333-49AA-8208-F7A52780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904875"/>
            <a:ext cx="1847850" cy="3419475"/>
          </a:xfrm>
          <a:prstGeom xmlns:a="http://schemas.openxmlformats.org/drawingml/2006/main" prst="roundRect">
            <a:avLst>
              <a:gd name="adj" fmla="val 12371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999999"/>
            </a:solidFill>
            <a:prstDash val="dash"/>
          </a:ln>
        </p:spPr>
      </p:sp>
      <p:sp>
        <p:nvSpPr>
          <p:cNvPr id="9" name="SE-024-9">
            <a:extLst xmlns:a="http://schemas.openxmlformats.org/drawingml/2006/main">
              <a:ext uri="{FF2B5EF4-FFF2-40B4-BE49-F238E27FC236}">
                <a16:creationId xmlns:a16="http://schemas.microsoft.com/office/drawing/2014/main" id="{1489F30E-1631-4349-AD24-693BE3BF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904875"/>
            <a:ext cx="3838575" cy="3419475"/>
          </a:xfrm>
          <a:prstGeom xmlns:a="http://schemas.openxmlformats.org/drawingml/2006/main" prst="roundRect">
            <a:avLst>
              <a:gd name="adj" fmla="val 6685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999999"/>
            </a:solidFill>
            <a:prstDash val="dash"/>
          </a:ln>
        </p:spPr>
      </p:sp>
      <p:sp>
        <p:nvSpPr>
          <p:cNvPr id="10" name="SE-024-10">
            <a:extLst xmlns:a="http://schemas.openxmlformats.org/drawingml/2006/main">
              <a:ext uri="{FF2B5EF4-FFF2-40B4-BE49-F238E27FC236}">
                <a16:creationId xmlns:a16="http://schemas.microsoft.com/office/drawing/2014/main" id="{A688ED14-62CB-419A-BC3F-92524521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04875"/>
            <a:ext cx="3905250" cy="3419475"/>
          </a:xfrm>
          <a:prstGeom xmlns:a="http://schemas.openxmlformats.org/drawingml/2006/main" prst="roundRect">
            <a:avLst>
              <a:gd name="adj" fmla="val 6685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999999"/>
            </a:solidFill>
            <a:prstDash val="dash"/>
          </a:ln>
        </p:spPr>
      </p:sp>
      <p:sp>
        <p:nvSpPr>
          <p:cNvPr id="11" name="SE-024-11">
            <a:extLst xmlns:a="http://schemas.openxmlformats.org/drawingml/2006/main">
              <a:ext uri="{FF2B5EF4-FFF2-40B4-BE49-F238E27FC236}">
                <a16:creationId xmlns:a16="http://schemas.microsoft.com/office/drawing/2014/main" id="{CD7470A0-1E3B-4D64-9858-16B0CE10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904875"/>
            <a:ext cx="1952625" cy="3419475"/>
          </a:xfrm>
          <a:prstGeom xmlns:a="http://schemas.openxmlformats.org/drawingml/2006/main" prst="roundRect">
            <a:avLst>
              <a:gd name="adj" fmla="val 1170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999999"/>
            </a:solidFill>
            <a:prstDash val="dash"/>
          </a:ln>
        </p:spPr>
      </p:sp>
      <p:sp>
        <p:nvSpPr>
          <p:cNvPr id="12" name="SE-024-12">
            <a:extLst xmlns:a="http://schemas.openxmlformats.org/drawingml/2006/main">
              <a:ext uri="{FF2B5EF4-FFF2-40B4-BE49-F238E27FC236}">
                <a16:creationId xmlns:a16="http://schemas.microsoft.com/office/drawing/2014/main" id="{DD158D2A-80E6-47BB-8706-EF51A7BB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14425"/>
            <a:ext cx="1562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 i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Supercomputer</a:t>
            </a:r>
          </a:p>
        </p:txBody>
      </p:sp>
      <p:sp>
        <p:nvSpPr>
          <p:cNvPr id="13" name="SE-024-13">
            <a:extLst xmlns:a="http://schemas.openxmlformats.org/drawingml/2006/main">
              <a:ext uri="{FF2B5EF4-FFF2-40B4-BE49-F238E27FC236}">
                <a16:creationId xmlns:a16="http://schemas.microsoft.com/office/drawing/2014/main" id="{1498836A-664A-4B2B-A6BA-2F080754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4953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4" name="SE-024-path-14">
            <a:extLst xmlns:a="http://schemas.openxmlformats.org/drawingml/2006/main">
              <a:ext uri="{FF2B5EF4-FFF2-40B4-BE49-F238E27FC236}">
                <a16:creationId xmlns:a16="http://schemas.microsoft.com/office/drawing/2014/main" id="{A34DD499-648D-4783-85D9-D9710823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15" name="SE-024-15">
            <a:extLst xmlns:a="http://schemas.openxmlformats.org/drawingml/2006/main">
              <a:ext uri="{FF2B5EF4-FFF2-40B4-BE49-F238E27FC236}">
                <a16:creationId xmlns:a16="http://schemas.microsoft.com/office/drawing/2014/main" id="{37C4F697-A756-479F-9592-C8B97983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5260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16" name="SE-024-16">
            <a:extLst xmlns:a="http://schemas.openxmlformats.org/drawingml/2006/main">
              <a:ext uri="{FF2B5EF4-FFF2-40B4-BE49-F238E27FC236}">
                <a16:creationId xmlns:a16="http://schemas.microsoft.com/office/drawing/2014/main" id="{62BBC9F6-033C-4BCA-8B25-4F27C99A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17" name="SE-024-17">
            <a:extLst xmlns:a="http://schemas.openxmlformats.org/drawingml/2006/main">
              <a:ext uri="{FF2B5EF4-FFF2-40B4-BE49-F238E27FC236}">
                <a16:creationId xmlns:a16="http://schemas.microsoft.com/office/drawing/2014/main" id="{93BAF2BD-5CEA-42D3-B870-DAAD5A38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5260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18" name="SE-024-18">
            <a:extLst xmlns:a="http://schemas.openxmlformats.org/drawingml/2006/main">
              <a:ext uri="{FF2B5EF4-FFF2-40B4-BE49-F238E27FC236}">
                <a16:creationId xmlns:a16="http://schemas.microsoft.com/office/drawing/2014/main" id="{CD9513E2-43A0-4629-A582-996C171E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76425"/>
            <a:ext cx="4953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19" name="SE-024-path-19">
            <a:extLst xmlns:a="http://schemas.openxmlformats.org/drawingml/2006/main">
              <a:ext uri="{FF2B5EF4-FFF2-40B4-BE49-F238E27FC236}">
                <a16:creationId xmlns:a16="http://schemas.microsoft.com/office/drawing/2014/main" id="{47972DC2-6FF8-4033-B600-F52100DF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33575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20" name="SE-024-20">
            <a:extLst xmlns:a="http://schemas.openxmlformats.org/drawingml/2006/main">
              <a:ext uri="{FF2B5EF4-FFF2-40B4-BE49-F238E27FC236}">
                <a16:creationId xmlns:a16="http://schemas.microsoft.com/office/drawing/2014/main" id="{EBD881D1-D2CF-49F0-B407-17AD14E2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91452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21" name="SE-024-21">
            <a:extLst xmlns:a="http://schemas.openxmlformats.org/drawingml/2006/main">
              <a:ext uri="{FF2B5EF4-FFF2-40B4-BE49-F238E27FC236}">
                <a16:creationId xmlns:a16="http://schemas.microsoft.com/office/drawing/2014/main" id="{B8FE60C4-18FE-48F6-9345-29FED61B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22" name="SE-024-22">
            <a:extLst xmlns:a="http://schemas.openxmlformats.org/drawingml/2006/main">
              <a:ext uri="{FF2B5EF4-FFF2-40B4-BE49-F238E27FC236}">
                <a16:creationId xmlns:a16="http://schemas.microsoft.com/office/drawing/2014/main" id="{BEAA4E7D-E704-47F0-A43F-559B2662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1452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23" name="SE-024-23">
            <a:extLst xmlns:a="http://schemas.openxmlformats.org/drawingml/2006/main">
              <a:ext uri="{FF2B5EF4-FFF2-40B4-BE49-F238E27FC236}">
                <a16:creationId xmlns:a16="http://schemas.microsoft.com/office/drawing/2014/main" id="{4E11AF40-1BBD-4D8C-929A-3384D920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38350"/>
            <a:ext cx="4953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33"/>
            </a:solidFill>
          </a:ln>
        </p:spPr>
      </p:sp>
      <p:sp>
        <p:nvSpPr>
          <p:cNvPr id="24" name="SE-024-path-24">
            <a:extLst xmlns:a="http://schemas.openxmlformats.org/drawingml/2006/main">
              <a:ext uri="{FF2B5EF4-FFF2-40B4-BE49-F238E27FC236}">
                <a16:creationId xmlns:a16="http://schemas.microsoft.com/office/drawing/2014/main" id="{CF67DD00-FE70-4B4C-A7CB-D69A9E35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25" name="SE-024-25">
            <a:extLst xmlns:a="http://schemas.openxmlformats.org/drawingml/2006/main">
              <a:ext uri="{FF2B5EF4-FFF2-40B4-BE49-F238E27FC236}">
                <a16:creationId xmlns:a16="http://schemas.microsoft.com/office/drawing/2014/main" id="{F926B147-F960-4533-AD0A-04E8C0D4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7645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26" name="SE-024-26">
            <a:extLst xmlns:a="http://schemas.openxmlformats.org/drawingml/2006/main">
              <a:ext uri="{FF2B5EF4-FFF2-40B4-BE49-F238E27FC236}">
                <a16:creationId xmlns:a16="http://schemas.microsoft.com/office/drawing/2014/main" id="{E688C85C-1E50-45F4-89DE-1AD3AC06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27" name="SE-024-27">
            <a:extLst xmlns:a="http://schemas.openxmlformats.org/drawingml/2006/main">
              <a:ext uri="{FF2B5EF4-FFF2-40B4-BE49-F238E27FC236}">
                <a16:creationId xmlns:a16="http://schemas.microsoft.com/office/drawing/2014/main" id="{394FCDAA-0FB4-451C-A458-FB108312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7645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28" name="SE-024-28">
            <a:extLst xmlns:a="http://schemas.openxmlformats.org/drawingml/2006/main">
              <a:ext uri="{FF2B5EF4-FFF2-40B4-BE49-F238E27FC236}">
                <a16:creationId xmlns:a16="http://schemas.microsoft.com/office/drawing/2014/main" id="{D36A3439-CAEB-4DB0-8C2C-5F5D3127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476375"/>
            <a:ext cx="7239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BGL</a:t>
            </a:r>
          </a:p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Spirit</a:t>
            </a:r>
          </a:p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TDB</a:t>
            </a:r>
          </a:p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Liberty</a:t>
            </a:r>
          </a:p>
        </p:txBody>
      </p:sp>
      <p:sp>
        <p:nvSpPr>
          <p:cNvPr id="29" name="SE-024-29">
            <a:extLst xmlns:a="http://schemas.openxmlformats.org/drawingml/2006/main">
              <a:ext uri="{FF2B5EF4-FFF2-40B4-BE49-F238E27FC236}">
                <a16:creationId xmlns:a16="http://schemas.microsoft.com/office/drawing/2014/main" id="{A6AC623F-376A-4C28-B612-9A4E9F02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051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 i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Distributed</a:t>
            </a:r>
          </a:p>
        </p:txBody>
      </p:sp>
      <p:sp>
        <p:nvSpPr>
          <p:cNvPr id="30" name="SE-024-30">
            <a:extLst xmlns:a="http://schemas.openxmlformats.org/drawingml/2006/main">
              <a:ext uri="{FF2B5EF4-FFF2-40B4-BE49-F238E27FC236}">
                <a16:creationId xmlns:a16="http://schemas.microsoft.com/office/drawing/2014/main" id="{220C4A4D-95F7-45C0-B4DE-D29FDCE0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133725"/>
            <a:ext cx="190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33333"/>
            </a:solidFill>
          </a:ln>
        </p:spPr>
      </p:sp>
      <p:sp>
        <p:nvSpPr>
          <p:cNvPr id="31" name="SE-024-path-31">
            <a:extLst xmlns:a="http://schemas.openxmlformats.org/drawingml/2006/main">
              <a:ext uri="{FF2B5EF4-FFF2-40B4-BE49-F238E27FC236}">
                <a16:creationId xmlns:a16="http://schemas.microsoft.com/office/drawing/2014/main" id="{4A62E2BA-AE82-4158-9238-CDA8F834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14700"/>
            <a:ext cx="95" cy="114300"/>
          </a:xfrm>
          <a:custGeom xmlns:a="http://schemas.openxmlformats.org/drawingml/2006/main">
            <a:pathLst>
              <a:path w="9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333333"/>
            </a:solidFill>
          </a:ln>
        </p:spPr>
      </p:sp>
      <p:sp>
        <p:nvSpPr>
          <p:cNvPr id="32" name="SE-024-path-32">
            <a:extLst xmlns:a="http://schemas.openxmlformats.org/drawingml/2006/main">
              <a:ext uri="{FF2B5EF4-FFF2-40B4-BE49-F238E27FC236}">
                <a16:creationId xmlns:a16="http://schemas.microsoft.com/office/drawing/2014/main" id="{EC84BA45-545B-4391-80FD-EB0CFA80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447675" cy="95"/>
          </a:xfrm>
          <a:custGeom xmlns:a="http://schemas.openxmlformats.org/drawingml/2006/main">
            <a:pathLst>
              <a:path w="447675" h="9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333333"/>
            </a:solidFill>
          </a:ln>
        </p:spPr>
      </p:sp>
      <p:sp>
        <p:nvSpPr>
          <p:cNvPr id="33" name="SE-024-path-33">
            <a:extLst xmlns:a="http://schemas.openxmlformats.org/drawingml/2006/main">
              <a:ext uri="{FF2B5EF4-FFF2-40B4-BE49-F238E27FC236}">
                <a16:creationId xmlns:a16="http://schemas.microsoft.com/office/drawing/2014/main" id="{E751CB9B-2A77-4430-90AA-8DA91BFC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95" cy="104775"/>
          </a:xfrm>
          <a:custGeom xmlns:a="http://schemas.openxmlformats.org/drawingml/2006/main">
            <a:pathLst>
              <a:path w="9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333333"/>
            </a:solidFill>
          </a:ln>
        </p:spPr>
      </p:sp>
      <p:sp>
        <p:nvSpPr>
          <p:cNvPr id="34" name="SE-024-34">
            <a:extLst xmlns:a="http://schemas.openxmlformats.org/drawingml/2006/main">
              <a:ext uri="{FF2B5EF4-FFF2-40B4-BE49-F238E27FC236}">
                <a16:creationId xmlns:a16="http://schemas.microsoft.com/office/drawing/2014/main" id="{85A2351F-E04E-4622-A92E-931723D0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33775"/>
            <a:ext cx="152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33333"/>
            </a:solidFill>
          </a:ln>
        </p:spPr>
      </p:sp>
      <p:sp>
        <p:nvSpPr>
          <p:cNvPr id="35" name="SE-024-path-35">
            <a:extLst xmlns:a="http://schemas.openxmlformats.org/drawingml/2006/main">
              <a:ext uri="{FF2B5EF4-FFF2-40B4-BE49-F238E27FC236}">
                <a16:creationId xmlns:a16="http://schemas.microsoft.com/office/drawing/2014/main" id="{DC33ED40-B09F-4104-B782-8B74289D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429000"/>
            <a:ext cx="95" cy="104775"/>
          </a:xfrm>
          <a:custGeom xmlns:a="http://schemas.openxmlformats.org/drawingml/2006/main">
            <a:pathLst>
              <a:path w="9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333333"/>
            </a:solidFill>
          </a:ln>
        </p:spPr>
      </p:sp>
      <p:sp>
        <p:nvSpPr>
          <p:cNvPr id="36" name="SE-024-36">
            <a:extLst xmlns:a="http://schemas.openxmlformats.org/drawingml/2006/main">
              <a:ext uri="{FF2B5EF4-FFF2-40B4-BE49-F238E27FC236}">
                <a16:creationId xmlns:a16="http://schemas.microsoft.com/office/drawing/2014/main" id="{196DF5CC-A184-4B35-AF43-60AE1DEC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33775"/>
            <a:ext cx="152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33333"/>
            </a:solidFill>
          </a:ln>
        </p:spPr>
      </p:sp>
      <p:sp>
        <p:nvSpPr>
          <p:cNvPr id="37" name="SE-024-path-37">
            <a:extLst xmlns:a="http://schemas.openxmlformats.org/drawingml/2006/main">
              <a:ext uri="{FF2B5EF4-FFF2-40B4-BE49-F238E27FC236}">
                <a16:creationId xmlns:a16="http://schemas.microsoft.com/office/drawing/2014/main" id="{2320A919-8EB6-4BE4-A538-43805538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29000"/>
            <a:ext cx="95" cy="104775"/>
          </a:xfrm>
          <a:custGeom xmlns:a="http://schemas.openxmlformats.org/drawingml/2006/main">
            <a:pathLst>
              <a:path w="9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333333"/>
            </a:solidFill>
          </a:ln>
        </p:spPr>
      </p:sp>
      <p:sp>
        <p:nvSpPr>
          <p:cNvPr id="38" name="SE-024-38">
            <a:extLst xmlns:a="http://schemas.openxmlformats.org/drawingml/2006/main">
              <a:ext uri="{FF2B5EF4-FFF2-40B4-BE49-F238E27FC236}">
                <a16:creationId xmlns:a16="http://schemas.microsoft.com/office/drawing/2014/main" id="{1F3DA222-0361-4A98-83DC-7CFF6F18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533775"/>
            <a:ext cx="152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33333"/>
            </a:solidFill>
          </a:ln>
        </p:spPr>
      </p:sp>
      <p:sp>
        <p:nvSpPr>
          <p:cNvPr id="39" name="SE-024-39">
            <a:extLst xmlns:a="http://schemas.openxmlformats.org/drawingml/2006/main">
              <a:ext uri="{FF2B5EF4-FFF2-40B4-BE49-F238E27FC236}">
                <a16:creationId xmlns:a16="http://schemas.microsoft.com/office/drawing/2014/main" id="{D5007DF2-FAEF-458D-B347-F5222721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200400"/>
            <a:ext cx="800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Hadoop</a:t>
            </a:r>
          </a:p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Spark</a:t>
            </a:r>
          </a:p>
        </p:txBody>
      </p:sp>
      <p:sp>
        <p:nvSpPr>
          <p:cNvPr id="40" name="SE-024-40">
            <a:extLst xmlns:a="http://schemas.openxmlformats.org/drawingml/2006/main">
              <a:ext uri="{FF2B5EF4-FFF2-40B4-BE49-F238E27FC236}">
                <a16:creationId xmlns:a16="http://schemas.microsoft.com/office/drawing/2014/main" id="{0A78F86D-DE73-48E6-BD02-CCC0A0CF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95725"/>
            <a:ext cx="314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...</a:t>
            </a:r>
          </a:p>
        </p:txBody>
      </p:sp>
      <p:sp>
        <p:nvSpPr>
          <p:cNvPr id="41" name="SE-024-path-41">
            <a:extLst xmlns:a="http://schemas.openxmlformats.org/drawingml/2006/main">
              <a:ext uri="{FF2B5EF4-FFF2-40B4-BE49-F238E27FC236}">
                <a16:creationId xmlns:a16="http://schemas.microsoft.com/office/drawing/2014/main" id="{AC48A0A5-CB38-4F8B-8E37-AAB1B9C9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286000"/>
            <a:ext cx="381000" cy="381000"/>
          </a:xfrm>
          <a:custGeom xmlns:a="http://schemas.openxmlformats.org/drawingml/2006/main">
            <a:pathLst>
              <a:path w="381000" h="381000">
                <a:moveTo>
                  <a:pt x="0" y="95250"/>
                </a:moveTo>
                <a:lnTo>
                  <a:pt x="219075" y="95250"/>
                </a:lnTo>
                <a:lnTo>
                  <a:pt x="219075" y="0"/>
                </a:lnTo>
                <a:lnTo>
                  <a:pt x="381000" y="190500"/>
                </a:lnTo>
                <a:lnTo>
                  <a:pt x="219075" y="381000"/>
                </a:lnTo>
                <a:lnTo>
                  <a:pt x="219075" y="285750"/>
                </a:lnTo>
                <a:lnTo>
                  <a:pt x="0" y="28575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42" name="SE-024-path-42">
            <a:extLst xmlns:a="http://schemas.openxmlformats.org/drawingml/2006/main">
              <a:ext uri="{FF2B5EF4-FFF2-40B4-BE49-F238E27FC236}">
                <a16:creationId xmlns:a16="http://schemas.microsoft.com/office/drawing/2014/main" id="{BD5B4E24-BEB5-40FD-B9AF-71E6220A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047750"/>
            <a:ext cx="381000" cy="390525"/>
          </a:xfrm>
          <a:custGeom xmlns:a="http://schemas.openxmlformats.org/drawingml/2006/main">
            <a:pathLst>
              <a:path w="381000" h="390525">
                <a:moveTo>
                  <a:pt x="0" y="0"/>
                </a:moveTo>
                <a:lnTo>
                  <a:pt x="266700" y="0"/>
                </a:lnTo>
                <a:lnTo>
                  <a:pt x="381000" y="85915"/>
                </a:lnTo>
                <a:lnTo>
                  <a:pt x="381000" y="390525"/>
                </a:lnTo>
                <a:lnTo>
                  <a:pt x="0" y="3905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55555"/>
            </a:solidFill>
          </a:ln>
        </p:spPr>
      </p:sp>
      <p:sp>
        <p:nvSpPr>
          <p:cNvPr id="43" name="SE-024-path-43">
            <a:extLst xmlns:a="http://schemas.openxmlformats.org/drawingml/2006/main">
              <a:ext uri="{FF2B5EF4-FFF2-40B4-BE49-F238E27FC236}">
                <a16:creationId xmlns:a16="http://schemas.microsoft.com/office/drawing/2014/main" id="{4F92C7E4-B36C-46DC-83D1-14192BB3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047750"/>
            <a:ext cx="114300" cy="85915"/>
          </a:xfrm>
          <a:custGeom xmlns:a="http://schemas.openxmlformats.org/drawingml/2006/main">
            <a:pathLst>
              <a:path w="114300" h="85915">
                <a:moveTo>
                  <a:pt x="0" y="0"/>
                </a:moveTo>
                <a:lnTo>
                  <a:pt x="0" y="85915"/>
                </a:lnTo>
                <a:lnTo>
                  <a:pt x="114300" y="8591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55555"/>
            </a:solidFill>
          </a:ln>
        </p:spPr>
      </p:sp>
      <p:sp>
        <p:nvSpPr>
          <p:cNvPr id="44" name="SE-024-path-44">
            <a:extLst xmlns:a="http://schemas.openxmlformats.org/drawingml/2006/main">
              <a:ext uri="{FF2B5EF4-FFF2-40B4-BE49-F238E27FC236}">
                <a16:creationId xmlns:a16="http://schemas.microsoft.com/office/drawing/2014/main" id="{267833AB-1090-4EFA-8F5E-76783149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162050"/>
            <a:ext cx="238125" cy="95"/>
          </a:xfrm>
          <a:custGeom xmlns:a="http://schemas.openxmlformats.org/drawingml/2006/main">
            <a:pathLst>
              <a:path w="238125" h="9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55555"/>
            </a:solidFill>
          </a:ln>
        </p:spPr>
      </p:sp>
      <p:sp>
        <p:nvSpPr>
          <p:cNvPr id="45" name="SE-024-path-45">
            <a:extLst xmlns:a="http://schemas.openxmlformats.org/drawingml/2006/main">
              <a:ext uri="{FF2B5EF4-FFF2-40B4-BE49-F238E27FC236}">
                <a16:creationId xmlns:a16="http://schemas.microsoft.com/office/drawing/2014/main" id="{CE0821C6-408F-46A7-8A6A-EC0F5BBF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228725"/>
            <a:ext cx="238125" cy="95"/>
          </a:xfrm>
          <a:custGeom xmlns:a="http://schemas.openxmlformats.org/drawingml/2006/main">
            <a:pathLst>
              <a:path w="238125" h="9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55555"/>
            </a:solidFill>
          </a:ln>
        </p:spPr>
      </p:sp>
      <p:sp>
        <p:nvSpPr>
          <p:cNvPr id="46" name="SE-024-path-46">
            <a:extLst xmlns:a="http://schemas.openxmlformats.org/drawingml/2006/main">
              <a:ext uri="{FF2B5EF4-FFF2-40B4-BE49-F238E27FC236}">
                <a16:creationId xmlns:a16="http://schemas.microsoft.com/office/drawing/2014/main" id="{556E1F39-C212-483F-B4F7-A934A893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295400"/>
            <a:ext cx="238125" cy="95"/>
          </a:xfrm>
          <a:custGeom xmlns:a="http://schemas.openxmlformats.org/drawingml/2006/main">
            <a:pathLst>
              <a:path w="238125" h="9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55555"/>
            </a:solidFill>
          </a:ln>
        </p:spPr>
      </p:sp>
      <p:sp>
        <p:nvSpPr>
          <p:cNvPr id="47" name="SE-024-path-47">
            <a:extLst xmlns:a="http://schemas.openxmlformats.org/drawingml/2006/main">
              <a:ext uri="{FF2B5EF4-FFF2-40B4-BE49-F238E27FC236}">
                <a16:creationId xmlns:a16="http://schemas.microsoft.com/office/drawing/2014/main" id="{D89543AA-9139-452D-8A48-CB7FCBE7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362075"/>
            <a:ext cx="238125" cy="95"/>
          </a:xfrm>
          <a:custGeom xmlns:a="http://schemas.openxmlformats.org/drawingml/2006/main">
            <a:pathLst>
              <a:path w="238125" h="9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55555"/>
            </a:solidFill>
          </a:ln>
        </p:spPr>
      </p:sp>
      <p:sp>
        <p:nvSpPr>
          <p:cNvPr id="48" name="SE-024-path-48">
            <a:extLst xmlns:a="http://schemas.openxmlformats.org/drawingml/2006/main">
              <a:ext uri="{FF2B5EF4-FFF2-40B4-BE49-F238E27FC236}">
                <a16:creationId xmlns:a16="http://schemas.microsoft.com/office/drawing/2014/main" id="{8D17AF18-5857-4009-8BC4-1C4CC6FF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819275"/>
            <a:ext cx="266700" cy="266700"/>
          </a:xfrm>
          <a:custGeom xmlns:a="http://schemas.openxmlformats.org/drawingml/2006/main">
            <a:pathLst>
              <a:path w="266700" h="266700">
                <a:moveTo>
                  <a:pt x="266700" y="133350"/>
                </a:moveTo>
                <a:lnTo>
                  <a:pt x="232749" y="153122"/>
                </a:lnTo>
                <a:lnTo>
                  <a:pt x="226981" y="172133"/>
                </a:lnTo>
                <a:lnTo>
                  <a:pt x="244226" y="207435"/>
                </a:lnTo>
                <a:lnTo>
                  <a:pt x="227643" y="227643"/>
                </a:lnTo>
                <a:lnTo>
                  <a:pt x="189655" y="217616"/>
                </a:lnTo>
                <a:lnTo>
                  <a:pt x="172133" y="226981"/>
                </a:lnTo>
                <a:lnTo>
                  <a:pt x="159365" y="264138"/>
                </a:lnTo>
                <a:lnTo>
                  <a:pt x="133350" y="266700"/>
                </a:lnTo>
                <a:lnTo>
                  <a:pt x="113578" y="232749"/>
                </a:lnTo>
                <a:lnTo>
                  <a:pt x="94567" y="226981"/>
                </a:lnTo>
                <a:lnTo>
                  <a:pt x="59265" y="244226"/>
                </a:lnTo>
                <a:lnTo>
                  <a:pt x="39057" y="227643"/>
                </a:lnTo>
                <a:lnTo>
                  <a:pt x="49084" y="189655"/>
                </a:lnTo>
                <a:lnTo>
                  <a:pt x="39719" y="172133"/>
                </a:lnTo>
                <a:lnTo>
                  <a:pt x="2562" y="159365"/>
                </a:lnTo>
                <a:lnTo>
                  <a:pt x="0" y="133350"/>
                </a:lnTo>
                <a:lnTo>
                  <a:pt x="33951" y="113578"/>
                </a:lnTo>
                <a:lnTo>
                  <a:pt x="39719" y="94567"/>
                </a:lnTo>
                <a:lnTo>
                  <a:pt x="22474" y="59265"/>
                </a:lnTo>
                <a:lnTo>
                  <a:pt x="39057" y="39057"/>
                </a:lnTo>
                <a:lnTo>
                  <a:pt x="77045" y="49084"/>
                </a:lnTo>
                <a:lnTo>
                  <a:pt x="94567" y="39719"/>
                </a:lnTo>
                <a:lnTo>
                  <a:pt x="107335" y="2562"/>
                </a:lnTo>
                <a:lnTo>
                  <a:pt x="133350" y="0"/>
                </a:lnTo>
                <a:lnTo>
                  <a:pt x="153122" y="33951"/>
                </a:lnTo>
                <a:lnTo>
                  <a:pt x="172133" y="39719"/>
                </a:lnTo>
                <a:lnTo>
                  <a:pt x="207435" y="22474"/>
                </a:lnTo>
                <a:lnTo>
                  <a:pt x="227643" y="39057"/>
                </a:lnTo>
                <a:lnTo>
                  <a:pt x="217616" y="77045"/>
                </a:lnTo>
                <a:lnTo>
                  <a:pt x="226981" y="94567"/>
                </a:lnTo>
                <a:lnTo>
                  <a:pt x="264138" y="107335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49" name="SE-024-49">
            <a:extLst xmlns:a="http://schemas.openxmlformats.org/drawingml/2006/main">
              <a:ext uri="{FF2B5EF4-FFF2-40B4-BE49-F238E27FC236}">
                <a16:creationId xmlns:a16="http://schemas.microsoft.com/office/drawing/2014/main" id="{9699194C-DF3A-415C-9CE7-5DCC9EED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2971" y="1916621"/>
            <a:ext cx="72009" cy="720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0" name="SE-024-path-50">
            <a:extLst xmlns:a="http://schemas.openxmlformats.org/drawingml/2006/main">
              <a:ext uri="{FF2B5EF4-FFF2-40B4-BE49-F238E27FC236}">
                <a16:creationId xmlns:a16="http://schemas.microsoft.com/office/drawing/2014/main" id="{61198481-37A8-4C45-8C67-84F11F90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000250"/>
            <a:ext cx="209550" cy="209550"/>
          </a:xfrm>
          <a:custGeom xmlns:a="http://schemas.openxmlformats.org/drawingml/2006/main">
            <a:pathLst>
              <a:path w="209550" h="209550">
                <a:moveTo>
                  <a:pt x="209550" y="104775"/>
                </a:moveTo>
                <a:lnTo>
                  <a:pt x="182874" y="120310"/>
                </a:lnTo>
                <a:lnTo>
                  <a:pt x="178343" y="135248"/>
                </a:lnTo>
                <a:lnTo>
                  <a:pt x="191892" y="162985"/>
                </a:lnTo>
                <a:lnTo>
                  <a:pt x="178862" y="178862"/>
                </a:lnTo>
                <a:lnTo>
                  <a:pt x="149015" y="170984"/>
                </a:lnTo>
                <a:lnTo>
                  <a:pt x="135248" y="178343"/>
                </a:lnTo>
                <a:lnTo>
                  <a:pt x="125216" y="207537"/>
                </a:lnTo>
                <a:lnTo>
                  <a:pt x="104775" y="209550"/>
                </a:lnTo>
                <a:lnTo>
                  <a:pt x="89240" y="182874"/>
                </a:lnTo>
                <a:lnTo>
                  <a:pt x="74302" y="178343"/>
                </a:lnTo>
                <a:lnTo>
                  <a:pt x="46565" y="191892"/>
                </a:lnTo>
                <a:lnTo>
                  <a:pt x="30688" y="178862"/>
                </a:lnTo>
                <a:lnTo>
                  <a:pt x="38566" y="149015"/>
                </a:lnTo>
                <a:lnTo>
                  <a:pt x="31207" y="135248"/>
                </a:lnTo>
                <a:lnTo>
                  <a:pt x="2013" y="125216"/>
                </a:lnTo>
                <a:lnTo>
                  <a:pt x="0" y="104775"/>
                </a:lnTo>
                <a:lnTo>
                  <a:pt x="26676" y="89240"/>
                </a:lnTo>
                <a:lnTo>
                  <a:pt x="31207" y="74302"/>
                </a:lnTo>
                <a:lnTo>
                  <a:pt x="17658" y="46565"/>
                </a:lnTo>
                <a:lnTo>
                  <a:pt x="30688" y="30688"/>
                </a:lnTo>
                <a:lnTo>
                  <a:pt x="60535" y="38566"/>
                </a:lnTo>
                <a:lnTo>
                  <a:pt x="74302" y="31207"/>
                </a:lnTo>
                <a:lnTo>
                  <a:pt x="84334" y="2013"/>
                </a:lnTo>
                <a:lnTo>
                  <a:pt x="104775" y="0"/>
                </a:lnTo>
                <a:lnTo>
                  <a:pt x="120310" y="26676"/>
                </a:lnTo>
                <a:lnTo>
                  <a:pt x="135248" y="31207"/>
                </a:lnTo>
                <a:lnTo>
                  <a:pt x="162985" y="17658"/>
                </a:lnTo>
                <a:lnTo>
                  <a:pt x="178862" y="30688"/>
                </a:lnTo>
                <a:lnTo>
                  <a:pt x="170984" y="60535"/>
                </a:lnTo>
                <a:lnTo>
                  <a:pt x="178343" y="74302"/>
                </a:lnTo>
                <a:lnTo>
                  <a:pt x="207537" y="84334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51" name="SE-024-51">
            <a:extLst xmlns:a="http://schemas.openxmlformats.org/drawingml/2006/main">
              <a:ext uri="{FF2B5EF4-FFF2-40B4-BE49-F238E27FC236}">
                <a16:creationId xmlns:a16="http://schemas.microsoft.com/office/drawing/2014/main" id="{ECD7D2AD-87FF-45E7-B8FF-51B448F2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561" y="2076736"/>
            <a:ext cx="56579" cy="565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2" name="SE-024-path-52">
            <a:extLst xmlns:a="http://schemas.openxmlformats.org/drawingml/2006/main">
              <a:ext uri="{FF2B5EF4-FFF2-40B4-BE49-F238E27FC236}">
                <a16:creationId xmlns:a16="http://schemas.microsoft.com/office/drawing/2014/main" id="{D8223CE4-CB64-4280-A864-BE6DE9DB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38425"/>
            <a:ext cx="314325" cy="85725"/>
          </a:xfrm>
          <a:custGeom xmlns:a="http://schemas.openxmlformats.org/drawingml/2006/main">
            <a:pathLst>
              <a:path w="314325" h="85725">
                <a:moveTo>
                  <a:pt x="0" y="0"/>
                </a:moveTo>
                <a:lnTo>
                  <a:pt x="314325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55555"/>
            </a:solidFill>
          </a:ln>
        </p:spPr>
      </p:sp>
      <p:sp>
        <p:nvSpPr>
          <p:cNvPr id="53" name="SE-024-path-53">
            <a:extLst xmlns:a="http://schemas.openxmlformats.org/drawingml/2006/main">
              <a:ext uri="{FF2B5EF4-FFF2-40B4-BE49-F238E27FC236}">
                <a16:creationId xmlns:a16="http://schemas.microsoft.com/office/drawing/2014/main" id="{541FCD94-5D0F-466A-9C3C-2C2BF78C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38425"/>
            <a:ext cx="314325" cy="295275"/>
          </a:xfrm>
          <a:custGeom xmlns:a="http://schemas.openxmlformats.org/drawingml/2006/main">
            <a:pathLst>
              <a:path w="314325" h="295275">
                <a:moveTo>
                  <a:pt x="0" y="0"/>
                </a:moveTo>
                <a:lnTo>
                  <a:pt x="314325" y="2952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55555"/>
            </a:solidFill>
          </a:ln>
        </p:spPr>
      </p:sp>
      <p:sp>
        <p:nvSpPr>
          <p:cNvPr id="54" name="SE-024-path-54">
            <a:extLst xmlns:a="http://schemas.openxmlformats.org/drawingml/2006/main">
              <a:ext uri="{FF2B5EF4-FFF2-40B4-BE49-F238E27FC236}">
                <a16:creationId xmlns:a16="http://schemas.microsoft.com/office/drawing/2014/main" id="{EE341547-7FD1-490B-A99C-DABBDCDB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24150"/>
            <a:ext cx="314325" cy="95250"/>
          </a:xfrm>
          <a:custGeom xmlns:a="http://schemas.openxmlformats.org/drawingml/2006/main">
            <a:pathLst>
              <a:path w="314325" h="95250">
                <a:moveTo>
                  <a:pt x="0" y="9525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55555"/>
            </a:solidFill>
          </a:ln>
        </p:spPr>
      </p:sp>
      <p:sp>
        <p:nvSpPr>
          <p:cNvPr id="55" name="SE-024-path-55">
            <a:extLst xmlns:a="http://schemas.openxmlformats.org/drawingml/2006/main">
              <a:ext uri="{FF2B5EF4-FFF2-40B4-BE49-F238E27FC236}">
                <a16:creationId xmlns:a16="http://schemas.microsoft.com/office/drawing/2014/main" id="{6BD19B2B-01E0-4F44-BB47-6168CD7D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19400"/>
            <a:ext cx="314325" cy="114300"/>
          </a:xfrm>
          <a:custGeom xmlns:a="http://schemas.openxmlformats.org/drawingml/2006/main">
            <a:pathLst>
              <a:path w="314325" h="114300">
                <a:moveTo>
                  <a:pt x="0" y="0"/>
                </a:moveTo>
                <a:lnTo>
                  <a:pt x="314325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55555"/>
            </a:solidFill>
          </a:ln>
        </p:spPr>
      </p:sp>
      <p:sp>
        <p:nvSpPr>
          <p:cNvPr id="56" name="SE-024-path-56">
            <a:extLst xmlns:a="http://schemas.openxmlformats.org/drawingml/2006/main">
              <a:ext uri="{FF2B5EF4-FFF2-40B4-BE49-F238E27FC236}">
                <a16:creationId xmlns:a16="http://schemas.microsoft.com/office/drawing/2014/main" id="{2D3D08BC-3EBC-4E1E-869A-39B3EFDD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24150"/>
            <a:ext cx="314325" cy="295275"/>
          </a:xfrm>
          <a:custGeom xmlns:a="http://schemas.openxmlformats.org/drawingml/2006/main">
            <a:pathLst>
              <a:path w="314325" h="295275">
                <a:moveTo>
                  <a:pt x="0" y="295275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55555"/>
            </a:solidFill>
          </a:ln>
        </p:spPr>
      </p:sp>
      <p:sp>
        <p:nvSpPr>
          <p:cNvPr id="57" name="SE-024-path-57">
            <a:extLst xmlns:a="http://schemas.openxmlformats.org/drawingml/2006/main">
              <a:ext uri="{FF2B5EF4-FFF2-40B4-BE49-F238E27FC236}">
                <a16:creationId xmlns:a16="http://schemas.microsoft.com/office/drawing/2014/main" id="{EFF63AC8-AA36-43B5-B0C2-FE3FB4B8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33700"/>
            <a:ext cx="314325" cy="85725"/>
          </a:xfrm>
          <a:custGeom xmlns:a="http://schemas.openxmlformats.org/drawingml/2006/main">
            <a:pathLst>
              <a:path w="314325" h="85725">
                <a:moveTo>
                  <a:pt x="0" y="85725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55555"/>
            </a:solidFill>
          </a:ln>
        </p:spPr>
      </p:sp>
      <p:sp>
        <p:nvSpPr>
          <p:cNvPr id="58" name="SE-024-58">
            <a:extLst xmlns:a="http://schemas.openxmlformats.org/drawingml/2006/main">
              <a:ext uri="{FF2B5EF4-FFF2-40B4-BE49-F238E27FC236}">
                <a16:creationId xmlns:a16="http://schemas.microsoft.com/office/drawing/2014/main" id="{CCA9FE9C-C869-4DEE-BF1B-8B8D35EF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59" name="SE-024-59">
            <a:extLst xmlns:a="http://schemas.openxmlformats.org/drawingml/2006/main">
              <a:ext uri="{FF2B5EF4-FFF2-40B4-BE49-F238E27FC236}">
                <a16:creationId xmlns:a16="http://schemas.microsoft.com/office/drawing/2014/main" id="{5FD8DC94-E1D8-4A87-970D-C06E90E8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60" name="SE-024-60">
            <a:extLst xmlns:a="http://schemas.openxmlformats.org/drawingml/2006/main">
              <a:ext uri="{FF2B5EF4-FFF2-40B4-BE49-F238E27FC236}">
                <a16:creationId xmlns:a16="http://schemas.microsoft.com/office/drawing/2014/main" id="{A4FAB5F3-DD1B-4515-AEF3-9B5BE44E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971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61" name="SE-024-61">
            <a:extLst xmlns:a="http://schemas.openxmlformats.org/drawingml/2006/main">
              <a:ext uri="{FF2B5EF4-FFF2-40B4-BE49-F238E27FC236}">
                <a16:creationId xmlns:a16="http://schemas.microsoft.com/office/drawing/2014/main" id="{76E77131-226D-4ABD-B149-CEFCE6FE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76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62" name="SE-024-62">
            <a:extLst xmlns:a="http://schemas.openxmlformats.org/drawingml/2006/main">
              <a:ext uri="{FF2B5EF4-FFF2-40B4-BE49-F238E27FC236}">
                <a16:creationId xmlns:a16="http://schemas.microsoft.com/office/drawing/2014/main" id="{B88D88F9-617D-47AE-8D40-54FFEFF0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86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63" name="SE-024-63">
            <a:extLst xmlns:a="http://schemas.openxmlformats.org/drawingml/2006/main">
              <a:ext uri="{FF2B5EF4-FFF2-40B4-BE49-F238E27FC236}">
                <a16:creationId xmlns:a16="http://schemas.microsoft.com/office/drawing/2014/main" id="{6CCEF5F5-2CEF-4B10-8F90-2909CB8A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0425"/>
            <a:ext cx="209550" cy="304800"/>
          </a:xfrm>
          <a:prstGeom xmlns:a="http://schemas.openxmlformats.org/drawingml/2006/main" prst="roundRect">
            <a:avLst>
              <a:gd name="adj" fmla="val 13636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</a:ln>
        </p:spPr>
      </p:sp>
      <p:sp>
        <p:nvSpPr>
          <p:cNvPr id="64" name="SE-024-path-64">
            <a:extLst xmlns:a="http://schemas.openxmlformats.org/drawingml/2006/main">
              <a:ext uri="{FF2B5EF4-FFF2-40B4-BE49-F238E27FC236}">
                <a16:creationId xmlns:a16="http://schemas.microsoft.com/office/drawing/2014/main" id="{B876B8CD-5C24-4DF6-A81B-6E3E442C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276600"/>
            <a:ext cx="314325" cy="95"/>
          </a:xfrm>
          <a:custGeom xmlns:a="http://schemas.openxmlformats.org/drawingml/2006/main"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00000"/>
            </a:solidFill>
          </a:ln>
        </p:spPr>
      </p:sp>
      <p:sp>
        <p:nvSpPr>
          <p:cNvPr id="65" name="SE-024-path-65">
            <a:extLst xmlns:a="http://schemas.openxmlformats.org/drawingml/2006/main">
              <a:ext uri="{FF2B5EF4-FFF2-40B4-BE49-F238E27FC236}">
                <a16:creationId xmlns:a16="http://schemas.microsoft.com/office/drawing/2014/main" id="{6A5B528D-38E7-4626-BB36-95938CF0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666" y="3223819"/>
            <a:ext cx="101384" cy="105563"/>
          </a:xfrm>
          <a:custGeom xmlns:a="http://schemas.openxmlformats.org/drawingml/2006/main">
            <a:pathLst>
              <a:path w="101384" h="105563">
                <a:moveTo>
                  <a:pt x="0" y="105563"/>
                </a:moveTo>
                <a:lnTo>
                  <a:pt x="101384" y="527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38100">
            <a:solidFill>
              <a:srgbClr val="000000"/>
            </a:solidFill>
          </a:ln>
        </p:spPr>
      </p:sp>
      <p:sp>
        <p:nvSpPr>
          <p:cNvPr id="66" name="SE-024-path-66">
            <a:extLst xmlns:a="http://schemas.openxmlformats.org/drawingml/2006/main">
              <a:ext uri="{FF2B5EF4-FFF2-40B4-BE49-F238E27FC236}">
                <a16:creationId xmlns:a16="http://schemas.microsoft.com/office/drawing/2014/main" id="{26493FB0-5446-4DA0-A5BB-D46F6D0F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924300"/>
            <a:ext cx="447675" cy="180975"/>
          </a:xfrm>
          <a:custGeom xmlns:a="http://schemas.openxmlformats.org/drawingml/2006/main">
            <a:pathLst>
              <a:path w="447675" h="180975">
                <a:moveTo>
                  <a:pt x="0" y="95250"/>
                </a:moveTo>
                <a:lnTo>
                  <a:pt x="228600" y="0"/>
                </a:lnTo>
                <a:lnTo>
                  <a:pt x="447675" y="95250"/>
                </a:lnTo>
                <a:lnTo>
                  <a:pt x="228600" y="1809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0000"/>
            </a:solidFill>
          </a:ln>
        </p:spPr>
      </p:sp>
      <p:sp>
        <p:nvSpPr>
          <p:cNvPr id="67" name="SE-024-path-67">
            <a:extLst xmlns:a="http://schemas.openxmlformats.org/drawingml/2006/main">
              <a:ext uri="{FF2B5EF4-FFF2-40B4-BE49-F238E27FC236}">
                <a16:creationId xmlns:a16="http://schemas.microsoft.com/office/drawing/2014/main" id="{490D3C75-CAB7-4D1D-AC52-860FBFF8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067175"/>
            <a:ext cx="152400" cy="190500"/>
          </a:xfrm>
          <a:custGeom xmlns:a="http://schemas.openxmlformats.org/drawingml/2006/main">
            <a:pathLst>
              <a:path w="152400" h="190500">
                <a:moveTo>
                  <a:pt x="0" y="0"/>
                </a:moveTo>
                <a:lnTo>
                  <a:pt x="0" y="123825"/>
                </a:lnTo>
                <a:lnTo>
                  <a:pt x="15240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</a:ln>
        </p:spPr>
      </p:sp>
      <p:sp>
        <p:nvSpPr>
          <p:cNvPr id="68" name="SE-024-path-68">
            <a:extLst xmlns:a="http://schemas.openxmlformats.org/drawingml/2006/main">
              <a:ext uri="{FF2B5EF4-FFF2-40B4-BE49-F238E27FC236}">
                <a16:creationId xmlns:a16="http://schemas.microsoft.com/office/drawing/2014/main" id="{A500DE77-76C1-4354-90AD-837DCE5E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067175"/>
            <a:ext cx="95" cy="190500"/>
          </a:xfrm>
          <a:custGeom xmlns:a="http://schemas.openxmlformats.org/drawingml/2006/main">
            <a:pathLst>
              <a:path w="9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</a:ln>
        </p:spPr>
      </p:sp>
      <p:sp>
        <p:nvSpPr>
          <p:cNvPr id="69" name="SE-024-69">
            <a:extLst xmlns:a="http://schemas.openxmlformats.org/drawingml/2006/main">
              <a:ext uri="{FF2B5EF4-FFF2-40B4-BE49-F238E27FC236}">
                <a16:creationId xmlns:a16="http://schemas.microsoft.com/office/drawing/2014/main" id="{63E22F12-266D-4E1F-97AE-E98BBC62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210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</a:ln>
        </p:spPr>
      </p:sp>
      <p:sp>
        <p:nvSpPr>
          <p:cNvPr id="70" name="SE-024-70">
            <a:extLst xmlns:a="http://schemas.openxmlformats.org/drawingml/2006/main">
              <a:ext uri="{FF2B5EF4-FFF2-40B4-BE49-F238E27FC236}">
                <a16:creationId xmlns:a16="http://schemas.microsoft.com/office/drawing/2014/main" id="{AEA114BD-CB0D-4879-9A2C-57C14C03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133475"/>
            <a:ext cx="2171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Log messages</a:t>
            </a:r>
          </a:p>
        </p:txBody>
      </p:sp>
      <p:sp>
        <p:nvSpPr>
          <p:cNvPr id="71" name="SE-024-path-71">
            <a:extLst xmlns:a="http://schemas.openxmlformats.org/drawingml/2006/main">
              <a:ext uri="{FF2B5EF4-FFF2-40B4-BE49-F238E27FC236}">
                <a16:creationId xmlns:a16="http://schemas.microsoft.com/office/drawing/2014/main" id="{0A8F146A-36A3-427F-BE95-7A294203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438275"/>
            <a:ext cx="95" cy="257175"/>
          </a:xfrm>
          <a:custGeom xmlns:a="http://schemas.openxmlformats.org/drawingml/2006/main">
            <a:pathLst>
              <a:path w="9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72" name="SE-024-path-72">
            <a:extLst xmlns:a="http://schemas.openxmlformats.org/drawingml/2006/main">
              <a:ext uri="{FF2B5EF4-FFF2-40B4-BE49-F238E27FC236}">
                <a16:creationId xmlns:a16="http://schemas.microsoft.com/office/drawing/2014/main" id="{01FD93DB-4202-4C74-AFB1-3A6BDEB2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187" y="1627861"/>
            <a:ext cx="70375" cy="67589"/>
          </a:xfrm>
          <a:custGeom xmlns:a="http://schemas.openxmlformats.org/drawingml/2006/main">
            <a:pathLst>
              <a:path w="70375" h="67589">
                <a:moveTo>
                  <a:pt x="0" y="0"/>
                </a:moveTo>
                <a:lnTo>
                  <a:pt x="35188" y="67589"/>
                </a:lnTo>
                <a:lnTo>
                  <a:pt x="70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73" name="SE-024-73">
            <a:extLst xmlns:a="http://schemas.openxmlformats.org/drawingml/2006/main">
              <a:ext uri="{FF2B5EF4-FFF2-40B4-BE49-F238E27FC236}">
                <a16:creationId xmlns:a16="http://schemas.microsoft.com/office/drawing/2014/main" id="{CA38D61E-1158-4FC6-9197-8DB609D5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771650"/>
            <a:ext cx="2276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Preprocessing</a:t>
            </a:r>
          </a:p>
        </p:txBody>
      </p:sp>
      <p:sp>
        <p:nvSpPr>
          <p:cNvPr id="74" name="SE-024-74">
            <a:extLst xmlns:a="http://schemas.openxmlformats.org/drawingml/2006/main">
              <a:ext uri="{FF2B5EF4-FFF2-40B4-BE49-F238E27FC236}">
                <a16:creationId xmlns:a16="http://schemas.microsoft.com/office/drawing/2014/main" id="{5F0BB3F1-5B37-4F45-BC4D-49F63B23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047875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(regex, balance, sliding window)</a:t>
            </a:r>
          </a:p>
        </p:txBody>
      </p:sp>
      <p:sp>
        <p:nvSpPr>
          <p:cNvPr id="75" name="SE-024-path-75">
            <a:extLst xmlns:a="http://schemas.openxmlformats.org/drawingml/2006/main">
              <a:ext uri="{FF2B5EF4-FFF2-40B4-BE49-F238E27FC236}">
                <a16:creationId xmlns:a16="http://schemas.microsoft.com/office/drawing/2014/main" id="{9746140B-5B8D-4A58-8DAD-3CFD72B7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52675"/>
            <a:ext cx="95" cy="276225"/>
          </a:xfrm>
          <a:custGeom xmlns:a="http://schemas.openxmlformats.org/drawingml/2006/main">
            <a:pathLst>
              <a:path w="95" h="276225">
                <a:moveTo>
                  <a:pt x="0" y="0"/>
                </a:moveTo>
                <a:lnTo>
                  <a:pt x="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76" name="SE-024-path-76">
            <a:extLst xmlns:a="http://schemas.openxmlformats.org/drawingml/2006/main">
              <a:ext uri="{FF2B5EF4-FFF2-40B4-BE49-F238E27FC236}">
                <a16:creationId xmlns:a16="http://schemas.microsoft.com/office/drawing/2014/main" id="{58CDCC7F-468B-4696-A361-6CEFB1E9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187" y="2561311"/>
            <a:ext cx="70375" cy="67589"/>
          </a:xfrm>
          <a:custGeom xmlns:a="http://schemas.openxmlformats.org/drawingml/2006/main">
            <a:pathLst>
              <a:path w="70375" h="67589">
                <a:moveTo>
                  <a:pt x="0" y="0"/>
                </a:moveTo>
                <a:lnTo>
                  <a:pt x="35188" y="67589"/>
                </a:lnTo>
                <a:lnTo>
                  <a:pt x="70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77" name="SE-024-77">
            <a:extLst xmlns:a="http://schemas.openxmlformats.org/drawingml/2006/main">
              <a:ext uri="{FF2B5EF4-FFF2-40B4-BE49-F238E27FC236}">
                <a16:creationId xmlns:a16="http://schemas.microsoft.com/office/drawing/2014/main" id="{FF25A7B1-14F3-4B32-8BB6-907E17AB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714625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PLM Embedding (e.g. BERT)</a:t>
            </a:r>
          </a:p>
        </p:txBody>
      </p:sp>
      <p:sp>
        <p:nvSpPr>
          <p:cNvPr id="78" name="SE-024-path-78">
            <a:extLst xmlns:a="http://schemas.openxmlformats.org/drawingml/2006/main">
              <a:ext uri="{FF2B5EF4-FFF2-40B4-BE49-F238E27FC236}">
                <a16:creationId xmlns:a16="http://schemas.microsoft.com/office/drawing/2014/main" id="{9D307856-FB74-49E0-9E84-894022DC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009900"/>
            <a:ext cx="95" cy="257175"/>
          </a:xfrm>
          <a:custGeom xmlns:a="http://schemas.openxmlformats.org/drawingml/2006/main">
            <a:pathLst>
              <a:path w="9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79" name="SE-024-path-79">
            <a:extLst xmlns:a="http://schemas.openxmlformats.org/drawingml/2006/main">
              <a:ext uri="{FF2B5EF4-FFF2-40B4-BE49-F238E27FC236}">
                <a16:creationId xmlns:a16="http://schemas.microsoft.com/office/drawing/2014/main" id="{9DA2C491-011B-4281-ADE9-5B50670B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187" y="3199486"/>
            <a:ext cx="70375" cy="67589"/>
          </a:xfrm>
          <a:custGeom xmlns:a="http://schemas.openxmlformats.org/drawingml/2006/main">
            <a:pathLst>
              <a:path w="70375" h="67589">
                <a:moveTo>
                  <a:pt x="0" y="0"/>
                </a:moveTo>
                <a:lnTo>
                  <a:pt x="35188" y="67589"/>
                </a:lnTo>
                <a:lnTo>
                  <a:pt x="70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80" name="SE-024-80">
            <a:extLst xmlns:a="http://schemas.openxmlformats.org/drawingml/2006/main">
              <a:ext uri="{FF2B5EF4-FFF2-40B4-BE49-F238E27FC236}">
                <a16:creationId xmlns:a16="http://schemas.microsoft.com/office/drawing/2014/main" id="{A702AB65-C729-4BC6-B444-58A89BE8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3432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Semantic Vectors</a:t>
            </a:r>
          </a:p>
        </p:txBody>
      </p:sp>
      <p:sp>
        <p:nvSpPr>
          <p:cNvPr id="81" name="SE-024-path-81">
            <a:extLst xmlns:a="http://schemas.openxmlformats.org/drawingml/2006/main">
              <a:ext uri="{FF2B5EF4-FFF2-40B4-BE49-F238E27FC236}">
                <a16:creationId xmlns:a16="http://schemas.microsoft.com/office/drawing/2014/main" id="{D2760268-FE09-492B-9F0D-13D28754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48075"/>
            <a:ext cx="95" cy="257175"/>
          </a:xfrm>
          <a:custGeom xmlns:a="http://schemas.openxmlformats.org/drawingml/2006/main">
            <a:pathLst>
              <a:path w="9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82" name="SE-024-path-82">
            <a:extLst xmlns:a="http://schemas.openxmlformats.org/drawingml/2006/main">
              <a:ext uri="{FF2B5EF4-FFF2-40B4-BE49-F238E27FC236}">
                <a16:creationId xmlns:a16="http://schemas.microsoft.com/office/drawing/2014/main" id="{EA681939-57BA-4434-8573-49C01E88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187" y="3837661"/>
            <a:ext cx="70375" cy="67589"/>
          </a:xfrm>
          <a:custGeom xmlns:a="http://schemas.openxmlformats.org/drawingml/2006/main">
            <a:pathLst>
              <a:path w="70375" h="67589">
                <a:moveTo>
                  <a:pt x="0" y="0"/>
                </a:moveTo>
                <a:lnTo>
                  <a:pt x="35188" y="67589"/>
                </a:lnTo>
                <a:lnTo>
                  <a:pt x="70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83" name="SE-024-83">
            <a:extLst xmlns:a="http://schemas.openxmlformats.org/drawingml/2006/main">
              <a:ext uri="{FF2B5EF4-FFF2-40B4-BE49-F238E27FC236}">
                <a16:creationId xmlns:a16="http://schemas.microsoft.com/office/drawing/2014/main" id="{B6B2AAC7-FB06-4E27-AF53-5ED15B82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981450"/>
            <a:ext cx="1438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Train Expert</a:t>
            </a:r>
          </a:p>
        </p:txBody>
      </p:sp>
      <p:sp>
        <p:nvSpPr>
          <p:cNvPr id="84" name="SE-024-path-84">
            <a:extLst xmlns:a="http://schemas.openxmlformats.org/drawingml/2006/main">
              <a:ext uri="{FF2B5EF4-FFF2-40B4-BE49-F238E27FC236}">
                <a16:creationId xmlns:a16="http://schemas.microsoft.com/office/drawing/2014/main" id="{41C94AB9-792B-4266-9AE7-4359F386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943350"/>
            <a:ext cx="228600" cy="285750"/>
          </a:xfrm>
          <a:custGeom xmlns:a="http://schemas.openxmlformats.org/drawingml/2006/main">
            <a:pathLst>
              <a:path w="228600" h="285750">
                <a:moveTo>
                  <a:pt x="114300" y="0"/>
                </a:moveTo>
                <a:lnTo>
                  <a:pt x="95250" y="85725"/>
                </a:lnTo>
                <a:lnTo>
                  <a:pt x="47625" y="38100"/>
                </a:lnTo>
                <a:lnTo>
                  <a:pt x="9525" y="133350"/>
                </a:lnTo>
                <a:lnTo>
                  <a:pt x="0" y="228600"/>
                </a:lnTo>
                <a:lnTo>
                  <a:pt x="47625" y="276225"/>
                </a:lnTo>
                <a:lnTo>
                  <a:pt x="142875" y="285750"/>
                </a:lnTo>
                <a:lnTo>
                  <a:pt x="219075" y="238125"/>
                </a:lnTo>
                <a:lnTo>
                  <a:pt x="228600" y="142875"/>
                </a:lnTo>
                <a:lnTo>
                  <a:pt x="180975" y="66675"/>
                </a:lnTo>
                <a:lnTo>
                  <a:pt x="161925" y="142875"/>
                </a:lnTo>
                <a:close/>
              </a:path>
            </a:pathLst>
          </a:custGeom>
          <a:solidFill xmlns:a="http://schemas.openxmlformats.org/drawingml/2006/main">
            <a:srgbClr val="FF5B55"/>
          </a:solidFill>
          <a:ln xmlns:a="http://schemas.openxmlformats.org/drawingml/2006/main" w="9525">
            <a:solidFill>
              <a:srgbClr val="FF5B55"/>
            </a:solidFill>
          </a:ln>
        </p:spPr>
      </p:sp>
      <p:sp>
        <p:nvSpPr>
          <p:cNvPr id="85" name="SE-024-path-85">
            <a:extLst xmlns:a="http://schemas.openxmlformats.org/drawingml/2006/main">
              <a:ext uri="{FF2B5EF4-FFF2-40B4-BE49-F238E27FC236}">
                <a16:creationId xmlns:a16="http://schemas.microsoft.com/office/drawing/2014/main" id="{C0B0F01E-6CF3-4BAA-BE03-786AB1D2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048125"/>
            <a:ext cx="114300" cy="171450"/>
          </a:xfrm>
          <a:custGeom xmlns:a="http://schemas.openxmlformats.org/drawingml/2006/main">
            <a:pathLst>
              <a:path w="114300" h="171450">
                <a:moveTo>
                  <a:pt x="47625" y="0"/>
                </a:moveTo>
                <a:lnTo>
                  <a:pt x="0" y="114300"/>
                </a:lnTo>
                <a:lnTo>
                  <a:pt x="19050" y="171450"/>
                </a:lnTo>
                <a:lnTo>
                  <a:pt x="76200" y="171450"/>
                </a:lnTo>
                <a:lnTo>
                  <a:pt x="114300" y="114300"/>
                </a:lnTo>
                <a:close/>
              </a:path>
            </a:pathLst>
          </a:custGeom>
          <a:solidFill xmlns:a="http://schemas.openxmlformats.org/drawingml/2006/main">
            <a:srgbClr val="FFD292"/>
          </a:solidFill>
          <a:ln xmlns:a="http://schemas.openxmlformats.org/drawingml/2006/main" w="9525">
            <a:solidFill>
              <a:srgbClr val="FFD292"/>
            </a:solidFill>
          </a:ln>
        </p:spPr>
      </p:sp>
      <p:sp>
        <p:nvSpPr>
          <p:cNvPr id="86" name="SE-024-path-86">
            <a:extLst xmlns:a="http://schemas.openxmlformats.org/drawingml/2006/main">
              <a:ext uri="{FF2B5EF4-FFF2-40B4-BE49-F238E27FC236}">
                <a16:creationId xmlns:a16="http://schemas.microsoft.com/office/drawing/2014/main" id="{B4501531-57D3-4186-8785-A8FDD144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86000"/>
            <a:ext cx="381000" cy="381000"/>
          </a:xfrm>
          <a:custGeom xmlns:a="http://schemas.openxmlformats.org/drawingml/2006/main">
            <a:pathLst>
              <a:path w="381000" h="381000">
                <a:moveTo>
                  <a:pt x="0" y="95250"/>
                </a:moveTo>
                <a:lnTo>
                  <a:pt x="219075" y="95250"/>
                </a:lnTo>
                <a:lnTo>
                  <a:pt x="219075" y="0"/>
                </a:lnTo>
                <a:lnTo>
                  <a:pt x="381000" y="190500"/>
                </a:lnTo>
                <a:lnTo>
                  <a:pt x="219075" y="381000"/>
                </a:lnTo>
                <a:lnTo>
                  <a:pt x="219075" y="285750"/>
                </a:lnTo>
                <a:lnTo>
                  <a:pt x="0" y="28575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87" name="SE-024-87">
            <a:extLst xmlns:a="http://schemas.openxmlformats.org/drawingml/2006/main">
              <a:ext uri="{FF2B5EF4-FFF2-40B4-BE49-F238E27FC236}">
                <a16:creationId xmlns:a16="http://schemas.microsoft.com/office/drawing/2014/main" id="{8576EE76-F14F-4D64-8D13-3807950E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038225"/>
            <a:ext cx="20097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6D4"/>
          </a:solidFill>
          <a:ln xmlns:a="http://schemas.openxmlformats.org/drawingml/2006/main" w="14288">
            <a:solidFill>
              <a:srgbClr val="385170"/>
            </a:solidFill>
          </a:ln>
        </p:spPr>
      </p:sp>
      <p:sp>
        <p:nvSpPr>
          <p:cNvPr id="88" name="SE-024-88">
            <a:extLst xmlns:a="http://schemas.openxmlformats.org/drawingml/2006/main">
              <a:ext uri="{FF2B5EF4-FFF2-40B4-BE49-F238E27FC236}">
                <a16:creationId xmlns:a16="http://schemas.microsoft.com/office/drawing/2014/main" id="{656BB6C6-F7E3-4196-82E5-857D7A55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133475"/>
            <a:ext cx="180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Mixed subset Q from</a:t>
            </a:r>
          </a:p>
          <a:p xmlns:a="http://schemas.openxmlformats.org/drawingml/2006/main">
            <a:pPr algn="ctr">
              <a:defRPr sz="1650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multi source systems</a:t>
            </a:r>
          </a:p>
        </p:txBody>
      </p:sp>
      <p:sp>
        <p:nvSpPr>
          <p:cNvPr id="89" name="SE-024-89">
            <a:extLst xmlns:a="http://schemas.openxmlformats.org/drawingml/2006/main">
              <a:ext uri="{FF2B5EF4-FFF2-40B4-BE49-F238E27FC236}">
                <a16:creationId xmlns:a16="http://schemas.microsoft.com/office/drawing/2014/main" id="{89E54C3E-19CE-4398-95C4-9CA8F9DB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1038225"/>
            <a:ext cx="15049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D8"/>
          </a:solidFill>
          <a:ln xmlns:a="http://schemas.openxmlformats.org/drawingml/2006/main" w="14288">
            <a:solidFill>
              <a:srgbClr val="385170"/>
            </a:solidFill>
          </a:ln>
        </p:spPr>
      </p:sp>
      <p:sp>
        <p:nvSpPr>
          <p:cNvPr id="90" name="SE-024-90">
            <a:extLst xmlns:a="http://schemas.openxmlformats.org/drawingml/2006/main">
              <a:ext uri="{FF2B5EF4-FFF2-40B4-BE49-F238E27FC236}">
                <a16:creationId xmlns:a16="http://schemas.microsoft.com/office/drawing/2014/main" id="{5E3A1BEB-D46B-4A97-8918-8035C3A9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133475"/>
            <a:ext cx="1409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Unseen System</a:t>
            </a:r>
          </a:p>
          <a:p xmlns:a="http://schemas.openxmlformats.org/drawingml/2006/main">
            <a:pPr algn="ctr">
              <a:defRPr sz="1650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Logs</a:t>
            </a:r>
          </a:p>
        </p:txBody>
      </p:sp>
      <p:sp>
        <p:nvSpPr>
          <p:cNvPr id="91" name="SE-024-91">
            <a:extLst xmlns:a="http://schemas.openxmlformats.org/drawingml/2006/main">
              <a:ext uri="{FF2B5EF4-FFF2-40B4-BE49-F238E27FC236}">
                <a16:creationId xmlns:a16="http://schemas.microsoft.com/office/drawing/2014/main" id="{B595ED37-F379-4087-8605-EB395FAF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66900"/>
            <a:ext cx="1447800" cy="2276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F8"/>
          </a:solidFill>
          <a:ln xmlns:a="http://schemas.openxmlformats.org/drawingml/2006/main" w="0">
            <a:noFill/>
          </a:ln>
        </p:spPr>
      </p:sp>
      <p:sp>
        <p:nvSpPr>
          <p:cNvPr id="92" name="SE-024-path-92">
            <a:extLst xmlns:a="http://schemas.openxmlformats.org/drawingml/2006/main">
              <a:ext uri="{FF2B5EF4-FFF2-40B4-BE49-F238E27FC236}">
                <a16:creationId xmlns:a16="http://schemas.microsoft.com/office/drawing/2014/main" id="{526D4FF4-D5B8-4661-89BE-F3A018AB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047875"/>
            <a:ext cx="161925" cy="95"/>
          </a:xfrm>
          <a:custGeom xmlns:a="http://schemas.openxmlformats.org/drawingml/2006/main">
            <a:pathLst>
              <a:path w="161925" h="95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7B5D8"/>
            </a:solidFill>
          </a:ln>
        </p:spPr>
      </p:sp>
      <p:sp>
        <p:nvSpPr>
          <p:cNvPr id="93" name="SE-024-path-93">
            <a:extLst xmlns:a="http://schemas.openxmlformats.org/drawingml/2006/main">
              <a:ext uri="{FF2B5EF4-FFF2-40B4-BE49-F238E27FC236}">
                <a16:creationId xmlns:a16="http://schemas.microsoft.com/office/drawing/2014/main" id="{E2496FEC-3B81-4541-A0CF-8127BCEE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7132" y="2047875"/>
            <a:ext cx="47168" cy="32269"/>
          </a:xfrm>
          <a:custGeom xmlns:a="http://schemas.openxmlformats.org/drawingml/2006/main">
            <a:pathLst>
              <a:path w="47168" h="32269">
                <a:moveTo>
                  <a:pt x="47168" y="0"/>
                </a:moveTo>
                <a:lnTo>
                  <a:pt x="0" y="322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7B5D8"/>
            </a:solidFill>
          </a:ln>
        </p:spPr>
      </p:sp>
      <p:sp>
        <p:nvSpPr>
          <p:cNvPr id="94" name="SE-024-path-94">
            <a:extLst xmlns:a="http://schemas.openxmlformats.org/drawingml/2006/main">
              <a:ext uri="{FF2B5EF4-FFF2-40B4-BE49-F238E27FC236}">
                <a16:creationId xmlns:a16="http://schemas.microsoft.com/office/drawing/2014/main" id="{64FA623C-4483-4AF5-B03A-A0A295B3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7132" y="2015606"/>
            <a:ext cx="47168" cy="32269"/>
          </a:xfrm>
          <a:custGeom xmlns:a="http://schemas.openxmlformats.org/drawingml/2006/main">
            <a:pathLst>
              <a:path w="47168" h="32269">
                <a:moveTo>
                  <a:pt x="47168" y="3226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7B5D8"/>
            </a:solidFill>
          </a:ln>
        </p:spPr>
      </p:sp>
      <p:sp>
        <p:nvSpPr>
          <p:cNvPr id="95" name="SE-024-path-95">
            <a:extLst xmlns:a="http://schemas.openxmlformats.org/drawingml/2006/main">
              <a:ext uri="{FF2B5EF4-FFF2-40B4-BE49-F238E27FC236}">
                <a16:creationId xmlns:a16="http://schemas.microsoft.com/office/drawing/2014/main" id="{782826E9-BFE1-4BE9-8BD8-EB2A4F76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047875"/>
            <a:ext cx="80963" cy="140231"/>
          </a:xfrm>
          <a:custGeom xmlns:a="http://schemas.openxmlformats.org/drawingml/2006/main">
            <a:pathLst>
              <a:path w="80963" h="140231">
                <a:moveTo>
                  <a:pt x="0" y="0"/>
                </a:moveTo>
                <a:lnTo>
                  <a:pt x="80963" y="14023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7B5D8"/>
            </a:solidFill>
          </a:ln>
        </p:spPr>
      </p:sp>
      <p:sp>
        <p:nvSpPr>
          <p:cNvPr id="96" name="SE-024-path-96">
            <a:extLst xmlns:a="http://schemas.openxmlformats.org/drawingml/2006/main">
              <a:ext uri="{FF2B5EF4-FFF2-40B4-BE49-F238E27FC236}">
                <a16:creationId xmlns:a16="http://schemas.microsoft.com/office/drawing/2014/main" id="{F9E9FEED-02E0-49C4-97AE-C5CD09AB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0382" y="2113899"/>
            <a:ext cx="51530" cy="24714"/>
          </a:xfrm>
          <a:custGeom xmlns:a="http://schemas.openxmlformats.org/drawingml/2006/main">
            <a:pathLst>
              <a:path w="51530" h="24714">
                <a:moveTo>
                  <a:pt x="51530" y="2471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7B5D8"/>
            </a:solidFill>
          </a:ln>
        </p:spPr>
      </p:sp>
      <p:sp>
        <p:nvSpPr>
          <p:cNvPr id="97" name="SE-024-path-97">
            <a:extLst xmlns:a="http://schemas.openxmlformats.org/drawingml/2006/main">
              <a:ext uri="{FF2B5EF4-FFF2-40B4-BE49-F238E27FC236}">
                <a16:creationId xmlns:a16="http://schemas.microsoft.com/office/drawing/2014/main" id="{C4A50827-7D8A-4494-92D6-CB92B252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1913" y="2081630"/>
            <a:ext cx="4362" cy="56983"/>
          </a:xfrm>
          <a:custGeom xmlns:a="http://schemas.openxmlformats.org/drawingml/2006/main">
            <a:pathLst>
              <a:path w="4362" h="56983">
                <a:moveTo>
                  <a:pt x="0" y="56983"/>
                </a:moveTo>
                <a:lnTo>
                  <a:pt x="43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7B5D8"/>
            </a:solidFill>
          </a:ln>
        </p:spPr>
      </p:sp>
      <p:sp>
        <p:nvSpPr>
          <p:cNvPr id="98" name="SE-024-path-98">
            <a:extLst xmlns:a="http://schemas.openxmlformats.org/drawingml/2006/main">
              <a:ext uri="{FF2B5EF4-FFF2-40B4-BE49-F238E27FC236}">
                <a16:creationId xmlns:a16="http://schemas.microsoft.com/office/drawing/2014/main" id="{F3BAB17F-D7F3-4CB2-8BF4-57CA9F4B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8563" y="2047875"/>
            <a:ext cx="80963" cy="140231"/>
          </a:xfrm>
          <a:custGeom xmlns:a="http://schemas.openxmlformats.org/drawingml/2006/main">
            <a:pathLst>
              <a:path w="80963" h="140231">
                <a:moveTo>
                  <a:pt x="80963" y="0"/>
                </a:moveTo>
                <a:lnTo>
                  <a:pt x="0" y="14023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7B5D8"/>
            </a:solidFill>
          </a:ln>
        </p:spPr>
      </p:sp>
      <p:sp>
        <p:nvSpPr>
          <p:cNvPr id="99" name="SE-024-path-99">
            <a:extLst xmlns:a="http://schemas.openxmlformats.org/drawingml/2006/main">
              <a:ext uri="{FF2B5EF4-FFF2-40B4-BE49-F238E27FC236}">
                <a16:creationId xmlns:a16="http://schemas.microsoft.com/office/drawing/2014/main" id="{203DE360-A005-48B7-9532-FEBDAFE7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775" y="2081630"/>
            <a:ext cx="4362" cy="56983"/>
          </a:xfrm>
          <a:custGeom xmlns:a="http://schemas.openxmlformats.org/drawingml/2006/main">
            <a:pathLst>
              <a:path w="4362" h="56983">
                <a:moveTo>
                  <a:pt x="4362" y="5698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7B5D8"/>
            </a:solidFill>
          </a:ln>
        </p:spPr>
      </p:sp>
      <p:sp>
        <p:nvSpPr>
          <p:cNvPr id="100" name="SE-024-path-100">
            <a:extLst xmlns:a="http://schemas.openxmlformats.org/drawingml/2006/main">
              <a:ext uri="{FF2B5EF4-FFF2-40B4-BE49-F238E27FC236}">
                <a16:creationId xmlns:a16="http://schemas.microsoft.com/office/drawing/2014/main" id="{35E132F0-C4F7-4709-AECB-D068060D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7138" y="2113899"/>
            <a:ext cx="51530" cy="24714"/>
          </a:xfrm>
          <a:custGeom xmlns:a="http://schemas.openxmlformats.org/drawingml/2006/main">
            <a:pathLst>
              <a:path w="51530" h="24714">
                <a:moveTo>
                  <a:pt x="0" y="24714"/>
                </a:moveTo>
                <a:lnTo>
                  <a:pt x="515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7B5D8"/>
            </a:solidFill>
          </a:ln>
        </p:spPr>
      </p:sp>
      <p:sp>
        <p:nvSpPr>
          <p:cNvPr id="101" name="SE-024-path-101">
            <a:extLst xmlns:a="http://schemas.openxmlformats.org/drawingml/2006/main">
              <a:ext uri="{FF2B5EF4-FFF2-40B4-BE49-F238E27FC236}">
                <a16:creationId xmlns:a16="http://schemas.microsoft.com/office/drawing/2014/main" id="{B1F17AFF-982F-4682-9292-E61B9E64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47875"/>
            <a:ext cx="161925" cy="95"/>
          </a:xfrm>
          <a:custGeom xmlns:a="http://schemas.openxmlformats.org/drawingml/2006/main">
            <a:pathLst>
              <a:path w="161925" h="95">
                <a:moveTo>
                  <a:pt x="1619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7B5D8"/>
            </a:solidFill>
          </a:ln>
        </p:spPr>
      </p:sp>
      <p:sp>
        <p:nvSpPr>
          <p:cNvPr id="102" name="SE-024-path-102">
            <a:extLst xmlns:a="http://schemas.openxmlformats.org/drawingml/2006/main">
              <a:ext uri="{FF2B5EF4-FFF2-40B4-BE49-F238E27FC236}">
                <a16:creationId xmlns:a16="http://schemas.microsoft.com/office/drawing/2014/main" id="{068BCF41-D50A-46B0-84CD-CF3DAF06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15606"/>
            <a:ext cx="47168" cy="32269"/>
          </a:xfrm>
          <a:custGeom xmlns:a="http://schemas.openxmlformats.org/drawingml/2006/main">
            <a:pathLst>
              <a:path w="47168" h="32269">
                <a:moveTo>
                  <a:pt x="0" y="32269"/>
                </a:moveTo>
                <a:lnTo>
                  <a:pt x="471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7B5D8"/>
            </a:solidFill>
          </a:ln>
        </p:spPr>
      </p:sp>
      <p:sp>
        <p:nvSpPr>
          <p:cNvPr id="103" name="SE-024-path-103">
            <a:extLst xmlns:a="http://schemas.openxmlformats.org/drawingml/2006/main">
              <a:ext uri="{FF2B5EF4-FFF2-40B4-BE49-F238E27FC236}">
                <a16:creationId xmlns:a16="http://schemas.microsoft.com/office/drawing/2014/main" id="{44C24AFD-0ACD-4F0C-93AE-7ACB8B14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47875"/>
            <a:ext cx="47168" cy="32269"/>
          </a:xfrm>
          <a:custGeom xmlns:a="http://schemas.openxmlformats.org/drawingml/2006/main">
            <a:pathLst>
              <a:path w="47168" h="32269">
                <a:moveTo>
                  <a:pt x="0" y="0"/>
                </a:moveTo>
                <a:lnTo>
                  <a:pt x="47168" y="322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7B5D8"/>
            </a:solidFill>
          </a:ln>
        </p:spPr>
      </p:sp>
      <p:sp>
        <p:nvSpPr>
          <p:cNvPr id="104" name="SE-024-path-104">
            <a:extLst xmlns:a="http://schemas.openxmlformats.org/drawingml/2006/main">
              <a:ext uri="{FF2B5EF4-FFF2-40B4-BE49-F238E27FC236}">
                <a16:creationId xmlns:a16="http://schemas.microsoft.com/office/drawing/2014/main" id="{A6BAE5F0-45F1-4B03-8763-47A78ABB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8563" y="1907644"/>
            <a:ext cx="80963" cy="140231"/>
          </a:xfrm>
          <a:custGeom xmlns:a="http://schemas.openxmlformats.org/drawingml/2006/main">
            <a:pathLst>
              <a:path w="80963" h="140231">
                <a:moveTo>
                  <a:pt x="80963" y="1402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7B5D8"/>
            </a:solidFill>
          </a:ln>
        </p:spPr>
      </p:sp>
      <p:sp>
        <p:nvSpPr>
          <p:cNvPr id="105" name="SE-024-path-105">
            <a:extLst xmlns:a="http://schemas.openxmlformats.org/drawingml/2006/main">
              <a:ext uri="{FF2B5EF4-FFF2-40B4-BE49-F238E27FC236}">
                <a16:creationId xmlns:a16="http://schemas.microsoft.com/office/drawing/2014/main" id="{D7F38551-72F1-4DA4-9816-39C041A0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7138" y="1957137"/>
            <a:ext cx="51530" cy="24714"/>
          </a:xfrm>
          <a:custGeom xmlns:a="http://schemas.openxmlformats.org/drawingml/2006/main">
            <a:pathLst>
              <a:path w="51530" h="24714">
                <a:moveTo>
                  <a:pt x="0" y="0"/>
                </a:moveTo>
                <a:lnTo>
                  <a:pt x="51530" y="2471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7B5D8"/>
            </a:solidFill>
          </a:ln>
        </p:spPr>
      </p:sp>
      <p:sp>
        <p:nvSpPr>
          <p:cNvPr id="106" name="SE-024-path-106">
            <a:extLst xmlns:a="http://schemas.openxmlformats.org/drawingml/2006/main">
              <a:ext uri="{FF2B5EF4-FFF2-40B4-BE49-F238E27FC236}">
                <a16:creationId xmlns:a16="http://schemas.microsoft.com/office/drawing/2014/main" id="{6BAF3858-B3D4-496B-AFBD-B139EC37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775" y="1957137"/>
            <a:ext cx="4362" cy="56983"/>
          </a:xfrm>
          <a:custGeom xmlns:a="http://schemas.openxmlformats.org/drawingml/2006/main">
            <a:pathLst>
              <a:path w="4362" h="56983">
                <a:moveTo>
                  <a:pt x="4362" y="0"/>
                </a:moveTo>
                <a:lnTo>
                  <a:pt x="0" y="5698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7B5D8"/>
            </a:solidFill>
          </a:ln>
        </p:spPr>
      </p:sp>
      <p:sp>
        <p:nvSpPr>
          <p:cNvPr id="107" name="SE-024-path-107">
            <a:extLst xmlns:a="http://schemas.openxmlformats.org/drawingml/2006/main">
              <a:ext uri="{FF2B5EF4-FFF2-40B4-BE49-F238E27FC236}">
                <a16:creationId xmlns:a16="http://schemas.microsoft.com/office/drawing/2014/main" id="{805D3025-16B5-4EB8-93B9-12006D2D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1907644"/>
            <a:ext cx="80963" cy="140231"/>
          </a:xfrm>
          <a:custGeom xmlns:a="http://schemas.openxmlformats.org/drawingml/2006/main">
            <a:pathLst>
              <a:path w="80963" h="140231">
                <a:moveTo>
                  <a:pt x="0" y="140231"/>
                </a:moveTo>
                <a:lnTo>
                  <a:pt x="809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7B5D8"/>
            </a:solidFill>
          </a:ln>
        </p:spPr>
      </p:sp>
      <p:sp>
        <p:nvSpPr>
          <p:cNvPr id="108" name="SE-024-path-108">
            <a:extLst xmlns:a="http://schemas.openxmlformats.org/drawingml/2006/main">
              <a:ext uri="{FF2B5EF4-FFF2-40B4-BE49-F238E27FC236}">
                <a16:creationId xmlns:a16="http://schemas.microsoft.com/office/drawing/2014/main" id="{5E977408-420F-4664-9875-7A668B1C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1913" y="1957137"/>
            <a:ext cx="4362" cy="56983"/>
          </a:xfrm>
          <a:custGeom xmlns:a="http://schemas.openxmlformats.org/drawingml/2006/main">
            <a:pathLst>
              <a:path w="4362" h="56983">
                <a:moveTo>
                  <a:pt x="0" y="0"/>
                </a:moveTo>
                <a:lnTo>
                  <a:pt x="4362" y="5698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7B5D8"/>
            </a:solidFill>
          </a:ln>
        </p:spPr>
      </p:sp>
      <p:sp>
        <p:nvSpPr>
          <p:cNvPr id="109" name="SE-024-path-109">
            <a:extLst xmlns:a="http://schemas.openxmlformats.org/drawingml/2006/main">
              <a:ext uri="{FF2B5EF4-FFF2-40B4-BE49-F238E27FC236}">
                <a16:creationId xmlns:a16="http://schemas.microsoft.com/office/drawing/2014/main" id="{74EF6063-7E84-4811-A96B-CA2D807C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0382" y="1957137"/>
            <a:ext cx="51530" cy="24714"/>
          </a:xfrm>
          <a:custGeom xmlns:a="http://schemas.openxmlformats.org/drawingml/2006/main">
            <a:pathLst>
              <a:path w="51530" h="24714">
                <a:moveTo>
                  <a:pt x="51530" y="0"/>
                </a:moveTo>
                <a:lnTo>
                  <a:pt x="0" y="2471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7B5D8"/>
            </a:solidFill>
          </a:ln>
        </p:spPr>
      </p:sp>
      <p:sp>
        <p:nvSpPr>
          <p:cNvPr id="110" name="SE-024-110">
            <a:extLst xmlns:a="http://schemas.openxmlformats.org/drawingml/2006/main">
              <a:ext uri="{FF2B5EF4-FFF2-40B4-BE49-F238E27FC236}">
                <a16:creationId xmlns:a16="http://schemas.microsoft.com/office/drawing/2014/main" id="{28627B55-0A08-4A1D-AA3E-4238D4BE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943100"/>
            <a:ext cx="5429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93B3DC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1" i="0">
                <a:solidFill>
                  <a:srgbClr val="93B3DC"/>
                </a:solidFill>
                <a:latin typeface="Arial Narrow"/>
                <a:ea typeface="Arial Narrow"/>
                <a:cs typeface="Arial Narrow"/>
              </a:rPr>
              <a:t>frozen</a:t>
            </a:r>
          </a:p>
        </p:txBody>
      </p:sp>
      <p:sp>
        <p:nvSpPr>
          <p:cNvPr id="111" name="SE-024-111">
            <a:extLst xmlns:a="http://schemas.openxmlformats.org/drawingml/2006/main">
              <a:ext uri="{FF2B5EF4-FFF2-40B4-BE49-F238E27FC236}">
                <a16:creationId xmlns:a16="http://schemas.microsoft.com/office/drawing/2014/main" id="{C027CED2-D5D9-4702-93AC-335B3861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76475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Expert-1</a:t>
            </a:r>
          </a:p>
        </p:txBody>
      </p:sp>
      <p:sp>
        <p:nvSpPr>
          <p:cNvPr id="112" name="SE-024-112">
            <a:extLst xmlns:a="http://schemas.openxmlformats.org/drawingml/2006/main">
              <a:ext uri="{FF2B5EF4-FFF2-40B4-BE49-F238E27FC236}">
                <a16:creationId xmlns:a16="http://schemas.microsoft.com/office/drawing/2014/main" id="{5A7D0008-612A-473F-8228-656E3C55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6225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Expert-2</a:t>
            </a:r>
          </a:p>
        </p:txBody>
      </p:sp>
      <p:sp>
        <p:nvSpPr>
          <p:cNvPr id="113" name="SE-024-113">
            <a:extLst xmlns:a="http://schemas.openxmlformats.org/drawingml/2006/main">
              <a:ext uri="{FF2B5EF4-FFF2-40B4-BE49-F238E27FC236}">
                <a16:creationId xmlns:a16="http://schemas.microsoft.com/office/drawing/2014/main" id="{03393FBF-9422-4F16-A99D-9B78228B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2480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...</a:t>
            </a:r>
          </a:p>
        </p:txBody>
      </p:sp>
      <p:sp>
        <p:nvSpPr>
          <p:cNvPr id="114" name="SE-024-114">
            <a:extLst xmlns:a="http://schemas.openxmlformats.org/drawingml/2006/main">
              <a:ext uri="{FF2B5EF4-FFF2-40B4-BE49-F238E27FC236}">
                <a16:creationId xmlns:a16="http://schemas.microsoft.com/office/drawing/2014/main" id="{F6B68C0E-EB13-47C6-9ED4-9FCD06C5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0047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Expert-k</a:t>
            </a:r>
          </a:p>
        </p:txBody>
      </p:sp>
      <p:sp>
        <p:nvSpPr>
          <p:cNvPr id="115" name="SE-024-path-115">
            <a:extLst xmlns:a="http://schemas.openxmlformats.org/drawingml/2006/main">
              <a:ext uri="{FF2B5EF4-FFF2-40B4-BE49-F238E27FC236}">
                <a16:creationId xmlns:a16="http://schemas.microsoft.com/office/drawing/2014/main" id="{785C5662-F0AB-486E-81B1-5099D9F9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238375"/>
            <a:ext cx="323850" cy="152400"/>
          </a:xfrm>
          <a:custGeom xmlns:a="http://schemas.openxmlformats.org/drawingml/2006/main">
            <a:pathLst>
              <a:path w="323850" h="152400">
                <a:moveTo>
                  <a:pt x="0" y="0"/>
                </a:moveTo>
                <a:lnTo>
                  <a:pt x="323850" y="0"/>
                </a:lnTo>
                <a:lnTo>
                  <a:pt x="238125" y="152400"/>
                </a:lnTo>
                <a:lnTo>
                  <a:pt x="85725" y="152400"/>
                </a:lnTo>
                <a:close/>
              </a:path>
            </a:pathLst>
          </a:custGeom>
          <a:solidFill xmlns:a="http://schemas.openxmlformats.org/drawingml/2006/main">
            <a:srgbClr val="F5B4C1"/>
          </a:solidFill>
          <a:ln xmlns:a="http://schemas.openxmlformats.org/drawingml/2006/main" w="14288">
            <a:solidFill>
              <a:srgbClr val="EBA0AF"/>
            </a:solidFill>
          </a:ln>
        </p:spPr>
      </p:sp>
      <p:sp>
        <p:nvSpPr>
          <p:cNvPr id="116" name="SE-024-path-116">
            <a:extLst xmlns:a="http://schemas.openxmlformats.org/drawingml/2006/main">
              <a:ext uri="{FF2B5EF4-FFF2-40B4-BE49-F238E27FC236}">
                <a16:creationId xmlns:a16="http://schemas.microsoft.com/office/drawing/2014/main" id="{F6D35554-1566-44E2-875A-DC0EEAA5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428875"/>
            <a:ext cx="323850" cy="152400"/>
          </a:xfrm>
          <a:custGeom xmlns:a="http://schemas.openxmlformats.org/drawingml/2006/main">
            <a:pathLst>
              <a:path w="323850" h="152400">
                <a:moveTo>
                  <a:pt x="85725" y="0"/>
                </a:moveTo>
                <a:lnTo>
                  <a:pt x="238125" y="0"/>
                </a:lnTo>
                <a:lnTo>
                  <a:pt x="323850" y="1524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F5B4C1"/>
          </a:solidFill>
          <a:ln xmlns:a="http://schemas.openxmlformats.org/drawingml/2006/main" w="14288">
            <a:solidFill>
              <a:srgbClr val="EBA0AF"/>
            </a:solidFill>
          </a:ln>
        </p:spPr>
      </p:sp>
      <p:sp>
        <p:nvSpPr>
          <p:cNvPr id="117" name="SE-024-path-117">
            <a:extLst xmlns:a="http://schemas.openxmlformats.org/drawingml/2006/main">
              <a:ext uri="{FF2B5EF4-FFF2-40B4-BE49-F238E27FC236}">
                <a16:creationId xmlns:a16="http://schemas.microsoft.com/office/drawing/2014/main" id="{AEACD0E3-1DAA-4AD9-9926-CEAC5CFD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714625"/>
            <a:ext cx="323850" cy="152400"/>
          </a:xfrm>
          <a:custGeom xmlns:a="http://schemas.openxmlformats.org/drawingml/2006/main">
            <a:pathLst>
              <a:path w="323850" h="152400">
                <a:moveTo>
                  <a:pt x="0" y="0"/>
                </a:moveTo>
                <a:lnTo>
                  <a:pt x="323850" y="0"/>
                </a:lnTo>
                <a:lnTo>
                  <a:pt x="238125" y="152400"/>
                </a:lnTo>
                <a:lnTo>
                  <a:pt x="85725" y="152400"/>
                </a:lnTo>
                <a:close/>
              </a:path>
            </a:pathLst>
          </a:custGeom>
          <a:solidFill xmlns:a="http://schemas.openxmlformats.org/drawingml/2006/main">
            <a:srgbClr val="BCD0EF"/>
          </a:solidFill>
          <a:ln xmlns:a="http://schemas.openxmlformats.org/drawingml/2006/main" w="14288">
            <a:solidFill>
              <a:srgbClr val="97B0E1"/>
            </a:solidFill>
          </a:ln>
        </p:spPr>
      </p:sp>
      <p:sp>
        <p:nvSpPr>
          <p:cNvPr id="118" name="SE-024-path-118">
            <a:extLst xmlns:a="http://schemas.openxmlformats.org/drawingml/2006/main">
              <a:ext uri="{FF2B5EF4-FFF2-40B4-BE49-F238E27FC236}">
                <a16:creationId xmlns:a16="http://schemas.microsoft.com/office/drawing/2014/main" id="{04856339-BF60-423C-86EC-8E33AD6F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905125"/>
            <a:ext cx="323850" cy="152400"/>
          </a:xfrm>
          <a:custGeom xmlns:a="http://schemas.openxmlformats.org/drawingml/2006/main">
            <a:pathLst>
              <a:path w="323850" h="152400">
                <a:moveTo>
                  <a:pt x="85725" y="0"/>
                </a:moveTo>
                <a:lnTo>
                  <a:pt x="238125" y="0"/>
                </a:lnTo>
                <a:lnTo>
                  <a:pt x="323850" y="1524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BCD0EF"/>
          </a:solidFill>
          <a:ln xmlns:a="http://schemas.openxmlformats.org/drawingml/2006/main" w="14288">
            <a:solidFill>
              <a:srgbClr val="97B0E1"/>
            </a:solidFill>
          </a:ln>
        </p:spPr>
      </p:sp>
      <p:sp>
        <p:nvSpPr>
          <p:cNvPr id="119" name="SE-024-path-119">
            <a:extLst xmlns:a="http://schemas.openxmlformats.org/drawingml/2006/main">
              <a:ext uri="{FF2B5EF4-FFF2-40B4-BE49-F238E27FC236}">
                <a16:creationId xmlns:a16="http://schemas.microsoft.com/office/drawing/2014/main" id="{019B4F73-2D61-4174-AF3B-4AA49FB4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724275"/>
            <a:ext cx="323850" cy="152400"/>
          </a:xfrm>
          <a:custGeom xmlns:a="http://schemas.openxmlformats.org/drawingml/2006/main">
            <a:pathLst>
              <a:path w="323850" h="152400">
                <a:moveTo>
                  <a:pt x="0" y="0"/>
                </a:moveTo>
                <a:lnTo>
                  <a:pt x="323850" y="0"/>
                </a:lnTo>
                <a:lnTo>
                  <a:pt x="238125" y="152400"/>
                </a:lnTo>
                <a:lnTo>
                  <a:pt x="85725" y="152400"/>
                </a:lnTo>
                <a:close/>
              </a:path>
            </a:pathLst>
          </a:custGeom>
          <a:solidFill xmlns:a="http://schemas.openxmlformats.org/drawingml/2006/main">
            <a:srgbClr val="C0C0C0"/>
          </a:solidFill>
          <a:ln xmlns:a="http://schemas.openxmlformats.org/drawingml/2006/main" w="14288">
            <a:solidFill>
              <a:srgbClr val="C0C0C0"/>
            </a:solidFill>
          </a:ln>
        </p:spPr>
      </p:sp>
      <p:sp>
        <p:nvSpPr>
          <p:cNvPr id="120" name="SE-024-path-120">
            <a:extLst xmlns:a="http://schemas.openxmlformats.org/drawingml/2006/main">
              <a:ext uri="{FF2B5EF4-FFF2-40B4-BE49-F238E27FC236}">
                <a16:creationId xmlns:a16="http://schemas.microsoft.com/office/drawing/2014/main" id="{F71BCB7E-CD11-40A1-8279-825B745F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914775"/>
            <a:ext cx="323850" cy="152400"/>
          </a:xfrm>
          <a:custGeom xmlns:a="http://schemas.openxmlformats.org/drawingml/2006/main">
            <a:pathLst>
              <a:path w="323850" h="152400">
                <a:moveTo>
                  <a:pt x="85725" y="0"/>
                </a:moveTo>
                <a:lnTo>
                  <a:pt x="238125" y="0"/>
                </a:lnTo>
                <a:lnTo>
                  <a:pt x="323850" y="1524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C0C0C0"/>
          </a:solidFill>
          <a:ln xmlns:a="http://schemas.openxmlformats.org/drawingml/2006/main" w="14288">
            <a:solidFill>
              <a:srgbClr val="C0C0C0"/>
            </a:solidFill>
          </a:ln>
        </p:spPr>
      </p:sp>
      <p:sp>
        <p:nvSpPr>
          <p:cNvPr id="121" name="SE-024-121">
            <a:extLst xmlns:a="http://schemas.openxmlformats.org/drawingml/2006/main">
              <a:ext uri="{FF2B5EF4-FFF2-40B4-BE49-F238E27FC236}">
                <a16:creationId xmlns:a16="http://schemas.microsoft.com/office/drawing/2014/main" id="{1446B219-3810-43FD-988D-68A2A2B1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526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Gate</a:t>
            </a:r>
          </a:p>
        </p:txBody>
      </p:sp>
      <p:sp>
        <p:nvSpPr>
          <p:cNvPr id="122" name="SE-024-path-122">
            <a:extLst xmlns:a="http://schemas.openxmlformats.org/drawingml/2006/main">
              <a:ext uri="{FF2B5EF4-FFF2-40B4-BE49-F238E27FC236}">
                <a16:creationId xmlns:a16="http://schemas.microsoft.com/office/drawing/2014/main" id="{A9CE3BD6-7E4D-4B67-8273-04845BDA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09775"/>
            <a:ext cx="685800" cy="523875"/>
          </a:xfrm>
          <a:custGeom xmlns:a="http://schemas.openxmlformats.org/drawingml/2006/main">
            <a:pathLst>
              <a:path w="685800" h="523875">
                <a:moveTo>
                  <a:pt x="0" y="0"/>
                </a:moveTo>
                <a:lnTo>
                  <a:pt x="685800" y="0"/>
                </a:lnTo>
                <a:lnTo>
                  <a:pt x="342900" y="5238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123" name="SE-024-path-123">
            <a:extLst xmlns:a="http://schemas.openxmlformats.org/drawingml/2006/main">
              <a:ext uri="{FF2B5EF4-FFF2-40B4-BE49-F238E27FC236}">
                <a16:creationId xmlns:a16="http://schemas.microsoft.com/office/drawing/2014/main" id="{E3E49E2C-73EC-4555-AA7C-53E4B6F3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47875"/>
            <a:ext cx="228600" cy="285750"/>
          </a:xfrm>
          <a:custGeom xmlns:a="http://schemas.openxmlformats.org/drawingml/2006/main">
            <a:pathLst>
              <a:path w="228600" h="285750">
                <a:moveTo>
                  <a:pt x="114300" y="0"/>
                </a:moveTo>
                <a:lnTo>
                  <a:pt x="95250" y="85725"/>
                </a:lnTo>
                <a:lnTo>
                  <a:pt x="47625" y="38100"/>
                </a:lnTo>
                <a:lnTo>
                  <a:pt x="9525" y="133350"/>
                </a:lnTo>
                <a:lnTo>
                  <a:pt x="0" y="228600"/>
                </a:lnTo>
                <a:lnTo>
                  <a:pt x="47625" y="276225"/>
                </a:lnTo>
                <a:lnTo>
                  <a:pt x="142875" y="285750"/>
                </a:lnTo>
                <a:lnTo>
                  <a:pt x="219075" y="238125"/>
                </a:lnTo>
                <a:lnTo>
                  <a:pt x="228600" y="142875"/>
                </a:lnTo>
                <a:lnTo>
                  <a:pt x="180975" y="66675"/>
                </a:lnTo>
                <a:lnTo>
                  <a:pt x="161925" y="142875"/>
                </a:lnTo>
                <a:close/>
              </a:path>
            </a:pathLst>
          </a:custGeom>
          <a:solidFill xmlns:a="http://schemas.openxmlformats.org/drawingml/2006/main">
            <a:srgbClr val="FF5B55"/>
          </a:solidFill>
          <a:ln xmlns:a="http://schemas.openxmlformats.org/drawingml/2006/main" w="9525">
            <a:solidFill>
              <a:srgbClr val="FF5B55"/>
            </a:solidFill>
          </a:ln>
        </p:spPr>
      </p:sp>
      <p:sp>
        <p:nvSpPr>
          <p:cNvPr id="124" name="SE-024-path-124">
            <a:extLst xmlns:a="http://schemas.openxmlformats.org/drawingml/2006/main">
              <a:ext uri="{FF2B5EF4-FFF2-40B4-BE49-F238E27FC236}">
                <a16:creationId xmlns:a16="http://schemas.microsoft.com/office/drawing/2014/main" id="{B98E4382-F25F-4E47-884D-C55D9CEE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152650"/>
            <a:ext cx="114300" cy="171450"/>
          </a:xfrm>
          <a:custGeom xmlns:a="http://schemas.openxmlformats.org/drawingml/2006/main">
            <a:pathLst>
              <a:path w="114300" h="171450">
                <a:moveTo>
                  <a:pt x="47625" y="0"/>
                </a:moveTo>
                <a:lnTo>
                  <a:pt x="0" y="114300"/>
                </a:lnTo>
                <a:lnTo>
                  <a:pt x="19050" y="171450"/>
                </a:lnTo>
                <a:lnTo>
                  <a:pt x="76200" y="171450"/>
                </a:lnTo>
                <a:lnTo>
                  <a:pt x="114300" y="114300"/>
                </a:lnTo>
                <a:close/>
              </a:path>
            </a:pathLst>
          </a:custGeom>
          <a:solidFill xmlns:a="http://schemas.openxmlformats.org/drawingml/2006/main">
            <a:srgbClr val="FFD292"/>
          </a:solidFill>
          <a:ln xmlns:a="http://schemas.openxmlformats.org/drawingml/2006/main" w="9525">
            <a:solidFill>
              <a:srgbClr val="FFD292"/>
            </a:solidFill>
          </a:ln>
        </p:spPr>
      </p:sp>
      <p:sp>
        <p:nvSpPr>
          <p:cNvPr id="125" name="SE-024-path-125">
            <a:extLst xmlns:a="http://schemas.openxmlformats.org/drawingml/2006/main">
              <a:ext uri="{FF2B5EF4-FFF2-40B4-BE49-F238E27FC236}">
                <a16:creationId xmlns:a16="http://schemas.microsoft.com/office/drawing/2014/main" id="{94167DD2-6727-4F94-AD45-28BBD581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33650"/>
            <a:ext cx="95" cy="314325"/>
          </a:xfrm>
          <a:custGeom xmlns:a="http://schemas.openxmlformats.org/drawingml/2006/main">
            <a:pathLst>
              <a:path w="95" h="314325">
                <a:moveTo>
                  <a:pt x="0" y="0"/>
                </a:moveTo>
                <a:lnTo>
                  <a:pt x="0" y="3143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26" name="SE-024-path-126">
            <a:extLst xmlns:a="http://schemas.openxmlformats.org/drawingml/2006/main">
              <a:ext uri="{FF2B5EF4-FFF2-40B4-BE49-F238E27FC236}">
                <a16:creationId xmlns:a16="http://schemas.microsoft.com/office/drawing/2014/main" id="{2A8CC8B3-5776-45FB-B0B9-2BDA9F9A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712" y="2780386"/>
            <a:ext cx="70375" cy="67589"/>
          </a:xfrm>
          <a:custGeom xmlns:a="http://schemas.openxmlformats.org/drawingml/2006/main">
            <a:pathLst>
              <a:path w="70375" h="67589">
                <a:moveTo>
                  <a:pt x="0" y="0"/>
                </a:moveTo>
                <a:lnTo>
                  <a:pt x="35188" y="67589"/>
                </a:lnTo>
                <a:lnTo>
                  <a:pt x="70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27" name="SE-024-127">
            <a:extLst xmlns:a="http://schemas.openxmlformats.org/drawingml/2006/main">
              <a:ext uri="{FF2B5EF4-FFF2-40B4-BE49-F238E27FC236}">
                <a16:creationId xmlns:a16="http://schemas.microsoft.com/office/drawing/2014/main" id="{34D9C763-43A3-42B3-9D86-33FB8265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output</a:t>
            </a:r>
          </a:p>
        </p:txBody>
      </p:sp>
      <p:sp>
        <p:nvSpPr>
          <p:cNvPr id="128" name="SE-024-128">
            <a:extLst xmlns:a="http://schemas.openxmlformats.org/drawingml/2006/main">
              <a:ext uri="{FF2B5EF4-FFF2-40B4-BE49-F238E27FC236}">
                <a16:creationId xmlns:a16="http://schemas.microsoft.com/office/drawing/2014/main" id="{5438BAA0-4708-4411-8652-98513F78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38500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29" name="SE-024-path-129">
            <a:extLst xmlns:a="http://schemas.openxmlformats.org/drawingml/2006/main">
              <a:ext uri="{FF2B5EF4-FFF2-40B4-BE49-F238E27FC236}">
                <a16:creationId xmlns:a16="http://schemas.microsoft.com/office/drawing/2014/main" id="{C1E3288E-FE5D-4127-A18C-5853D8D1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7660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30" name="SE-024-path-130">
            <a:extLst xmlns:a="http://schemas.openxmlformats.org/drawingml/2006/main">
              <a:ext uri="{FF2B5EF4-FFF2-40B4-BE49-F238E27FC236}">
                <a16:creationId xmlns:a16="http://schemas.microsoft.com/office/drawing/2014/main" id="{2057BB80-F70C-475D-A651-7F3B9A67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7660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123825" y="0"/>
                </a:moveTo>
                <a:lnTo>
                  <a:pt x="0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31" name="SE-024-path-131">
            <a:extLst xmlns:a="http://schemas.openxmlformats.org/drawingml/2006/main">
              <a:ext uri="{FF2B5EF4-FFF2-40B4-BE49-F238E27FC236}">
                <a16:creationId xmlns:a16="http://schemas.microsoft.com/office/drawing/2014/main" id="{2716026B-9D5C-4890-A70D-67BCFB83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09825"/>
            <a:ext cx="657225" cy="838200"/>
          </a:xfrm>
          <a:custGeom xmlns:a="http://schemas.openxmlformats.org/drawingml/2006/main">
            <a:pathLst>
              <a:path w="657225" h="838200">
                <a:moveTo>
                  <a:pt x="0" y="0"/>
                </a:moveTo>
                <a:lnTo>
                  <a:pt x="323850" y="85725"/>
                </a:lnTo>
                <a:lnTo>
                  <a:pt x="523875" y="276225"/>
                </a:lnTo>
                <a:lnTo>
                  <a:pt x="600075" y="666750"/>
                </a:lnTo>
                <a:lnTo>
                  <a:pt x="657225" y="838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32" name="SE-024-path-132">
            <a:extLst xmlns:a="http://schemas.openxmlformats.org/drawingml/2006/main">
              <a:ext uri="{FF2B5EF4-FFF2-40B4-BE49-F238E27FC236}">
                <a16:creationId xmlns:a16="http://schemas.microsoft.com/office/drawing/2014/main" id="{412D3E6F-63DB-443C-89F1-2EDDC41D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114675"/>
            <a:ext cx="57150" cy="152400"/>
          </a:xfrm>
          <a:custGeom xmlns:a="http://schemas.openxmlformats.org/drawingml/2006/main">
            <a:pathLst>
              <a:path w="57150" h="152400">
                <a:moveTo>
                  <a:pt x="0" y="0"/>
                </a:moveTo>
                <a:lnTo>
                  <a:pt x="5715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</a:ln>
        </p:spPr>
      </p:sp>
      <p:sp>
        <p:nvSpPr>
          <p:cNvPr id="133" name="SE-024-path-133">
            <a:extLst xmlns:a="http://schemas.openxmlformats.org/drawingml/2006/main">
              <a:ext uri="{FF2B5EF4-FFF2-40B4-BE49-F238E27FC236}">
                <a16:creationId xmlns:a16="http://schemas.microsoft.com/office/drawing/2014/main" id="{6F35D071-158F-4266-876B-76471F8F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696" y="3191434"/>
            <a:ext cx="65894" cy="75641"/>
          </a:xfrm>
          <a:custGeom xmlns:a="http://schemas.openxmlformats.org/drawingml/2006/main">
            <a:pathLst>
              <a:path w="65894" h="75641">
                <a:moveTo>
                  <a:pt x="0" y="24710"/>
                </a:moveTo>
                <a:lnTo>
                  <a:pt x="56679" y="75641"/>
                </a:lnTo>
                <a:lnTo>
                  <a:pt x="658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</a:ln>
        </p:spPr>
      </p:sp>
      <p:sp>
        <p:nvSpPr>
          <p:cNvPr id="134" name="SE-024-path-134">
            <a:extLst xmlns:a="http://schemas.openxmlformats.org/drawingml/2006/main">
              <a:ext uri="{FF2B5EF4-FFF2-40B4-BE49-F238E27FC236}">
                <a16:creationId xmlns:a16="http://schemas.microsoft.com/office/drawing/2014/main" id="{2C41E0F7-BFC4-447D-8902-C59B80BC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95600"/>
            <a:ext cx="619125" cy="400050"/>
          </a:xfrm>
          <a:custGeom xmlns:a="http://schemas.openxmlformats.org/drawingml/2006/main">
            <a:pathLst>
              <a:path w="619125" h="400050">
                <a:moveTo>
                  <a:pt x="0" y="0"/>
                </a:moveTo>
                <a:lnTo>
                  <a:pt x="266700" y="47625"/>
                </a:lnTo>
                <a:lnTo>
                  <a:pt x="419100" y="238125"/>
                </a:lnTo>
                <a:lnTo>
                  <a:pt x="619125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35" name="SE-024-path-135">
            <a:extLst xmlns:a="http://schemas.openxmlformats.org/drawingml/2006/main">
              <a:ext uri="{FF2B5EF4-FFF2-40B4-BE49-F238E27FC236}">
                <a16:creationId xmlns:a16="http://schemas.microsoft.com/office/drawing/2014/main" id="{0262AF45-5B95-4784-82E4-59B7D4B9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28975"/>
            <a:ext cx="123825" cy="66675"/>
          </a:xfrm>
          <a:custGeom xmlns:a="http://schemas.openxmlformats.org/drawingml/2006/main">
            <a:pathLst>
              <a:path w="123825" h="66675">
                <a:moveTo>
                  <a:pt x="0" y="0"/>
                </a:moveTo>
                <a:lnTo>
                  <a:pt x="123825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</a:ln>
        </p:spPr>
      </p:sp>
      <p:sp>
        <p:nvSpPr>
          <p:cNvPr id="136" name="SE-024-path-136">
            <a:extLst xmlns:a="http://schemas.openxmlformats.org/drawingml/2006/main">
              <a:ext uri="{FF2B5EF4-FFF2-40B4-BE49-F238E27FC236}">
                <a16:creationId xmlns:a16="http://schemas.microsoft.com/office/drawing/2014/main" id="{4B55D3A1-C1CB-4BC6-953D-7F2375A4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32" y="3232624"/>
            <a:ext cx="76193" cy="63026"/>
          </a:xfrm>
          <a:custGeom xmlns:a="http://schemas.openxmlformats.org/drawingml/2006/main">
            <a:pathLst>
              <a:path w="76193" h="63026">
                <a:moveTo>
                  <a:pt x="0" y="61963"/>
                </a:moveTo>
                <a:lnTo>
                  <a:pt x="76193" y="63026"/>
                </a:lnTo>
                <a:lnTo>
                  <a:pt x="333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</a:ln>
        </p:spPr>
      </p:sp>
      <p:sp>
        <p:nvSpPr>
          <p:cNvPr id="137" name="SE-024-path-137">
            <a:extLst xmlns:a="http://schemas.openxmlformats.org/drawingml/2006/main">
              <a:ext uri="{FF2B5EF4-FFF2-40B4-BE49-F238E27FC236}">
                <a16:creationId xmlns:a16="http://schemas.microsoft.com/office/drawing/2014/main" id="{12CC4C20-01D0-43D7-9CBD-9A1B8301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352800"/>
            <a:ext cx="628650" cy="533400"/>
          </a:xfrm>
          <a:custGeom xmlns:a="http://schemas.openxmlformats.org/drawingml/2006/main">
            <a:pathLst>
              <a:path w="628650" h="533400">
                <a:moveTo>
                  <a:pt x="0" y="533400"/>
                </a:moveTo>
                <a:lnTo>
                  <a:pt x="219075" y="533400"/>
                </a:lnTo>
                <a:lnTo>
                  <a:pt x="400050" y="419100"/>
                </a:lnTo>
                <a:lnTo>
                  <a:pt x="485775" y="123825"/>
                </a:ln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38" name="SE-024-path-138">
            <a:extLst xmlns:a="http://schemas.openxmlformats.org/drawingml/2006/main">
              <a:ext uri="{FF2B5EF4-FFF2-40B4-BE49-F238E27FC236}">
                <a16:creationId xmlns:a16="http://schemas.microsoft.com/office/drawing/2014/main" id="{7E3BB09C-1D88-48FE-8465-E39F1E22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352800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95250"/>
                </a:move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</a:ln>
        </p:spPr>
      </p:sp>
      <p:sp>
        <p:nvSpPr>
          <p:cNvPr id="139" name="SE-024-path-139">
            <a:extLst xmlns:a="http://schemas.openxmlformats.org/drawingml/2006/main">
              <a:ext uri="{FF2B5EF4-FFF2-40B4-BE49-F238E27FC236}">
                <a16:creationId xmlns:a16="http://schemas.microsoft.com/office/drawing/2014/main" id="{D7BBCA17-BE53-4799-8F5D-522CE4D1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4651" y="3352800"/>
            <a:ext cx="72674" cy="72674"/>
          </a:xfrm>
          <a:custGeom xmlns:a="http://schemas.openxmlformats.org/drawingml/2006/main">
            <a:pathLst>
              <a:path w="72674" h="72674">
                <a:moveTo>
                  <a:pt x="49763" y="72674"/>
                </a:moveTo>
                <a:lnTo>
                  <a:pt x="72674" y="0"/>
                </a:lnTo>
                <a:lnTo>
                  <a:pt x="0" y="22911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</a:ln>
        </p:spPr>
      </p:sp>
      <p:sp>
        <p:nvSpPr>
          <p:cNvPr id="140" name="SE-024-140">
            <a:extLst xmlns:a="http://schemas.openxmlformats.org/drawingml/2006/main">
              <a:ext uri="{FF2B5EF4-FFF2-40B4-BE49-F238E27FC236}">
                <a16:creationId xmlns:a16="http://schemas.microsoft.com/office/drawing/2014/main" id="{A7632099-7EEA-4BF7-9DE9-182A2D97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57500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w1</a:t>
            </a:r>
          </a:p>
        </p:txBody>
      </p:sp>
      <p:sp>
        <p:nvSpPr>
          <p:cNvPr id="141" name="SE-024-141">
            <a:extLst xmlns:a="http://schemas.openxmlformats.org/drawingml/2006/main">
              <a:ext uri="{FF2B5EF4-FFF2-40B4-BE49-F238E27FC236}">
                <a16:creationId xmlns:a16="http://schemas.microsoft.com/office/drawing/2014/main" id="{62F094E7-FEB3-4D98-AB4E-0CEAF8B5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76550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42" name="SE-024-142">
            <a:extLst xmlns:a="http://schemas.openxmlformats.org/drawingml/2006/main">
              <a:ext uri="{FF2B5EF4-FFF2-40B4-BE49-F238E27FC236}">
                <a16:creationId xmlns:a16="http://schemas.microsoft.com/office/drawing/2014/main" id="{435ACC22-1F0D-4C31-81C0-BB643D74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76550"/>
            <a:ext cx="456057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43" name="SE-024-143">
            <a:extLst xmlns:a="http://schemas.openxmlformats.org/drawingml/2006/main">
              <a:ext uri="{FF2B5EF4-FFF2-40B4-BE49-F238E27FC236}">
                <a16:creationId xmlns:a16="http://schemas.microsoft.com/office/drawing/2014/main" id="{50B3BAA1-29A0-481C-AAFA-FB93840D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14675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w2</a:t>
            </a:r>
          </a:p>
        </p:txBody>
      </p:sp>
      <p:sp>
        <p:nvSpPr>
          <p:cNvPr id="144" name="SE-024-144">
            <a:extLst xmlns:a="http://schemas.openxmlformats.org/drawingml/2006/main">
              <a:ext uri="{FF2B5EF4-FFF2-40B4-BE49-F238E27FC236}">
                <a16:creationId xmlns:a16="http://schemas.microsoft.com/office/drawing/2014/main" id="{0F816107-E4F1-4333-82D2-DBFE2ECB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33725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45" name="SE-024-145">
            <a:extLst xmlns:a="http://schemas.openxmlformats.org/drawingml/2006/main">
              <a:ext uri="{FF2B5EF4-FFF2-40B4-BE49-F238E27FC236}">
                <a16:creationId xmlns:a16="http://schemas.microsoft.com/office/drawing/2014/main" id="{38D9F13B-288E-4F74-AC60-323546E1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33725"/>
            <a:ext cx="24003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46" name="SE-024-146">
            <a:extLst xmlns:a="http://schemas.openxmlformats.org/drawingml/2006/main">
              <a:ext uri="{FF2B5EF4-FFF2-40B4-BE49-F238E27FC236}">
                <a16:creationId xmlns:a16="http://schemas.microsoft.com/office/drawing/2014/main" id="{22B464FB-BD4A-4D8F-9A3F-8FBE3CBD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67100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wk</a:t>
            </a:r>
          </a:p>
        </p:txBody>
      </p:sp>
      <p:sp>
        <p:nvSpPr>
          <p:cNvPr id="147" name="SE-024-147">
            <a:extLst xmlns:a="http://schemas.openxmlformats.org/drawingml/2006/main">
              <a:ext uri="{FF2B5EF4-FFF2-40B4-BE49-F238E27FC236}">
                <a16:creationId xmlns:a16="http://schemas.microsoft.com/office/drawing/2014/main" id="{2DA823EA-98A8-4443-A7CF-49CF4500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86150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48" name="SE-024-148">
            <a:extLst xmlns:a="http://schemas.openxmlformats.org/drawingml/2006/main">
              <a:ext uri="{FF2B5EF4-FFF2-40B4-BE49-F238E27FC236}">
                <a16:creationId xmlns:a16="http://schemas.microsoft.com/office/drawing/2014/main" id="{11154C17-0ADB-4986-ACBB-104CCCBA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286125"/>
            <a:ext cx="276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...</a:t>
            </a:r>
          </a:p>
        </p:txBody>
      </p:sp>
      <p:sp>
        <p:nvSpPr>
          <p:cNvPr id="149" name="SE-024-149">
            <a:extLst xmlns:a="http://schemas.openxmlformats.org/drawingml/2006/main">
              <a:ext uri="{FF2B5EF4-FFF2-40B4-BE49-F238E27FC236}">
                <a16:creationId xmlns:a16="http://schemas.microsoft.com/office/drawing/2014/main" id="{1A20D303-ACCB-4206-B8B3-890AAB00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33775"/>
            <a:ext cx="5524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BCB"/>
          </a:solidFill>
          <a:ln xmlns:a="http://schemas.openxmlformats.org/drawingml/2006/main" w="0">
            <a:noFill/>
          </a:ln>
        </p:spPr>
      </p:sp>
      <p:sp>
        <p:nvSpPr>
          <p:cNvPr id="150" name="SE-024-path-150">
            <a:extLst xmlns:a="http://schemas.openxmlformats.org/drawingml/2006/main">
              <a:ext uri="{FF2B5EF4-FFF2-40B4-BE49-F238E27FC236}">
                <a16:creationId xmlns:a16="http://schemas.microsoft.com/office/drawing/2014/main" id="{D4EEA477-C810-472A-AE9C-64C1753E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676650"/>
            <a:ext cx="552450" cy="66675"/>
          </a:xfrm>
          <a:custGeom xmlns:a="http://schemas.openxmlformats.org/drawingml/2006/main">
            <a:pathLst>
              <a:path w="552450" h="66675">
                <a:moveTo>
                  <a:pt x="552450" y="0"/>
                </a:moveTo>
                <a:lnTo>
                  <a:pt x="550087" y="8703"/>
                </a:lnTo>
                <a:lnTo>
                  <a:pt x="543038" y="17257"/>
                </a:lnTo>
                <a:lnTo>
                  <a:pt x="531424" y="25515"/>
                </a:lnTo>
                <a:lnTo>
                  <a:pt x="515443" y="33338"/>
                </a:lnTo>
                <a:lnTo>
                  <a:pt x="495369" y="40589"/>
                </a:lnTo>
                <a:lnTo>
                  <a:pt x="471546" y="47146"/>
                </a:lnTo>
                <a:lnTo>
                  <a:pt x="444380" y="52897"/>
                </a:lnTo>
                <a:lnTo>
                  <a:pt x="414338" y="57742"/>
                </a:lnTo>
                <a:lnTo>
                  <a:pt x="381932" y="61600"/>
                </a:lnTo>
                <a:lnTo>
                  <a:pt x="347717" y="64403"/>
                </a:lnTo>
                <a:lnTo>
                  <a:pt x="312280" y="66105"/>
                </a:lnTo>
                <a:lnTo>
                  <a:pt x="276225" y="66675"/>
                </a:lnTo>
                <a:lnTo>
                  <a:pt x="240170" y="66105"/>
                </a:lnTo>
                <a:lnTo>
                  <a:pt x="204733" y="64403"/>
                </a:lnTo>
                <a:lnTo>
                  <a:pt x="170518" y="61600"/>
                </a:lnTo>
                <a:lnTo>
                  <a:pt x="138113" y="57742"/>
                </a:lnTo>
                <a:lnTo>
                  <a:pt x="108070" y="52897"/>
                </a:lnTo>
                <a:lnTo>
                  <a:pt x="80904" y="47146"/>
                </a:lnTo>
                <a:lnTo>
                  <a:pt x="57081" y="40589"/>
                </a:lnTo>
                <a:lnTo>
                  <a:pt x="37007" y="33338"/>
                </a:lnTo>
                <a:lnTo>
                  <a:pt x="21026" y="25515"/>
                </a:lnTo>
                <a:lnTo>
                  <a:pt x="9412" y="17257"/>
                </a:lnTo>
                <a:lnTo>
                  <a:pt x="2363" y="8703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BCBCB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151" name="SE-024-151">
            <a:extLst xmlns:a="http://schemas.openxmlformats.org/drawingml/2006/main">
              <a:ext uri="{FF2B5EF4-FFF2-40B4-BE49-F238E27FC236}">
                <a16:creationId xmlns:a16="http://schemas.microsoft.com/office/drawing/2014/main" id="{346AB8CA-20F5-4374-BD47-90F81B51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67100"/>
            <a:ext cx="5524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CBCB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152" name="SE-024-path-152">
            <a:extLst xmlns:a="http://schemas.openxmlformats.org/drawingml/2006/main">
              <a:ext uri="{FF2B5EF4-FFF2-40B4-BE49-F238E27FC236}">
                <a16:creationId xmlns:a16="http://schemas.microsoft.com/office/drawing/2014/main" id="{2137E6A2-0DA4-4DBB-88BA-FD09B5FF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33775"/>
            <a:ext cx="95" cy="142875"/>
          </a:xfrm>
          <a:custGeom xmlns:a="http://schemas.openxmlformats.org/drawingml/2006/main">
            <a:pathLst>
              <a:path w="9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153" name="SE-024-path-153">
            <a:extLst xmlns:a="http://schemas.openxmlformats.org/drawingml/2006/main">
              <a:ext uri="{FF2B5EF4-FFF2-40B4-BE49-F238E27FC236}">
                <a16:creationId xmlns:a16="http://schemas.microsoft.com/office/drawing/2014/main" id="{B65D3AC9-03EA-43A9-A6AB-B2BE91B9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533775"/>
            <a:ext cx="95" cy="142875"/>
          </a:xfrm>
          <a:custGeom xmlns:a="http://schemas.openxmlformats.org/drawingml/2006/main">
            <a:pathLst>
              <a:path w="9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154" name="SE-024-path-154">
            <a:extLst xmlns:a="http://schemas.openxmlformats.org/drawingml/2006/main">
              <a:ext uri="{FF2B5EF4-FFF2-40B4-BE49-F238E27FC236}">
                <a16:creationId xmlns:a16="http://schemas.microsoft.com/office/drawing/2014/main" id="{A049CD59-A0E6-4211-8C6C-B123E937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971800"/>
            <a:ext cx="31493" cy="47690"/>
          </a:xfrm>
          <a:custGeom xmlns:a="http://schemas.openxmlformats.org/drawingml/2006/main">
            <a:pathLst>
              <a:path w="31493" h="47690">
                <a:moveTo>
                  <a:pt x="0" y="0"/>
                </a:moveTo>
                <a:lnTo>
                  <a:pt x="31493" y="4769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55" name="SE-024-path-155">
            <a:extLst xmlns:a="http://schemas.openxmlformats.org/drawingml/2006/main">
              <a:ext uri="{FF2B5EF4-FFF2-40B4-BE49-F238E27FC236}">
                <a16:creationId xmlns:a16="http://schemas.microsoft.com/office/drawing/2014/main" id="{C5DEC0B8-2A68-4396-9015-42BBB1E2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612" y="3059231"/>
            <a:ext cx="31493" cy="47690"/>
          </a:xfrm>
          <a:custGeom xmlns:a="http://schemas.openxmlformats.org/drawingml/2006/main">
            <a:pathLst>
              <a:path w="31493" h="47690">
                <a:moveTo>
                  <a:pt x="0" y="0"/>
                </a:moveTo>
                <a:lnTo>
                  <a:pt x="31493" y="4769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56" name="SE-024-path-156">
            <a:extLst xmlns:a="http://schemas.openxmlformats.org/drawingml/2006/main">
              <a:ext uri="{FF2B5EF4-FFF2-40B4-BE49-F238E27FC236}">
                <a16:creationId xmlns:a16="http://schemas.microsoft.com/office/drawing/2014/main" id="{C060A8A3-5A61-4D42-B21F-5314474C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350" y="3146662"/>
            <a:ext cx="31493" cy="47690"/>
          </a:xfrm>
          <a:custGeom xmlns:a="http://schemas.openxmlformats.org/drawingml/2006/main">
            <a:pathLst>
              <a:path w="31493" h="47690">
                <a:moveTo>
                  <a:pt x="0" y="0"/>
                </a:moveTo>
                <a:lnTo>
                  <a:pt x="31493" y="4769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57" name="SE-024-path-157">
            <a:extLst xmlns:a="http://schemas.openxmlformats.org/drawingml/2006/main">
              <a:ext uri="{FF2B5EF4-FFF2-40B4-BE49-F238E27FC236}">
                <a16:creationId xmlns:a16="http://schemas.microsoft.com/office/drawing/2014/main" id="{C59100CE-53EB-4A79-875F-39C99091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3087" y="3234093"/>
            <a:ext cx="31493" cy="47690"/>
          </a:xfrm>
          <a:custGeom xmlns:a="http://schemas.openxmlformats.org/drawingml/2006/main">
            <a:pathLst>
              <a:path w="31493" h="47690">
                <a:moveTo>
                  <a:pt x="0" y="0"/>
                </a:moveTo>
                <a:lnTo>
                  <a:pt x="31493" y="4769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58" name="SE-024-path-158">
            <a:extLst xmlns:a="http://schemas.openxmlformats.org/drawingml/2006/main">
              <a:ext uri="{FF2B5EF4-FFF2-40B4-BE49-F238E27FC236}">
                <a16:creationId xmlns:a16="http://schemas.microsoft.com/office/drawing/2014/main" id="{587A6C14-B88D-426C-A60F-BB297609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825" y="3321524"/>
            <a:ext cx="31493" cy="47690"/>
          </a:xfrm>
          <a:custGeom xmlns:a="http://schemas.openxmlformats.org/drawingml/2006/main">
            <a:pathLst>
              <a:path w="31493" h="47690">
                <a:moveTo>
                  <a:pt x="0" y="0"/>
                </a:moveTo>
                <a:lnTo>
                  <a:pt x="31493" y="4769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59" name="SE-024-path-159">
            <a:extLst xmlns:a="http://schemas.openxmlformats.org/drawingml/2006/main">
              <a:ext uri="{FF2B5EF4-FFF2-40B4-BE49-F238E27FC236}">
                <a16:creationId xmlns:a16="http://schemas.microsoft.com/office/drawing/2014/main" id="{F7D32485-BA01-4C1D-81CB-C0C83583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8562" y="3408955"/>
            <a:ext cx="31493" cy="47690"/>
          </a:xfrm>
          <a:custGeom xmlns:a="http://schemas.openxmlformats.org/drawingml/2006/main">
            <a:pathLst>
              <a:path w="31493" h="47690">
                <a:moveTo>
                  <a:pt x="0" y="0"/>
                </a:moveTo>
                <a:lnTo>
                  <a:pt x="31493" y="4769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60" name="SE-024-path-160">
            <a:extLst xmlns:a="http://schemas.openxmlformats.org/drawingml/2006/main">
              <a:ext uri="{FF2B5EF4-FFF2-40B4-BE49-F238E27FC236}">
                <a16:creationId xmlns:a16="http://schemas.microsoft.com/office/drawing/2014/main" id="{7F546C69-9B9F-4581-B4DA-5CD08A21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400425"/>
            <a:ext cx="57150" cy="85725"/>
          </a:xfrm>
          <a:custGeom xmlns:a="http://schemas.openxmlformats.org/drawingml/2006/main">
            <a:pathLst>
              <a:path w="57150" h="85725">
                <a:moveTo>
                  <a:pt x="0" y="0"/>
                </a:moveTo>
                <a:lnTo>
                  <a:pt x="5715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161" name="SE-024-path-161">
            <a:extLst xmlns:a="http://schemas.openxmlformats.org/drawingml/2006/main">
              <a:ext uri="{FF2B5EF4-FFF2-40B4-BE49-F238E27FC236}">
                <a16:creationId xmlns:a16="http://schemas.microsoft.com/office/drawing/2014/main" id="{5E6D7689-A6BA-48CA-A138-D31D8D76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4827" y="3419863"/>
            <a:ext cx="58423" cy="66287"/>
          </a:xfrm>
          <a:custGeom xmlns:a="http://schemas.openxmlformats.org/drawingml/2006/main">
            <a:pathLst>
              <a:path w="58423" h="66287">
                <a:moveTo>
                  <a:pt x="0" y="34157"/>
                </a:moveTo>
                <a:lnTo>
                  <a:pt x="58423" y="66287"/>
                </a:lnTo>
                <a:lnTo>
                  <a:pt x="512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162" name="SE-024-path-162">
            <a:extLst xmlns:a="http://schemas.openxmlformats.org/drawingml/2006/main">
              <a:ext uri="{FF2B5EF4-FFF2-40B4-BE49-F238E27FC236}">
                <a16:creationId xmlns:a16="http://schemas.microsoft.com/office/drawing/2014/main" id="{EF3F5DD4-8A26-47DC-A690-4011AB08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28975"/>
            <a:ext cx="45877" cy="34080"/>
          </a:xfrm>
          <a:custGeom xmlns:a="http://schemas.openxmlformats.org/drawingml/2006/main">
            <a:pathLst>
              <a:path w="45877" h="34080">
                <a:moveTo>
                  <a:pt x="0" y="0"/>
                </a:moveTo>
                <a:lnTo>
                  <a:pt x="45877" y="3408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63" name="SE-024-path-163">
            <a:extLst xmlns:a="http://schemas.openxmlformats.org/drawingml/2006/main">
              <a:ext uri="{FF2B5EF4-FFF2-40B4-BE49-F238E27FC236}">
                <a16:creationId xmlns:a16="http://schemas.microsoft.com/office/drawing/2014/main" id="{F60ACA2D-5FE7-43CA-A14B-DEA9CD1F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982" y="3291455"/>
            <a:ext cx="45877" cy="34080"/>
          </a:xfrm>
          <a:custGeom xmlns:a="http://schemas.openxmlformats.org/drawingml/2006/main">
            <a:pathLst>
              <a:path w="45877" h="34080">
                <a:moveTo>
                  <a:pt x="0" y="0"/>
                </a:moveTo>
                <a:lnTo>
                  <a:pt x="45877" y="3408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64" name="SE-024-path-164">
            <a:extLst xmlns:a="http://schemas.openxmlformats.org/drawingml/2006/main">
              <a:ext uri="{FF2B5EF4-FFF2-40B4-BE49-F238E27FC236}">
                <a16:creationId xmlns:a16="http://schemas.microsoft.com/office/drawing/2014/main" id="{894E8CB7-2897-42A2-A70C-2982F476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90" y="3353935"/>
            <a:ext cx="45877" cy="34080"/>
          </a:xfrm>
          <a:custGeom xmlns:a="http://schemas.openxmlformats.org/drawingml/2006/main">
            <a:pathLst>
              <a:path w="45877" h="34080">
                <a:moveTo>
                  <a:pt x="0" y="0"/>
                </a:moveTo>
                <a:lnTo>
                  <a:pt x="45877" y="3408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65" name="SE-024-path-165">
            <a:extLst xmlns:a="http://schemas.openxmlformats.org/drawingml/2006/main">
              <a:ext uri="{FF2B5EF4-FFF2-40B4-BE49-F238E27FC236}">
                <a16:creationId xmlns:a16="http://schemas.microsoft.com/office/drawing/2014/main" id="{86C59FAB-BE1B-4809-A4E3-1FEE2FA8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2197" y="3416415"/>
            <a:ext cx="45877" cy="34080"/>
          </a:xfrm>
          <a:custGeom xmlns:a="http://schemas.openxmlformats.org/drawingml/2006/main">
            <a:pathLst>
              <a:path w="45877" h="34080">
                <a:moveTo>
                  <a:pt x="0" y="0"/>
                </a:moveTo>
                <a:lnTo>
                  <a:pt x="45877" y="3408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166" name="SE-024-166">
            <a:extLst xmlns:a="http://schemas.openxmlformats.org/drawingml/2006/main">
              <a:ext uri="{FF2B5EF4-FFF2-40B4-BE49-F238E27FC236}">
                <a16:creationId xmlns:a16="http://schemas.microsoft.com/office/drawing/2014/main" id="{2848F9FA-6641-4DFD-B6A4-BDB85E48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81425"/>
            <a:ext cx="1514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Generalized</a:t>
            </a:r>
          </a:p>
          <a:p xmlns:a="http://schemas.openxmlformats.org/drawingml/2006/main">
            <a:pPr algn="ctr">
              <a:defRPr sz="1650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Detection</a:t>
            </a:r>
          </a:p>
        </p:txBody>
      </p:sp>
      <p:sp>
        <p:nvSpPr>
          <p:cNvPr id="167" name="SE-024-path-167">
            <a:extLst xmlns:a="http://schemas.openxmlformats.org/drawingml/2006/main">
              <a:ext uri="{FF2B5EF4-FFF2-40B4-BE49-F238E27FC236}">
                <a16:creationId xmlns:a16="http://schemas.microsoft.com/office/drawing/2014/main" id="{FB5290C5-B962-495E-B27A-C0C8AAEC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2286000"/>
            <a:ext cx="371475" cy="381000"/>
          </a:xfrm>
          <a:custGeom xmlns:a="http://schemas.openxmlformats.org/drawingml/2006/main">
            <a:pathLst>
              <a:path w="371475" h="381000">
                <a:moveTo>
                  <a:pt x="0" y="95250"/>
                </a:moveTo>
                <a:lnTo>
                  <a:pt x="209550" y="95250"/>
                </a:lnTo>
                <a:lnTo>
                  <a:pt x="209550" y="0"/>
                </a:lnTo>
                <a:lnTo>
                  <a:pt x="371475" y="190500"/>
                </a:lnTo>
                <a:lnTo>
                  <a:pt x="209550" y="381000"/>
                </a:lnTo>
                <a:lnTo>
                  <a:pt x="209550" y="285750"/>
                </a:lnTo>
                <a:lnTo>
                  <a:pt x="0" y="28575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68" name="SE-024-168">
            <a:extLst xmlns:a="http://schemas.openxmlformats.org/drawingml/2006/main">
              <a:ext uri="{FF2B5EF4-FFF2-40B4-BE49-F238E27FC236}">
                <a16:creationId xmlns:a16="http://schemas.microsoft.com/office/drawing/2014/main" id="{0320CB02-1993-49E9-A7B3-7F528E55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25" y="895350"/>
            <a:ext cx="1371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Few target</a:t>
            </a:r>
          </a:p>
          <a:p xmlns:a="http://schemas.openxmlformats.org/drawingml/2006/main">
            <a:pPr algn="ctr">
              <a:defRPr sz="1500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system label</a:t>
            </a:r>
          </a:p>
        </p:txBody>
      </p:sp>
      <p:sp>
        <p:nvSpPr>
          <p:cNvPr id="169" name="SE-024-169">
            <a:extLst xmlns:a="http://schemas.openxmlformats.org/drawingml/2006/main">
              <a:ext uri="{FF2B5EF4-FFF2-40B4-BE49-F238E27FC236}">
                <a16:creationId xmlns:a16="http://schemas.microsoft.com/office/drawing/2014/main" id="{B26D4D6B-E6D4-41B2-BC83-75FB196D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4975" y="10477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B2"/>
          </a:solidFill>
          <a:ln xmlns:a="http://schemas.openxmlformats.org/drawingml/2006/main" w="16193">
            <a:solidFill>
              <a:srgbClr val="111111"/>
            </a:solidFill>
          </a:ln>
        </p:spPr>
      </p:sp>
      <p:sp>
        <p:nvSpPr>
          <p:cNvPr id="170" name="SE-024-170">
            <a:extLst xmlns:a="http://schemas.openxmlformats.org/drawingml/2006/main">
              <a:ext uri="{FF2B5EF4-FFF2-40B4-BE49-F238E27FC236}">
                <a16:creationId xmlns:a16="http://schemas.microsoft.com/office/drawing/2014/main" id="{7FEBABC4-2C47-43D5-B512-365FE205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110490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</a:ln>
        </p:spPr>
      </p:sp>
      <p:sp>
        <p:nvSpPr>
          <p:cNvPr id="171" name="SE-024-path-171">
            <a:extLst xmlns:a="http://schemas.openxmlformats.org/drawingml/2006/main">
              <a:ext uri="{FF2B5EF4-FFF2-40B4-BE49-F238E27FC236}">
                <a16:creationId xmlns:a16="http://schemas.microsoft.com/office/drawing/2014/main" id="{94CBBF09-AD5B-4ACE-9770-B8FC0491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1009650"/>
            <a:ext cx="152400" cy="142875"/>
          </a:xfrm>
          <a:custGeom xmlns:a="http://schemas.openxmlformats.org/drawingml/2006/main">
            <a:pathLst>
              <a:path w="152400" h="142875">
                <a:moveTo>
                  <a:pt x="0" y="142875"/>
                </a:move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172" name="SE-024-path-172">
            <a:extLst xmlns:a="http://schemas.openxmlformats.org/drawingml/2006/main">
              <a:ext uri="{FF2B5EF4-FFF2-40B4-BE49-F238E27FC236}">
                <a16:creationId xmlns:a16="http://schemas.microsoft.com/office/drawing/2014/main" id="{375F64A8-2D23-479F-B3B0-26F0E7A5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6047" y="1009650"/>
            <a:ext cx="64203" cy="62910"/>
          </a:xfrm>
          <a:custGeom xmlns:a="http://schemas.openxmlformats.org/drawingml/2006/main">
            <a:pathLst>
              <a:path w="64203" h="62910">
                <a:moveTo>
                  <a:pt x="42116" y="62910"/>
                </a:moveTo>
                <a:lnTo>
                  <a:pt x="64203" y="0"/>
                </a:lnTo>
                <a:lnTo>
                  <a:pt x="0" y="17987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173" name="SE-024-173">
            <a:extLst xmlns:a="http://schemas.openxmlformats.org/drawingml/2006/main">
              <a:ext uri="{FF2B5EF4-FFF2-40B4-BE49-F238E27FC236}">
                <a16:creationId xmlns:a16="http://schemas.microsoft.com/office/drawing/2014/main" id="{B309FB1D-120E-4591-9E98-3A9BF931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1390650"/>
            <a:ext cx="165735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4F3D8"/>
          </a:solidFill>
          <a:ln xmlns:a="http://schemas.openxmlformats.org/drawingml/2006/main" w="15240">
            <a:solidFill>
              <a:srgbClr val="222222"/>
            </a:solidFill>
          </a:ln>
        </p:spPr>
      </p:sp>
      <p:sp>
        <p:nvSpPr>
          <p:cNvPr id="174" name="SE-024-174">
            <a:extLst xmlns:a="http://schemas.openxmlformats.org/drawingml/2006/main">
              <a:ext uri="{FF2B5EF4-FFF2-40B4-BE49-F238E27FC236}">
                <a16:creationId xmlns:a16="http://schemas.microsoft.com/office/drawing/2014/main" id="{B253D7B6-98DB-40FB-AA94-295D5A7B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1285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0EF"/>
          </a:solidFill>
          <a:ln xmlns:a="http://schemas.openxmlformats.org/drawingml/2006/main" w="19050">
            <a:solidFill>
              <a:srgbClr val="25334E"/>
            </a:solidFill>
          </a:ln>
        </p:spPr>
      </p:sp>
      <p:sp>
        <p:nvSpPr>
          <p:cNvPr id="175" name="SE-024-175">
            <a:extLst xmlns:a="http://schemas.openxmlformats.org/drawingml/2006/main">
              <a:ext uri="{FF2B5EF4-FFF2-40B4-BE49-F238E27FC236}">
                <a16:creationId xmlns:a16="http://schemas.microsoft.com/office/drawing/2014/main" id="{2FBC0095-90BC-4249-8563-320836AF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130492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4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1</a:t>
            </a:r>
          </a:p>
        </p:txBody>
      </p:sp>
      <p:sp>
        <p:nvSpPr>
          <p:cNvPr id="176" name="SE-024-176">
            <a:extLst xmlns:a="http://schemas.openxmlformats.org/drawingml/2006/main">
              <a:ext uri="{FF2B5EF4-FFF2-40B4-BE49-F238E27FC236}">
                <a16:creationId xmlns:a16="http://schemas.microsoft.com/office/drawing/2014/main" id="{A6312532-F0A7-40E7-AA36-4156CD20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1485900"/>
            <a:ext cx="1504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Domain-</a:t>
            </a:r>
          </a:p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specific Loss</a:t>
            </a:r>
          </a:p>
        </p:txBody>
      </p:sp>
      <p:sp>
        <p:nvSpPr>
          <p:cNvPr id="177" name="SE-024-177">
            <a:extLst xmlns:a="http://schemas.openxmlformats.org/drawingml/2006/main">
              <a:ext uri="{FF2B5EF4-FFF2-40B4-BE49-F238E27FC236}">
                <a16:creationId xmlns:a16="http://schemas.microsoft.com/office/drawing/2014/main" id="{D707C1F7-D139-4585-BBA3-7B74C1DB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314575"/>
            <a:ext cx="628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Lgate =</a:t>
            </a:r>
          </a:p>
        </p:txBody>
      </p:sp>
      <p:sp>
        <p:nvSpPr>
          <p:cNvPr id="178" name="SE-024-178">
            <a:extLst xmlns:a="http://schemas.openxmlformats.org/drawingml/2006/main">
              <a:ext uri="{FF2B5EF4-FFF2-40B4-BE49-F238E27FC236}">
                <a16:creationId xmlns:a16="http://schemas.microsoft.com/office/drawing/2014/main" id="{F8E8479F-1B2F-469C-9DA0-AE89BEB0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3925" y="2190750"/>
            <a:ext cx="247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79" name="SE-024-path-179">
            <a:extLst xmlns:a="http://schemas.openxmlformats.org/drawingml/2006/main">
              <a:ext uri="{FF2B5EF4-FFF2-40B4-BE49-F238E27FC236}">
                <a16:creationId xmlns:a16="http://schemas.microsoft.com/office/drawing/2014/main" id="{4216968A-F569-4F5F-9013-E09DEC9F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3925" y="2390775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180" name="SE-024-180">
            <a:extLst xmlns:a="http://schemas.openxmlformats.org/drawingml/2006/main">
              <a:ext uri="{FF2B5EF4-FFF2-40B4-BE49-F238E27FC236}">
                <a16:creationId xmlns:a16="http://schemas.microsoft.com/office/drawing/2014/main" id="{D570BD11-AF08-4801-8970-844C02D7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24098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181" name="SE-024-181">
            <a:extLst xmlns:a="http://schemas.openxmlformats.org/drawingml/2006/main">
              <a:ext uri="{FF2B5EF4-FFF2-40B4-BE49-F238E27FC236}">
                <a16:creationId xmlns:a16="http://schemas.microsoft.com/office/drawing/2014/main" id="{E27AFFE4-8BBC-4A93-AD6E-F696BC88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8725" y="2143125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182" name="SE-024-182">
            <a:extLst xmlns:a="http://schemas.openxmlformats.org/drawingml/2006/main">
              <a:ext uri="{FF2B5EF4-FFF2-40B4-BE49-F238E27FC236}">
                <a16:creationId xmlns:a16="http://schemas.microsoft.com/office/drawing/2014/main" id="{362D9FAD-AF59-4E27-BD9A-A7CF9B59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2295525"/>
            <a:ext cx="2762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Σ</a:t>
            </a:r>
          </a:p>
        </p:txBody>
      </p:sp>
      <p:sp>
        <p:nvSpPr>
          <p:cNvPr id="183" name="SE-024-183">
            <a:extLst xmlns:a="http://schemas.openxmlformats.org/drawingml/2006/main">
              <a:ext uri="{FF2B5EF4-FFF2-40B4-BE49-F238E27FC236}">
                <a16:creationId xmlns:a16="http://schemas.microsoft.com/office/drawing/2014/main" id="{F44DE536-41D2-48EA-9030-3B08FB66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675" y="2600325"/>
            <a:ext cx="2762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j=1</a:t>
            </a:r>
          </a:p>
        </p:txBody>
      </p:sp>
      <p:sp>
        <p:nvSpPr>
          <p:cNvPr id="184" name="SE-024-184">
            <a:extLst xmlns:a="http://schemas.openxmlformats.org/drawingml/2006/main">
              <a:ext uri="{FF2B5EF4-FFF2-40B4-BE49-F238E27FC236}">
                <a16:creationId xmlns:a16="http://schemas.microsoft.com/office/drawing/2014/main" id="{8A17376D-7A3B-40F1-AAEA-16AC20A2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23241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CE(yⱼ, ŷⱼ)</a:t>
            </a:r>
          </a:p>
        </p:txBody>
      </p:sp>
      <p:sp>
        <p:nvSpPr>
          <p:cNvPr id="185" name="SE-024-185">
            <a:extLst xmlns:a="http://schemas.openxmlformats.org/drawingml/2006/main">
              <a:ext uri="{FF2B5EF4-FFF2-40B4-BE49-F238E27FC236}">
                <a16:creationId xmlns:a16="http://schemas.microsoft.com/office/drawing/2014/main" id="{30307809-A4D8-4743-BC38-240DFA7B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2752725"/>
            <a:ext cx="1409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No target</a:t>
            </a:r>
          </a:p>
          <a:p xmlns:a="http://schemas.openxmlformats.org/drawingml/2006/main">
            <a:pPr algn="ctr">
              <a:defRPr sz="1500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system label</a:t>
            </a:r>
          </a:p>
        </p:txBody>
      </p:sp>
      <p:sp>
        <p:nvSpPr>
          <p:cNvPr id="186" name="SE-024-186">
            <a:extLst xmlns:a="http://schemas.openxmlformats.org/drawingml/2006/main">
              <a:ext uri="{FF2B5EF4-FFF2-40B4-BE49-F238E27FC236}">
                <a16:creationId xmlns:a16="http://schemas.microsoft.com/office/drawing/2014/main" id="{C717033A-3D66-4F50-A38A-A3E82478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857500"/>
            <a:ext cx="314325" cy="314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C768"/>
          </a:solidFill>
          <a:ln xmlns:a="http://schemas.openxmlformats.org/drawingml/2006/main" w="0">
            <a:noFill/>
          </a:ln>
        </p:spPr>
      </p:sp>
      <p:sp>
        <p:nvSpPr>
          <p:cNvPr id="187" name="SE-024-path-187">
            <a:extLst xmlns:a="http://schemas.openxmlformats.org/drawingml/2006/main">
              <a:ext uri="{FF2B5EF4-FFF2-40B4-BE49-F238E27FC236}">
                <a16:creationId xmlns:a16="http://schemas.microsoft.com/office/drawing/2014/main" id="{C564BAE2-F342-4030-830D-1E286E7A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175" y="2943225"/>
            <a:ext cx="180975" cy="133350"/>
          </a:xfrm>
          <a:custGeom xmlns:a="http://schemas.openxmlformats.org/drawingml/2006/main">
            <a:pathLst>
              <a:path w="180975" h="133350">
                <a:moveTo>
                  <a:pt x="0" y="66675"/>
                </a:moveTo>
                <a:lnTo>
                  <a:pt x="66675" y="133350"/>
                </a:ln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188" name="SE-024-188">
            <a:extLst xmlns:a="http://schemas.openxmlformats.org/drawingml/2006/main">
              <a:ext uri="{FF2B5EF4-FFF2-40B4-BE49-F238E27FC236}">
                <a16:creationId xmlns:a16="http://schemas.microsoft.com/office/drawing/2014/main" id="{2B5E32B0-129D-4304-A324-9CA53147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3276600"/>
            <a:ext cx="16573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BE6D4"/>
          </a:solidFill>
          <a:ln xmlns:a="http://schemas.openxmlformats.org/drawingml/2006/main" w="15240">
            <a:solidFill>
              <a:srgbClr val="222222"/>
            </a:solidFill>
          </a:ln>
        </p:spPr>
      </p:sp>
      <p:sp>
        <p:nvSpPr>
          <p:cNvPr id="189" name="SE-024-189">
            <a:extLst xmlns:a="http://schemas.openxmlformats.org/drawingml/2006/main">
              <a:ext uri="{FF2B5EF4-FFF2-40B4-BE49-F238E27FC236}">
                <a16:creationId xmlns:a16="http://schemas.microsoft.com/office/drawing/2014/main" id="{0233061B-2534-414B-8D3F-63F4D5E9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3190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0EF"/>
          </a:solidFill>
          <a:ln xmlns:a="http://schemas.openxmlformats.org/drawingml/2006/main" w="19050">
            <a:solidFill>
              <a:srgbClr val="25334E"/>
            </a:solidFill>
          </a:ln>
        </p:spPr>
      </p:sp>
      <p:sp>
        <p:nvSpPr>
          <p:cNvPr id="190" name="SE-024-190">
            <a:extLst xmlns:a="http://schemas.openxmlformats.org/drawingml/2006/main">
              <a:ext uri="{FF2B5EF4-FFF2-40B4-BE49-F238E27FC236}">
                <a16:creationId xmlns:a16="http://schemas.microsoft.com/office/drawing/2014/main" id="{D0653481-45DE-4543-8DE6-13618CCA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320992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4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2</a:t>
            </a:r>
          </a:p>
        </p:txBody>
      </p:sp>
      <p:sp>
        <p:nvSpPr>
          <p:cNvPr id="191" name="SE-024-191">
            <a:extLst xmlns:a="http://schemas.openxmlformats.org/drawingml/2006/main">
              <a:ext uri="{FF2B5EF4-FFF2-40B4-BE49-F238E27FC236}">
                <a16:creationId xmlns:a16="http://schemas.microsoft.com/office/drawing/2014/main" id="{109C4E8C-F622-4CBD-9658-C9EC6E8C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3362325"/>
            <a:ext cx="15049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System-</a:t>
            </a:r>
          </a:p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Specific Loss</a:t>
            </a:r>
          </a:p>
        </p:txBody>
      </p:sp>
      <p:sp>
        <p:nvSpPr>
          <p:cNvPr id="192" name="SE-024-192">
            <a:extLst xmlns:a="http://schemas.openxmlformats.org/drawingml/2006/main">
              <a:ext uri="{FF2B5EF4-FFF2-40B4-BE49-F238E27FC236}">
                <a16:creationId xmlns:a16="http://schemas.microsoft.com/office/drawing/2014/main" id="{CBF07A5B-4012-47D1-967A-572BF9F3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3990975"/>
            <a:ext cx="133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193" name="SE-024-193">
            <a:extLst xmlns:a="http://schemas.openxmlformats.org/drawingml/2006/main">
              <a:ext uri="{FF2B5EF4-FFF2-40B4-BE49-F238E27FC236}">
                <a16:creationId xmlns:a16="http://schemas.microsoft.com/office/drawing/2014/main" id="{5E0CCA9B-D26E-4B78-9A0B-934E415C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4114800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total</a:t>
            </a:r>
          </a:p>
        </p:txBody>
      </p:sp>
      <p:sp>
        <p:nvSpPr>
          <p:cNvPr id="194" name="SE-024-194">
            <a:extLst xmlns:a="http://schemas.openxmlformats.org/drawingml/2006/main">
              <a:ext uri="{FF2B5EF4-FFF2-40B4-BE49-F238E27FC236}">
                <a16:creationId xmlns:a16="http://schemas.microsoft.com/office/drawing/2014/main" id="{CFC9B990-E955-4405-9A74-128863CA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4000500"/>
            <a:ext cx="161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=</a:t>
            </a:r>
          </a:p>
        </p:txBody>
      </p:sp>
      <p:sp>
        <p:nvSpPr>
          <p:cNvPr id="195" name="SE-024-195">
            <a:extLst xmlns:a="http://schemas.openxmlformats.org/drawingml/2006/main">
              <a:ext uri="{FF2B5EF4-FFF2-40B4-BE49-F238E27FC236}">
                <a16:creationId xmlns:a16="http://schemas.microsoft.com/office/drawing/2014/main" id="{7D714B20-5604-4001-814A-F99FAB10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990975"/>
            <a:ext cx="123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196" name="SE-024-196">
            <a:extLst xmlns:a="http://schemas.openxmlformats.org/drawingml/2006/main">
              <a:ext uri="{FF2B5EF4-FFF2-40B4-BE49-F238E27FC236}">
                <a16:creationId xmlns:a16="http://schemas.microsoft.com/office/drawing/2014/main" id="{1819F01D-687E-4F0A-81B9-D3534456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3952875"/>
            <a:ext cx="114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197" name="SE-024-197">
            <a:extLst xmlns:a="http://schemas.openxmlformats.org/drawingml/2006/main">
              <a:ext uri="{FF2B5EF4-FFF2-40B4-BE49-F238E27FC236}">
                <a16:creationId xmlns:a16="http://schemas.microsoft.com/office/drawing/2014/main" id="{D476634E-C04E-4F39-B04B-93F4486D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025" y="4124325"/>
            <a:ext cx="238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gate</a:t>
            </a:r>
          </a:p>
        </p:txBody>
      </p:sp>
      <p:sp>
        <p:nvSpPr>
          <p:cNvPr id="198" name="SE-024-198">
            <a:extLst xmlns:a="http://schemas.openxmlformats.org/drawingml/2006/main">
              <a:ext uri="{FF2B5EF4-FFF2-40B4-BE49-F238E27FC236}">
                <a16:creationId xmlns:a16="http://schemas.microsoft.com/office/drawing/2014/main" id="{8342F802-6CEB-412E-8E3D-42752EAF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8725" y="4000500"/>
            <a:ext cx="390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+ λL</a:t>
            </a:r>
          </a:p>
        </p:txBody>
      </p:sp>
      <p:sp>
        <p:nvSpPr>
          <p:cNvPr id="199" name="SE-024-199">
            <a:extLst xmlns:a="http://schemas.openxmlformats.org/drawingml/2006/main">
              <a:ext uri="{FF2B5EF4-FFF2-40B4-BE49-F238E27FC236}">
                <a16:creationId xmlns:a16="http://schemas.microsoft.com/office/drawing/2014/main" id="{AD7C6740-134B-4B77-AD3E-9083C3DE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4124325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entropy</a:t>
            </a:r>
          </a:p>
        </p:txBody>
      </p:sp>
      <p:sp>
        <p:nvSpPr>
          <p:cNvPr id="200" name="SE-024-path-200">
            <a:extLst xmlns:a="http://schemas.openxmlformats.org/drawingml/2006/main">
              <a:ext uri="{FF2B5EF4-FFF2-40B4-BE49-F238E27FC236}">
                <a16:creationId xmlns:a16="http://schemas.microsoft.com/office/drawing/2014/main" id="{690402F2-C659-4DD3-BFEE-2F73EC8F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333875"/>
            <a:ext cx="3762375" cy="180975"/>
          </a:xfrm>
          <a:custGeom xmlns:a="http://schemas.openxmlformats.org/drawingml/2006/main">
            <a:pathLst>
              <a:path w="3762375" h="180975">
                <a:moveTo>
                  <a:pt x="0" y="0"/>
                </a:moveTo>
                <a:lnTo>
                  <a:pt x="19050" y="104775"/>
                </a:lnTo>
                <a:lnTo>
                  <a:pt x="1847850" y="104775"/>
                </a:lnTo>
                <a:lnTo>
                  <a:pt x="1895475" y="180975"/>
                </a:lnTo>
                <a:lnTo>
                  <a:pt x="1952625" y="104775"/>
                </a:lnTo>
                <a:lnTo>
                  <a:pt x="3733800" y="104775"/>
                </a:lnTo>
                <a:lnTo>
                  <a:pt x="3762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201" name="SE-024-201">
            <a:extLst xmlns:a="http://schemas.openxmlformats.org/drawingml/2006/main">
              <a:ext uri="{FF2B5EF4-FFF2-40B4-BE49-F238E27FC236}">
                <a16:creationId xmlns:a16="http://schemas.microsoft.com/office/drawing/2014/main" id="{08794EEE-C284-4016-A588-EBEE7F37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505325"/>
            <a:ext cx="1181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Stage 1</a:t>
            </a:r>
          </a:p>
        </p:txBody>
      </p:sp>
      <p:sp>
        <p:nvSpPr>
          <p:cNvPr id="202" name="SE-024-path-202">
            <a:extLst xmlns:a="http://schemas.openxmlformats.org/drawingml/2006/main">
              <a:ext uri="{FF2B5EF4-FFF2-40B4-BE49-F238E27FC236}">
                <a16:creationId xmlns:a16="http://schemas.microsoft.com/office/drawing/2014/main" id="{754A58AE-F36B-4922-AE90-280AA9F8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33875"/>
            <a:ext cx="3752850" cy="180975"/>
          </a:xfrm>
          <a:custGeom xmlns:a="http://schemas.openxmlformats.org/drawingml/2006/main">
            <a:pathLst>
              <a:path w="3752850" h="180975">
                <a:moveTo>
                  <a:pt x="0" y="0"/>
                </a:moveTo>
                <a:lnTo>
                  <a:pt x="19050" y="104775"/>
                </a:lnTo>
                <a:lnTo>
                  <a:pt x="1847850" y="104775"/>
                </a:lnTo>
                <a:lnTo>
                  <a:pt x="1895475" y="180975"/>
                </a:lnTo>
                <a:lnTo>
                  <a:pt x="1952625" y="104775"/>
                </a:lnTo>
                <a:lnTo>
                  <a:pt x="3724275" y="104775"/>
                </a:lnTo>
                <a:lnTo>
                  <a:pt x="3752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203" name="SE-024-203">
            <a:extLst xmlns:a="http://schemas.openxmlformats.org/drawingml/2006/main">
              <a:ext uri="{FF2B5EF4-FFF2-40B4-BE49-F238E27FC236}">
                <a16:creationId xmlns:a16="http://schemas.microsoft.com/office/drawing/2014/main" id="{B7ED40CF-DD1E-4F1F-AF8A-1020577B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505325"/>
            <a:ext cx="1181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Stage 2</a:t>
            </a:r>
          </a:p>
        </p:txBody>
      </p:sp>
      <p:sp>
        <p:nvSpPr>
          <p:cNvPr id="204" name="SE-024-path-204">
            <a:extLst xmlns:a="http://schemas.openxmlformats.org/drawingml/2006/main">
              <a:ext uri="{FF2B5EF4-FFF2-40B4-BE49-F238E27FC236}">
                <a16:creationId xmlns:a16="http://schemas.microsoft.com/office/drawing/2014/main" id="{5E951ED9-4A4A-43BE-895E-583D7716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4800600"/>
            <a:ext cx="13601700" cy="95"/>
          </a:xfrm>
          <a:custGeom xmlns:a="http://schemas.openxmlformats.org/drawingml/2006/main">
            <a:pathLst>
              <a:path w="13601700" h="95">
                <a:moveTo>
                  <a:pt x="0" y="0"/>
                </a:moveTo>
                <a:lnTo>
                  <a:pt x="13601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205" name="SE-024-205">
            <a:extLst xmlns:a="http://schemas.openxmlformats.org/drawingml/2006/main">
              <a:ext uri="{FF2B5EF4-FFF2-40B4-BE49-F238E27FC236}">
                <a16:creationId xmlns:a16="http://schemas.microsoft.com/office/drawing/2014/main" id="{9B5A449A-6570-4432-8347-93EA6E2E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943475"/>
            <a:ext cx="14573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Inference</a:t>
            </a:r>
          </a:p>
        </p:txBody>
      </p:sp>
      <p:sp>
        <p:nvSpPr>
          <p:cNvPr id="206" name="SE-024-path-206">
            <a:extLst xmlns:a="http://schemas.openxmlformats.org/drawingml/2006/main">
              <a:ext uri="{FF2B5EF4-FFF2-40B4-BE49-F238E27FC236}">
                <a16:creationId xmlns:a16="http://schemas.microsoft.com/office/drawing/2014/main" id="{0C1A496D-C953-416A-8A39-E8935D80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248275"/>
            <a:ext cx="1047750" cy="95"/>
          </a:xfrm>
          <a:custGeom xmlns:a="http://schemas.openxmlformats.org/drawingml/2006/main">
            <a:pathLst>
              <a:path w="1047750" h="95">
                <a:moveTo>
                  <a:pt x="0" y="0"/>
                </a:moveTo>
                <a:lnTo>
                  <a:pt x="104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207" name="SE-024-207">
            <a:extLst xmlns:a="http://schemas.openxmlformats.org/drawingml/2006/main">
              <a:ext uri="{FF2B5EF4-FFF2-40B4-BE49-F238E27FC236}">
                <a16:creationId xmlns:a16="http://schemas.microsoft.com/office/drawing/2014/main" id="{EC0A97B3-EF0B-400C-AFA5-B47C1B47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530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559"/>
          </a:solidFill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208" name="SE-024-208">
            <a:extLst xmlns:a="http://schemas.openxmlformats.org/drawingml/2006/main">
              <a:ext uri="{FF2B5EF4-FFF2-40B4-BE49-F238E27FC236}">
                <a16:creationId xmlns:a16="http://schemas.microsoft.com/office/drawing/2014/main" id="{A5D11E1B-C2A5-463B-AD7C-ACFCF884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09" name="SE-024-209">
            <a:extLst xmlns:a="http://schemas.openxmlformats.org/drawingml/2006/main">
              <a:ext uri="{FF2B5EF4-FFF2-40B4-BE49-F238E27FC236}">
                <a16:creationId xmlns:a16="http://schemas.microsoft.com/office/drawing/2014/main" id="{16D9DBED-7B0E-4701-B26A-D541D7A9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4768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10" name="SE-024-path-210">
            <a:extLst xmlns:a="http://schemas.openxmlformats.org/drawingml/2006/main">
              <a:ext uri="{FF2B5EF4-FFF2-40B4-BE49-F238E27FC236}">
                <a16:creationId xmlns:a16="http://schemas.microsoft.com/office/drawing/2014/main" id="{7D891559-7CEB-4C1F-A90E-033C773C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90500" cy="76200"/>
          </a:xfrm>
          <a:custGeom xmlns:a="http://schemas.openxmlformats.org/drawingml/2006/main">
            <a:pathLst>
              <a:path w="190500" h="76200">
                <a:moveTo>
                  <a:pt x="0" y="0"/>
                </a:moveTo>
                <a:lnTo>
                  <a:pt x="19050" y="47625"/>
                </a:lnTo>
                <a:lnTo>
                  <a:pt x="66675" y="76200"/>
                </a:lnTo>
                <a:lnTo>
                  <a:pt x="123825" y="76200"/>
                </a:lnTo>
                <a:lnTo>
                  <a:pt x="171450" y="47625"/>
                </a:ln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211" name="SE-024-211">
            <a:extLst xmlns:a="http://schemas.openxmlformats.org/drawingml/2006/main">
              <a:ext uri="{FF2B5EF4-FFF2-40B4-BE49-F238E27FC236}">
                <a16:creationId xmlns:a16="http://schemas.microsoft.com/office/drawing/2014/main" id="{EA4D5FB1-738B-4F37-9A2C-24437BF8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5781675"/>
            <a:ext cx="10572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Zero-shot</a:t>
            </a:r>
          </a:p>
          <a:p xmlns:a="http://schemas.openxmlformats.org/drawingml/2006/main">
            <a:pPr algn="ctr">
              <a:defRPr sz="17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Detection</a:t>
            </a:r>
          </a:p>
        </p:txBody>
      </p:sp>
      <p:sp>
        <p:nvSpPr>
          <p:cNvPr id="212" name="SE-024-212">
            <a:extLst xmlns:a="http://schemas.openxmlformats.org/drawingml/2006/main">
              <a:ext uri="{FF2B5EF4-FFF2-40B4-BE49-F238E27FC236}">
                <a16:creationId xmlns:a16="http://schemas.microsoft.com/office/drawing/2014/main" id="{9E956936-411C-4B39-A0E1-2A40E06A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000625"/>
            <a:ext cx="1762125" cy="1276350"/>
          </a:xfrm>
          <a:prstGeom xmlns:a="http://schemas.openxmlformats.org/drawingml/2006/main" prst="roundRect">
            <a:avLst>
              <a:gd name="adj" fmla="val 17910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999999"/>
            </a:solidFill>
            <a:prstDash val="dash"/>
          </a:ln>
        </p:spPr>
      </p:sp>
      <p:sp>
        <p:nvSpPr>
          <p:cNvPr id="213" name="SE-024-213">
            <a:extLst xmlns:a="http://schemas.openxmlformats.org/drawingml/2006/main">
              <a:ext uri="{FF2B5EF4-FFF2-40B4-BE49-F238E27FC236}">
                <a16:creationId xmlns:a16="http://schemas.microsoft.com/office/drawing/2014/main" id="{E402F085-74F3-4EC0-B12B-F2929C1E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353050"/>
            <a:ext cx="2952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0000"/>
            </a:solidFill>
          </a:ln>
        </p:spPr>
      </p:sp>
      <p:sp>
        <p:nvSpPr>
          <p:cNvPr id="214" name="SE-024-214">
            <a:extLst xmlns:a="http://schemas.openxmlformats.org/drawingml/2006/main">
              <a:ext uri="{FF2B5EF4-FFF2-40B4-BE49-F238E27FC236}">
                <a16:creationId xmlns:a16="http://schemas.microsoft.com/office/drawing/2014/main" id="{B284E18E-1790-48C8-AAC8-0864EB57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14975"/>
            <a:ext cx="2190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0000"/>
            </a:solidFill>
          </a:ln>
        </p:spPr>
      </p:sp>
      <p:sp>
        <p:nvSpPr>
          <p:cNvPr id="215" name="SE-024-215">
            <a:extLst xmlns:a="http://schemas.openxmlformats.org/drawingml/2006/main">
              <a:ext uri="{FF2B5EF4-FFF2-40B4-BE49-F238E27FC236}">
                <a16:creationId xmlns:a16="http://schemas.microsoft.com/office/drawing/2014/main" id="{BAB8958D-7671-4A61-8999-BB774643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74357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216" name="SE-024-216">
            <a:extLst xmlns:a="http://schemas.openxmlformats.org/drawingml/2006/main">
              <a:ext uri="{FF2B5EF4-FFF2-40B4-BE49-F238E27FC236}">
                <a16:creationId xmlns:a16="http://schemas.microsoft.com/office/drawing/2014/main" id="{A62FF16D-FD95-4416-9CCC-42ED8D4B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5400675"/>
            <a:ext cx="838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Unseen</a:t>
            </a:r>
          </a:p>
          <a:p xmlns:a="http://schemas.openxmlformats.org/drawingml/2006/main">
            <a:pPr algn="ctr">
              <a:defRPr sz="1650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System</a:t>
            </a:r>
          </a:p>
        </p:txBody>
      </p:sp>
      <p:sp>
        <p:nvSpPr>
          <p:cNvPr id="217" name="SE-024-path-217">
            <a:extLst xmlns:a="http://schemas.openxmlformats.org/drawingml/2006/main">
              <a:ext uri="{FF2B5EF4-FFF2-40B4-BE49-F238E27FC236}">
                <a16:creationId xmlns:a16="http://schemas.microsoft.com/office/drawing/2014/main" id="{15D77782-E758-4CE9-8D76-AC941DEB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438775"/>
            <a:ext cx="390525" cy="381000"/>
          </a:xfrm>
          <a:custGeom xmlns:a="http://schemas.openxmlformats.org/drawingml/2006/main">
            <a:pathLst>
              <a:path w="390525" h="381000">
                <a:moveTo>
                  <a:pt x="0" y="95250"/>
                </a:moveTo>
                <a:lnTo>
                  <a:pt x="228600" y="95250"/>
                </a:lnTo>
                <a:lnTo>
                  <a:pt x="228600" y="0"/>
                </a:lnTo>
                <a:lnTo>
                  <a:pt x="390525" y="190500"/>
                </a:lnTo>
                <a:lnTo>
                  <a:pt x="228600" y="381000"/>
                </a:lnTo>
                <a:lnTo>
                  <a:pt x="228600" y="285750"/>
                </a:lnTo>
                <a:lnTo>
                  <a:pt x="0" y="28575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18" name="SE-024-218">
            <a:extLst xmlns:a="http://schemas.openxmlformats.org/drawingml/2006/main">
              <a:ext uri="{FF2B5EF4-FFF2-40B4-BE49-F238E27FC236}">
                <a16:creationId xmlns:a16="http://schemas.microsoft.com/office/drawing/2014/main" id="{14246419-2843-4EA0-9577-893749B6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00625"/>
            <a:ext cx="4495800" cy="1276350"/>
          </a:xfrm>
          <a:prstGeom xmlns:a="http://schemas.openxmlformats.org/drawingml/2006/main" prst="roundRect">
            <a:avLst>
              <a:gd name="adj" fmla="val 17910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999999"/>
            </a:solidFill>
            <a:prstDash val="dash"/>
          </a:ln>
        </p:spPr>
      </p:sp>
      <p:sp>
        <p:nvSpPr>
          <p:cNvPr id="219" name="SE-024-path-219">
            <a:extLst xmlns:a="http://schemas.openxmlformats.org/drawingml/2006/main">
              <a:ext uri="{FF2B5EF4-FFF2-40B4-BE49-F238E27FC236}">
                <a16:creationId xmlns:a16="http://schemas.microsoft.com/office/drawing/2014/main" id="{95BB24B6-8228-410F-B4EE-C19DCB91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238750"/>
            <a:ext cx="361950" cy="361950"/>
          </a:xfrm>
          <a:custGeom xmlns:a="http://schemas.openxmlformats.org/drawingml/2006/main">
            <a:pathLst>
              <a:path w="361950" h="361950">
                <a:moveTo>
                  <a:pt x="361950" y="180975"/>
                </a:moveTo>
                <a:lnTo>
                  <a:pt x="315873" y="207808"/>
                </a:lnTo>
                <a:lnTo>
                  <a:pt x="308046" y="233610"/>
                </a:lnTo>
                <a:lnTo>
                  <a:pt x="331450" y="281519"/>
                </a:lnTo>
                <a:lnTo>
                  <a:pt x="308944" y="308944"/>
                </a:lnTo>
                <a:lnTo>
                  <a:pt x="257389" y="295336"/>
                </a:lnTo>
                <a:lnTo>
                  <a:pt x="233610" y="308046"/>
                </a:lnTo>
                <a:lnTo>
                  <a:pt x="216281" y="358473"/>
                </a:lnTo>
                <a:lnTo>
                  <a:pt x="180975" y="361950"/>
                </a:lnTo>
                <a:lnTo>
                  <a:pt x="154142" y="315873"/>
                </a:lnTo>
                <a:lnTo>
                  <a:pt x="128340" y="308046"/>
                </a:lnTo>
                <a:lnTo>
                  <a:pt x="80431" y="331450"/>
                </a:lnTo>
                <a:lnTo>
                  <a:pt x="53006" y="308944"/>
                </a:lnTo>
                <a:lnTo>
                  <a:pt x="66614" y="257389"/>
                </a:lnTo>
                <a:lnTo>
                  <a:pt x="53904" y="233610"/>
                </a:lnTo>
                <a:lnTo>
                  <a:pt x="3477" y="216281"/>
                </a:lnTo>
                <a:lnTo>
                  <a:pt x="0" y="180975"/>
                </a:lnTo>
                <a:lnTo>
                  <a:pt x="46077" y="154142"/>
                </a:lnTo>
                <a:lnTo>
                  <a:pt x="53904" y="128340"/>
                </a:lnTo>
                <a:lnTo>
                  <a:pt x="30500" y="80431"/>
                </a:lnTo>
                <a:lnTo>
                  <a:pt x="53006" y="53006"/>
                </a:lnTo>
                <a:lnTo>
                  <a:pt x="104561" y="66614"/>
                </a:lnTo>
                <a:lnTo>
                  <a:pt x="128340" y="53904"/>
                </a:lnTo>
                <a:lnTo>
                  <a:pt x="145669" y="3477"/>
                </a:lnTo>
                <a:lnTo>
                  <a:pt x="180975" y="0"/>
                </a:lnTo>
                <a:lnTo>
                  <a:pt x="207808" y="46077"/>
                </a:lnTo>
                <a:lnTo>
                  <a:pt x="233610" y="53904"/>
                </a:lnTo>
                <a:lnTo>
                  <a:pt x="281519" y="30500"/>
                </a:lnTo>
                <a:lnTo>
                  <a:pt x="308944" y="53006"/>
                </a:lnTo>
                <a:lnTo>
                  <a:pt x="295336" y="104561"/>
                </a:lnTo>
                <a:lnTo>
                  <a:pt x="308046" y="128340"/>
                </a:lnTo>
                <a:lnTo>
                  <a:pt x="358473" y="145669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220" name="SE-024-220">
            <a:extLst xmlns:a="http://schemas.openxmlformats.org/drawingml/2006/main">
              <a:ext uri="{FF2B5EF4-FFF2-40B4-BE49-F238E27FC236}">
                <a16:creationId xmlns:a16="http://schemas.microsoft.com/office/drawing/2014/main" id="{0CA4D86C-2C65-48CB-9159-D1B29166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3087" y="5370862"/>
            <a:ext cx="97727" cy="97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1" name="SE-024-path-221">
            <a:extLst xmlns:a="http://schemas.openxmlformats.org/drawingml/2006/main">
              <a:ext uri="{FF2B5EF4-FFF2-40B4-BE49-F238E27FC236}">
                <a16:creationId xmlns:a16="http://schemas.microsoft.com/office/drawing/2014/main" id="{76E9B55E-DCD3-4780-A082-90C7B5C6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457825"/>
            <a:ext cx="266700" cy="266700"/>
          </a:xfrm>
          <a:custGeom xmlns:a="http://schemas.openxmlformats.org/drawingml/2006/main">
            <a:pathLst>
              <a:path w="266700" h="266700">
                <a:moveTo>
                  <a:pt x="266700" y="133350"/>
                </a:moveTo>
                <a:lnTo>
                  <a:pt x="232749" y="153122"/>
                </a:lnTo>
                <a:lnTo>
                  <a:pt x="226981" y="172133"/>
                </a:lnTo>
                <a:lnTo>
                  <a:pt x="244226" y="207435"/>
                </a:lnTo>
                <a:lnTo>
                  <a:pt x="227643" y="227643"/>
                </a:lnTo>
                <a:lnTo>
                  <a:pt x="189655" y="217616"/>
                </a:lnTo>
                <a:lnTo>
                  <a:pt x="172133" y="226981"/>
                </a:lnTo>
                <a:lnTo>
                  <a:pt x="159365" y="264138"/>
                </a:lnTo>
                <a:lnTo>
                  <a:pt x="133350" y="266700"/>
                </a:lnTo>
                <a:lnTo>
                  <a:pt x="113578" y="232749"/>
                </a:lnTo>
                <a:lnTo>
                  <a:pt x="94567" y="226981"/>
                </a:lnTo>
                <a:lnTo>
                  <a:pt x="59265" y="244226"/>
                </a:lnTo>
                <a:lnTo>
                  <a:pt x="39057" y="227643"/>
                </a:lnTo>
                <a:lnTo>
                  <a:pt x="49084" y="189655"/>
                </a:lnTo>
                <a:lnTo>
                  <a:pt x="39719" y="172133"/>
                </a:lnTo>
                <a:lnTo>
                  <a:pt x="2562" y="159365"/>
                </a:lnTo>
                <a:lnTo>
                  <a:pt x="0" y="133350"/>
                </a:lnTo>
                <a:lnTo>
                  <a:pt x="33951" y="113578"/>
                </a:lnTo>
                <a:lnTo>
                  <a:pt x="39719" y="94567"/>
                </a:lnTo>
                <a:lnTo>
                  <a:pt x="22474" y="59265"/>
                </a:lnTo>
                <a:lnTo>
                  <a:pt x="39057" y="39057"/>
                </a:lnTo>
                <a:lnTo>
                  <a:pt x="77045" y="49084"/>
                </a:lnTo>
                <a:lnTo>
                  <a:pt x="94567" y="39719"/>
                </a:lnTo>
                <a:lnTo>
                  <a:pt x="107335" y="2562"/>
                </a:lnTo>
                <a:lnTo>
                  <a:pt x="133350" y="0"/>
                </a:lnTo>
                <a:lnTo>
                  <a:pt x="153122" y="33951"/>
                </a:lnTo>
                <a:lnTo>
                  <a:pt x="172133" y="39719"/>
                </a:lnTo>
                <a:lnTo>
                  <a:pt x="207435" y="22474"/>
                </a:lnTo>
                <a:lnTo>
                  <a:pt x="227643" y="39057"/>
                </a:lnTo>
                <a:lnTo>
                  <a:pt x="217616" y="77045"/>
                </a:lnTo>
                <a:lnTo>
                  <a:pt x="226981" y="94567"/>
                </a:lnTo>
                <a:lnTo>
                  <a:pt x="264138" y="107335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9525">
            <a:solidFill>
              <a:srgbClr val="444444"/>
            </a:solidFill>
          </a:ln>
        </p:spPr>
      </p:sp>
      <p:sp>
        <p:nvSpPr>
          <p:cNvPr id="222" name="SE-024-222">
            <a:extLst xmlns:a="http://schemas.openxmlformats.org/drawingml/2006/main">
              <a:ext uri="{FF2B5EF4-FFF2-40B4-BE49-F238E27FC236}">
                <a16:creationId xmlns:a16="http://schemas.microsoft.com/office/drawing/2014/main" id="{C166C74C-6484-4937-95BE-EC5779E6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971" y="5555171"/>
            <a:ext cx="72009" cy="720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3" name="SE-024-223">
            <a:extLst xmlns:a="http://schemas.openxmlformats.org/drawingml/2006/main">
              <a:ext uri="{FF2B5EF4-FFF2-40B4-BE49-F238E27FC236}">
                <a16:creationId xmlns:a16="http://schemas.microsoft.com/office/drawing/2014/main" id="{C8299B03-669A-4E85-951F-53F5B990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886450"/>
            <a:ext cx="1704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Preprocessing</a:t>
            </a:r>
          </a:p>
        </p:txBody>
      </p:sp>
      <p:sp>
        <p:nvSpPr>
          <p:cNvPr id="224" name="SE-024-path-224">
            <a:extLst xmlns:a="http://schemas.openxmlformats.org/drawingml/2006/main">
              <a:ext uri="{FF2B5EF4-FFF2-40B4-BE49-F238E27FC236}">
                <a16:creationId xmlns:a16="http://schemas.microsoft.com/office/drawing/2014/main" id="{BA1F1E83-A240-45AE-8F74-83ACBCE9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476875"/>
            <a:ext cx="304800" cy="95"/>
          </a:xfrm>
          <a:custGeom xmlns:a="http://schemas.openxmlformats.org/drawingml/2006/main">
            <a:pathLst>
              <a:path w="304800" h="9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225" name="SE-024-path-225">
            <a:extLst xmlns:a="http://schemas.openxmlformats.org/drawingml/2006/main">
              <a:ext uri="{FF2B5EF4-FFF2-40B4-BE49-F238E27FC236}">
                <a16:creationId xmlns:a16="http://schemas.microsoft.com/office/drawing/2014/main" id="{A74C22A1-323D-4C23-A245-BA54A0F4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787" y="5437289"/>
            <a:ext cx="76038" cy="79172"/>
          </a:xfrm>
          <a:custGeom xmlns:a="http://schemas.openxmlformats.org/drawingml/2006/main">
            <a:pathLst>
              <a:path w="76038" h="79172">
                <a:moveTo>
                  <a:pt x="0" y="79172"/>
                </a:moveTo>
                <a:lnTo>
                  <a:pt x="76038" y="3958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226" name="SE-024-path-226">
            <a:extLst xmlns:a="http://schemas.openxmlformats.org/drawingml/2006/main">
              <a:ext uri="{FF2B5EF4-FFF2-40B4-BE49-F238E27FC236}">
                <a16:creationId xmlns:a16="http://schemas.microsoft.com/office/drawing/2014/main" id="{3E5B7473-00D1-4ED8-A1D8-ECDAA0DC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5267325"/>
            <a:ext cx="314325" cy="85725"/>
          </a:xfrm>
          <a:custGeom xmlns:a="http://schemas.openxmlformats.org/drawingml/2006/main">
            <a:pathLst>
              <a:path w="314325" h="85725">
                <a:moveTo>
                  <a:pt x="0" y="0"/>
                </a:moveTo>
                <a:lnTo>
                  <a:pt x="314325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55555"/>
            </a:solidFill>
          </a:ln>
        </p:spPr>
      </p:sp>
      <p:sp>
        <p:nvSpPr>
          <p:cNvPr id="227" name="SE-024-path-227">
            <a:extLst xmlns:a="http://schemas.openxmlformats.org/drawingml/2006/main">
              <a:ext uri="{FF2B5EF4-FFF2-40B4-BE49-F238E27FC236}">
                <a16:creationId xmlns:a16="http://schemas.microsoft.com/office/drawing/2014/main" id="{9AA15BEF-E9BE-4FF0-B1FE-B8C8B695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5267325"/>
            <a:ext cx="314325" cy="295275"/>
          </a:xfrm>
          <a:custGeom xmlns:a="http://schemas.openxmlformats.org/drawingml/2006/main">
            <a:pathLst>
              <a:path w="314325" h="295275">
                <a:moveTo>
                  <a:pt x="0" y="0"/>
                </a:moveTo>
                <a:lnTo>
                  <a:pt x="314325" y="2952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55555"/>
            </a:solidFill>
          </a:ln>
        </p:spPr>
      </p:sp>
      <p:sp>
        <p:nvSpPr>
          <p:cNvPr id="228" name="SE-024-path-228">
            <a:extLst xmlns:a="http://schemas.openxmlformats.org/drawingml/2006/main">
              <a:ext uri="{FF2B5EF4-FFF2-40B4-BE49-F238E27FC236}">
                <a16:creationId xmlns:a16="http://schemas.microsoft.com/office/drawing/2014/main" id="{2530D2A9-AE20-4D23-8E34-FD75A26B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5353050"/>
            <a:ext cx="314325" cy="95250"/>
          </a:xfrm>
          <a:custGeom xmlns:a="http://schemas.openxmlformats.org/drawingml/2006/main">
            <a:pathLst>
              <a:path w="314325" h="95250">
                <a:moveTo>
                  <a:pt x="0" y="9525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55555"/>
            </a:solidFill>
          </a:ln>
        </p:spPr>
      </p:sp>
      <p:sp>
        <p:nvSpPr>
          <p:cNvPr id="229" name="SE-024-path-229">
            <a:extLst xmlns:a="http://schemas.openxmlformats.org/drawingml/2006/main">
              <a:ext uri="{FF2B5EF4-FFF2-40B4-BE49-F238E27FC236}">
                <a16:creationId xmlns:a16="http://schemas.microsoft.com/office/drawing/2014/main" id="{9DE7BE4F-B009-4577-BA49-1EF1064E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5448300"/>
            <a:ext cx="314325" cy="114300"/>
          </a:xfrm>
          <a:custGeom xmlns:a="http://schemas.openxmlformats.org/drawingml/2006/main">
            <a:pathLst>
              <a:path w="314325" h="114300">
                <a:moveTo>
                  <a:pt x="0" y="0"/>
                </a:moveTo>
                <a:lnTo>
                  <a:pt x="314325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55555"/>
            </a:solidFill>
          </a:ln>
        </p:spPr>
      </p:sp>
      <p:sp>
        <p:nvSpPr>
          <p:cNvPr id="230" name="SE-024-path-230">
            <a:extLst xmlns:a="http://schemas.openxmlformats.org/drawingml/2006/main">
              <a:ext uri="{FF2B5EF4-FFF2-40B4-BE49-F238E27FC236}">
                <a16:creationId xmlns:a16="http://schemas.microsoft.com/office/drawing/2014/main" id="{575C9E28-8DE9-4F69-A7FA-B0904359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5353050"/>
            <a:ext cx="314325" cy="295275"/>
          </a:xfrm>
          <a:custGeom xmlns:a="http://schemas.openxmlformats.org/drawingml/2006/main">
            <a:pathLst>
              <a:path w="314325" h="295275">
                <a:moveTo>
                  <a:pt x="0" y="295275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55555"/>
            </a:solidFill>
          </a:ln>
        </p:spPr>
      </p:sp>
      <p:sp>
        <p:nvSpPr>
          <p:cNvPr id="231" name="SE-024-path-231">
            <a:extLst xmlns:a="http://schemas.openxmlformats.org/drawingml/2006/main">
              <a:ext uri="{FF2B5EF4-FFF2-40B4-BE49-F238E27FC236}">
                <a16:creationId xmlns:a16="http://schemas.microsoft.com/office/drawing/2014/main" id="{C485E09E-CC66-47A6-9363-5B265988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5562600"/>
            <a:ext cx="314325" cy="85725"/>
          </a:xfrm>
          <a:custGeom xmlns:a="http://schemas.openxmlformats.org/drawingml/2006/main">
            <a:pathLst>
              <a:path w="314325" h="85725">
                <a:moveTo>
                  <a:pt x="0" y="85725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55555"/>
            </a:solidFill>
          </a:ln>
        </p:spPr>
      </p:sp>
      <p:sp>
        <p:nvSpPr>
          <p:cNvPr id="232" name="SE-024-232">
            <a:extLst xmlns:a="http://schemas.openxmlformats.org/drawingml/2006/main">
              <a:ext uri="{FF2B5EF4-FFF2-40B4-BE49-F238E27FC236}">
                <a16:creationId xmlns:a16="http://schemas.microsoft.com/office/drawing/2014/main" id="{08204A91-6831-44B1-B5BA-8E3A956D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219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233" name="SE-024-233">
            <a:extLst xmlns:a="http://schemas.openxmlformats.org/drawingml/2006/main">
              <a:ext uri="{FF2B5EF4-FFF2-40B4-BE49-F238E27FC236}">
                <a16:creationId xmlns:a16="http://schemas.microsoft.com/office/drawing/2014/main" id="{C232C764-9467-4DB1-95E3-13EFCB0C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400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234" name="SE-024-234">
            <a:extLst xmlns:a="http://schemas.openxmlformats.org/drawingml/2006/main">
              <a:ext uri="{FF2B5EF4-FFF2-40B4-BE49-F238E27FC236}">
                <a16:creationId xmlns:a16="http://schemas.microsoft.com/office/drawing/2014/main" id="{C63FCE53-7E50-4FD0-8095-CFA48115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600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235" name="SE-024-235">
            <a:extLst xmlns:a="http://schemas.openxmlformats.org/drawingml/2006/main">
              <a:ext uri="{FF2B5EF4-FFF2-40B4-BE49-F238E27FC236}">
                <a16:creationId xmlns:a16="http://schemas.microsoft.com/office/drawing/2014/main" id="{649B80D9-72C1-42D1-9DF8-C78A82E5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5305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236" name="SE-024-236">
            <a:extLst xmlns:a="http://schemas.openxmlformats.org/drawingml/2006/main">
              <a:ext uri="{FF2B5EF4-FFF2-40B4-BE49-F238E27FC236}">
                <a16:creationId xmlns:a16="http://schemas.microsoft.com/office/drawing/2014/main" id="{E003B283-869C-46C0-A08D-40CE0D48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5514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</a:ln>
        </p:spPr>
      </p:sp>
      <p:sp>
        <p:nvSpPr>
          <p:cNvPr id="237" name="SE-024-237">
            <a:extLst xmlns:a="http://schemas.openxmlformats.org/drawingml/2006/main">
              <a:ext uri="{FF2B5EF4-FFF2-40B4-BE49-F238E27FC236}">
                <a16:creationId xmlns:a16="http://schemas.microsoft.com/office/drawing/2014/main" id="{795000BC-91E8-4034-81C0-05C09AC3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886450"/>
            <a:ext cx="1438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Embedding</a:t>
            </a:r>
          </a:p>
        </p:txBody>
      </p:sp>
      <p:sp>
        <p:nvSpPr>
          <p:cNvPr id="238" name="SE-024-path-238">
            <a:extLst xmlns:a="http://schemas.openxmlformats.org/drawingml/2006/main">
              <a:ext uri="{FF2B5EF4-FFF2-40B4-BE49-F238E27FC236}">
                <a16:creationId xmlns:a16="http://schemas.microsoft.com/office/drawing/2014/main" id="{51E9940B-B8ED-4EFB-AE09-89489CD1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476875"/>
            <a:ext cx="295275" cy="95"/>
          </a:xfrm>
          <a:custGeom xmlns:a="http://schemas.openxmlformats.org/drawingml/2006/main">
            <a:pathLst>
              <a:path w="295275" h="95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239" name="SE-024-path-239">
            <a:extLst xmlns:a="http://schemas.openxmlformats.org/drawingml/2006/main">
              <a:ext uri="{FF2B5EF4-FFF2-40B4-BE49-F238E27FC236}">
                <a16:creationId xmlns:a16="http://schemas.microsoft.com/office/drawing/2014/main" id="{1AC0E776-72C1-4A8F-94F5-199936D4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462" y="5437289"/>
            <a:ext cx="76038" cy="79172"/>
          </a:xfrm>
          <a:custGeom xmlns:a="http://schemas.openxmlformats.org/drawingml/2006/main">
            <a:pathLst>
              <a:path w="76038" h="79172">
                <a:moveTo>
                  <a:pt x="0" y="79172"/>
                </a:moveTo>
                <a:lnTo>
                  <a:pt x="76038" y="3958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240" name="SE-024-240">
            <a:extLst xmlns:a="http://schemas.openxmlformats.org/drawingml/2006/main">
              <a:ext uri="{FF2B5EF4-FFF2-40B4-BE49-F238E27FC236}">
                <a16:creationId xmlns:a16="http://schemas.microsoft.com/office/drawing/2014/main" id="{182B1959-2849-430B-B57B-B536EE80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43525"/>
            <a:ext cx="209550" cy="304800"/>
          </a:xfrm>
          <a:prstGeom xmlns:a="http://schemas.openxmlformats.org/drawingml/2006/main" prst="roundRect">
            <a:avLst>
              <a:gd name="adj" fmla="val 13636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</a:ln>
        </p:spPr>
      </p:sp>
      <p:sp>
        <p:nvSpPr>
          <p:cNvPr id="241" name="SE-024-path-241">
            <a:extLst xmlns:a="http://schemas.openxmlformats.org/drawingml/2006/main">
              <a:ext uri="{FF2B5EF4-FFF2-40B4-BE49-F238E27FC236}">
                <a16:creationId xmlns:a16="http://schemas.microsoft.com/office/drawing/2014/main" id="{1D268175-DB4F-4769-83CC-B76B5F43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5219700"/>
            <a:ext cx="314325" cy="95"/>
          </a:xfrm>
          <a:custGeom xmlns:a="http://schemas.openxmlformats.org/drawingml/2006/main"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00000"/>
            </a:solidFill>
          </a:ln>
        </p:spPr>
      </p:sp>
      <p:sp>
        <p:nvSpPr>
          <p:cNvPr id="242" name="SE-024-path-242">
            <a:extLst xmlns:a="http://schemas.openxmlformats.org/drawingml/2006/main">
              <a:ext uri="{FF2B5EF4-FFF2-40B4-BE49-F238E27FC236}">
                <a16:creationId xmlns:a16="http://schemas.microsoft.com/office/drawing/2014/main" id="{BFBCF10F-28B5-41B2-A187-CC5BF8E6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266" y="5166919"/>
            <a:ext cx="101384" cy="105563"/>
          </a:xfrm>
          <a:custGeom xmlns:a="http://schemas.openxmlformats.org/drawingml/2006/main">
            <a:pathLst>
              <a:path w="101384" h="105563">
                <a:moveTo>
                  <a:pt x="0" y="105563"/>
                </a:moveTo>
                <a:lnTo>
                  <a:pt x="101384" y="527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38100">
            <a:solidFill>
              <a:srgbClr val="000000"/>
            </a:solidFill>
          </a:ln>
        </p:spPr>
      </p:sp>
      <p:sp>
        <p:nvSpPr>
          <p:cNvPr id="243" name="SE-024-243">
            <a:extLst xmlns:a="http://schemas.openxmlformats.org/drawingml/2006/main">
              <a:ext uri="{FF2B5EF4-FFF2-40B4-BE49-F238E27FC236}">
                <a16:creationId xmlns:a16="http://schemas.microsoft.com/office/drawing/2014/main" id="{C0A325D7-2D36-41D5-860A-57D141D5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743575"/>
            <a:ext cx="1133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Semantic</a:t>
            </a:r>
          </a:p>
          <a:p xmlns:a="http://schemas.openxmlformats.org/drawingml/2006/main">
            <a:pPr algn="ctr">
              <a:defRPr sz="17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Vectors</a:t>
            </a:r>
          </a:p>
        </p:txBody>
      </p:sp>
      <p:sp>
        <p:nvSpPr>
          <p:cNvPr id="244" name="SE-024-path-244">
            <a:extLst xmlns:a="http://schemas.openxmlformats.org/drawingml/2006/main">
              <a:ext uri="{FF2B5EF4-FFF2-40B4-BE49-F238E27FC236}">
                <a16:creationId xmlns:a16="http://schemas.microsoft.com/office/drawing/2014/main" id="{DAA96C57-FD2E-4A3B-AEAD-85734C0A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438775"/>
            <a:ext cx="381000" cy="381000"/>
          </a:xfrm>
          <a:custGeom xmlns:a="http://schemas.openxmlformats.org/drawingml/2006/main">
            <a:pathLst>
              <a:path w="381000" h="381000">
                <a:moveTo>
                  <a:pt x="0" y="95250"/>
                </a:moveTo>
                <a:lnTo>
                  <a:pt x="219075" y="95250"/>
                </a:lnTo>
                <a:lnTo>
                  <a:pt x="219075" y="0"/>
                </a:lnTo>
                <a:lnTo>
                  <a:pt x="381000" y="190500"/>
                </a:lnTo>
                <a:lnTo>
                  <a:pt x="219075" y="381000"/>
                </a:lnTo>
                <a:lnTo>
                  <a:pt x="219075" y="285750"/>
                </a:lnTo>
                <a:lnTo>
                  <a:pt x="0" y="28575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45" name="SE-024-245">
            <a:extLst xmlns:a="http://schemas.openxmlformats.org/drawingml/2006/main">
              <a:ext uri="{FF2B5EF4-FFF2-40B4-BE49-F238E27FC236}">
                <a16:creationId xmlns:a16="http://schemas.microsoft.com/office/drawing/2014/main" id="{CAB699B2-F325-44E3-9D8B-EA514C0A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00625"/>
            <a:ext cx="3886200" cy="1276350"/>
          </a:xfrm>
          <a:prstGeom xmlns:a="http://schemas.openxmlformats.org/drawingml/2006/main" prst="roundRect">
            <a:avLst>
              <a:gd name="adj" fmla="val 17910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999999"/>
            </a:solidFill>
            <a:prstDash val="dash"/>
          </a:ln>
        </p:spPr>
      </p:sp>
      <p:sp>
        <p:nvSpPr>
          <p:cNvPr id="246" name="SE-024-246">
            <a:extLst xmlns:a="http://schemas.openxmlformats.org/drawingml/2006/main">
              <a:ext uri="{FF2B5EF4-FFF2-40B4-BE49-F238E27FC236}">
                <a16:creationId xmlns:a16="http://schemas.microsoft.com/office/drawing/2014/main" id="{42FA4ED5-797F-417D-AFB1-39967222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219700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Experts</a:t>
            </a:r>
          </a:p>
        </p:txBody>
      </p:sp>
      <p:sp>
        <p:nvSpPr>
          <p:cNvPr id="247" name="SE-024-path-247">
            <a:extLst xmlns:a="http://schemas.openxmlformats.org/drawingml/2006/main">
              <a:ext uri="{FF2B5EF4-FFF2-40B4-BE49-F238E27FC236}">
                <a16:creationId xmlns:a16="http://schemas.microsoft.com/office/drawing/2014/main" id="{45B0D8C0-FC07-4FFE-B08B-DFF62981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162550"/>
            <a:ext cx="323850" cy="152400"/>
          </a:xfrm>
          <a:custGeom xmlns:a="http://schemas.openxmlformats.org/drawingml/2006/main">
            <a:pathLst>
              <a:path w="323850" h="152400">
                <a:moveTo>
                  <a:pt x="0" y="0"/>
                </a:moveTo>
                <a:lnTo>
                  <a:pt x="323850" y="0"/>
                </a:lnTo>
                <a:lnTo>
                  <a:pt x="238125" y="152400"/>
                </a:lnTo>
                <a:lnTo>
                  <a:pt x="85725" y="152400"/>
                </a:lnTo>
                <a:close/>
              </a:path>
            </a:pathLst>
          </a:custGeom>
          <a:solidFill xmlns:a="http://schemas.openxmlformats.org/drawingml/2006/main">
            <a:srgbClr val="F5B4C1"/>
          </a:solidFill>
          <a:ln xmlns:a="http://schemas.openxmlformats.org/drawingml/2006/main" w="14288">
            <a:solidFill>
              <a:srgbClr val="EBA0AF"/>
            </a:solidFill>
          </a:ln>
        </p:spPr>
      </p:sp>
      <p:sp>
        <p:nvSpPr>
          <p:cNvPr id="248" name="SE-024-path-248">
            <a:extLst xmlns:a="http://schemas.openxmlformats.org/drawingml/2006/main">
              <a:ext uri="{FF2B5EF4-FFF2-40B4-BE49-F238E27FC236}">
                <a16:creationId xmlns:a16="http://schemas.microsoft.com/office/drawing/2014/main" id="{233A3A32-4B0F-4C27-A271-55A450BE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353050"/>
            <a:ext cx="323850" cy="152400"/>
          </a:xfrm>
          <a:custGeom xmlns:a="http://schemas.openxmlformats.org/drawingml/2006/main">
            <a:pathLst>
              <a:path w="323850" h="152400">
                <a:moveTo>
                  <a:pt x="85725" y="0"/>
                </a:moveTo>
                <a:lnTo>
                  <a:pt x="238125" y="0"/>
                </a:lnTo>
                <a:lnTo>
                  <a:pt x="323850" y="1524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F5B4C1"/>
          </a:solidFill>
          <a:ln xmlns:a="http://schemas.openxmlformats.org/drawingml/2006/main" w="14288">
            <a:solidFill>
              <a:srgbClr val="EBA0AF"/>
            </a:solidFill>
          </a:ln>
        </p:spPr>
      </p:sp>
      <p:sp>
        <p:nvSpPr>
          <p:cNvPr id="249" name="SE-024-path-249">
            <a:extLst xmlns:a="http://schemas.openxmlformats.org/drawingml/2006/main">
              <a:ext uri="{FF2B5EF4-FFF2-40B4-BE49-F238E27FC236}">
                <a16:creationId xmlns:a16="http://schemas.microsoft.com/office/drawing/2014/main" id="{469A9F9E-3DCA-4BEE-9D44-8FE2E755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5162550"/>
            <a:ext cx="323850" cy="152400"/>
          </a:xfrm>
          <a:custGeom xmlns:a="http://schemas.openxmlformats.org/drawingml/2006/main">
            <a:pathLst>
              <a:path w="323850" h="152400">
                <a:moveTo>
                  <a:pt x="0" y="0"/>
                </a:moveTo>
                <a:lnTo>
                  <a:pt x="323850" y="0"/>
                </a:lnTo>
                <a:lnTo>
                  <a:pt x="238125" y="152400"/>
                </a:lnTo>
                <a:lnTo>
                  <a:pt x="85725" y="152400"/>
                </a:lnTo>
                <a:close/>
              </a:path>
            </a:pathLst>
          </a:custGeom>
          <a:solidFill xmlns:a="http://schemas.openxmlformats.org/drawingml/2006/main">
            <a:srgbClr val="BCD0EF"/>
          </a:solidFill>
          <a:ln xmlns:a="http://schemas.openxmlformats.org/drawingml/2006/main" w="14288">
            <a:solidFill>
              <a:srgbClr val="97B0E1"/>
            </a:solidFill>
          </a:ln>
        </p:spPr>
      </p:sp>
      <p:sp>
        <p:nvSpPr>
          <p:cNvPr id="250" name="SE-024-path-250">
            <a:extLst xmlns:a="http://schemas.openxmlformats.org/drawingml/2006/main">
              <a:ext uri="{FF2B5EF4-FFF2-40B4-BE49-F238E27FC236}">
                <a16:creationId xmlns:a16="http://schemas.microsoft.com/office/drawing/2014/main" id="{A6310A31-308E-43A7-A5C7-639CA297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5353050"/>
            <a:ext cx="323850" cy="152400"/>
          </a:xfrm>
          <a:custGeom xmlns:a="http://schemas.openxmlformats.org/drawingml/2006/main">
            <a:pathLst>
              <a:path w="323850" h="152400">
                <a:moveTo>
                  <a:pt x="85725" y="0"/>
                </a:moveTo>
                <a:lnTo>
                  <a:pt x="238125" y="0"/>
                </a:lnTo>
                <a:lnTo>
                  <a:pt x="323850" y="1524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BCD0EF"/>
          </a:solidFill>
          <a:ln xmlns:a="http://schemas.openxmlformats.org/drawingml/2006/main" w="14288">
            <a:solidFill>
              <a:srgbClr val="97B0E1"/>
            </a:solidFill>
          </a:ln>
        </p:spPr>
      </p:sp>
      <p:sp>
        <p:nvSpPr>
          <p:cNvPr id="251" name="SE-024-path-251">
            <a:extLst xmlns:a="http://schemas.openxmlformats.org/drawingml/2006/main">
              <a:ext uri="{FF2B5EF4-FFF2-40B4-BE49-F238E27FC236}">
                <a16:creationId xmlns:a16="http://schemas.microsoft.com/office/drawing/2014/main" id="{6F4436B9-FC59-42FD-9C0B-13E2301C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62550"/>
            <a:ext cx="323850" cy="152400"/>
          </a:xfrm>
          <a:custGeom xmlns:a="http://schemas.openxmlformats.org/drawingml/2006/main">
            <a:pathLst>
              <a:path w="323850" h="152400">
                <a:moveTo>
                  <a:pt x="0" y="0"/>
                </a:moveTo>
                <a:lnTo>
                  <a:pt x="323850" y="0"/>
                </a:lnTo>
                <a:lnTo>
                  <a:pt x="238125" y="152400"/>
                </a:lnTo>
                <a:lnTo>
                  <a:pt x="85725" y="152400"/>
                </a:lnTo>
                <a:close/>
              </a:path>
            </a:pathLst>
          </a:custGeom>
          <a:solidFill xmlns:a="http://schemas.openxmlformats.org/drawingml/2006/main">
            <a:srgbClr val="C0C0C0"/>
          </a:solidFill>
          <a:ln xmlns:a="http://schemas.openxmlformats.org/drawingml/2006/main" w="14288">
            <a:solidFill>
              <a:srgbClr val="C0C0C0"/>
            </a:solidFill>
          </a:ln>
        </p:spPr>
      </p:sp>
      <p:sp>
        <p:nvSpPr>
          <p:cNvPr id="252" name="SE-024-path-252">
            <a:extLst xmlns:a="http://schemas.openxmlformats.org/drawingml/2006/main">
              <a:ext uri="{FF2B5EF4-FFF2-40B4-BE49-F238E27FC236}">
                <a16:creationId xmlns:a16="http://schemas.microsoft.com/office/drawing/2014/main" id="{EAC1158B-0707-4BDE-A2E5-DE365171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353050"/>
            <a:ext cx="323850" cy="152400"/>
          </a:xfrm>
          <a:custGeom xmlns:a="http://schemas.openxmlformats.org/drawingml/2006/main">
            <a:pathLst>
              <a:path w="323850" h="152400">
                <a:moveTo>
                  <a:pt x="85725" y="0"/>
                </a:moveTo>
                <a:lnTo>
                  <a:pt x="238125" y="0"/>
                </a:lnTo>
                <a:lnTo>
                  <a:pt x="323850" y="1524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C0C0C0"/>
          </a:solidFill>
          <a:ln xmlns:a="http://schemas.openxmlformats.org/drawingml/2006/main" w="14288">
            <a:solidFill>
              <a:srgbClr val="C0C0C0"/>
            </a:solidFill>
          </a:ln>
        </p:spPr>
      </p:sp>
      <p:sp>
        <p:nvSpPr>
          <p:cNvPr id="253" name="SE-024-253">
            <a:extLst xmlns:a="http://schemas.openxmlformats.org/drawingml/2006/main">
              <a:ext uri="{FF2B5EF4-FFF2-40B4-BE49-F238E27FC236}">
                <a16:creationId xmlns:a16="http://schemas.microsoft.com/office/drawing/2014/main" id="{6100D49B-C384-4617-8BD8-93FA33DC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1720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...</a:t>
            </a:r>
          </a:p>
        </p:txBody>
      </p:sp>
      <p:sp>
        <p:nvSpPr>
          <p:cNvPr id="254" name="SE-024-254">
            <a:extLst xmlns:a="http://schemas.openxmlformats.org/drawingml/2006/main">
              <a:ext uri="{FF2B5EF4-FFF2-40B4-BE49-F238E27FC236}">
                <a16:creationId xmlns:a16="http://schemas.microsoft.com/office/drawing/2014/main" id="{4375A8C9-1337-4CD4-B672-1D739A3A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245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w1</a:t>
            </a:r>
          </a:p>
        </p:txBody>
      </p:sp>
      <p:sp>
        <p:nvSpPr>
          <p:cNvPr id="255" name="SE-024-255">
            <a:extLst xmlns:a="http://schemas.openxmlformats.org/drawingml/2006/main">
              <a:ext uri="{FF2B5EF4-FFF2-40B4-BE49-F238E27FC236}">
                <a16:creationId xmlns:a16="http://schemas.microsoft.com/office/drawing/2014/main" id="{B1759A4B-4A20-442F-9F51-399B25CE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5245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w2</a:t>
            </a:r>
          </a:p>
        </p:txBody>
      </p:sp>
      <p:sp>
        <p:nvSpPr>
          <p:cNvPr id="256" name="SE-024-256">
            <a:extLst xmlns:a="http://schemas.openxmlformats.org/drawingml/2006/main">
              <a:ext uri="{FF2B5EF4-FFF2-40B4-BE49-F238E27FC236}">
                <a16:creationId xmlns:a16="http://schemas.microsoft.com/office/drawing/2014/main" id="{2329CD24-3596-45BC-B685-9B9D4C1F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495925"/>
            <a:ext cx="276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...</a:t>
            </a:r>
          </a:p>
        </p:txBody>
      </p:sp>
      <p:sp>
        <p:nvSpPr>
          <p:cNvPr id="257" name="SE-024-257">
            <a:extLst xmlns:a="http://schemas.openxmlformats.org/drawingml/2006/main">
              <a:ext uri="{FF2B5EF4-FFF2-40B4-BE49-F238E27FC236}">
                <a16:creationId xmlns:a16="http://schemas.microsoft.com/office/drawing/2014/main" id="{F8974A07-6893-4FE8-90D0-4F901213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55245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wk</a:t>
            </a:r>
          </a:p>
        </p:txBody>
      </p:sp>
      <p:sp>
        <p:nvSpPr>
          <p:cNvPr id="258" name="SE-024-path-258">
            <a:extLst xmlns:a="http://schemas.openxmlformats.org/drawingml/2006/main">
              <a:ext uri="{FF2B5EF4-FFF2-40B4-BE49-F238E27FC236}">
                <a16:creationId xmlns:a16="http://schemas.microsoft.com/office/drawing/2014/main" id="{162C3768-1CFE-4115-B4CE-3D90A46C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14975"/>
            <a:ext cx="533400" cy="533400"/>
          </a:xfrm>
          <a:custGeom xmlns:a="http://schemas.openxmlformats.org/drawingml/2006/main">
            <a:pathLst>
              <a:path w="533400" h="533400">
                <a:moveTo>
                  <a:pt x="0" y="0"/>
                </a:moveTo>
                <a:lnTo>
                  <a:pt x="95250" y="276225"/>
                </a:lnTo>
                <a:lnTo>
                  <a:pt x="257175" y="457200"/>
                </a:lnTo>
                <a:lnTo>
                  <a:pt x="533400" y="533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259" name="SE-024-path-259">
            <a:extLst xmlns:a="http://schemas.openxmlformats.org/drawingml/2006/main">
              <a:ext uri="{FF2B5EF4-FFF2-40B4-BE49-F238E27FC236}">
                <a16:creationId xmlns:a16="http://schemas.microsoft.com/office/drawing/2014/main" id="{A266FDD2-9B9D-45E7-A8F2-BA107A49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14975"/>
            <a:ext cx="38100" cy="152400"/>
          </a:xfrm>
          <a:custGeom xmlns:a="http://schemas.openxmlformats.org/drawingml/2006/main">
            <a:pathLst>
              <a:path w="38100" h="152400">
                <a:moveTo>
                  <a:pt x="38100" y="1524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</a:ln>
        </p:spPr>
      </p:sp>
      <p:sp>
        <p:nvSpPr>
          <p:cNvPr id="260" name="SE-024-path-260">
            <a:extLst xmlns:a="http://schemas.openxmlformats.org/drawingml/2006/main">
              <a:ext uri="{FF2B5EF4-FFF2-40B4-BE49-F238E27FC236}">
                <a16:creationId xmlns:a16="http://schemas.microsoft.com/office/drawing/2014/main" id="{3FB35CA9-FCE5-4322-931A-F9D46F63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3749" y="5514975"/>
            <a:ext cx="59740" cy="64842"/>
          </a:xfrm>
          <a:custGeom xmlns:a="http://schemas.openxmlformats.org/drawingml/2006/main">
            <a:pathLst>
              <a:path w="59740" h="64842">
                <a:moveTo>
                  <a:pt x="59740" y="49907"/>
                </a:moveTo>
                <a:lnTo>
                  <a:pt x="15526" y="0"/>
                </a:lnTo>
                <a:lnTo>
                  <a:pt x="0" y="64842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</a:ln>
        </p:spPr>
      </p:sp>
      <p:sp>
        <p:nvSpPr>
          <p:cNvPr id="261" name="SE-024-path-261">
            <a:extLst xmlns:a="http://schemas.openxmlformats.org/drawingml/2006/main">
              <a:ext uri="{FF2B5EF4-FFF2-40B4-BE49-F238E27FC236}">
                <a16:creationId xmlns:a16="http://schemas.microsoft.com/office/drawing/2014/main" id="{E818F658-C640-4FD8-9286-8E1E97A9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514975"/>
            <a:ext cx="95" cy="342900"/>
          </a:xfrm>
          <a:custGeom xmlns:a="http://schemas.openxmlformats.org/drawingml/2006/main">
            <a:pathLst>
              <a:path w="95" h="342900">
                <a:moveTo>
                  <a:pt x="0" y="3429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262" name="SE-024-path-262">
            <a:extLst xmlns:a="http://schemas.openxmlformats.org/drawingml/2006/main">
              <a:ext uri="{FF2B5EF4-FFF2-40B4-BE49-F238E27FC236}">
                <a16:creationId xmlns:a16="http://schemas.microsoft.com/office/drawing/2014/main" id="{B04CE144-D51A-4CB3-A2AA-21EF9726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514975"/>
            <a:ext cx="95" cy="152400"/>
          </a:xfrm>
          <a:custGeom xmlns:a="http://schemas.openxmlformats.org/drawingml/2006/main">
            <a:pathLst>
              <a:path w="95" h="152400">
                <a:moveTo>
                  <a:pt x="0" y="1524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</a:ln>
        </p:spPr>
      </p:sp>
      <p:sp>
        <p:nvSpPr>
          <p:cNvPr id="263" name="SE-024-path-263">
            <a:extLst xmlns:a="http://schemas.openxmlformats.org/drawingml/2006/main">
              <a:ext uri="{FF2B5EF4-FFF2-40B4-BE49-F238E27FC236}">
                <a16:creationId xmlns:a16="http://schemas.microsoft.com/office/drawing/2014/main" id="{4F660759-8C22-48E3-969E-D1BB1BD3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7611" y="5514975"/>
            <a:ext cx="61578" cy="59140"/>
          </a:xfrm>
          <a:custGeom xmlns:a="http://schemas.openxmlformats.org/drawingml/2006/main">
            <a:pathLst>
              <a:path w="61578" h="59140">
                <a:moveTo>
                  <a:pt x="61578" y="59140"/>
                </a:moveTo>
                <a:lnTo>
                  <a:pt x="30789" y="0"/>
                </a:ln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</a:ln>
        </p:spPr>
      </p:sp>
      <p:sp>
        <p:nvSpPr>
          <p:cNvPr id="264" name="SE-024-path-264">
            <a:extLst xmlns:a="http://schemas.openxmlformats.org/drawingml/2006/main">
              <a:ext uri="{FF2B5EF4-FFF2-40B4-BE49-F238E27FC236}">
                <a16:creationId xmlns:a16="http://schemas.microsoft.com/office/drawing/2014/main" id="{CE2533E0-EE28-4586-B3FA-F067487F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514975"/>
            <a:ext cx="866775" cy="542925"/>
          </a:xfrm>
          <a:custGeom xmlns:a="http://schemas.openxmlformats.org/drawingml/2006/main">
            <a:pathLst>
              <a:path w="866775" h="542925">
                <a:moveTo>
                  <a:pt x="866775" y="0"/>
                </a:moveTo>
                <a:lnTo>
                  <a:pt x="695325" y="276225"/>
                </a:lnTo>
                <a:lnTo>
                  <a:pt x="371475" y="457200"/>
                </a:lnTo>
                <a:lnTo>
                  <a:pt x="0" y="5429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265" name="SE-024-path-265">
            <a:extLst xmlns:a="http://schemas.openxmlformats.org/drawingml/2006/main">
              <a:ext uri="{FF2B5EF4-FFF2-40B4-BE49-F238E27FC236}">
                <a16:creationId xmlns:a16="http://schemas.microsoft.com/office/drawing/2014/main" id="{0B2E08EF-A0DA-4BAC-90A8-585730A5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514975"/>
            <a:ext cx="66675" cy="152400"/>
          </a:xfrm>
          <a:custGeom xmlns:a="http://schemas.openxmlformats.org/drawingml/2006/main">
            <a:pathLst>
              <a:path w="66675" h="152400">
                <a:moveTo>
                  <a:pt x="0" y="15240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</a:ln>
        </p:spPr>
      </p:sp>
      <p:sp>
        <p:nvSpPr>
          <p:cNvPr id="266" name="SE-024-path-266">
            <a:extLst xmlns:a="http://schemas.openxmlformats.org/drawingml/2006/main">
              <a:ext uri="{FF2B5EF4-FFF2-40B4-BE49-F238E27FC236}">
                <a16:creationId xmlns:a16="http://schemas.microsoft.com/office/drawing/2014/main" id="{7CEC9348-664F-4B4B-A5F5-FEA00412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8513" y="5514975"/>
            <a:ext cx="56415" cy="66523"/>
          </a:xfrm>
          <a:custGeom xmlns:a="http://schemas.openxmlformats.org/drawingml/2006/main">
            <a:pathLst>
              <a:path w="56415" h="66523">
                <a:moveTo>
                  <a:pt x="56415" y="66523"/>
                </a:moveTo>
                <a:lnTo>
                  <a:pt x="51912" y="0"/>
                </a:lnTo>
                <a:lnTo>
                  <a:pt x="0" y="41841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</a:ln>
        </p:spPr>
      </p:sp>
      <p:sp>
        <p:nvSpPr>
          <p:cNvPr id="267" name="SE-024-path-267">
            <a:extLst xmlns:a="http://schemas.openxmlformats.org/drawingml/2006/main">
              <a:ext uri="{FF2B5EF4-FFF2-40B4-BE49-F238E27FC236}">
                <a16:creationId xmlns:a16="http://schemas.microsoft.com/office/drawing/2014/main" id="{920835EE-19AB-4CEC-837D-AABCCF63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876925"/>
            <a:ext cx="466725" cy="381000"/>
          </a:xfrm>
          <a:custGeom xmlns:a="http://schemas.openxmlformats.org/drawingml/2006/main">
            <a:pathLst>
              <a:path w="466725" h="381000">
                <a:moveTo>
                  <a:pt x="0" y="0"/>
                </a:moveTo>
                <a:lnTo>
                  <a:pt x="466725" y="0"/>
                </a:lnTo>
                <a:lnTo>
                  <a:pt x="228600" y="3810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68" name="SE-024-268">
            <a:extLst xmlns:a="http://schemas.openxmlformats.org/drawingml/2006/main">
              <a:ext uri="{FF2B5EF4-FFF2-40B4-BE49-F238E27FC236}">
                <a16:creationId xmlns:a16="http://schemas.microsoft.com/office/drawing/2014/main" id="{19CEBF34-6513-4C88-9106-A6E08285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5343525"/>
            <a:ext cx="9620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MoE With</a:t>
            </a:r>
          </a:p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Gating</a:t>
            </a:r>
          </a:p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Mechanism</a:t>
            </a:r>
          </a:p>
        </p:txBody>
      </p:sp>
      <p:sp>
        <p:nvSpPr>
          <p:cNvPr id="269" name="SE-024-path-269">
            <a:extLst xmlns:a="http://schemas.openxmlformats.org/drawingml/2006/main">
              <a:ext uri="{FF2B5EF4-FFF2-40B4-BE49-F238E27FC236}">
                <a16:creationId xmlns:a16="http://schemas.microsoft.com/office/drawing/2014/main" id="{7AB69E0B-8AD8-472A-B344-1605D10E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8225" y="5438775"/>
            <a:ext cx="390525" cy="381000"/>
          </a:xfrm>
          <a:custGeom xmlns:a="http://schemas.openxmlformats.org/drawingml/2006/main">
            <a:pathLst>
              <a:path w="390525" h="381000">
                <a:moveTo>
                  <a:pt x="0" y="95250"/>
                </a:moveTo>
                <a:lnTo>
                  <a:pt x="228600" y="95250"/>
                </a:lnTo>
                <a:lnTo>
                  <a:pt x="228600" y="0"/>
                </a:lnTo>
                <a:lnTo>
                  <a:pt x="390525" y="190500"/>
                </a:lnTo>
                <a:lnTo>
                  <a:pt x="228600" y="381000"/>
                </a:lnTo>
                <a:lnTo>
                  <a:pt x="228600" y="285750"/>
                </a:lnTo>
                <a:lnTo>
                  <a:pt x="0" y="28575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70" name="SE-024-270">
            <a:extLst xmlns:a="http://schemas.openxmlformats.org/drawingml/2006/main">
              <a:ext uri="{FF2B5EF4-FFF2-40B4-BE49-F238E27FC236}">
                <a16:creationId xmlns:a16="http://schemas.microsoft.com/office/drawing/2014/main" id="{A272E2A0-6861-468C-9372-D5013165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4475" y="53054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5142"/>
          </a:solidFill>
          <a:ln xmlns:a="http://schemas.openxmlformats.org/drawingml/2006/main" w="0">
            <a:noFill/>
          </a:ln>
        </p:spPr>
      </p:sp>
      <p:sp>
        <p:nvSpPr>
          <p:cNvPr id="271" name="SE-024-path-271">
            <a:extLst xmlns:a="http://schemas.openxmlformats.org/drawingml/2006/main">
              <a:ext uri="{FF2B5EF4-FFF2-40B4-BE49-F238E27FC236}">
                <a16:creationId xmlns:a16="http://schemas.microsoft.com/office/drawing/2014/main" id="{01AE065D-BF69-4266-B4DC-63A2DBD2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7825" y="5429250"/>
            <a:ext cx="219075" cy="209550"/>
          </a:xfrm>
          <a:custGeom xmlns:a="http://schemas.openxmlformats.org/drawingml/2006/main">
            <a:pathLst>
              <a:path w="219075" h="209550">
                <a:moveTo>
                  <a:pt x="0" y="200025"/>
                </a:moveTo>
                <a:lnTo>
                  <a:pt x="0" y="95250"/>
                </a:lnTo>
                <a:lnTo>
                  <a:pt x="38100" y="28575"/>
                </a:lnTo>
                <a:lnTo>
                  <a:pt x="104775" y="0"/>
                </a:lnTo>
                <a:lnTo>
                  <a:pt x="190500" y="38100"/>
                </a:lnTo>
                <a:lnTo>
                  <a:pt x="219075" y="104775"/>
                </a:lnTo>
                <a:lnTo>
                  <a:pt x="219075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FFFFFF"/>
            </a:solidFill>
          </a:ln>
        </p:spPr>
      </p:sp>
      <p:sp>
        <p:nvSpPr>
          <p:cNvPr id="272" name="SE-024-path-272">
            <a:extLst xmlns:a="http://schemas.openxmlformats.org/drawingml/2006/main">
              <a:ext uri="{FF2B5EF4-FFF2-40B4-BE49-F238E27FC236}">
                <a16:creationId xmlns:a16="http://schemas.microsoft.com/office/drawing/2014/main" id="{C5A9A35E-A12C-43F6-87CA-DE58721D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657850"/>
            <a:ext cx="266700" cy="95"/>
          </a:xfrm>
          <a:custGeom xmlns:a="http://schemas.openxmlformats.org/drawingml/2006/main"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FFFFFF"/>
            </a:solidFill>
          </a:ln>
        </p:spPr>
      </p:sp>
      <p:sp>
        <p:nvSpPr>
          <p:cNvPr id="273" name="SE-024-273">
            <a:extLst xmlns:a="http://schemas.openxmlformats.org/drawingml/2006/main">
              <a:ext uri="{FF2B5EF4-FFF2-40B4-BE49-F238E27FC236}">
                <a16:creationId xmlns:a16="http://schemas.microsoft.com/office/drawing/2014/main" id="{BF7919B2-773B-4358-9CC7-C2E98F41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5676900"/>
            <a:ext cx="66675" cy="666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274" name="SE-024-path-274">
            <a:extLst xmlns:a="http://schemas.openxmlformats.org/drawingml/2006/main">
              <a:ext uri="{FF2B5EF4-FFF2-40B4-BE49-F238E27FC236}">
                <a16:creationId xmlns:a16="http://schemas.microsoft.com/office/drawing/2014/main" id="{DC992540-6AC5-460B-BD5A-3E0FABB6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5343525"/>
            <a:ext cx="95" cy="47625"/>
          </a:xfrm>
          <a:custGeom xmlns:a="http://schemas.openxmlformats.org/drawingml/2006/main">
            <a:pathLst>
              <a:path w="95" h="47625">
                <a:moveTo>
                  <a:pt x="0" y="47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75" name="SE-024-path-275">
            <a:extLst xmlns:a="http://schemas.openxmlformats.org/drawingml/2006/main">
              <a:ext uri="{FF2B5EF4-FFF2-40B4-BE49-F238E27FC236}">
                <a16:creationId xmlns:a16="http://schemas.microsoft.com/office/drawing/2014/main" id="{28E1E42D-1DA2-4145-BF5C-24531C81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372100"/>
            <a:ext cx="38100" cy="38100"/>
          </a:xfrm>
          <a:custGeom xmlns:a="http://schemas.openxmlformats.org/drawingml/2006/main">
            <a:pathLst>
              <a:path w="38100" h="38100">
                <a:moveTo>
                  <a:pt x="38100" y="381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76" name="SE-024-path-276">
            <a:extLst xmlns:a="http://schemas.openxmlformats.org/drawingml/2006/main">
              <a:ext uri="{FF2B5EF4-FFF2-40B4-BE49-F238E27FC236}">
                <a16:creationId xmlns:a16="http://schemas.microsoft.com/office/drawing/2014/main" id="{84A06837-1CCF-4C6D-B4EB-35780ABB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5372100"/>
            <a:ext cx="38100" cy="38100"/>
          </a:xfrm>
          <a:custGeom xmlns:a="http://schemas.openxmlformats.org/drawingml/2006/main">
            <a:pathLst>
              <a:path w="38100" h="38100">
                <a:moveTo>
                  <a:pt x="0" y="38100"/>
                </a:moveTo>
                <a:lnTo>
                  <a:pt x="38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77" name="SE-024-path-277">
            <a:extLst xmlns:a="http://schemas.openxmlformats.org/drawingml/2006/main">
              <a:ext uri="{FF2B5EF4-FFF2-40B4-BE49-F238E27FC236}">
                <a16:creationId xmlns:a16="http://schemas.microsoft.com/office/drawing/2014/main" id="{FA02B435-7964-4A57-BA73-C6A97D64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575" y="5486400"/>
            <a:ext cx="38100" cy="19050"/>
          </a:xfrm>
          <a:custGeom xmlns:a="http://schemas.openxmlformats.org/drawingml/2006/main">
            <a:pathLst>
              <a:path w="38100" h="19050">
                <a:moveTo>
                  <a:pt x="3810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78" name="SE-024-path-278">
            <a:extLst xmlns:a="http://schemas.openxmlformats.org/drawingml/2006/main">
              <a:ext uri="{FF2B5EF4-FFF2-40B4-BE49-F238E27FC236}">
                <a16:creationId xmlns:a16="http://schemas.microsoft.com/office/drawing/2014/main" id="{EB0F739F-FEA7-4239-BA2C-AF66D861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5600700"/>
            <a:ext cx="114300" cy="114300"/>
          </a:xfrm>
          <a:custGeom xmlns:a="http://schemas.openxmlformats.org/drawingml/2006/main">
            <a:pathLst>
              <a:path w="114300" h="114300">
                <a:moveTo>
                  <a:pt x="114300" y="57150"/>
                </a:moveTo>
                <a:lnTo>
                  <a:pt x="99749" y="65624"/>
                </a:lnTo>
                <a:lnTo>
                  <a:pt x="97278" y="73771"/>
                </a:lnTo>
                <a:lnTo>
                  <a:pt x="104668" y="88901"/>
                </a:lnTo>
                <a:lnTo>
                  <a:pt x="97561" y="97561"/>
                </a:lnTo>
                <a:lnTo>
                  <a:pt x="81281" y="93264"/>
                </a:lnTo>
                <a:lnTo>
                  <a:pt x="73771" y="97278"/>
                </a:lnTo>
                <a:lnTo>
                  <a:pt x="68299" y="113202"/>
                </a:lnTo>
                <a:lnTo>
                  <a:pt x="57150" y="114300"/>
                </a:lnTo>
                <a:lnTo>
                  <a:pt x="48676" y="99749"/>
                </a:lnTo>
                <a:lnTo>
                  <a:pt x="40529" y="97278"/>
                </a:lnTo>
                <a:lnTo>
                  <a:pt x="25399" y="104668"/>
                </a:lnTo>
                <a:lnTo>
                  <a:pt x="16739" y="97561"/>
                </a:lnTo>
                <a:lnTo>
                  <a:pt x="21036" y="81281"/>
                </a:lnTo>
                <a:lnTo>
                  <a:pt x="17022" y="73771"/>
                </a:lnTo>
                <a:lnTo>
                  <a:pt x="1098" y="68299"/>
                </a:lnTo>
                <a:lnTo>
                  <a:pt x="0" y="57150"/>
                </a:lnTo>
                <a:lnTo>
                  <a:pt x="14551" y="48676"/>
                </a:lnTo>
                <a:lnTo>
                  <a:pt x="17022" y="40529"/>
                </a:lnTo>
                <a:lnTo>
                  <a:pt x="9632" y="25399"/>
                </a:lnTo>
                <a:lnTo>
                  <a:pt x="16739" y="16739"/>
                </a:lnTo>
                <a:lnTo>
                  <a:pt x="33019" y="21036"/>
                </a:lnTo>
                <a:lnTo>
                  <a:pt x="40529" y="17022"/>
                </a:lnTo>
                <a:lnTo>
                  <a:pt x="46001" y="1098"/>
                </a:lnTo>
                <a:lnTo>
                  <a:pt x="57150" y="0"/>
                </a:lnTo>
                <a:lnTo>
                  <a:pt x="65624" y="14551"/>
                </a:lnTo>
                <a:lnTo>
                  <a:pt x="73771" y="17022"/>
                </a:lnTo>
                <a:lnTo>
                  <a:pt x="88901" y="9632"/>
                </a:lnTo>
                <a:lnTo>
                  <a:pt x="97561" y="16739"/>
                </a:lnTo>
                <a:lnTo>
                  <a:pt x="93264" y="33019"/>
                </a:lnTo>
                <a:lnTo>
                  <a:pt x="97278" y="40529"/>
                </a:lnTo>
                <a:lnTo>
                  <a:pt x="113202" y="4600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9" name="SE-024-279">
            <a:extLst xmlns:a="http://schemas.openxmlformats.org/drawingml/2006/main">
              <a:ext uri="{FF2B5EF4-FFF2-40B4-BE49-F238E27FC236}">
                <a16:creationId xmlns:a16="http://schemas.microsoft.com/office/drawing/2014/main" id="{FE4461E0-9F99-4788-AF3E-FFCDDF06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9570" y="5642420"/>
            <a:ext cx="30861" cy="308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80" name="SE-024-280">
            <a:extLst xmlns:a="http://schemas.openxmlformats.org/drawingml/2006/main">
              <a:ext uri="{FF2B5EF4-FFF2-40B4-BE49-F238E27FC236}">
                <a16:creationId xmlns:a16="http://schemas.microsoft.com/office/drawing/2014/main" id="{47CD21F7-2F20-4BAD-8997-C0475F11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5425" y="59055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Alert</a:t>
            </a:r>
          </a:p>
        </p:txBody>
      </p:sp>
    </p:spTree>
    <p:extLst>
      <p:ext uri="{BB962C8B-B14F-4D97-AF65-F5344CB8AC3E}">
        <p14:creationId xmlns:p14="http://schemas.microsoft.com/office/powerpoint/2010/main" val="14849489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2026-09-05T09:18:30.5340000Z</dcterms:created>
  <dcterms:modified xsi:type="dcterms:W3CDTF">2026-09-05T09:18:30.5340000Z</dcterms:modified>
</coreProperties>
</file>