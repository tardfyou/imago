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27678c5c6428d" /><Relationship Type="http://schemas.openxmlformats.org/officeDocument/2006/relationships/extended-properties" Target="/docProps/app.xml" Id="Rc1a8607e0d4448e7" /><Relationship Type="http://schemas.openxmlformats.org/officeDocument/2006/relationships/officeDocument" Target="/ppt/presentation.xml" Id="Rb5e5c86836a44a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a87386342456a"/>
  </p:sldMasterIdLst>
  <p:notesMasterIdLst>
    <p:notesMasterId xmlns:r="http://schemas.openxmlformats.org/officeDocument/2006/relationships" r:id="Rc45f8c6acb074b66"/>
  </p:notesMasterIdLst>
  <p:sldIdLst>
    <p:sldId xmlns:r="http://schemas.openxmlformats.org/officeDocument/2006/relationships" id="256" r:id="Rc54ccb7dc7eb431b"/>
  </p:sldIdLst>
  <p:sldSz cx="11201400" cy="5800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208d2f5f444193" /><Relationship Type="http://schemas.openxmlformats.org/officeDocument/2006/relationships/slideMaster" Target="/ppt/slideMasters/slideMaster1.xml" Id="R775a87386342456a" /><Relationship Type="http://schemas.openxmlformats.org/officeDocument/2006/relationships/notesMaster" Target="/ppt/notesMasters/notesMaster1.xml" Id="Rc45f8c6acb074b66" /><Relationship Type="http://schemas.openxmlformats.org/officeDocument/2006/relationships/presProps" Target="/ppt/presProps.xml" Id="R65b59cd5c84c4801" /><Relationship Type="http://schemas.openxmlformats.org/officeDocument/2006/relationships/tableStyles" Target="/ppt/tableStyles.xml" Id="R90d75911be054bca" /><Relationship Type="http://schemas.openxmlformats.org/officeDocument/2006/relationships/slide" Target="/ppt/slides/slide1.xml" Id="Rc54ccb7dc7eb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484a3b675d48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453add33254a31" /><Relationship Type="http://schemas.openxmlformats.org/officeDocument/2006/relationships/notesMaster" Target="/ppt/notesMasters/notesMaster1.xml" Id="R0253ab2a9822487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素材ID：SE-052</ns1:t>
            </ns1:r>
          </ns1:p>
          <ns1:p>
            <ns1:r>
              <ns1:t>论文：SWE-GPT: A Process-Centric Language Model for Automated Software Improvement</ns1:t>
            </ns1:r>
          </ns1:p>
          <ns1:p>
            <ns1:r>
              <ns1:t>会议：ISSTA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3，PDF第7页</ns1:t>
            </ns1:r>
          </ns1:p>
          <ns1:p>
            <ns1:r>
              <ns1:t>类型：系统架构</ns1:t>
            </ns1:r>
          </ns1:p>
          <ns1:p>
            <ns1:r>
              <ns1:t>借鉴点：左侧过程步骤、中央三个展开泳道和右侧工具箱一一对应；泳道包含代码、分析计划、搜索反思和补丁验证，适合由宏观流程展开工具细节。</ns1:t>
            </ns1:r>
          </ns1:p>
          <ns1:p>
            <ns1:r>
              <ns1:t>论文URL：https://arxiv.org/pdf/2411.00622</ns1:t>
            </ns1:r>
          </ns1:p>
          <ns1:p>
            <ns1:r>
              <ns1:t>官方获奖URL：https://www2.sigsoft.org/awards/distinguishedpaper/#acm-sigsoft-international-symposium-on-software-testing-and-analysis-issta-2025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9cbccadb64f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86e2f316a64df4" /><Relationship Type="http://schemas.openxmlformats.org/officeDocument/2006/relationships/slideLayout" Target="/ppt/slideLayouts/slideLayout1.xml" Id="Re5872e182c7c43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72e182c7c43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6de33f3c4465b" /><Relationship Type="http://schemas.openxmlformats.org/officeDocument/2006/relationships/image" Target="/ppt/media/image.png" Id="R5fab42d7dfb24c03" /><Relationship Type="http://schemas.openxmlformats.org/officeDocument/2006/relationships/image" Target="/ppt/media/image2.png" Id="Rfa65525290484267" /><Relationship Type="http://schemas.openxmlformats.org/officeDocument/2006/relationships/image" Target="/ppt/media/image3.png" Id="R5b459313a2d44675" /><Relationship Type="http://schemas.openxmlformats.org/officeDocument/2006/relationships/image" Target="/ppt/media/image4.png" Id="R10a68338cde34146" /><Relationship Type="http://schemas.openxmlformats.org/officeDocument/2006/relationships/image" Target="/ppt/media/image5.png" Id="R1dc7345410a54421" /><Relationship Type="http://schemas.openxmlformats.org/officeDocument/2006/relationships/image" Target="/ppt/media/image6.png" Id="R569368e49738445e" /><Relationship Type="http://schemas.openxmlformats.org/officeDocument/2006/relationships/image" Target="/ppt/media/image7.png" Id="R1efd557e397844cb" /><Relationship Type="http://schemas.openxmlformats.org/officeDocument/2006/relationships/image" Target="/ppt/media/image8.png" Id="R3416717a4d7b4df1" /><Relationship Type="http://schemas.openxmlformats.org/officeDocument/2006/relationships/image" Target="/ppt/media/image9.png" Id="R66b9272a4bd64afa" /><Relationship Type="http://schemas.openxmlformats.org/officeDocument/2006/relationships/image" Target="/ppt/media/image10.png" Id="Rcc9f0c3478c14925" /><Relationship Type="http://schemas.openxmlformats.org/officeDocument/2006/relationships/image" Target="/ppt/media/image11.png" Id="R7339fe0cbf2a46b8" /><Relationship Type="http://schemas.openxmlformats.org/officeDocument/2006/relationships/image" Target="/ppt/media/image12.png" Id="R9f277f137a154155" /><Relationship Type="http://schemas.openxmlformats.org/officeDocument/2006/relationships/image" Target="/ppt/media/image13.png" Id="Rbce3bec1760347ff" /><Relationship Type="http://schemas.openxmlformats.org/officeDocument/2006/relationships/image" Target="/ppt/media/image14.png" Id="Re462a79f458f42e9" /><Relationship Type="http://schemas.openxmlformats.org/officeDocument/2006/relationships/image" Target="/ppt/media/image15.png" Id="R2e79ae71f8db4bfd" /><Relationship Type="http://schemas.openxmlformats.org/officeDocument/2006/relationships/image" Target="/ppt/media/image16.png" Id="R1880c8af91884a95" /><Relationship Type="http://schemas.openxmlformats.org/officeDocument/2006/relationships/image" Target="/ppt/media/image17.png" Id="R4a738d4b89ba4c35" /><Relationship Type="http://schemas.openxmlformats.org/officeDocument/2006/relationships/image" Target="/ppt/media/image18.png" Id="R7b969d97444b4a0a" /><Relationship Type="http://schemas.openxmlformats.org/officeDocument/2006/relationships/image" Target="/ppt/media/image19.png" Id="Rfdde49970ded4e8e" /><Relationship Type="http://schemas.openxmlformats.org/officeDocument/2006/relationships/image" Target="/ppt/media/image20.png" Id="R727e7f2177814265" /><Relationship Type="http://schemas.openxmlformats.org/officeDocument/2006/relationships/image" Target="/ppt/media/image21.png" Id="R796bfea90ec64bbf" /><Relationship Type="http://schemas.openxmlformats.org/officeDocument/2006/relationships/image" Target="/ppt/media/image22.png" Id="R47df973f14da4ddb" /><Relationship Type="http://schemas.openxmlformats.org/officeDocument/2006/relationships/image" Target="/ppt/media/image23.png" Id="R9950c94a609e4512" /><Relationship Type="http://schemas.openxmlformats.org/officeDocument/2006/relationships/image" Target="/ppt/media/image24.png" Id="R37f37ee087b040e5" /><Relationship Type="http://schemas.openxmlformats.org/officeDocument/2006/relationships/image" Target="/ppt/media/image25.png" Id="Raf7657de1b9740f0" /><Relationship Type="http://schemas.openxmlformats.org/officeDocument/2006/relationships/image" Target="/ppt/media/image26.png" Id="R4864b678855647c4" /><Relationship Type="http://schemas.openxmlformats.org/officeDocument/2006/relationships/image" Target="/ppt/media/image27.png" Id="R6c7fdf0162704908" /><Relationship Type="http://schemas.openxmlformats.org/officeDocument/2006/relationships/image" Target="/ppt/media/image28.png" Id="R374f71267e364f22" /><Relationship Type="http://schemas.openxmlformats.org/officeDocument/2006/relationships/image" Target="/ppt/media/image29.png" Id="R7ec4910336b54cc6" /><Relationship Type="http://schemas.openxmlformats.org/officeDocument/2006/relationships/image" Target="/ppt/media/image30.png" Id="R72afe0879b3a4e92" /><Relationship Type="http://schemas.openxmlformats.org/officeDocument/2006/relationships/image" Target="/ppt/media/image31.png" Id="R91e6c940fd3e4097" /><Relationship Type="http://schemas.openxmlformats.org/officeDocument/2006/relationships/image" Target="/ppt/media/image32.png" Id="Rfc2831a7d7474423" /><Relationship Type="http://schemas.openxmlformats.org/officeDocument/2006/relationships/image" Target="/ppt/media/image33.png" Id="Rf6ec6d3616f44000" /><Relationship Type="http://schemas.openxmlformats.org/officeDocument/2006/relationships/image" Target="/ppt/media/image34.png" Id="Rc396da8a9407429e" /><Relationship Type="http://schemas.openxmlformats.org/officeDocument/2006/relationships/image" Target="/ppt/media/image35.png" Id="R4a732f768c6442db" /><Relationship Type="http://schemas.openxmlformats.org/officeDocument/2006/relationships/image" Target="/ppt/media/image36.png" Id="Rfbbc0a64272e49b3" /><Relationship Type="http://schemas.openxmlformats.org/officeDocument/2006/relationships/image" Target="/ppt/media/image37.png" Id="Rf2b44ab757f6417a" /><Relationship Type="http://schemas.openxmlformats.org/officeDocument/2006/relationships/image" Target="/ppt/media/image38.png" Id="Rbcd8125b2e884cc8" /><Relationship Type="http://schemas.openxmlformats.org/officeDocument/2006/relationships/image" Target="/ppt/media/image39.png" Id="Re533b2068b5040ec" /><Relationship Type="http://schemas.openxmlformats.org/officeDocument/2006/relationships/image" Target="/ppt/media/image40.png" Id="Re7f4bba2a8634a06" /><Relationship Type="http://schemas.openxmlformats.org/officeDocument/2006/relationships/image" Target="/ppt/media/image41.png" Id="Rab34c7377a944830" /><Relationship Type="http://schemas.openxmlformats.org/officeDocument/2006/relationships/image" Target="/ppt/media/image42.png" Id="R3bfbfb5105cd411f" /><Relationship Type="http://schemas.openxmlformats.org/officeDocument/2006/relationships/image" Target="/ppt/media/image43.png" Id="Rcca56135b3b441f0" /><Relationship Type="http://schemas.openxmlformats.org/officeDocument/2006/relationships/notesSlide" Target="/ppt/notesSlides/notesSlide1.xml" Id="Rf011024bb318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2376D-DDB6-4CFE-A775-18D74E9E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" y="76608"/>
            <a:ext cx="1612087" cy="5669251"/>
          </a:xfrm>
          <a:custGeom xmlns:a="http://schemas.openxmlformats.org/drawingml/2006/main">
            <a:pathLst>
              <a:path w="1612087" h="5669251">
                <a:moveTo>
                  <a:pt x="0" y="49792"/>
                </a:moveTo>
                <a:cubicBezTo>
                  <a:pt x="0" y="22260"/>
                  <a:pt x="22260" y="0"/>
                  <a:pt x="49792" y="0"/>
                </a:cubicBezTo>
                <a:lnTo>
                  <a:pt x="1561709" y="5858"/>
                </a:lnTo>
                <a:cubicBezTo>
                  <a:pt x="1589241" y="5858"/>
                  <a:pt x="1518361" y="22260"/>
                  <a:pt x="1518361" y="49792"/>
                </a:cubicBezTo>
                <a:lnTo>
                  <a:pt x="1518361" y="5611258"/>
                </a:lnTo>
                <a:cubicBezTo>
                  <a:pt x="1518361" y="5638790"/>
                  <a:pt x="1612087" y="5669251"/>
                  <a:pt x="1584555" y="5669251"/>
                </a:cubicBezTo>
                <a:lnTo>
                  <a:pt x="49792" y="5661050"/>
                </a:lnTo>
                <a:cubicBezTo>
                  <a:pt x="22260" y="5661050"/>
                  <a:pt x="0" y="5638790"/>
                  <a:pt x="0" y="5611258"/>
                </a:cubicBezTo>
                <a:lnTo>
                  <a:pt x="0" y="49792"/>
                </a:lnTo>
              </a:path>
            </a:pathLst>
          </a:custGeom>
          <a:solidFill xmlns:a="http://schemas.openxmlformats.org/drawingml/2006/main">
            <a:srgbClr val="F2F2F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656D0-19D1-4AF4-AE3E-D3BD18C4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0" y="66392"/>
            <a:ext cx="1610927" cy="5689719"/>
          </a:xfrm>
          <a:custGeom xmlns:a="http://schemas.openxmlformats.org/drawingml/2006/main">
            <a:pathLst>
              <a:path w="1610927" h="5689719">
                <a:moveTo>
                  <a:pt x="0" y="2095034"/>
                </a:moveTo>
                <a:lnTo>
                  <a:pt x="20503" y="2095034"/>
                </a:lnTo>
                <a:lnTo>
                  <a:pt x="20503" y="2033526"/>
                </a:lnTo>
                <a:lnTo>
                  <a:pt x="0" y="2033526"/>
                </a:lnTo>
                <a:lnTo>
                  <a:pt x="0" y="2095034"/>
                </a:lnTo>
                <a:close/>
                <a:moveTo>
                  <a:pt x="0" y="2177044"/>
                </a:moveTo>
                <a:lnTo>
                  <a:pt x="20503" y="2177044"/>
                </a:lnTo>
                <a:lnTo>
                  <a:pt x="20503" y="2115536"/>
                </a:lnTo>
                <a:lnTo>
                  <a:pt x="0" y="2115536"/>
                </a:lnTo>
                <a:lnTo>
                  <a:pt x="0" y="2177044"/>
                </a:lnTo>
                <a:close/>
                <a:moveTo>
                  <a:pt x="0" y="2259054"/>
                </a:moveTo>
                <a:lnTo>
                  <a:pt x="20503" y="2259054"/>
                </a:lnTo>
                <a:lnTo>
                  <a:pt x="20503" y="2197547"/>
                </a:lnTo>
                <a:lnTo>
                  <a:pt x="0" y="2197547"/>
                </a:lnTo>
                <a:lnTo>
                  <a:pt x="0" y="2259054"/>
                </a:lnTo>
                <a:close/>
                <a:moveTo>
                  <a:pt x="0" y="2341065"/>
                </a:moveTo>
                <a:lnTo>
                  <a:pt x="20503" y="2341065"/>
                </a:lnTo>
                <a:lnTo>
                  <a:pt x="20503" y="2279557"/>
                </a:lnTo>
                <a:lnTo>
                  <a:pt x="0" y="2279557"/>
                </a:lnTo>
                <a:lnTo>
                  <a:pt x="0" y="2341065"/>
                </a:lnTo>
                <a:close/>
                <a:moveTo>
                  <a:pt x="0" y="2423075"/>
                </a:moveTo>
                <a:lnTo>
                  <a:pt x="20503" y="2423075"/>
                </a:lnTo>
                <a:lnTo>
                  <a:pt x="20503" y="2361567"/>
                </a:lnTo>
                <a:lnTo>
                  <a:pt x="0" y="2361567"/>
                </a:lnTo>
                <a:lnTo>
                  <a:pt x="0" y="2423075"/>
                </a:lnTo>
                <a:close/>
                <a:moveTo>
                  <a:pt x="0" y="2505085"/>
                </a:moveTo>
                <a:lnTo>
                  <a:pt x="20503" y="2505085"/>
                </a:lnTo>
                <a:lnTo>
                  <a:pt x="20503" y="2443577"/>
                </a:lnTo>
                <a:lnTo>
                  <a:pt x="0" y="2443577"/>
                </a:lnTo>
                <a:lnTo>
                  <a:pt x="0" y="2505085"/>
                </a:lnTo>
                <a:close/>
                <a:moveTo>
                  <a:pt x="0" y="2587095"/>
                </a:moveTo>
                <a:lnTo>
                  <a:pt x="20503" y="2587095"/>
                </a:lnTo>
                <a:lnTo>
                  <a:pt x="20503" y="2525588"/>
                </a:lnTo>
                <a:lnTo>
                  <a:pt x="0" y="2525588"/>
                </a:lnTo>
                <a:lnTo>
                  <a:pt x="0" y="2587095"/>
                </a:lnTo>
                <a:close/>
                <a:moveTo>
                  <a:pt x="0" y="2669106"/>
                </a:moveTo>
                <a:lnTo>
                  <a:pt x="20503" y="2669106"/>
                </a:lnTo>
                <a:lnTo>
                  <a:pt x="20503" y="2607598"/>
                </a:lnTo>
                <a:lnTo>
                  <a:pt x="0" y="2607598"/>
                </a:lnTo>
                <a:lnTo>
                  <a:pt x="0" y="2669106"/>
                </a:lnTo>
                <a:close/>
                <a:moveTo>
                  <a:pt x="0" y="2751116"/>
                </a:moveTo>
                <a:lnTo>
                  <a:pt x="20503" y="2751116"/>
                </a:lnTo>
                <a:lnTo>
                  <a:pt x="20503" y="2689608"/>
                </a:lnTo>
                <a:lnTo>
                  <a:pt x="0" y="2689608"/>
                </a:lnTo>
                <a:lnTo>
                  <a:pt x="0" y="2751116"/>
                </a:lnTo>
                <a:close/>
                <a:moveTo>
                  <a:pt x="0" y="2833126"/>
                </a:moveTo>
                <a:lnTo>
                  <a:pt x="20503" y="2833126"/>
                </a:lnTo>
                <a:lnTo>
                  <a:pt x="20503" y="2771618"/>
                </a:lnTo>
                <a:lnTo>
                  <a:pt x="0" y="2771618"/>
                </a:lnTo>
                <a:lnTo>
                  <a:pt x="0" y="2833126"/>
                </a:lnTo>
                <a:close/>
                <a:moveTo>
                  <a:pt x="0" y="2915136"/>
                </a:moveTo>
                <a:lnTo>
                  <a:pt x="20503" y="2915136"/>
                </a:lnTo>
                <a:lnTo>
                  <a:pt x="20503" y="2853629"/>
                </a:lnTo>
                <a:lnTo>
                  <a:pt x="0" y="2853629"/>
                </a:lnTo>
                <a:lnTo>
                  <a:pt x="0" y="2915136"/>
                </a:lnTo>
                <a:close/>
                <a:moveTo>
                  <a:pt x="0" y="2997147"/>
                </a:moveTo>
                <a:lnTo>
                  <a:pt x="20503" y="2997147"/>
                </a:lnTo>
                <a:lnTo>
                  <a:pt x="20503" y="2935639"/>
                </a:lnTo>
                <a:lnTo>
                  <a:pt x="0" y="2935639"/>
                </a:lnTo>
                <a:lnTo>
                  <a:pt x="0" y="2997147"/>
                </a:lnTo>
                <a:close/>
                <a:moveTo>
                  <a:pt x="0" y="3079157"/>
                </a:moveTo>
                <a:lnTo>
                  <a:pt x="20503" y="3079157"/>
                </a:lnTo>
                <a:lnTo>
                  <a:pt x="20503" y="3017649"/>
                </a:lnTo>
                <a:lnTo>
                  <a:pt x="0" y="3017649"/>
                </a:lnTo>
                <a:lnTo>
                  <a:pt x="0" y="3079157"/>
                </a:lnTo>
                <a:close/>
                <a:moveTo>
                  <a:pt x="0" y="3161167"/>
                </a:moveTo>
                <a:lnTo>
                  <a:pt x="20503" y="3161167"/>
                </a:lnTo>
                <a:lnTo>
                  <a:pt x="20503" y="3099659"/>
                </a:lnTo>
                <a:lnTo>
                  <a:pt x="0" y="3099659"/>
                </a:lnTo>
                <a:lnTo>
                  <a:pt x="0" y="3161167"/>
                </a:lnTo>
                <a:close/>
                <a:moveTo>
                  <a:pt x="0" y="3243177"/>
                </a:moveTo>
                <a:lnTo>
                  <a:pt x="20503" y="3243177"/>
                </a:lnTo>
                <a:lnTo>
                  <a:pt x="20503" y="3181670"/>
                </a:lnTo>
                <a:lnTo>
                  <a:pt x="0" y="3181670"/>
                </a:lnTo>
                <a:lnTo>
                  <a:pt x="0" y="3243177"/>
                </a:lnTo>
                <a:close/>
                <a:moveTo>
                  <a:pt x="0" y="3325188"/>
                </a:moveTo>
                <a:lnTo>
                  <a:pt x="20503" y="3325188"/>
                </a:lnTo>
                <a:lnTo>
                  <a:pt x="20503" y="3263680"/>
                </a:lnTo>
                <a:lnTo>
                  <a:pt x="0" y="3263680"/>
                </a:lnTo>
                <a:lnTo>
                  <a:pt x="0" y="3325188"/>
                </a:lnTo>
                <a:close/>
                <a:moveTo>
                  <a:pt x="0" y="3407198"/>
                </a:moveTo>
                <a:lnTo>
                  <a:pt x="20503" y="3407198"/>
                </a:lnTo>
                <a:lnTo>
                  <a:pt x="20503" y="3345690"/>
                </a:lnTo>
                <a:lnTo>
                  <a:pt x="0" y="3345690"/>
                </a:lnTo>
                <a:lnTo>
                  <a:pt x="0" y="3407198"/>
                </a:lnTo>
                <a:close/>
                <a:moveTo>
                  <a:pt x="0" y="3489208"/>
                </a:moveTo>
                <a:lnTo>
                  <a:pt x="20503" y="3489208"/>
                </a:lnTo>
                <a:lnTo>
                  <a:pt x="20503" y="3427700"/>
                </a:lnTo>
                <a:lnTo>
                  <a:pt x="0" y="3427700"/>
                </a:lnTo>
                <a:lnTo>
                  <a:pt x="0" y="3489208"/>
                </a:lnTo>
                <a:close/>
                <a:moveTo>
                  <a:pt x="0" y="3571218"/>
                </a:moveTo>
                <a:lnTo>
                  <a:pt x="20503" y="3571218"/>
                </a:lnTo>
                <a:lnTo>
                  <a:pt x="20503" y="3509711"/>
                </a:lnTo>
                <a:lnTo>
                  <a:pt x="0" y="3509711"/>
                </a:lnTo>
                <a:lnTo>
                  <a:pt x="0" y="3571218"/>
                </a:lnTo>
                <a:close/>
                <a:moveTo>
                  <a:pt x="0" y="3653229"/>
                </a:moveTo>
                <a:lnTo>
                  <a:pt x="20503" y="3653229"/>
                </a:lnTo>
                <a:lnTo>
                  <a:pt x="20503" y="3591721"/>
                </a:lnTo>
                <a:lnTo>
                  <a:pt x="0" y="3591721"/>
                </a:lnTo>
                <a:lnTo>
                  <a:pt x="0" y="3653229"/>
                </a:lnTo>
                <a:close/>
                <a:moveTo>
                  <a:pt x="0" y="3735239"/>
                </a:moveTo>
                <a:lnTo>
                  <a:pt x="20503" y="3735239"/>
                </a:lnTo>
                <a:lnTo>
                  <a:pt x="20503" y="3673731"/>
                </a:lnTo>
                <a:lnTo>
                  <a:pt x="0" y="3673731"/>
                </a:lnTo>
                <a:lnTo>
                  <a:pt x="0" y="3735239"/>
                </a:lnTo>
                <a:close/>
                <a:moveTo>
                  <a:pt x="0" y="3817249"/>
                </a:moveTo>
                <a:lnTo>
                  <a:pt x="20503" y="3817249"/>
                </a:lnTo>
                <a:lnTo>
                  <a:pt x="20503" y="3755741"/>
                </a:lnTo>
                <a:lnTo>
                  <a:pt x="0" y="3755741"/>
                </a:lnTo>
                <a:lnTo>
                  <a:pt x="0" y="3817249"/>
                </a:lnTo>
                <a:close/>
                <a:moveTo>
                  <a:pt x="0" y="3899259"/>
                </a:moveTo>
                <a:lnTo>
                  <a:pt x="20503" y="3899259"/>
                </a:lnTo>
                <a:lnTo>
                  <a:pt x="20503" y="3837752"/>
                </a:lnTo>
                <a:lnTo>
                  <a:pt x="0" y="3837752"/>
                </a:lnTo>
                <a:lnTo>
                  <a:pt x="0" y="3899259"/>
                </a:lnTo>
                <a:close/>
                <a:moveTo>
                  <a:pt x="0" y="3981270"/>
                </a:moveTo>
                <a:lnTo>
                  <a:pt x="20503" y="3981270"/>
                </a:lnTo>
                <a:lnTo>
                  <a:pt x="20503" y="3919762"/>
                </a:lnTo>
                <a:lnTo>
                  <a:pt x="0" y="3919762"/>
                </a:lnTo>
                <a:lnTo>
                  <a:pt x="0" y="3981270"/>
                </a:lnTo>
                <a:close/>
                <a:moveTo>
                  <a:pt x="0" y="4063280"/>
                </a:moveTo>
                <a:lnTo>
                  <a:pt x="20503" y="4063280"/>
                </a:lnTo>
                <a:lnTo>
                  <a:pt x="20503" y="4001772"/>
                </a:lnTo>
                <a:lnTo>
                  <a:pt x="0" y="4001772"/>
                </a:lnTo>
                <a:lnTo>
                  <a:pt x="0" y="4063280"/>
                </a:lnTo>
                <a:close/>
                <a:moveTo>
                  <a:pt x="0" y="4145290"/>
                </a:moveTo>
                <a:lnTo>
                  <a:pt x="20503" y="4145290"/>
                </a:lnTo>
                <a:lnTo>
                  <a:pt x="20503" y="4083782"/>
                </a:lnTo>
                <a:lnTo>
                  <a:pt x="0" y="4083782"/>
                </a:lnTo>
                <a:lnTo>
                  <a:pt x="0" y="4145290"/>
                </a:lnTo>
                <a:close/>
                <a:moveTo>
                  <a:pt x="0" y="4227300"/>
                </a:moveTo>
                <a:lnTo>
                  <a:pt x="20503" y="4227300"/>
                </a:lnTo>
                <a:lnTo>
                  <a:pt x="20503" y="4165793"/>
                </a:lnTo>
                <a:lnTo>
                  <a:pt x="0" y="4165793"/>
                </a:lnTo>
                <a:lnTo>
                  <a:pt x="0" y="4227300"/>
                </a:lnTo>
                <a:close/>
                <a:moveTo>
                  <a:pt x="0" y="4309311"/>
                </a:moveTo>
                <a:lnTo>
                  <a:pt x="20503" y="4309311"/>
                </a:lnTo>
                <a:lnTo>
                  <a:pt x="20503" y="4247803"/>
                </a:lnTo>
                <a:lnTo>
                  <a:pt x="0" y="4247803"/>
                </a:lnTo>
                <a:lnTo>
                  <a:pt x="0" y="4309311"/>
                </a:lnTo>
                <a:close/>
                <a:moveTo>
                  <a:pt x="0" y="4391321"/>
                </a:moveTo>
                <a:lnTo>
                  <a:pt x="20503" y="4391321"/>
                </a:lnTo>
                <a:lnTo>
                  <a:pt x="20503" y="4329813"/>
                </a:lnTo>
                <a:lnTo>
                  <a:pt x="0" y="4329813"/>
                </a:lnTo>
                <a:lnTo>
                  <a:pt x="0" y="4391321"/>
                </a:lnTo>
                <a:close/>
                <a:moveTo>
                  <a:pt x="0" y="4473331"/>
                </a:moveTo>
                <a:lnTo>
                  <a:pt x="20503" y="4473331"/>
                </a:lnTo>
                <a:lnTo>
                  <a:pt x="20503" y="4411823"/>
                </a:lnTo>
                <a:lnTo>
                  <a:pt x="0" y="4411823"/>
                </a:lnTo>
                <a:lnTo>
                  <a:pt x="0" y="4473331"/>
                </a:lnTo>
                <a:close/>
                <a:moveTo>
                  <a:pt x="0" y="4555341"/>
                </a:moveTo>
                <a:lnTo>
                  <a:pt x="20503" y="4555341"/>
                </a:lnTo>
                <a:lnTo>
                  <a:pt x="20503" y="4493834"/>
                </a:lnTo>
                <a:lnTo>
                  <a:pt x="0" y="4493834"/>
                </a:lnTo>
                <a:lnTo>
                  <a:pt x="0" y="4555341"/>
                </a:lnTo>
                <a:close/>
                <a:moveTo>
                  <a:pt x="0" y="4637352"/>
                </a:moveTo>
                <a:lnTo>
                  <a:pt x="20503" y="4637352"/>
                </a:lnTo>
                <a:lnTo>
                  <a:pt x="20503" y="4575844"/>
                </a:lnTo>
                <a:lnTo>
                  <a:pt x="0" y="4575844"/>
                </a:lnTo>
                <a:lnTo>
                  <a:pt x="0" y="4637352"/>
                </a:lnTo>
                <a:close/>
                <a:moveTo>
                  <a:pt x="0" y="4719362"/>
                </a:moveTo>
                <a:lnTo>
                  <a:pt x="20503" y="4719362"/>
                </a:lnTo>
                <a:lnTo>
                  <a:pt x="20503" y="4657854"/>
                </a:lnTo>
                <a:lnTo>
                  <a:pt x="0" y="4657854"/>
                </a:lnTo>
                <a:lnTo>
                  <a:pt x="0" y="4719362"/>
                </a:lnTo>
                <a:close/>
                <a:moveTo>
                  <a:pt x="0" y="4801372"/>
                </a:moveTo>
                <a:lnTo>
                  <a:pt x="20503" y="4801372"/>
                </a:lnTo>
                <a:lnTo>
                  <a:pt x="20503" y="4739864"/>
                </a:lnTo>
                <a:lnTo>
                  <a:pt x="0" y="4739864"/>
                </a:lnTo>
                <a:lnTo>
                  <a:pt x="0" y="4801372"/>
                </a:lnTo>
                <a:close/>
                <a:moveTo>
                  <a:pt x="0" y="4883382"/>
                </a:moveTo>
                <a:lnTo>
                  <a:pt x="20503" y="4883382"/>
                </a:lnTo>
                <a:lnTo>
                  <a:pt x="20503" y="4821875"/>
                </a:lnTo>
                <a:lnTo>
                  <a:pt x="0" y="4821875"/>
                </a:lnTo>
                <a:lnTo>
                  <a:pt x="0" y="4883382"/>
                </a:lnTo>
                <a:close/>
                <a:moveTo>
                  <a:pt x="0" y="4965393"/>
                </a:moveTo>
                <a:lnTo>
                  <a:pt x="20503" y="4965393"/>
                </a:lnTo>
                <a:lnTo>
                  <a:pt x="20503" y="4903885"/>
                </a:lnTo>
                <a:lnTo>
                  <a:pt x="0" y="4903885"/>
                </a:lnTo>
                <a:lnTo>
                  <a:pt x="0" y="4965393"/>
                </a:lnTo>
                <a:close/>
                <a:moveTo>
                  <a:pt x="0" y="5047403"/>
                </a:moveTo>
                <a:lnTo>
                  <a:pt x="20503" y="5047403"/>
                </a:lnTo>
                <a:lnTo>
                  <a:pt x="20503" y="4985895"/>
                </a:lnTo>
                <a:lnTo>
                  <a:pt x="0" y="4985895"/>
                </a:lnTo>
                <a:lnTo>
                  <a:pt x="0" y="5047403"/>
                </a:lnTo>
                <a:close/>
                <a:moveTo>
                  <a:pt x="0" y="5129413"/>
                </a:moveTo>
                <a:lnTo>
                  <a:pt x="20503" y="5129413"/>
                </a:lnTo>
                <a:lnTo>
                  <a:pt x="20503" y="5067905"/>
                </a:lnTo>
                <a:lnTo>
                  <a:pt x="0" y="5067905"/>
                </a:lnTo>
                <a:lnTo>
                  <a:pt x="0" y="5129413"/>
                </a:lnTo>
                <a:close/>
                <a:moveTo>
                  <a:pt x="0" y="5211423"/>
                </a:moveTo>
                <a:lnTo>
                  <a:pt x="20503" y="5211423"/>
                </a:lnTo>
                <a:lnTo>
                  <a:pt x="20503" y="5149916"/>
                </a:lnTo>
                <a:lnTo>
                  <a:pt x="0" y="5149916"/>
                </a:lnTo>
                <a:lnTo>
                  <a:pt x="0" y="5211423"/>
                </a:lnTo>
                <a:close/>
                <a:moveTo>
                  <a:pt x="0" y="5293434"/>
                </a:moveTo>
                <a:lnTo>
                  <a:pt x="20503" y="5293434"/>
                </a:lnTo>
                <a:lnTo>
                  <a:pt x="20503" y="5231926"/>
                </a:lnTo>
                <a:lnTo>
                  <a:pt x="0" y="5231926"/>
                </a:lnTo>
                <a:lnTo>
                  <a:pt x="0" y="5293434"/>
                </a:lnTo>
                <a:close/>
                <a:moveTo>
                  <a:pt x="0" y="5375444"/>
                </a:moveTo>
                <a:lnTo>
                  <a:pt x="20503" y="5375444"/>
                </a:lnTo>
                <a:lnTo>
                  <a:pt x="20503" y="5313936"/>
                </a:lnTo>
                <a:lnTo>
                  <a:pt x="0" y="5313936"/>
                </a:lnTo>
                <a:lnTo>
                  <a:pt x="0" y="5375444"/>
                </a:lnTo>
                <a:close/>
                <a:moveTo>
                  <a:pt x="0" y="5457454"/>
                </a:moveTo>
                <a:lnTo>
                  <a:pt x="20503" y="5457454"/>
                </a:lnTo>
                <a:lnTo>
                  <a:pt x="20503" y="5395946"/>
                </a:lnTo>
                <a:lnTo>
                  <a:pt x="0" y="5395946"/>
                </a:lnTo>
                <a:lnTo>
                  <a:pt x="0" y="5457454"/>
                </a:lnTo>
                <a:close/>
                <a:moveTo>
                  <a:pt x="0" y="5539464"/>
                </a:moveTo>
                <a:lnTo>
                  <a:pt x="20503" y="5539464"/>
                </a:lnTo>
                <a:lnTo>
                  <a:pt x="20503" y="5477957"/>
                </a:lnTo>
                <a:lnTo>
                  <a:pt x="0" y="5477957"/>
                </a:lnTo>
                <a:lnTo>
                  <a:pt x="0" y="5539464"/>
                </a:lnTo>
                <a:close/>
                <a:moveTo>
                  <a:pt x="0" y="5621475"/>
                </a:moveTo>
                <a:lnTo>
                  <a:pt x="20503" y="5621475"/>
                </a:lnTo>
                <a:lnTo>
                  <a:pt x="20503" y="5559967"/>
                </a:lnTo>
                <a:lnTo>
                  <a:pt x="0" y="5559967"/>
                </a:lnTo>
                <a:lnTo>
                  <a:pt x="0" y="5621475"/>
                </a:lnTo>
                <a:close/>
                <a:moveTo>
                  <a:pt x="36659" y="4675"/>
                </a:moveTo>
                <a:lnTo>
                  <a:pt x="31398" y="7193"/>
                </a:lnTo>
                <a:lnTo>
                  <a:pt x="26442" y="10204"/>
                </a:lnTo>
                <a:lnTo>
                  <a:pt x="21826" y="13661"/>
                </a:lnTo>
                <a:lnTo>
                  <a:pt x="17562" y="17527"/>
                </a:lnTo>
                <a:lnTo>
                  <a:pt x="13696" y="21791"/>
                </a:lnTo>
                <a:lnTo>
                  <a:pt x="10240" y="26407"/>
                </a:lnTo>
                <a:lnTo>
                  <a:pt x="7229" y="31363"/>
                </a:lnTo>
                <a:lnTo>
                  <a:pt x="4710" y="36623"/>
                </a:lnTo>
                <a:lnTo>
                  <a:pt x="2929" y="41497"/>
                </a:lnTo>
                <a:lnTo>
                  <a:pt x="22178" y="48527"/>
                </a:lnTo>
                <a:lnTo>
                  <a:pt x="23598" y="44640"/>
                </a:lnTo>
                <a:lnTo>
                  <a:pt x="25288" y="41128"/>
                </a:lnTo>
                <a:lnTo>
                  <a:pt x="27276" y="37861"/>
                </a:lnTo>
                <a:lnTo>
                  <a:pt x="29492" y="34890"/>
                </a:lnTo>
                <a:lnTo>
                  <a:pt x="32077" y="32042"/>
                </a:lnTo>
                <a:lnTo>
                  <a:pt x="34926" y="29457"/>
                </a:lnTo>
                <a:lnTo>
                  <a:pt x="37896" y="27241"/>
                </a:lnTo>
                <a:lnTo>
                  <a:pt x="41163" y="25253"/>
                </a:lnTo>
                <a:lnTo>
                  <a:pt x="44666" y="23567"/>
                </a:lnTo>
                <a:lnTo>
                  <a:pt x="48337" y="22234"/>
                </a:lnTo>
                <a:lnTo>
                  <a:pt x="52165" y="21256"/>
                </a:lnTo>
                <a:lnTo>
                  <a:pt x="53948" y="20933"/>
                </a:lnTo>
                <a:lnTo>
                  <a:pt x="56071" y="20664"/>
                </a:lnTo>
                <a:lnTo>
                  <a:pt x="58016" y="20520"/>
                </a:lnTo>
                <a:lnTo>
                  <a:pt x="58825" y="20503"/>
                </a:lnTo>
                <a:lnTo>
                  <a:pt x="58309" y="0"/>
                </a:lnTo>
                <a:lnTo>
                  <a:pt x="56962" y="35"/>
                </a:lnTo>
                <a:lnTo>
                  <a:pt x="53916" y="269"/>
                </a:lnTo>
                <a:lnTo>
                  <a:pt x="50905" y="656"/>
                </a:lnTo>
                <a:lnTo>
                  <a:pt x="47824" y="1207"/>
                </a:lnTo>
                <a:lnTo>
                  <a:pt x="42188" y="2648"/>
                </a:lnTo>
                <a:lnTo>
                  <a:pt x="36659" y="4675"/>
                </a:lnTo>
                <a:close/>
                <a:moveTo>
                  <a:pt x="0" y="126788"/>
                </a:moveTo>
                <a:lnTo>
                  <a:pt x="20503" y="126788"/>
                </a:lnTo>
                <a:lnTo>
                  <a:pt x="20503" y="65280"/>
                </a:lnTo>
                <a:lnTo>
                  <a:pt x="0" y="65280"/>
                </a:lnTo>
                <a:lnTo>
                  <a:pt x="0" y="126788"/>
                </a:lnTo>
                <a:close/>
                <a:moveTo>
                  <a:pt x="0" y="208798"/>
                </a:moveTo>
                <a:lnTo>
                  <a:pt x="20503" y="208798"/>
                </a:lnTo>
                <a:lnTo>
                  <a:pt x="20503" y="147290"/>
                </a:lnTo>
                <a:lnTo>
                  <a:pt x="0" y="147290"/>
                </a:lnTo>
                <a:lnTo>
                  <a:pt x="0" y="208798"/>
                </a:lnTo>
                <a:close/>
                <a:moveTo>
                  <a:pt x="0" y="290808"/>
                </a:moveTo>
                <a:lnTo>
                  <a:pt x="20503" y="290808"/>
                </a:lnTo>
                <a:lnTo>
                  <a:pt x="20503" y="229301"/>
                </a:lnTo>
                <a:lnTo>
                  <a:pt x="0" y="229301"/>
                </a:lnTo>
                <a:lnTo>
                  <a:pt x="0" y="290808"/>
                </a:lnTo>
                <a:close/>
                <a:moveTo>
                  <a:pt x="0" y="372819"/>
                </a:moveTo>
                <a:lnTo>
                  <a:pt x="20503" y="372819"/>
                </a:lnTo>
                <a:lnTo>
                  <a:pt x="20503" y="311311"/>
                </a:lnTo>
                <a:lnTo>
                  <a:pt x="0" y="311311"/>
                </a:lnTo>
                <a:lnTo>
                  <a:pt x="0" y="372819"/>
                </a:lnTo>
                <a:close/>
                <a:moveTo>
                  <a:pt x="0" y="454829"/>
                </a:moveTo>
                <a:lnTo>
                  <a:pt x="20503" y="454829"/>
                </a:lnTo>
                <a:lnTo>
                  <a:pt x="20503" y="393321"/>
                </a:lnTo>
                <a:lnTo>
                  <a:pt x="0" y="393321"/>
                </a:lnTo>
                <a:lnTo>
                  <a:pt x="0" y="454829"/>
                </a:lnTo>
                <a:close/>
                <a:moveTo>
                  <a:pt x="0" y="536839"/>
                </a:moveTo>
                <a:lnTo>
                  <a:pt x="20503" y="536839"/>
                </a:lnTo>
                <a:lnTo>
                  <a:pt x="20503" y="475331"/>
                </a:lnTo>
                <a:lnTo>
                  <a:pt x="0" y="475331"/>
                </a:lnTo>
                <a:lnTo>
                  <a:pt x="0" y="536839"/>
                </a:lnTo>
                <a:close/>
                <a:moveTo>
                  <a:pt x="0" y="618849"/>
                </a:moveTo>
                <a:lnTo>
                  <a:pt x="20503" y="618849"/>
                </a:lnTo>
                <a:lnTo>
                  <a:pt x="20503" y="557342"/>
                </a:lnTo>
                <a:lnTo>
                  <a:pt x="0" y="557342"/>
                </a:lnTo>
                <a:lnTo>
                  <a:pt x="0" y="618849"/>
                </a:lnTo>
                <a:close/>
                <a:moveTo>
                  <a:pt x="0" y="700860"/>
                </a:moveTo>
                <a:lnTo>
                  <a:pt x="20503" y="700860"/>
                </a:lnTo>
                <a:lnTo>
                  <a:pt x="20503" y="639352"/>
                </a:lnTo>
                <a:lnTo>
                  <a:pt x="0" y="639352"/>
                </a:lnTo>
                <a:lnTo>
                  <a:pt x="0" y="700860"/>
                </a:lnTo>
                <a:close/>
                <a:moveTo>
                  <a:pt x="0" y="782870"/>
                </a:moveTo>
                <a:lnTo>
                  <a:pt x="20503" y="782870"/>
                </a:lnTo>
                <a:lnTo>
                  <a:pt x="20503" y="721362"/>
                </a:lnTo>
                <a:lnTo>
                  <a:pt x="0" y="721362"/>
                </a:lnTo>
                <a:lnTo>
                  <a:pt x="0" y="782870"/>
                </a:lnTo>
                <a:close/>
                <a:moveTo>
                  <a:pt x="0" y="864880"/>
                </a:moveTo>
                <a:lnTo>
                  <a:pt x="20503" y="864880"/>
                </a:lnTo>
                <a:lnTo>
                  <a:pt x="20503" y="803372"/>
                </a:lnTo>
                <a:lnTo>
                  <a:pt x="0" y="803372"/>
                </a:lnTo>
                <a:lnTo>
                  <a:pt x="0" y="864880"/>
                </a:lnTo>
                <a:close/>
                <a:moveTo>
                  <a:pt x="0" y="946890"/>
                </a:moveTo>
                <a:lnTo>
                  <a:pt x="20503" y="946890"/>
                </a:lnTo>
                <a:lnTo>
                  <a:pt x="20503" y="885383"/>
                </a:lnTo>
                <a:lnTo>
                  <a:pt x="0" y="885383"/>
                </a:lnTo>
                <a:lnTo>
                  <a:pt x="0" y="946890"/>
                </a:lnTo>
                <a:close/>
                <a:moveTo>
                  <a:pt x="0" y="1028901"/>
                </a:moveTo>
                <a:lnTo>
                  <a:pt x="20503" y="1028901"/>
                </a:lnTo>
                <a:lnTo>
                  <a:pt x="20503" y="967393"/>
                </a:lnTo>
                <a:lnTo>
                  <a:pt x="0" y="967393"/>
                </a:lnTo>
                <a:lnTo>
                  <a:pt x="0" y="1028901"/>
                </a:lnTo>
                <a:close/>
                <a:moveTo>
                  <a:pt x="0" y="1110911"/>
                </a:moveTo>
                <a:lnTo>
                  <a:pt x="20503" y="1110911"/>
                </a:lnTo>
                <a:lnTo>
                  <a:pt x="20503" y="1049403"/>
                </a:lnTo>
                <a:lnTo>
                  <a:pt x="0" y="1049403"/>
                </a:lnTo>
                <a:lnTo>
                  <a:pt x="0" y="1110911"/>
                </a:lnTo>
                <a:close/>
                <a:moveTo>
                  <a:pt x="0" y="1192921"/>
                </a:moveTo>
                <a:lnTo>
                  <a:pt x="20503" y="1192921"/>
                </a:lnTo>
                <a:lnTo>
                  <a:pt x="20503" y="1131413"/>
                </a:lnTo>
                <a:lnTo>
                  <a:pt x="0" y="1131413"/>
                </a:lnTo>
                <a:lnTo>
                  <a:pt x="0" y="1192921"/>
                </a:lnTo>
                <a:close/>
                <a:moveTo>
                  <a:pt x="0" y="1274931"/>
                </a:moveTo>
                <a:lnTo>
                  <a:pt x="20503" y="1274931"/>
                </a:lnTo>
                <a:lnTo>
                  <a:pt x="20503" y="1213424"/>
                </a:lnTo>
                <a:lnTo>
                  <a:pt x="0" y="1213424"/>
                </a:lnTo>
                <a:lnTo>
                  <a:pt x="0" y="1274931"/>
                </a:lnTo>
                <a:close/>
                <a:moveTo>
                  <a:pt x="0" y="1356942"/>
                </a:moveTo>
                <a:lnTo>
                  <a:pt x="20503" y="1356942"/>
                </a:lnTo>
                <a:lnTo>
                  <a:pt x="20503" y="1295434"/>
                </a:lnTo>
                <a:lnTo>
                  <a:pt x="0" y="1295434"/>
                </a:lnTo>
                <a:lnTo>
                  <a:pt x="0" y="1356942"/>
                </a:lnTo>
                <a:close/>
                <a:moveTo>
                  <a:pt x="0" y="1438952"/>
                </a:moveTo>
                <a:lnTo>
                  <a:pt x="20503" y="1438952"/>
                </a:lnTo>
                <a:lnTo>
                  <a:pt x="20503" y="1377444"/>
                </a:lnTo>
                <a:lnTo>
                  <a:pt x="0" y="1377444"/>
                </a:lnTo>
                <a:lnTo>
                  <a:pt x="0" y="1438952"/>
                </a:lnTo>
                <a:close/>
                <a:moveTo>
                  <a:pt x="0" y="1520962"/>
                </a:moveTo>
                <a:lnTo>
                  <a:pt x="20503" y="1520962"/>
                </a:lnTo>
                <a:lnTo>
                  <a:pt x="20503" y="1459454"/>
                </a:lnTo>
                <a:lnTo>
                  <a:pt x="0" y="1459454"/>
                </a:lnTo>
                <a:lnTo>
                  <a:pt x="0" y="1520962"/>
                </a:lnTo>
                <a:close/>
                <a:moveTo>
                  <a:pt x="0" y="1602972"/>
                </a:moveTo>
                <a:lnTo>
                  <a:pt x="20503" y="1602972"/>
                </a:lnTo>
                <a:lnTo>
                  <a:pt x="20503" y="1541465"/>
                </a:lnTo>
                <a:lnTo>
                  <a:pt x="0" y="1541465"/>
                </a:lnTo>
                <a:lnTo>
                  <a:pt x="0" y="1602972"/>
                </a:lnTo>
                <a:close/>
                <a:moveTo>
                  <a:pt x="0" y="1684983"/>
                </a:moveTo>
                <a:lnTo>
                  <a:pt x="20503" y="1684983"/>
                </a:lnTo>
                <a:lnTo>
                  <a:pt x="20503" y="1623475"/>
                </a:lnTo>
                <a:lnTo>
                  <a:pt x="0" y="1623475"/>
                </a:lnTo>
                <a:lnTo>
                  <a:pt x="0" y="1684983"/>
                </a:lnTo>
                <a:close/>
                <a:moveTo>
                  <a:pt x="0" y="1766993"/>
                </a:moveTo>
                <a:lnTo>
                  <a:pt x="20503" y="1766993"/>
                </a:lnTo>
                <a:lnTo>
                  <a:pt x="20503" y="1705485"/>
                </a:lnTo>
                <a:lnTo>
                  <a:pt x="0" y="1705485"/>
                </a:lnTo>
                <a:lnTo>
                  <a:pt x="0" y="1766993"/>
                </a:lnTo>
                <a:close/>
                <a:moveTo>
                  <a:pt x="0" y="1849003"/>
                </a:moveTo>
                <a:lnTo>
                  <a:pt x="20503" y="1849003"/>
                </a:lnTo>
                <a:lnTo>
                  <a:pt x="20503" y="1787495"/>
                </a:lnTo>
                <a:lnTo>
                  <a:pt x="0" y="1787495"/>
                </a:lnTo>
                <a:lnTo>
                  <a:pt x="0" y="1849003"/>
                </a:lnTo>
                <a:close/>
                <a:moveTo>
                  <a:pt x="0" y="1931013"/>
                </a:moveTo>
                <a:lnTo>
                  <a:pt x="20503" y="1931013"/>
                </a:lnTo>
                <a:lnTo>
                  <a:pt x="20503" y="1869506"/>
                </a:lnTo>
                <a:lnTo>
                  <a:pt x="0" y="1869506"/>
                </a:lnTo>
                <a:lnTo>
                  <a:pt x="0" y="1931013"/>
                </a:lnTo>
                <a:close/>
                <a:moveTo>
                  <a:pt x="0" y="2013024"/>
                </a:moveTo>
                <a:lnTo>
                  <a:pt x="20503" y="2013024"/>
                </a:lnTo>
                <a:lnTo>
                  <a:pt x="20503" y="1951516"/>
                </a:lnTo>
                <a:lnTo>
                  <a:pt x="0" y="1951516"/>
                </a:lnTo>
                <a:lnTo>
                  <a:pt x="0" y="2013024"/>
                </a:lnTo>
                <a:close/>
                <a:moveTo>
                  <a:pt x="20701" y="5625529"/>
                </a:moveTo>
                <a:lnTo>
                  <a:pt x="269" y="5627075"/>
                </a:lnTo>
                <a:lnTo>
                  <a:pt x="305" y="5627602"/>
                </a:lnTo>
                <a:lnTo>
                  <a:pt x="691" y="5630613"/>
                </a:lnTo>
                <a:lnTo>
                  <a:pt x="1242" y="5633694"/>
                </a:lnTo>
                <a:lnTo>
                  <a:pt x="2683" y="5639329"/>
                </a:lnTo>
                <a:lnTo>
                  <a:pt x="4710" y="5644859"/>
                </a:lnTo>
                <a:lnTo>
                  <a:pt x="7229" y="5650120"/>
                </a:lnTo>
                <a:lnTo>
                  <a:pt x="10240" y="5655064"/>
                </a:lnTo>
                <a:lnTo>
                  <a:pt x="13696" y="5659691"/>
                </a:lnTo>
                <a:lnTo>
                  <a:pt x="17562" y="5663956"/>
                </a:lnTo>
                <a:lnTo>
                  <a:pt x="21826" y="5667822"/>
                </a:lnTo>
                <a:lnTo>
                  <a:pt x="26442" y="5671278"/>
                </a:lnTo>
                <a:lnTo>
                  <a:pt x="31398" y="5674289"/>
                </a:lnTo>
                <a:lnTo>
                  <a:pt x="36659" y="5676808"/>
                </a:lnTo>
                <a:lnTo>
                  <a:pt x="42188" y="5678835"/>
                </a:lnTo>
                <a:lnTo>
                  <a:pt x="45738" y="5679749"/>
                </a:lnTo>
                <a:lnTo>
                  <a:pt x="50846" y="5659891"/>
                </a:lnTo>
                <a:lnTo>
                  <a:pt x="48338" y="5659249"/>
                </a:lnTo>
                <a:lnTo>
                  <a:pt x="44666" y="5657916"/>
                </a:lnTo>
                <a:lnTo>
                  <a:pt x="41163" y="5656230"/>
                </a:lnTo>
                <a:lnTo>
                  <a:pt x="37905" y="5654247"/>
                </a:lnTo>
                <a:lnTo>
                  <a:pt x="34860" y="5651966"/>
                </a:lnTo>
                <a:lnTo>
                  <a:pt x="32077" y="5649441"/>
                </a:lnTo>
                <a:lnTo>
                  <a:pt x="29492" y="5646592"/>
                </a:lnTo>
                <a:lnTo>
                  <a:pt x="27276" y="5643622"/>
                </a:lnTo>
                <a:lnTo>
                  <a:pt x="25288" y="5640355"/>
                </a:lnTo>
                <a:lnTo>
                  <a:pt x="23602" y="5636852"/>
                </a:lnTo>
                <a:lnTo>
                  <a:pt x="22269" y="5633181"/>
                </a:lnTo>
                <a:lnTo>
                  <a:pt x="21291" y="5629353"/>
                </a:lnTo>
                <a:lnTo>
                  <a:pt x="20968" y="5627570"/>
                </a:lnTo>
                <a:lnTo>
                  <a:pt x="20716" y="5625576"/>
                </a:lnTo>
                <a:lnTo>
                  <a:pt x="20713" y="5625528"/>
                </a:lnTo>
                <a:lnTo>
                  <a:pt x="20710" y="5625529"/>
                </a:lnTo>
                <a:lnTo>
                  <a:pt x="20678" y="5625282"/>
                </a:lnTo>
                <a:lnTo>
                  <a:pt x="20701" y="5625529"/>
                </a:lnTo>
                <a:close/>
                <a:moveTo>
                  <a:pt x="79105" y="35"/>
                </a:moveTo>
                <a:lnTo>
                  <a:pt x="79034" y="20538"/>
                </a:lnTo>
                <a:lnTo>
                  <a:pt x="140542" y="20784"/>
                </a:lnTo>
                <a:lnTo>
                  <a:pt x="140612" y="281"/>
                </a:lnTo>
                <a:lnTo>
                  <a:pt x="79105" y="35"/>
                </a:lnTo>
                <a:close/>
                <a:moveTo>
                  <a:pt x="161115" y="351"/>
                </a:moveTo>
                <a:lnTo>
                  <a:pt x="161045" y="20854"/>
                </a:lnTo>
                <a:lnTo>
                  <a:pt x="222552" y="21100"/>
                </a:lnTo>
                <a:lnTo>
                  <a:pt x="222623" y="598"/>
                </a:lnTo>
                <a:lnTo>
                  <a:pt x="161115" y="351"/>
                </a:lnTo>
                <a:close/>
                <a:moveTo>
                  <a:pt x="243125" y="680"/>
                </a:moveTo>
                <a:lnTo>
                  <a:pt x="243055" y="21182"/>
                </a:lnTo>
                <a:lnTo>
                  <a:pt x="304563" y="21416"/>
                </a:lnTo>
                <a:lnTo>
                  <a:pt x="304633" y="914"/>
                </a:lnTo>
                <a:lnTo>
                  <a:pt x="243125" y="680"/>
                </a:lnTo>
                <a:close/>
                <a:moveTo>
                  <a:pt x="325135" y="996"/>
                </a:moveTo>
                <a:lnTo>
                  <a:pt x="325065" y="21498"/>
                </a:lnTo>
                <a:lnTo>
                  <a:pt x="386573" y="21733"/>
                </a:lnTo>
                <a:lnTo>
                  <a:pt x="386643" y="1230"/>
                </a:lnTo>
                <a:lnTo>
                  <a:pt x="325135" y="996"/>
                </a:lnTo>
                <a:close/>
                <a:moveTo>
                  <a:pt x="407146" y="1312"/>
                </a:moveTo>
                <a:lnTo>
                  <a:pt x="407064" y="21815"/>
                </a:lnTo>
                <a:lnTo>
                  <a:pt x="468571" y="22049"/>
                </a:lnTo>
                <a:lnTo>
                  <a:pt x="468653" y="1546"/>
                </a:lnTo>
                <a:lnTo>
                  <a:pt x="407146" y="1312"/>
                </a:lnTo>
                <a:close/>
                <a:moveTo>
                  <a:pt x="489156" y="1628"/>
                </a:moveTo>
                <a:lnTo>
                  <a:pt x="489074" y="22131"/>
                </a:lnTo>
                <a:lnTo>
                  <a:pt x="550582" y="22365"/>
                </a:lnTo>
                <a:lnTo>
                  <a:pt x="550664" y="1863"/>
                </a:lnTo>
                <a:lnTo>
                  <a:pt x="489156" y="1628"/>
                </a:lnTo>
                <a:close/>
                <a:moveTo>
                  <a:pt x="571166" y="1945"/>
                </a:moveTo>
                <a:lnTo>
                  <a:pt x="571084" y="22447"/>
                </a:lnTo>
                <a:lnTo>
                  <a:pt x="632592" y="22682"/>
                </a:lnTo>
                <a:lnTo>
                  <a:pt x="632674" y="2179"/>
                </a:lnTo>
                <a:lnTo>
                  <a:pt x="571166" y="1945"/>
                </a:lnTo>
                <a:close/>
                <a:moveTo>
                  <a:pt x="653176" y="2261"/>
                </a:moveTo>
                <a:lnTo>
                  <a:pt x="653094" y="22764"/>
                </a:lnTo>
                <a:lnTo>
                  <a:pt x="714602" y="22998"/>
                </a:lnTo>
                <a:lnTo>
                  <a:pt x="714684" y="2495"/>
                </a:lnTo>
                <a:lnTo>
                  <a:pt x="653176" y="2261"/>
                </a:lnTo>
                <a:close/>
                <a:moveTo>
                  <a:pt x="735187" y="2577"/>
                </a:moveTo>
                <a:lnTo>
                  <a:pt x="735105" y="23080"/>
                </a:lnTo>
                <a:lnTo>
                  <a:pt x="796612" y="23326"/>
                </a:lnTo>
                <a:lnTo>
                  <a:pt x="796694" y="2823"/>
                </a:lnTo>
                <a:lnTo>
                  <a:pt x="735187" y="2577"/>
                </a:lnTo>
                <a:close/>
                <a:moveTo>
                  <a:pt x="817197" y="2894"/>
                </a:moveTo>
                <a:lnTo>
                  <a:pt x="817115" y="23396"/>
                </a:lnTo>
                <a:lnTo>
                  <a:pt x="878623" y="23642"/>
                </a:lnTo>
                <a:lnTo>
                  <a:pt x="878705" y="3140"/>
                </a:lnTo>
                <a:lnTo>
                  <a:pt x="817197" y="2894"/>
                </a:lnTo>
                <a:close/>
                <a:moveTo>
                  <a:pt x="899207" y="3222"/>
                </a:moveTo>
                <a:lnTo>
                  <a:pt x="899125" y="23713"/>
                </a:lnTo>
                <a:lnTo>
                  <a:pt x="960633" y="23959"/>
                </a:lnTo>
                <a:lnTo>
                  <a:pt x="960715" y="3456"/>
                </a:lnTo>
                <a:lnTo>
                  <a:pt x="899207" y="3222"/>
                </a:lnTo>
                <a:close/>
                <a:moveTo>
                  <a:pt x="981217" y="3538"/>
                </a:moveTo>
                <a:lnTo>
                  <a:pt x="981135" y="24041"/>
                </a:lnTo>
                <a:lnTo>
                  <a:pt x="1042643" y="24275"/>
                </a:lnTo>
                <a:lnTo>
                  <a:pt x="1042725" y="3772"/>
                </a:lnTo>
                <a:lnTo>
                  <a:pt x="981217" y="3538"/>
                </a:lnTo>
                <a:close/>
                <a:moveTo>
                  <a:pt x="1063228" y="3854"/>
                </a:moveTo>
                <a:lnTo>
                  <a:pt x="1063146" y="24357"/>
                </a:lnTo>
                <a:lnTo>
                  <a:pt x="1124653" y="24591"/>
                </a:lnTo>
                <a:lnTo>
                  <a:pt x="1124735" y="4089"/>
                </a:lnTo>
                <a:lnTo>
                  <a:pt x="1063228" y="3854"/>
                </a:lnTo>
                <a:close/>
                <a:moveTo>
                  <a:pt x="1145238" y="4171"/>
                </a:moveTo>
                <a:lnTo>
                  <a:pt x="1145156" y="24673"/>
                </a:lnTo>
                <a:lnTo>
                  <a:pt x="1206664" y="24908"/>
                </a:lnTo>
                <a:lnTo>
                  <a:pt x="1206746" y="4405"/>
                </a:lnTo>
                <a:lnTo>
                  <a:pt x="1145238" y="4171"/>
                </a:lnTo>
                <a:close/>
                <a:moveTo>
                  <a:pt x="1227248" y="4487"/>
                </a:moveTo>
                <a:lnTo>
                  <a:pt x="1227166" y="24990"/>
                </a:lnTo>
                <a:lnTo>
                  <a:pt x="1288674" y="25224"/>
                </a:lnTo>
                <a:lnTo>
                  <a:pt x="1288756" y="4721"/>
                </a:lnTo>
                <a:lnTo>
                  <a:pt x="1227248" y="4487"/>
                </a:lnTo>
                <a:close/>
                <a:moveTo>
                  <a:pt x="1309258" y="4803"/>
                </a:moveTo>
                <a:lnTo>
                  <a:pt x="1309176" y="25306"/>
                </a:lnTo>
                <a:lnTo>
                  <a:pt x="1370684" y="25540"/>
                </a:lnTo>
                <a:lnTo>
                  <a:pt x="1370766" y="5038"/>
                </a:lnTo>
                <a:lnTo>
                  <a:pt x="1309258" y="4803"/>
                </a:lnTo>
                <a:close/>
                <a:moveTo>
                  <a:pt x="130127" y="5681893"/>
                </a:moveTo>
                <a:lnTo>
                  <a:pt x="130232" y="5661390"/>
                </a:lnTo>
                <a:lnTo>
                  <a:pt x="68725" y="5661062"/>
                </a:lnTo>
                <a:lnTo>
                  <a:pt x="68619" y="5681565"/>
                </a:lnTo>
                <a:lnTo>
                  <a:pt x="130127" y="5681893"/>
                </a:lnTo>
                <a:close/>
                <a:moveTo>
                  <a:pt x="212137" y="5682326"/>
                </a:moveTo>
                <a:lnTo>
                  <a:pt x="212243" y="5661824"/>
                </a:lnTo>
                <a:lnTo>
                  <a:pt x="150735" y="5661496"/>
                </a:lnTo>
                <a:lnTo>
                  <a:pt x="150629" y="5681998"/>
                </a:lnTo>
                <a:lnTo>
                  <a:pt x="212137" y="5682326"/>
                </a:lnTo>
                <a:close/>
                <a:moveTo>
                  <a:pt x="294147" y="5682771"/>
                </a:moveTo>
                <a:lnTo>
                  <a:pt x="294253" y="5662269"/>
                </a:lnTo>
                <a:lnTo>
                  <a:pt x="232745" y="5661941"/>
                </a:lnTo>
                <a:lnTo>
                  <a:pt x="232640" y="5682443"/>
                </a:lnTo>
                <a:lnTo>
                  <a:pt x="294147" y="5682771"/>
                </a:lnTo>
                <a:close/>
                <a:moveTo>
                  <a:pt x="376146" y="5683205"/>
                </a:moveTo>
                <a:lnTo>
                  <a:pt x="376263" y="5662702"/>
                </a:lnTo>
                <a:lnTo>
                  <a:pt x="314755" y="5662374"/>
                </a:lnTo>
                <a:lnTo>
                  <a:pt x="314650" y="5682877"/>
                </a:lnTo>
                <a:lnTo>
                  <a:pt x="376146" y="5683205"/>
                </a:lnTo>
                <a:close/>
                <a:moveTo>
                  <a:pt x="458156" y="5683650"/>
                </a:moveTo>
                <a:lnTo>
                  <a:pt x="458273" y="5663148"/>
                </a:lnTo>
                <a:lnTo>
                  <a:pt x="396766" y="5662819"/>
                </a:lnTo>
                <a:lnTo>
                  <a:pt x="396648" y="5683310"/>
                </a:lnTo>
                <a:lnTo>
                  <a:pt x="458156" y="5683650"/>
                </a:lnTo>
                <a:close/>
                <a:moveTo>
                  <a:pt x="540166" y="5684084"/>
                </a:moveTo>
                <a:lnTo>
                  <a:pt x="540284" y="5663581"/>
                </a:lnTo>
                <a:lnTo>
                  <a:pt x="478776" y="5663253"/>
                </a:lnTo>
                <a:lnTo>
                  <a:pt x="478659" y="5683756"/>
                </a:lnTo>
                <a:lnTo>
                  <a:pt x="540166" y="5684084"/>
                </a:lnTo>
                <a:close/>
                <a:moveTo>
                  <a:pt x="622177" y="5684517"/>
                </a:moveTo>
                <a:lnTo>
                  <a:pt x="622294" y="5664014"/>
                </a:lnTo>
                <a:lnTo>
                  <a:pt x="560786" y="5663686"/>
                </a:lnTo>
                <a:lnTo>
                  <a:pt x="560669" y="5684189"/>
                </a:lnTo>
                <a:lnTo>
                  <a:pt x="622177" y="5684517"/>
                </a:lnTo>
                <a:close/>
                <a:moveTo>
                  <a:pt x="704187" y="5684962"/>
                </a:moveTo>
                <a:lnTo>
                  <a:pt x="704292" y="5664460"/>
                </a:lnTo>
                <a:lnTo>
                  <a:pt x="642796" y="5664132"/>
                </a:lnTo>
                <a:lnTo>
                  <a:pt x="642679" y="5684634"/>
                </a:lnTo>
                <a:lnTo>
                  <a:pt x="704187" y="5684962"/>
                </a:lnTo>
                <a:close/>
                <a:moveTo>
                  <a:pt x="786197" y="5685396"/>
                </a:moveTo>
                <a:lnTo>
                  <a:pt x="786303" y="5664893"/>
                </a:lnTo>
                <a:lnTo>
                  <a:pt x="724795" y="5664565"/>
                </a:lnTo>
                <a:lnTo>
                  <a:pt x="724689" y="5685068"/>
                </a:lnTo>
                <a:lnTo>
                  <a:pt x="786197" y="5685396"/>
                </a:lnTo>
                <a:close/>
                <a:moveTo>
                  <a:pt x="868207" y="5685841"/>
                </a:moveTo>
                <a:lnTo>
                  <a:pt x="868313" y="5665338"/>
                </a:lnTo>
                <a:lnTo>
                  <a:pt x="806805" y="5665010"/>
                </a:lnTo>
                <a:lnTo>
                  <a:pt x="806700" y="5685513"/>
                </a:lnTo>
                <a:lnTo>
                  <a:pt x="868207" y="5685841"/>
                </a:lnTo>
                <a:close/>
                <a:moveTo>
                  <a:pt x="950218" y="5686274"/>
                </a:moveTo>
                <a:lnTo>
                  <a:pt x="950323" y="5665772"/>
                </a:lnTo>
                <a:lnTo>
                  <a:pt x="888815" y="5665444"/>
                </a:lnTo>
                <a:lnTo>
                  <a:pt x="888710" y="5685946"/>
                </a:lnTo>
                <a:lnTo>
                  <a:pt x="950218" y="5686274"/>
                </a:lnTo>
                <a:close/>
                <a:moveTo>
                  <a:pt x="1032333" y="5666205"/>
                </a:moveTo>
                <a:lnTo>
                  <a:pt x="970826" y="5665877"/>
                </a:lnTo>
                <a:lnTo>
                  <a:pt x="970720" y="5686380"/>
                </a:lnTo>
                <a:lnTo>
                  <a:pt x="1032228" y="5686708"/>
                </a:lnTo>
                <a:lnTo>
                  <a:pt x="1032333" y="5666205"/>
                </a:lnTo>
                <a:close/>
                <a:moveTo>
                  <a:pt x="1114344" y="5666651"/>
                </a:moveTo>
                <a:lnTo>
                  <a:pt x="1052836" y="5666322"/>
                </a:lnTo>
                <a:lnTo>
                  <a:pt x="1052730" y="5686825"/>
                </a:lnTo>
                <a:lnTo>
                  <a:pt x="1114238" y="5687153"/>
                </a:lnTo>
                <a:lnTo>
                  <a:pt x="1114344" y="5666651"/>
                </a:lnTo>
                <a:close/>
                <a:moveTo>
                  <a:pt x="1196237" y="5687587"/>
                </a:moveTo>
                <a:lnTo>
                  <a:pt x="1196354" y="5667084"/>
                </a:lnTo>
                <a:lnTo>
                  <a:pt x="1134846" y="5666756"/>
                </a:lnTo>
                <a:lnTo>
                  <a:pt x="1134741" y="5687259"/>
                </a:lnTo>
                <a:lnTo>
                  <a:pt x="1196237" y="5687587"/>
                </a:lnTo>
                <a:close/>
                <a:moveTo>
                  <a:pt x="1278247" y="5688032"/>
                </a:moveTo>
                <a:lnTo>
                  <a:pt x="1278364" y="5667529"/>
                </a:lnTo>
                <a:lnTo>
                  <a:pt x="1216856" y="5667201"/>
                </a:lnTo>
                <a:lnTo>
                  <a:pt x="1216739" y="5687704"/>
                </a:lnTo>
                <a:lnTo>
                  <a:pt x="1278247" y="5688032"/>
                </a:lnTo>
                <a:close/>
                <a:moveTo>
                  <a:pt x="1360257" y="5688465"/>
                </a:moveTo>
                <a:lnTo>
                  <a:pt x="1360374" y="5667963"/>
                </a:lnTo>
                <a:lnTo>
                  <a:pt x="1298867" y="5667635"/>
                </a:lnTo>
                <a:lnTo>
                  <a:pt x="1298749" y="5688137"/>
                </a:lnTo>
                <a:lnTo>
                  <a:pt x="1360257" y="5688465"/>
                </a:lnTo>
                <a:close/>
                <a:moveTo>
                  <a:pt x="1391269" y="5120"/>
                </a:moveTo>
                <a:lnTo>
                  <a:pt x="1391187" y="25622"/>
                </a:lnTo>
                <a:lnTo>
                  <a:pt x="1452694" y="25868"/>
                </a:lnTo>
                <a:lnTo>
                  <a:pt x="1452776" y="5366"/>
                </a:lnTo>
                <a:lnTo>
                  <a:pt x="1391269" y="5120"/>
                </a:lnTo>
                <a:close/>
                <a:moveTo>
                  <a:pt x="1473279" y="5436"/>
                </a:moveTo>
                <a:lnTo>
                  <a:pt x="1473197" y="25939"/>
                </a:lnTo>
                <a:lnTo>
                  <a:pt x="1534705" y="26185"/>
                </a:lnTo>
                <a:lnTo>
                  <a:pt x="1534787" y="5682"/>
                </a:lnTo>
                <a:lnTo>
                  <a:pt x="1473279" y="5436"/>
                </a:lnTo>
                <a:close/>
                <a:moveTo>
                  <a:pt x="1538864" y="788470"/>
                </a:moveTo>
                <a:lnTo>
                  <a:pt x="1518361" y="788470"/>
                </a:lnTo>
                <a:lnTo>
                  <a:pt x="1518361" y="849978"/>
                </a:lnTo>
                <a:lnTo>
                  <a:pt x="1538864" y="849978"/>
                </a:lnTo>
                <a:lnTo>
                  <a:pt x="1538864" y="788470"/>
                </a:lnTo>
                <a:close/>
                <a:moveTo>
                  <a:pt x="1538864" y="1034501"/>
                </a:moveTo>
                <a:lnTo>
                  <a:pt x="1518361" y="1034501"/>
                </a:lnTo>
                <a:lnTo>
                  <a:pt x="1518361" y="1096008"/>
                </a:lnTo>
                <a:lnTo>
                  <a:pt x="1538864" y="1096008"/>
                </a:lnTo>
                <a:lnTo>
                  <a:pt x="1538864" y="1034501"/>
                </a:lnTo>
                <a:close/>
                <a:moveTo>
                  <a:pt x="1538864" y="1116511"/>
                </a:moveTo>
                <a:lnTo>
                  <a:pt x="1518361" y="1116511"/>
                </a:lnTo>
                <a:lnTo>
                  <a:pt x="1518361" y="1178019"/>
                </a:lnTo>
                <a:lnTo>
                  <a:pt x="1538864" y="1178019"/>
                </a:lnTo>
                <a:lnTo>
                  <a:pt x="1538864" y="1116511"/>
                </a:lnTo>
                <a:close/>
                <a:moveTo>
                  <a:pt x="1538864" y="1198521"/>
                </a:moveTo>
                <a:lnTo>
                  <a:pt x="1518361" y="1198521"/>
                </a:lnTo>
                <a:lnTo>
                  <a:pt x="1518361" y="1260029"/>
                </a:lnTo>
                <a:lnTo>
                  <a:pt x="1538864" y="1260029"/>
                </a:lnTo>
                <a:lnTo>
                  <a:pt x="1538864" y="1198521"/>
                </a:lnTo>
                <a:close/>
                <a:moveTo>
                  <a:pt x="1538864" y="1280531"/>
                </a:moveTo>
                <a:lnTo>
                  <a:pt x="1518361" y="1280531"/>
                </a:lnTo>
                <a:lnTo>
                  <a:pt x="1518361" y="1342039"/>
                </a:lnTo>
                <a:lnTo>
                  <a:pt x="1538864" y="1342039"/>
                </a:lnTo>
                <a:lnTo>
                  <a:pt x="1538864" y="1280531"/>
                </a:lnTo>
                <a:close/>
                <a:moveTo>
                  <a:pt x="1538864" y="1362542"/>
                </a:moveTo>
                <a:lnTo>
                  <a:pt x="1518361" y="1362542"/>
                </a:lnTo>
                <a:lnTo>
                  <a:pt x="1518361" y="1424049"/>
                </a:lnTo>
                <a:lnTo>
                  <a:pt x="1538864" y="1424049"/>
                </a:lnTo>
                <a:lnTo>
                  <a:pt x="1538864" y="1362542"/>
                </a:lnTo>
                <a:close/>
                <a:moveTo>
                  <a:pt x="1538864" y="1444552"/>
                </a:moveTo>
                <a:lnTo>
                  <a:pt x="1518361" y="1444552"/>
                </a:lnTo>
                <a:lnTo>
                  <a:pt x="1518361" y="1506060"/>
                </a:lnTo>
                <a:lnTo>
                  <a:pt x="1538864" y="1506060"/>
                </a:lnTo>
                <a:lnTo>
                  <a:pt x="1538864" y="1444552"/>
                </a:lnTo>
                <a:close/>
                <a:moveTo>
                  <a:pt x="1538864" y="1526562"/>
                </a:moveTo>
                <a:lnTo>
                  <a:pt x="1518361" y="1526562"/>
                </a:lnTo>
                <a:lnTo>
                  <a:pt x="1518361" y="1588070"/>
                </a:lnTo>
                <a:lnTo>
                  <a:pt x="1538864" y="1588070"/>
                </a:lnTo>
                <a:lnTo>
                  <a:pt x="1538864" y="1526562"/>
                </a:lnTo>
                <a:close/>
                <a:moveTo>
                  <a:pt x="1538864" y="1608572"/>
                </a:moveTo>
                <a:lnTo>
                  <a:pt x="1518361" y="1608572"/>
                </a:lnTo>
                <a:lnTo>
                  <a:pt x="1518361" y="1670080"/>
                </a:lnTo>
                <a:lnTo>
                  <a:pt x="1538864" y="1670080"/>
                </a:lnTo>
                <a:lnTo>
                  <a:pt x="1538864" y="1608572"/>
                </a:lnTo>
                <a:close/>
                <a:moveTo>
                  <a:pt x="1538864" y="1690583"/>
                </a:moveTo>
                <a:lnTo>
                  <a:pt x="1518361" y="1690583"/>
                </a:lnTo>
                <a:lnTo>
                  <a:pt x="1518361" y="1752090"/>
                </a:lnTo>
                <a:lnTo>
                  <a:pt x="1538864" y="1752090"/>
                </a:lnTo>
                <a:lnTo>
                  <a:pt x="1538864" y="1690583"/>
                </a:lnTo>
                <a:close/>
                <a:moveTo>
                  <a:pt x="1538864" y="1772593"/>
                </a:moveTo>
                <a:lnTo>
                  <a:pt x="1518361" y="1772593"/>
                </a:lnTo>
                <a:lnTo>
                  <a:pt x="1518361" y="1834101"/>
                </a:lnTo>
                <a:lnTo>
                  <a:pt x="1538864" y="1834101"/>
                </a:lnTo>
                <a:lnTo>
                  <a:pt x="1538864" y="1772593"/>
                </a:lnTo>
                <a:close/>
                <a:moveTo>
                  <a:pt x="1538864" y="1854603"/>
                </a:moveTo>
                <a:lnTo>
                  <a:pt x="1518361" y="1854603"/>
                </a:lnTo>
                <a:lnTo>
                  <a:pt x="1518361" y="1916111"/>
                </a:lnTo>
                <a:lnTo>
                  <a:pt x="1538864" y="1916111"/>
                </a:lnTo>
                <a:lnTo>
                  <a:pt x="1538864" y="1854603"/>
                </a:lnTo>
                <a:close/>
                <a:moveTo>
                  <a:pt x="1538864" y="1936613"/>
                </a:moveTo>
                <a:lnTo>
                  <a:pt x="1518361" y="1936613"/>
                </a:lnTo>
                <a:lnTo>
                  <a:pt x="1518361" y="1998121"/>
                </a:lnTo>
                <a:lnTo>
                  <a:pt x="1538864" y="1998121"/>
                </a:lnTo>
                <a:lnTo>
                  <a:pt x="1538864" y="1936613"/>
                </a:lnTo>
                <a:close/>
                <a:moveTo>
                  <a:pt x="1538864" y="2018624"/>
                </a:moveTo>
                <a:lnTo>
                  <a:pt x="1518361" y="2018624"/>
                </a:lnTo>
                <a:lnTo>
                  <a:pt x="1518361" y="2080131"/>
                </a:lnTo>
                <a:lnTo>
                  <a:pt x="1538864" y="2080131"/>
                </a:lnTo>
                <a:lnTo>
                  <a:pt x="1538864" y="2018624"/>
                </a:lnTo>
                <a:close/>
                <a:moveTo>
                  <a:pt x="1538864" y="2100634"/>
                </a:moveTo>
                <a:lnTo>
                  <a:pt x="1518361" y="2100634"/>
                </a:lnTo>
                <a:lnTo>
                  <a:pt x="1518361" y="2162142"/>
                </a:lnTo>
                <a:lnTo>
                  <a:pt x="1538864" y="2162142"/>
                </a:lnTo>
                <a:lnTo>
                  <a:pt x="1538864" y="2100634"/>
                </a:lnTo>
                <a:close/>
                <a:moveTo>
                  <a:pt x="1538864" y="2182644"/>
                </a:moveTo>
                <a:lnTo>
                  <a:pt x="1518361" y="2182644"/>
                </a:lnTo>
                <a:lnTo>
                  <a:pt x="1518361" y="2244152"/>
                </a:lnTo>
                <a:lnTo>
                  <a:pt x="1538864" y="2244152"/>
                </a:lnTo>
                <a:lnTo>
                  <a:pt x="1538864" y="2182644"/>
                </a:lnTo>
                <a:close/>
                <a:moveTo>
                  <a:pt x="1538864" y="2264654"/>
                </a:moveTo>
                <a:lnTo>
                  <a:pt x="1518361" y="2264654"/>
                </a:lnTo>
                <a:lnTo>
                  <a:pt x="1518361" y="2326162"/>
                </a:lnTo>
                <a:lnTo>
                  <a:pt x="1538864" y="2326162"/>
                </a:lnTo>
                <a:lnTo>
                  <a:pt x="1538864" y="2264654"/>
                </a:lnTo>
                <a:close/>
                <a:moveTo>
                  <a:pt x="1538864" y="2346665"/>
                </a:moveTo>
                <a:lnTo>
                  <a:pt x="1518361" y="2346665"/>
                </a:lnTo>
                <a:lnTo>
                  <a:pt x="1518361" y="2408172"/>
                </a:lnTo>
                <a:lnTo>
                  <a:pt x="1538864" y="2408172"/>
                </a:lnTo>
                <a:lnTo>
                  <a:pt x="1538864" y="2346665"/>
                </a:lnTo>
                <a:close/>
                <a:moveTo>
                  <a:pt x="1538864" y="2428675"/>
                </a:moveTo>
                <a:lnTo>
                  <a:pt x="1518361" y="2428675"/>
                </a:lnTo>
                <a:lnTo>
                  <a:pt x="1518361" y="2490183"/>
                </a:lnTo>
                <a:lnTo>
                  <a:pt x="1538864" y="2490183"/>
                </a:lnTo>
                <a:lnTo>
                  <a:pt x="1538864" y="2428675"/>
                </a:lnTo>
                <a:close/>
                <a:moveTo>
                  <a:pt x="1538864" y="2510685"/>
                </a:moveTo>
                <a:lnTo>
                  <a:pt x="1518361" y="2510685"/>
                </a:lnTo>
                <a:lnTo>
                  <a:pt x="1518361" y="2572193"/>
                </a:lnTo>
                <a:lnTo>
                  <a:pt x="1538864" y="2572193"/>
                </a:lnTo>
                <a:lnTo>
                  <a:pt x="1538864" y="2510685"/>
                </a:lnTo>
                <a:close/>
                <a:moveTo>
                  <a:pt x="1538864" y="2592695"/>
                </a:moveTo>
                <a:lnTo>
                  <a:pt x="1518361" y="2592695"/>
                </a:lnTo>
                <a:lnTo>
                  <a:pt x="1518361" y="2654203"/>
                </a:lnTo>
                <a:lnTo>
                  <a:pt x="1538864" y="2654203"/>
                </a:lnTo>
                <a:lnTo>
                  <a:pt x="1538864" y="2592695"/>
                </a:lnTo>
                <a:close/>
                <a:moveTo>
                  <a:pt x="1538864" y="2674706"/>
                </a:moveTo>
                <a:lnTo>
                  <a:pt x="1518361" y="2674706"/>
                </a:lnTo>
                <a:lnTo>
                  <a:pt x="1518361" y="2736213"/>
                </a:lnTo>
                <a:lnTo>
                  <a:pt x="1538864" y="2736213"/>
                </a:lnTo>
                <a:lnTo>
                  <a:pt x="1538864" y="2674706"/>
                </a:lnTo>
                <a:close/>
                <a:moveTo>
                  <a:pt x="1538864" y="2756716"/>
                </a:moveTo>
                <a:lnTo>
                  <a:pt x="1518361" y="2756716"/>
                </a:lnTo>
                <a:lnTo>
                  <a:pt x="1518361" y="2818224"/>
                </a:lnTo>
                <a:lnTo>
                  <a:pt x="1538864" y="2818224"/>
                </a:lnTo>
                <a:lnTo>
                  <a:pt x="1538864" y="2756716"/>
                </a:lnTo>
                <a:close/>
                <a:moveTo>
                  <a:pt x="1538864" y="2838726"/>
                </a:moveTo>
                <a:lnTo>
                  <a:pt x="1518361" y="2838726"/>
                </a:lnTo>
                <a:lnTo>
                  <a:pt x="1518361" y="2900234"/>
                </a:lnTo>
                <a:lnTo>
                  <a:pt x="1538864" y="2900234"/>
                </a:lnTo>
                <a:lnTo>
                  <a:pt x="1538864" y="2838726"/>
                </a:lnTo>
                <a:close/>
                <a:moveTo>
                  <a:pt x="1538864" y="2920736"/>
                </a:moveTo>
                <a:lnTo>
                  <a:pt x="1518361" y="2920736"/>
                </a:lnTo>
                <a:lnTo>
                  <a:pt x="1518361" y="2982244"/>
                </a:lnTo>
                <a:lnTo>
                  <a:pt x="1538864" y="2982244"/>
                </a:lnTo>
                <a:lnTo>
                  <a:pt x="1538864" y="2920736"/>
                </a:lnTo>
                <a:close/>
                <a:moveTo>
                  <a:pt x="1538864" y="3002747"/>
                </a:moveTo>
                <a:lnTo>
                  <a:pt x="1518361" y="3002747"/>
                </a:lnTo>
                <a:lnTo>
                  <a:pt x="1518361" y="3064254"/>
                </a:lnTo>
                <a:lnTo>
                  <a:pt x="1538864" y="3064254"/>
                </a:lnTo>
                <a:lnTo>
                  <a:pt x="1538864" y="3002747"/>
                </a:lnTo>
                <a:close/>
                <a:moveTo>
                  <a:pt x="1538864" y="3084757"/>
                </a:moveTo>
                <a:lnTo>
                  <a:pt x="1518361" y="3084757"/>
                </a:lnTo>
                <a:lnTo>
                  <a:pt x="1518361" y="3146265"/>
                </a:lnTo>
                <a:lnTo>
                  <a:pt x="1538864" y="3146265"/>
                </a:lnTo>
                <a:lnTo>
                  <a:pt x="1538864" y="3084757"/>
                </a:lnTo>
                <a:close/>
                <a:moveTo>
                  <a:pt x="1538864" y="3166767"/>
                </a:moveTo>
                <a:lnTo>
                  <a:pt x="1518361" y="3166767"/>
                </a:lnTo>
                <a:lnTo>
                  <a:pt x="1518361" y="3228275"/>
                </a:lnTo>
                <a:lnTo>
                  <a:pt x="1538864" y="3228275"/>
                </a:lnTo>
                <a:lnTo>
                  <a:pt x="1538864" y="3166767"/>
                </a:lnTo>
                <a:close/>
                <a:moveTo>
                  <a:pt x="1538864" y="3248777"/>
                </a:moveTo>
                <a:lnTo>
                  <a:pt x="1518361" y="3248777"/>
                </a:lnTo>
                <a:lnTo>
                  <a:pt x="1518361" y="3310285"/>
                </a:lnTo>
                <a:lnTo>
                  <a:pt x="1538864" y="3310285"/>
                </a:lnTo>
                <a:lnTo>
                  <a:pt x="1538864" y="3248777"/>
                </a:lnTo>
                <a:close/>
                <a:moveTo>
                  <a:pt x="1538864" y="3330788"/>
                </a:moveTo>
                <a:lnTo>
                  <a:pt x="1518361" y="3330788"/>
                </a:lnTo>
                <a:lnTo>
                  <a:pt x="1518361" y="3392295"/>
                </a:lnTo>
                <a:lnTo>
                  <a:pt x="1538864" y="3392295"/>
                </a:lnTo>
                <a:lnTo>
                  <a:pt x="1538864" y="3330788"/>
                </a:lnTo>
                <a:close/>
                <a:moveTo>
                  <a:pt x="1538864" y="3412798"/>
                </a:moveTo>
                <a:lnTo>
                  <a:pt x="1518361" y="3412798"/>
                </a:lnTo>
                <a:lnTo>
                  <a:pt x="1518361" y="3474306"/>
                </a:lnTo>
                <a:lnTo>
                  <a:pt x="1538864" y="3474306"/>
                </a:lnTo>
                <a:lnTo>
                  <a:pt x="1538864" y="3412798"/>
                </a:lnTo>
                <a:close/>
                <a:moveTo>
                  <a:pt x="1538864" y="3494808"/>
                </a:moveTo>
                <a:lnTo>
                  <a:pt x="1518361" y="3494808"/>
                </a:lnTo>
                <a:lnTo>
                  <a:pt x="1518361" y="3556316"/>
                </a:lnTo>
                <a:lnTo>
                  <a:pt x="1538864" y="3556316"/>
                </a:lnTo>
                <a:lnTo>
                  <a:pt x="1538864" y="3494808"/>
                </a:lnTo>
                <a:close/>
                <a:moveTo>
                  <a:pt x="1538864" y="3576818"/>
                </a:moveTo>
                <a:lnTo>
                  <a:pt x="1518361" y="3576818"/>
                </a:lnTo>
                <a:lnTo>
                  <a:pt x="1518361" y="3638326"/>
                </a:lnTo>
                <a:lnTo>
                  <a:pt x="1538864" y="3638326"/>
                </a:lnTo>
                <a:lnTo>
                  <a:pt x="1538864" y="3576818"/>
                </a:lnTo>
                <a:close/>
                <a:moveTo>
                  <a:pt x="1538864" y="3658829"/>
                </a:moveTo>
                <a:lnTo>
                  <a:pt x="1518361" y="3658829"/>
                </a:lnTo>
                <a:lnTo>
                  <a:pt x="1518361" y="3720336"/>
                </a:lnTo>
                <a:lnTo>
                  <a:pt x="1538864" y="3720336"/>
                </a:lnTo>
                <a:lnTo>
                  <a:pt x="1538864" y="3658829"/>
                </a:lnTo>
                <a:close/>
                <a:moveTo>
                  <a:pt x="1538864" y="3740839"/>
                </a:moveTo>
                <a:lnTo>
                  <a:pt x="1518361" y="3740839"/>
                </a:lnTo>
                <a:lnTo>
                  <a:pt x="1518361" y="3802347"/>
                </a:lnTo>
                <a:lnTo>
                  <a:pt x="1538864" y="3802347"/>
                </a:lnTo>
                <a:lnTo>
                  <a:pt x="1538864" y="3740839"/>
                </a:lnTo>
                <a:close/>
                <a:moveTo>
                  <a:pt x="1538864" y="3822849"/>
                </a:moveTo>
                <a:lnTo>
                  <a:pt x="1518361" y="3822849"/>
                </a:lnTo>
                <a:lnTo>
                  <a:pt x="1518361" y="3884357"/>
                </a:lnTo>
                <a:lnTo>
                  <a:pt x="1538864" y="3884357"/>
                </a:lnTo>
                <a:lnTo>
                  <a:pt x="1538864" y="3822849"/>
                </a:lnTo>
                <a:close/>
                <a:moveTo>
                  <a:pt x="1538864" y="3904859"/>
                </a:moveTo>
                <a:lnTo>
                  <a:pt x="1518361" y="3904859"/>
                </a:lnTo>
                <a:lnTo>
                  <a:pt x="1518361" y="3966367"/>
                </a:lnTo>
                <a:lnTo>
                  <a:pt x="1538864" y="3966367"/>
                </a:lnTo>
                <a:lnTo>
                  <a:pt x="1538864" y="3904859"/>
                </a:lnTo>
                <a:close/>
                <a:moveTo>
                  <a:pt x="1538864" y="3986870"/>
                </a:moveTo>
                <a:lnTo>
                  <a:pt x="1518361" y="3986870"/>
                </a:lnTo>
                <a:lnTo>
                  <a:pt x="1518361" y="4048377"/>
                </a:lnTo>
                <a:lnTo>
                  <a:pt x="1538864" y="4048377"/>
                </a:lnTo>
                <a:lnTo>
                  <a:pt x="1538864" y="3986870"/>
                </a:lnTo>
                <a:close/>
                <a:moveTo>
                  <a:pt x="1538864" y="4068880"/>
                </a:moveTo>
                <a:lnTo>
                  <a:pt x="1518361" y="4068880"/>
                </a:lnTo>
                <a:lnTo>
                  <a:pt x="1518361" y="4130388"/>
                </a:lnTo>
                <a:lnTo>
                  <a:pt x="1538864" y="4130388"/>
                </a:lnTo>
                <a:lnTo>
                  <a:pt x="1538864" y="4068880"/>
                </a:lnTo>
                <a:close/>
                <a:moveTo>
                  <a:pt x="1538864" y="4150890"/>
                </a:moveTo>
                <a:lnTo>
                  <a:pt x="1518361" y="4150890"/>
                </a:lnTo>
                <a:lnTo>
                  <a:pt x="1518361" y="4212398"/>
                </a:lnTo>
                <a:lnTo>
                  <a:pt x="1538864" y="4212398"/>
                </a:lnTo>
                <a:lnTo>
                  <a:pt x="1538864" y="4150890"/>
                </a:lnTo>
                <a:close/>
                <a:moveTo>
                  <a:pt x="1442267" y="5688899"/>
                </a:moveTo>
                <a:lnTo>
                  <a:pt x="1442385" y="5668396"/>
                </a:lnTo>
                <a:lnTo>
                  <a:pt x="1380877" y="5668068"/>
                </a:lnTo>
                <a:lnTo>
                  <a:pt x="1380760" y="5688571"/>
                </a:lnTo>
                <a:lnTo>
                  <a:pt x="1442267" y="5688899"/>
                </a:lnTo>
                <a:close/>
                <a:moveTo>
                  <a:pt x="1524278" y="5689344"/>
                </a:moveTo>
                <a:lnTo>
                  <a:pt x="1524383" y="5668841"/>
                </a:lnTo>
                <a:lnTo>
                  <a:pt x="1462887" y="5668513"/>
                </a:lnTo>
                <a:lnTo>
                  <a:pt x="1462770" y="5689016"/>
                </a:lnTo>
                <a:lnTo>
                  <a:pt x="1524278" y="5689344"/>
                </a:lnTo>
                <a:close/>
                <a:moveTo>
                  <a:pt x="1521021" y="48257"/>
                </a:moveTo>
                <a:lnTo>
                  <a:pt x="1519591" y="51924"/>
                </a:lnTo>
                <a:lnTo>
                  <a:pt x="1518654" y="55861"/>
                </a:lnTo>
                <a:lnTo>
                  <a:pt x="1518361" y="59598"/>
                </a:lnTo>
                <a:lnTo>
                  <a:pt x="1518361" y="111885"/>
                </a:lnTo>
                <a:lnTo>
                  <a:pt x="1538864" y="111885"/>
                </a:lnTo>
                <a:lnTo>
                  <a:pt x="1538864" y="60393"/>
                </a:lnTo>
                <a:lnTo>
                  <a:pt x="1538975" y="59050"/>
                </a:lnTo>
                <a:lnTo>
                  <a:pt x="1539215" y="58032"/>
                </a:lnTo>
                <a:lnTo>
                  <a:pt x="1539676" y="56845"/>
                </a:lnTo>
                <a:lnTo>
                  <a:pt x="1540281" y="55720"/>
                </a:lnTo>
                <a:lnTo>
                  <a:pt x="1522227" y="46008"/>
                </a:lnTo>
                <a:lnTo>
                  <a:pt x="1521021" y="48257"/>
                </a:lnTo>
                <a:close/>
                <a:moveTo>
                  <a:pt x="1538864" y="132388"/>
                </a:moveTo>
                <a:lnTo>
                  <a:pt x="1518361" y="132388"/>
                </a:lnTo>
                <a:lnTo>
                  <a:pt x="1518361" y="193896"/>
                </a:lnTo>
                <a:lnTo>
                  <a:pt x="1538864" y="193896"/>
                </a:lnTo>
                <a:lnTo>
                  <a:pt x="1538864" y="132388"/>
                </a:lnTo>
                <a:close/>
                <a:moveTo>
                  <a:pt x="1538864" y="214398"/>
                </a:moveTo>
                <a:lnTo>
                  <a:pt x="1518361" y="214398"/>
                </a:lnTo>
                <a:lnTo>
                  <a:pt x="1518361" y="275906"/>
                </a:lnTo>
                <a:lnTo>
                  <a:pt x="1538864" y="275906"/>
                </a:lnTo>
                <a:lnTo>
                  <a:pt x="1538864" y="214398"/>
                </a:lnTo>
                <a:close/>
                <a:moveTo>
                  <a:pt x="1538864" y="296408"/>
                </a:moveTo>
                <a:lnTo>
                  <a:pt x="1518361" y="296408"/>
                </a:lnTo>
                <a:lnTo>
                  <a:pt x="1518361" y="357916"/>
                </a:lnTo>
                <a:lnTo>
                  <a:pt x="1538864" y="357916"/>
                </a:lnTo>
                <a:lnTo>
                  <a:pt x="1538864" y="296408"/>
                </a:lnTo>
                <a:close/>
                <a:moveTo>
                  <a:pt x="1538864" y="378419"/>
                </a:moveTo>
                <a:lnTo>
                  <a:pt x="1518361" y="378419"/>
                </a:lnTo>
                <a:lnTo>
                  <a:pt x="1518361" y="439926"/>
                </a:lnTo>
                <a:lnTo>
                  <a:pt x="1538864" y="439926"/>
                </a:lnTo>
                <a:lnTo>
                  <a:pt x="1538864" y="378419"/>
                </a:lnTo>
                <a:close/>
                <a:moveTo>
                  <a:pt x="1538864" y="460429"/>
                </a:moveTo>
                <a:lnTo>
                  <a:pt x="1518361" y="460429"/>
                </a:lnTo>
                <a:lnTo>
                  <a:pt x="1518361" y="521937"/>
                </a:lnTo>
                <a:lnTo>
                  <a:pt x="1538864" y="521937"/>
                </a:lnTo>
                <a:lnTo>
                  <a:pt x="1538864" y="460429"/>
                </a:lnTo>
                <a:close/>
                <a:moveTo>
                  <a:pt x="1538864" y="542439"/>
                </a:moveTo>
                <a:lnTo>
                  <a:pt x="1518361" y="542439"/>
                </a:lnTo>
                <a:lnTo>
                  <a:pt x="1518361" y="603947"/>
                </a:lnTo>
                <a:lnTo>
                  <a:pt x="1538864" y="603947"/>
                </a:lnTo>
                <a:lnTo>
                  <a:pt x="1538864" y="542439"/>
                </a:lnTo>
                <a:close/>
                <a:moveTo>
                  <a:pt x="1518361" y="624449"/>
                </a:moveTo>
                <a:lnTo>
                  <a:pt x="1518361" y="685957"/>
                </a:lnTo>
                <a:lnTo>
                  <a:pt x="1538864" y="685957"/>
                </a:lnTo>
                <a:lnTo>
                  <a:pt x="1538864" y="624449"/>
                </a:lnTo>
                <a:lnTo>
                  <a:pt x="1518361" y="624449"/>
                </a:lnTo>
                <a:close/>
                <a:moveTo>
                  <a:pt x="1518361" y="706460"/>
                </a:moveTo>
                <a:lnTo>
                  <a:pt x="1518361" y="767967"/>
                </a:lnTo>
                <a:lnTo>
                  <a:pt x="1538864" y="767967"/>
                </a:lnTo>
                <a:lnTo>
                  <a:pt x="1538864" y="706460"/>
                </a:lnTo>
                <a:lnTo>
                  <a:pt x="1518361" y="706460"/>
                </a:lnTo>
                <a:close/>
                <a:moveTo>
                  <a:pt x="1538864" y="870480"/>
                </a:moveTo>
                <a:lnTo>
                  <a:pt x="1518361" y="870480"/>
                </a:lnTo>
                <a:lnTo>
                  <a:pt x="1518361" y="931988"/>
                </a:lnTo>
                <a:lnTo>
                  <a:pt x="1538864" y="931988"/>
                </a:lnTo>
                <a:lnTo>
                  <a:pt x="1538864" y="870480"/>
                </a:lnTo>
                <a:close/>
                <a:moveTo>
                  <a:pt x="1538864" y="952490"/>
                </a:moveTo>
                <a:lnTo>
                  <a:pt x="1518361" y="952490"/>
                </a:lnTo>
                <a:lnTo>
                  <a:pt x="1518361" y="1013998"/>
                </a:lnTo>
                <a:lnTo>
                  <a:pt x="1538864" y="1013998"/>
                </a:lnTo>
                <a:lnTo>
                  <a:pt x="1538864" y="952490"/>
                </a:lnTo>
                <a:close/>
                <a:moveTo>
                  <a:pt x="1538864" y="4232900"/>
                </a:moveTo>
                <a:lnTo>
                  <a:pt x="1518361" y="4232900"/>
                </a:lnTo>
                <a:lnTo>
                  <a:pt x="1518361" y="4294408"/>
                </a:lnTo>
                <a:lnTo>
                  <a:pt x="1538864" y="4294408"/>
                </a:lnTo>
                <a:lnTo>
                  <a:pt x="1538864" y="4232900"/>
                </a:lnTo>
                <a:close/>
                <a:moveTo>
                  <a:pt x="1538864" y="4314911"/>
                </a:moveTo>
                <a:lnTo>
                  <a:pt x="1518361" y="4314911"/>
                </a:lnTo>
                <a:lnTo>
                  <a:pt x="1518361" y="4376418"/>
                </a:lnTo>
                <a:lnTo>
                  <a:pt x="1538864" y="4376418"/>
                </a:lnTo>
                <a:lnTo>
                  <a:pt x="1538864" y="4314911"/>
                </a:lnTo>
                <a:close/>
                <a:moveTo>
                  <a:pt x="1538864" y="4396921"/>
                </a:moveTo>
                <a:lnTo>
                  <a:pt x="1518361" y="4396921"/>
                </a:lnTo>
                <a:lnTo>
                  <a:pt x="1518361" y="4458429"/>
                </a:lnTo>
                <a:lnTo>
                  <a:pt x="1538864" y="4458429"/>
                </a:lnTo>
                <a:lnTo>
                  <a:pt x="1538864" y="4396921"/>
                </a:lnTo>
                <a:close/>
                <a:moveTo>
                  <a:pt x="1538864" y="4478931"/>
                </a:moveTo>
                <a:lnTo>
                  <a:pt x="1518361" y="4478931"/>
                </a:lnTo>
                <a:lnTo>
                  <a:pt x="1518361" y="4540439"/>
                </a:lnTo>
                <a:lnTo>
                  <a:pt x="1538864" y="4540439"/>
                </a:lnTo>
                <a:lnTo>
                  <a:pt x="1538864" y="4478931"/>
                </a:lnTo>
                <a:close/>
                <a:moveTo>
                  <a:pt x="1538864" y="4560941"/>
                </a:moveTo>
                <a:lnTo>
                  <a:pt x="1518361" y="4560941"/>
                </a:lnTo>
                <a:lnTo>
                  <a:pt x="1518361" y="4622449"/>
                </a:lnTo>
                <a:lnTo>
                  <a:pt x="1538864" y="4622449"/>
                </a:lnTo>
                <a:lnTo>
                  <a:pt x="1538864" y="4560941"/>
                </a:lnTo>
                <a:close/>
                <a:moveTo>
                  <a:pt x="1538864" y="4642952"/>
                </a:moveTo>
                <a:lnTo>
                  <a:pt x="1518361" y="4642952"/>
                </a:lnTo>
                <a:lnTo>
                  <a:pt x="1518361" y="4704459"/>
                </a:lnTo>
                <a:lnTo>
                  <a:pt x="1538864" y="4704459"/>
                </a:lnTo>
                <a:lnTo>
                  <a:pt x="1538864" y="4642952"/>
                </a:lnTo>
                <a:close/>
                <a:moveTo>
                  <a:pt x="1538864" y="4724962"/>
                </a:moveTo>
                <a:lnTo>
                  <a:pt x="1518361" y="4724962"/>
                </a:lnTo>
                <a:lnTo>
                  <a:pt x="1518361" y="4786470"/>
                </a:lnTo>
                <a:lnTo>
                  <a:pt x="1538864" y="4786470"/>
                </a:lnTo>
                <a:lnTo>
                  <a:pt x="1538864" y="4724962"/>
                </a:lnTo>
                <a:close/>
                <a:moveTo>
                  <a:pt x="1538864" y="4806972"/>
                </a:moveTo>
                <a:lnTo>
                  <a:pt x="1518361" y="4806972"/>
                </a:lnTo>
                <a:lnTo>
                  <a:pt x="1518361" y="4868480"/>
                </a:lnTo>
                <a:lnTo>
                  <a:pt x="1538864" y="4868480"/>
                </a:lnTo>
                <a:lnTo>
                  <a:pt x="1538864" y="4806972"/>
                </a:lnTo>
                <a:close/>
                <a:moveTo>
                  <a:pt x="1538864" y="4888982"/>
                </a:moveTo>
                <a:lnTo>
                  <a:pt x="1518361" y="4888982"/>
                </a:lnTo>
                <a:lnTo>
                  <a:pt x="1518361" y="4950490"/>
                </a:lnTo>
                <a:lnTo>
                  <a:pt x="1538864" y="4950490"/>
                </a:lnTo>
                <a:lnTo>
                  <a:pt x="1538864" y="4888982"/>
                </a:lnTo>
                <a:close/>
                <a:moveTo>
                  <a:pt x="1538864" y="4970993"/>
                </a:moveTo>
                <a:lnTo>
                  <a:pt x="1518361" y="4970993"/>
                </a:lnTo>
                <a:lnTo>
                  <a:pt x="1518361" y="5032500"/>
                </a:lnTo>
                <a:lnTo>
                  <a:pt x="1538864" y="5032500"/>
                </a:lnTo>
                <a:lnTo>
                  <a:pt x="1538864" y="4970993"/>
                </a:lnTo>
                <a:close/>
                <a:moveTo>
                  <a:pt x="1538864" y="5053003"/>
                </a:moveTo>
                <a:lnTo>
                  <a:pt x="1518361" y="5053003"/>
                </a:lnTo>
                <a:lnTo>
                  <a:pt x="1518361" y="5114511"/>
                </a:lnTo>
                <a:lnTo>
                  <a:pt x="1538864" y="5114511"/>
                </a:lnTo>
                <a:lnTo>
                  <a:pt x="1538864" y="5053003"/>
                </a:lnTo>
                <a:close/>
                <a:moveTo>
                  <a:pt x="1538864" y="5135013"/>
                </a:moveTo>
                <a:lnTo>
                  <a:pt x="1518361" y="5135013"/>
                </a:lnTo>
                <a:lnTo>
                  <a:pt x="1518361" y="5196521"/>
                </a:lnTo>
                <a:lnTo>
                  <a:pt x="1538864" y="5196521"/>
                </a:lnTo>
                <a:lnTo>
                  <a:pt x="1538864" y="5135013"/>
                </a:lnTo>
                <a:close/>
                <a:moveTo>
                  <a:pt x="1538864" y="5217023"/>
                </a:moveTo>
                <a:lnTo>
                  <a:pt x="1518361" y="5217023"/>
                </a:lnTo>
                <a:lnTo>
                  <a:pt x="1518361" y="5278531"/>
                </a:lnTo>
                <a:lnTo>
                  <a:pt x="1538864" y="5278531"/>
                </a:lnTo>
                <a:lnTo>
                  <a:pt x="1538864" y="5217023"/>
                </a:lnTo>
                <a:close/>
                <a:moveTo>
                  <a:pt x="1538864" y="5299034"/>
                </a:moveTo>
                <a:lnTo>
                  <a:pt x="1518361" y="5299034"/>
                </a:lnTo>
                <a:lnTo>
                  <a:pt x="1518361" y="5360541"/>
                </a:lnTo>
                <a:lnTo>
                  <a:pt x="1538864" y="5360541"/>
                </a:lnTo>
                <a:lnTo>
                  <a:pt x="1538864" y="5299034"/>
                </a:lnTo>
                <a:close/>
                <a:moveTo>
                  <a:pt x="1538864" y="5381044"/>
                </a:moveTo>
                <a:lnTo>
                  <a:pt x="1518361" y="5381044"/>
                </a:lnTo>
                <a:lnTo>
                  <a:pt x="1518361" y="5442552"/>
                </a:lnTo>
                <a:lnTo>
                  <a:pt x="1538864" y="5442552"/>
                </a:lnTo>
                <a:lnTo>
                  <a:pt x="1538864" y="5381044"/>
                </a:lnTo>
                <a:close/>
                <a:moveTo>
                  <a:pt x="1538864" y="5463054"/>
                </a:moveTo>
                <a:lnTo>
                  <a:pt x="1518361" y="5463054"/>
                </a:lnTo>
                <a:lnTo>
                  <a:pt x="1518361" y="5524562"/>
                </a:lnTo>
                <a:lnTo>
                  <a:pt x="1538864" y="5524562"/>
                </a:lnTo>
                <a:lnTo>
                  <a:pt x="1538864" y="5463054"/>
                </a:lnTo>
                <a:close/>
                <a:moveTo>
                  <a:pt x="1538864" y="5545064"/>
                </a:moveTo>
                <a:lnTo>
                  <a:pt x="1518361" y="5545064"/>
                </a:lnTo>
                <a:lnTo>
                  <a:pt x="1518361" y="5606572"/>
                </a:lnTo>
                <a:lnTo>
                  <a:pt x="1538864" y="5606572"/>
                </a:lnTo>
                <a:lnTo>
                  <a:pt x="1538864" y="5545064"/>
                </a:lnTo>
                <a:close/>
                <a:moveTo>
                  <a:pt x="1536462" y="5650190"/>
                </a:moveTo>
                <a:lnTo>
                  <a:pt x="1543632" y="5655532"/>
                </a:lnTo>
                <a:lnTo>
                  <a:pt x="1551364" y="5660605"/>
                </a:lnTo>
                <a:lnTo>
                  <a:pt x="1559261" y="5665350"/>
                </a:lnTo>
                <a:lnTo>
                  <a:pt x="1565832" y="5669060"/>
                </a:lnTo>
                <a:lnTo>
                  <a:pt x="1544886" y="5668947"/>
                </a:lnTo>
                <a:lnTo>
                  <a:pt x="1544780" y="5689449"/>
                </a:lnTo>
                <a:lnTo>
                  <a:pt x="1594982" y="5689719"/>
                </a:lnTo>
                <a:lnTo>
                  <a:pt x="1598087" y="5689602"/>
                </a:lnTo>
                <a:lnTo>
                  <a:pt x="1601637" y="5689004"/>
                </a:lnTo>
                <a:lnTo>
                  <a:pt x="1606792" y="5686638"/>
                </a:lnTo>
                <a:lnTo>
                  <a:pt x="1610927" y="5679432"/>
                </a:lnTo>
                <a:lnTo>
                  <a:pt x="1608901" y="5672485"/>
                </a:lnTo>
                <a:lnTo>
                  <a:pt x="1606276" y="5669275"/>
                </a:lnTo>
                <a:lnTo>
                  <a:pt x="1604038" y="5667353"/>
                </a:lnTo>
                <a:lnTo>
                  <a:pt x="1601742" y="5665725"/>
                </a:lnTo>
                <a:lnTo>
                  <a:pt x="1601016" y="5665280"/>
                </a:lnTo>
                <a:lnTo>
                  <a:pt x="1590740" y="5682005"/>
                </a:lnTo>
                <a:lnTo>
                  <a:pt x="1590057" y="5680709"/>
                </a:lnTo>
                <a:lnTo>
                  <a:pt x="1590939" y="5673310"/>
                </a:lnTo>
                <a:lnTo>
                  <a:pt x="1595025" y="5669587"/>
                </a:lnTo>
                <a:lnTo>
                  <a:pt x="1596430" y="5669155"/>
                </a:lnTo>
                <a:lnTo>
                  <a:pt x="1596634" y="5669134"/>
                </a:lnTo>
                <a:lnTo>
                  <a:pt x="1596475" y="5669141"/>
                </a:lnTo>
                <a:lnTo>
                  <a:pt x="1596915" y="5669005"/>
                </a:lnTo>
                <a:lnTo>
                  <a:pt x="1595958" y="5669163"/>
                </a:lnTo>
                <a:lnTo>
                  <a:pt x="1594698" y="5669215"/>
                </a:lnTo>
                <a:lnTo>
                  <a:pt x="1574985" y="5669109"/>
                </a:lnTo>
                <a:lnTo>
                  <a:pt x="1582704" y="5654935"/>
                </a:lnTo>
                <a:lnTo>
                  <a:pt x="1576940" y="5651795"/>
                </a:lnTo>
                <a:lnTo>
                  <a:pt x="1577081" y="5651865"/>
                </a:lnTo>
                <a:lnTo>
                  <a:pt x="1569477" y="5647577"/>
                </a:lnTo>
                <a:lnTo>
                  <a:pt x="1569711" y="5647706"/>
                </a:lnTo>
                <a:lnTo>
                  <a:pt x="1562448" y="5643348"/>
                </a:lnTo>
                <a:lnTo>
                  <a:pt x="1555434" y="5638751"/>
                </a:lnTo>
                <a:lnTo>
                  <a:pt x="1549140" y="5634069"/>
                </a:lnTo>
                <a:lnTo>
                  <a:pt x="1546645" y="5631963"/>
                </a:lnTo>
                <a:lnTo>
                  <a:pt x="1544330" y="5629795"/>
                </a:lnTo>
                <a:lnTo>
                  <a:pt x="1542420" y="5627756"/>
                </a:lnTo>
                <a:lnTo>
                  <a:pt x="1540913" y="5625875"/>
                </a:lnTo>
                <a:lnTo>
                  <a:pt x="1539884" y="5624278"/>
                </a:lnTo>
                <a:lnTo>
                  <a:pt x="1539028" y="5622494"/>
                </a:lnTo>
                <a:lnTo>
                  <a:pt x="1520540" y="5631351"/>
                </a:lnTo>
                <a:lnTo>
                  <a:pt x="1521946" y="5634280"/>
                </a:lnTo>
                <a:lnTo>
                  <a:pt x="1524254" y="5637865"/>
                </a:lnTo>
                <a:lnTo>
                  <a:pt x="1526902" y="5641180"/>
                </a:lnTo>
                <a:lnTo>
                  <a:pt x="1529831" y="5644309"/>
                </a:lnTo>
                <a:lnTo>
                  <a:pt x="1533006" y="5647273"/>
                </a:lnTo>
                <a:lnTo>
                  <a:pt x="1536462" y="5650190"/>
                </a:lnTo>
                <a:close/>
                <a:moveTo>
                  <a:pt x="1580314" y="6655"/>
                </a:moveTo>
                <a:lnTo>
                  <a:pt x="1577397" y="6092"/>
                </a:lnTo>
                <a:lnTo>
                  <a:pt x="1574784" y="5881"/>
                </a:lnTo>
                <a:lnTo>
                  <a:pt x="1572090" y="5823"/>
                </a:lnTo>
                <a:lnTo>
                  <a:pt x="1555289" y="5752"/>
                </a:lnTo>
                <a:lnTo>
                  <a:pt x="1555236" y="18969"/>
                </a:lnTo>
                <a:lnTo>
                  <a:pt x="1550052" y="21803"/>
                </a:lnTo>
                <a:lnTo>
                  <a:pt x="1544101" y="25341"/>
                </a:lnTo>
                <a:lnTo>
                  <a:pt x="1540024" y="28083"/>
                </a:lnTo>
                <a:lnTo>
                  <a:pt x="1551446" y="45106"/>
                </a:lnTo>
                <a:lnTo>
                  <a:pt x="1554965" y="42742"/>
                </a:lnTo>
                <a:lnTo>
                  <a:pt x="1560346" y="39541"/>
                </a:lnTo>
                <a:lnTo>
                  <a:pt x="1565433" y="36763"/>
                </a:lnTo>
                <a:lnTo>
                  <a:pt x="1575089" y="31797"/>
                </a:lnTo>
                <a:lnTo>
                  <a:pt x="1579189" y="29629"/>
                </a:lnTo>
                <a:lnTo>
                  <a:pt x="1582692" y="27473"/>
                </a:lnTo>
                <a:lnTo>
                  <a:pt x="1584848" y="25763"/>
                </a:lnTo>
                <a:lnTo>
                  <a:pt x="1587601" y="22506"/>
                </a:lnTo>
                <a:lnTo>
                  <a:pt x="1589347" y="15078"/>
                </a:lnTo>
                <a:lnTo>
                  <a:pt x="1584707" y="8576"/>
                </a:lnTo>
                <a:lnTo>
                  <a:pt x="1580314" y="6655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1515F-0AAF-4F41-A6B2-B619A29A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87" y="74382"/>
            <a:ext cx="9575282" cy="5670306"/>
          </a:xfrm>
          <a:custGeom xmlns:a="http://schemas.openxmlformats.org/drawingml/2006/main">
            <a:pathLst>
              <a:path w="9575282" h="5670306">
                <a:moveTo>
                  <a:pt x="586" y="84353"/>
                </a:moveTo>
                <a:cubicBezTo>
                  <a:pt x="0" y="37713"/>
                  <a:pt x="37244" y="469"/>
                  <a:pt x="83533" y="0"/>
                </a:cubicBezTo>
                <a:lnTo>
                  <a:pt x="9491749" y="0"/>
                </a:lnTo>
                <a:cubicBezTo>
                  <a:pt x="9538038" y="469"/>
                  <a:pt x="9575282" y="37713"/>
                  <a:pt x="9574697" y="84353"/>
                </a:cubicBezTo>
                <a:lnTo>
                  <a:pt x="9574697" y="5587007"/>
                </a:lnTo>
                <a:cubicBezTo>
                  <a:pt x="9575282" y="5633061"/>
                  <a:pt x="9538038" y="5670306"/>
                  <a:pt x="9491749" y="5669954"/>
                </a:cubicBezTo>
                <a:lnTo>
                  <a:pt x="83533" y="5669954"/>
                </a:lnTo>
                <a:cubicBezTo>
                  <a:pt x="37244" y="5670306"/>
                  <a:pt x="0" y="5633061"/>
                  <a:pt x="586" y="5587007"/>
                </a:cubicBezTo>
                <a:lnTo>
                  <a:pt x="586" y="84353"/>
                </a:lnTo>
              </a:path>
            </a:pathLst>
          </a:custGeom>
          <a:solidFill xmlns:a="http://schemas.openxmlformats.org/drawingml/2006/main">
            <a:srgbClr val="F2F2F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7CFD8-63C8-4E9A-B637-FF258E2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929" y="68993"/>
            <a:ext cx="9586998" cy="5681553"/>
          </a:xfrm>
          <a:custGeom xmlns:a="http://schemas.openxmlformats.org/drawingml/2006/main">
            <a:pathLst>
              <a:path w="9586998" h="5681553">
                <a:moveTo>
                  <a:pt x="2800" y="5614761"/>
                </a:moveTo>
                <a:lnTo>
                  <a:pt x="4007" y="5618991"/>
                </a:lnTo>
                <a:lnTo>
                  <a:pt x="5401" y="5623127"/>
                </a:lnTo>
                <a:lnTo>
                  <a:pt x="6994" y="5627168"/>
                </a:lnTo>
                <a:lnTo>
                  <a:pt x="8787" y="5631117"/>
                </a:lnTo>
                <a:lnTo>
                  <a:pt x="10743" y="5634959"/>
                </a:lnTo>
                <a:lnTo>
                  <a:pt x="12887" y="5638685"/>
                </a:lnTo>
                <a:lnTo>
                  <a:pt x="15207" y="5642305"/>
                </a:lnTo>
                <a:lnTo>
                  <a:pt x="17691" y="5645796"/>
                </a:lnTo>
                <a:lnTo>
                  <a:pt x="20339" y="5649159"/>
                </a:lnTo>
                <a:lnTo>
                  <a:pt x="23127" y="5652381"/>
                </a:lnTo>
                <a:lnTo>
                  <a:pt x="26079" y="5655474"/>
                </a:lnTo>
                <a:lnTo>
                  <a:pt x="29172" y="5658426"/>
                </a:lnTo>
                <a:lnTo>
                  <a:pt x="32394" y="5661214"/>
                </a:lnTo>
                <a:lnTo>
                  <a:pt x="35756" y="5663862"/>
                </a:lnTo>
                <a:lnTo>
                  <a:pt x="39248" y="5666346"/>
                </a:lnTo>
                <a:lnTo>
                  <a:pt x="42868" y="5668666"/>
                </a:lnTo>
                <a:lnTo>
                  <a:pt x="46594" y="5670810"/>
                </a:lnTo>
                <a:lnTo>
                  <a:pt x="50436" y="5672766"/>
                </a:lnTo>
                <a:lnTo>
                  <a:pt x="54385" y="5674559"/>
                </a:lnTo>
                <a:lnTo>
                  <a:pt x="58426" y="5676152"/>
                </a:lnTo>
                <a:lnTo>
                  <a:pt x="62562" y="5677546"/>
                </a:lnTo>
                <a:lnTo>
                  <a:pt x="66791" y="5678753"/>
                </a:lnTo>
                <a:lnTo>
                  <a:pt x="71103" y="5679749"/>
                </a:lnTo>
                <a:lnTo>
                  <a:pt x="75485" y="5680534"/>
                </a:lnTo>
                <a:lnTo>
                  <a:pt x="79948" y="5681096"/>
                </a:lnTo>
                <a:lnTo>
                  <a:pt x="84459" y="5681436"/>
                </a:lnTo>
                <a:lnTo>
                  <a:pt x="88969" y="5681553"/>
                </a:lnTo>
                <a:lnTo>
                  <a:pt x="9498029" y="5681553"/>
                </a:lnTo>
                <a:lnTo>
                  <a:pt x="9502539" y="5681436"/>
                </a:lnTo>
                <a:lnTo>
                  <a:pt x="9507050" y="5681096"/>
                </a:lnTo>
                <a:lnTo>
                  <a:pt x="9511514" y="5680534"/>
                </a:lnTo>
                <a:lnTo>
                  <a:pt x="9515895" y="5679749"/>
                </a:lnTo>
                <a:lnTo>
                  <a:pt x="9520207" y="5678753"/>
                </a:lnTo>
                <a:lnTo>
                  <a:pt x="9524436" y="5677546"/>
                </a:lnTo>
                <a:lnTo>
                  <a:pt x="9528572" y="5676152"/>
                </a:lnTo>
                <a:lnTo>
                  <a:pt x="9532614" y="5674559"/>
                </a:lnTo>
                <a:lnTo>
                  <a:pt x="9536562" y="5672766"/>
                </a:lnTo>
                <a:lnTo>
                  <a:pt x="9540405" y="5670810"/>
                </a:lnTo>
                <a:lnTo>
                  <a:pt x="9544130" y="5668666"/>
                </a:lnTo>
                <a:lnTo>
                  <a:pt x="9547750" y="5666346"/>
                </a:lnTo>
                <a:lnTo>
                  <a:pt x="9551230" y="5663862"/>
                </a:lnTo>
                <a:lnTo>
                  <a:pt x="9554604" y="5661214"/>
                </a:lnTo>
                <a:lnTo>
                  <a:pt x="9557826" y="5658426"/>
                </a:lnTo>
                <a:lnTo>
                  <a:pt x="9560919" y="5655474"/>
                </a:lnTo>
                <a:lnTo>
                  <a:pt x="9563871" y="5652381"/>
                </a:lnTo>
                <a:lnTo>
                  <a:pt x="9566660" y="5649159"/>
                </a:lnTo>
                <a:lnTo>
                  <a:pt x="9569307" y="5645796"/>
                </a:lnTo>
                <a:lnTo>
                  <a:pt x="9571791" y="5642305"/>
                </a:lnTo>
                <a:lnTo>
                  <a:pt x="9574111" y="5638685"/>
                </a:lnTo>
                <a:lnTo>
                  <a:pt x="9576243" y="5634959"/>
                </a:lnTo>
                <a:lnTo>
                  <a:pt x="9578211" y="5631117"/>
                </a:lnTo>
                <a:lnTo>
                  <a:pt x="9580004" y="5627168"/>
                </a:lnTo>
                <a:lnTo>
                  <a:pt x="9581597" y="5623127"/>
                </a:lnTo>
                <a:lnTo>
                  <a:pt x="9582991" y="5618991"/>
                </a:lnTo>
                <a:lnTo>
                  <a:pt x="9584198" y="5614761"/>
                </a:lnTo>
                <a:lnTo>
                  <a:pt x="9585194" y="5610450"/>
                </a:lnTo>
                <a:lnTo>
                  <a:pt x="9585979" y="5606068"/>
                </a:lnTo>
                <a:lnTo>
                  <a:pt x="9586541" y="5601605"/>
                </a:lnTo>
                <a:lnTo>
                  <a:pt x="9586881" y="5597094"/>
                </a:lnTo>
                <a:lnTo>
                  <a:pt x="9586998" y="5592584"/>
                </a:lnTo>
                <a:lnTo>
                  <a:pt x="9586998" y="88969"/>
                </a:lnTo>
                <a:lnTo>
                  <a:pt x="9586881" y="84459"/>
                </a:lnTo>
                <a:lnTo>
                  <a:pt x="9586541" y="79948"/>
                </a:lnTo>
                <a:lnTo>
                  <a:pt x="9585979" y="75485"/>
                </a:lnTo>
                <a:lnTo>
                  <a:pt x="9585194" y="71103"/>
                </a:lnTo>
                <a:lnTo>
                  <a:pt x="9584198" y="66791"/>
                </a:lnTo>
                <a:lnTo>
                  <a:pt x="9582991" y="62562"/>
                </a:lnTo>
                <a:lnTo>
                  <a:pt x="9581597" y="58426"/>
                </a:lnTo>
                <a:lnTo>
                  <a:pt x="9580004" y="54385"/>
                </a:lnTo>
                <a:lnTo>
                  <a:pt x="9578211" y="50436"/>
                </a:lnTo>
                <a:lnTo>
                  <a:pt x="9576243" y="46594"/>
                </a:lnTo>
                <a:lnTo>
                  <a:pt x="9574111" y="42868"/>
                </a:lnTo>
                <a:lnTo>
                  <a:pt x="9571791" y="39248"/>
                </a:lnTo>
                <a:lnTo>
                  <a:pt x="9569307" y="35756"/>
                </a:lnTo>
                <a:lnTo>
                  <a:pt x="9566660" y="32394"/>
                </a:lnTo>
                <a:lnTo>
                  <a:pt x="9563871" y="29172"/>
                </a:lnTo>
                <a:lnTo>
                  <a:pt x="9560919" y="26079"/>
                </a:lnTo>
                <a:lnTo>
                  <a:pt x="9557826" y="23127"/>
                </a:lnTo>
                <a:lnTo>
                  <a:pt x="9554604" y="20339"/>
                </a:lnTo>
                <a:lnTo>
                  <a:pt x="9551230" y="17691"/>
                </a:lnTo>
                <a:lnTo>
                  <a:pt x="9547750" y="15207"/>
                </a:lnTo>
                <a:lnTo>
                  <a:pt x="9544130" y="12887"/>
                </a:lnTo>
                <a:lnTo>
                  <a:pt x="9540405" y="10743"/>
                </a:lnTo>
                <a:lnTo>
                  <a:pt x="9536562" y="8787"/>
                </a:lnTo>
                <a:lnTo>
                  <a:pt x="9532614" y="6994"/>
                </a:lnTo>
                <a:lnTo>
                  <a:pt x="9528572" y="5401"/>
                </a:lnTo>
                <a:lnTo>
                  <a:pt x="9524436" y="4007"/>
                </a:lnTo>
                <a:lnTo>
                  <a:pt x="9520207" y="2800"/>
                </a:lnTo>
                <a:lnTo>
                  <a:pt x="9515895" y="1804"/>
                </a:lnTo>
                <a:lnTo>
                  <a:pt x="9511514" y="1019"/>
                </a:lnTo>
                <a:lnTo>
                  <a:pt x="9507050" y="457"/>
                </a:lnTo>
                <a:lnTo>
                  <a:pt x="9502539" y="117"/>
                </a:lnTo>
                <a:lnTo>
                  <a:pt x="9498029" y="0"/>
                </a:lnTo>
                <a:lnTo>
                  <a:pt x="88969" y="0"/>
                </a:lnTo>
                <a:lnTo>
                  <a:pt x="84459" y="117"/>
                </a:lnTo>
                <a:lnTo>
                  <a:pt x="79948" y="457"/>
                </a:lnTo>
                <a:lnTo>
                  <a:pt x="75485" y="1019"/>
                </a:lnTo>
                <a:lnTo>
                  <a:pt x="71103" y="1804"/>
                </a:lnTo>
                <a:lnTo>
                  <a:pt x="66791" y="2800"/>
                </a:lnTo>
                <a:lnTo>
                  <a:pt x="62562" y="4007"/>
                </a:lnTo>
                <a:lnTo>
                  <a:pt x="58426" y="5401"/>
                </a:lnTo>
                <a:lnTo>
                  <a:pt x="54385" y="6994"/>
                </a:lnTo>
                <a:lnTo>
                  <a:pt x="50436" y="8787"/>
                </a:lnTo>
                <a:lnTo>
                  <a:pt x="46594" y="10743"/>
                </a:lnTo>
                <a:lnTo>
                  <a:pt x="42868" y="12887"/>
                </a:lnTo>
                <a:lnTo>
                  <a:pt x="39248" y="15207"/>
                </a:lnTo>
                <a:lnTo>
                  <a:pt x="35756" y="17691"/>
                </a:lnTo>
                <a:lnTo>
                  <a:pt x="32394" y="20339"/>
                </a:lnTo>
                <a:lnTo>
                  <a:pt x="29172" y="23127"/>
                </a:lnTo>
                <a:lnTo>
                  <a:pt x="26079" y="26079"/>
                </a:lnTo>
                <a:lnTo>
                  <a:pt x="23127" y="29172"/>
                </a:lnTo>
                <a:lnTo>
                  <a:pt x="20339" y="32394"/>
                </a:lnTo>
                <a:lnTo>
                  <a:pt x="17691" y="35756"/>
                </a:lnTo>
                <a:lnTo>
                  <a:pt x="15207" y="39248"/>
                </a:lnTo>
                <a:lnTo>
                  <a:pt x="12887" y="42868"/>
                </a:lnTo>
                <a:lnTo>
                  <a:pt x="10743" y="46594"/>
                </a:lnTo>
                <a:lnTo>
                  <a:pt x="8787" y="50436"/>
                </a:lnTo>
                <a:lnTo>
                  <a:pt x="6994" y="54385"/>
                </a:lnTo>
                <a:lnTo>
                  <a:pt x="5401" y="58426"/>
                </a:lnTo>
                <a:lnTo>
                  <a:pt x="4007" y="62562"/>
                </a:lnTo>
                <a:lnTo>
                  <a:pt x="2800" y="66791"/>
                </a:lnTo>
                <a:lnTo>
                  <a:pt x="1804" y="71103"/>
                </a:lnTo>
                <a:lnTo>
                  <a:pt x="1019" y="75485"/>
                </a:lnTo>
                <a:lnTo>
                  <a:pt x="457" y="79948"/>
                </a:lnTo>
                <a:lnTo>
                  <a:pt x="117" y="84459"/>
                </a:lnTo>
                <a:lnTo>
                  <a:pt x="0" y="88969"/>
                </a:lnTo>
                <a:lnTo>
                  <a:pt x="0" y="5592584"/>
                </a:lnTo>
                <a:lnTo>
                  <a:pt x="117" y="5597094"/>
                </a:lnTo>
                <a:lnTo>
                  <a:pt x="457" y="5601605"/>
                </a:lnTo>
                <a:lnTo>
                  <a:pt x="1019" y="5606068"/>
                </a:lnTo>
                <a:lnTo>
                  <a:pt x="1804" y="5610450"/>
                </a:lnTo>
                <a:lnTo>
                  <a:pt x="2800" y="5614761"/>
                </a:lnTo>
                <a:close/>
                <a:moveTo>
                  <a:pt x="15165" y="66132"/>
                </a:moveTo>
                <a:lnTo>
                  <a:pt x="16376" y="62532"/>
                </a:lnTo>
                <a:lnTo>
                  <a:pt x="17767" y="59005"/>
                </a:lnTo>
                <a:lnTo>
                  <a:pt x="19376" y="55447"/>
                </a:lnTo>
                <a:lnTo>
                  <a:pt x="21103" y="52082"/>
                </a:lnTo>
                <a:lnTo>
                  <a:pt x="22889" y="48980"/>
                </a:lnTo>
                <a:lnTo>
                  <a:pt x="24975" y="45732"/>
                </a:lnTo>
                <a:lnTo>
                  <a:pt x="27053" y="42815"/>
                </a:lnTo>
                <a:lnTo>
                  <a:pt x="29390" y="39833"/>
                </a:lnTo>
                <a:lnTo>
                  <a:pt x="31757" y="37094"/>
                </a:lnTo>
                <a:lnTo>
                  <a:pt x="34364" y="34364"/>
                </a:lnTo>
                <a:lnTo>
                  <a:pt x="37094" y="31757"/>
                </a:lnTo>
                <a:lnTo>
                  <a:pt x="39833" y="29390"/>
                </a:lnTo>
                <a:lnTo>
                  <a:pt x="42815" y="27053"/>
                </a:lnTo>
                <a:lnTo>
                  <a:pt x="45890" y="24863"/>
                </a:lnTo>
                <a:lnTo>
                  <a:pt x="48976" y="22891"/>
                </a:lnTo>
                <a:lnTo>
                  <a:pt x="52082" y="21103"/>
                </a:lnTo>
                <a:lnTo>
                  <a:pt x="55447" y="19376"/>
                </a:lnTo>
                <a:lnTo>
                  <a:pt x="59005" y="17767"/>
                </a:lnTo>
                <a:lnTo>
                  <a:pt x="62532" y="16376"/>
                </a:lnTo>
                <a:lnTo>
                  <a:pt x="66132" y="15165"/>
                </a:lnTo>
                <a:lnTo>
                  <a:pt x="69750" y="14145"/>
                </a:lnTo>
                <a:lnTo>
                  <a:pt x="73478" y="13279"/>
                </a:lnTo>
                <a:lnTo>
                  <a:pt x="77213" y="12617"/>
                </a:lnTo>
                <a:lnTo>
                  <a:pt x="81243" y="12106"/>
                </a:lnTo>
                <a:lnTo>
                  <a:pt x="85124" y="11816"/>
                </a:lnTo>
                <a:lnTo>
                  <a:pt x="89192" y="11716"/>
                </a:lnTo>
                <a:lnTo>
                  <a:pt x="9497806" y="11716"/>
                </a:lnTo>
                <a:lnTo>
                  <a:pt x="9501874" y="11816"/>
                </a:lnTo>
                <a:lnTo>
                  <a:pt x="9505755" y="12106"/>
                </a:lnTo>
                <a:lnTo>
                  <a:pt x="9509785" y="12617"/>
                </a:lnTo>
                <a:lnTo>
                  <a:pt x="9513521" y="13279"/>
                </a:lnTo>
                <a:lnTo>
                  <a:pt x="9517248" y="14145"/>
                </a:lnTo>
                <a:lnTo>
                  <a:pt x="9520866" y="15165"/>
                </a:lnTo>
                <a:lnTo>
                  <a:pt x="9524466" y="16376"/>
                </a:lnTo>
                <a:lnTo>
                  <a:pt x="9527993" y="17767"/>
                </a:lnTo>
                <a:lnTo>
                  <a:pt x="9531551" y="19376"/>
                </a:lnTo>
                <a:lnTo>
                  <a:pt x="9534916" y="21103"/>
                </a:lnTo>
                <a:lnTo>
                  <a:pt x="9538023" y="22891"/>
                </a:lnTo>
                <a:lnTo>
                  <a:pt x="9541108" y="24863"/>
                </a:lnTo>
                <a:lnTo>
                  <a:pt x="9544184" y="27053"/>
                </a:lnTo>
                <a:lnTo>
                  <a:pt x="9547161" y="29386"/>
                </a:lnTo>
                <a:lnTo>
                  <a:pt x="9550015" y="31862"/>
                </a:lnTo>
                <a:lnTo>
                  <a:pt x="9552634" y="34364"/>
                </a:lnTo>
                <a:lnTo>
                  <a:pt x="9555241" y="37094"/>
                </a:lnTo>
                <a:lnTo>
                  <a:pt x="9557608" y="39833"/>
                </a:lnTo>
                <a:lnTo>
                  <a:pt x="9559945" y="42815"/>
                </a:lnTo>
                <a:lnTo>
                  <a:pt x="9562023" y="45732"/>
                </a:lnTo>
                <a:lnTo>
                  <a:pt x="9564109" y="48980"/>
                </a:lnTo>
                <a:lnTo>
                  <a:pt x="9565895" y="52082"/>
                </a:lnTo>
                <a:lnTo>
                  <a:pt x="9567622" y="55447"/>
                </a:lnTo>
                <a:lnTo>
                  <a:pt x="9569231" y="59005"/>
                </a:lnTo>
                <a:lnTo>
                  <a:pt x="9570543" y="62331"/>
                </a:lnTo>
                <a:lnTo>
                  <a:pt x="9571834" y="66135"/>
                </a:lnTo>
                <a:lnTo>
                  <a:pt x="9572853" y="69750"/>
                </a:lnTo>
                <a:lnTo>
                  <a:pt x="9573748" y="73598"/>
                </a:lnTo>
                <a:lnTo>
                  <a:pt x="9573677" y="73305"/>
                </a:lnTo>
                <a:lnTo>
                  <a:pt x="9574383" y="77223"/>
                </a:lnTo>
                <a:lnTo>
                  <a:pt x="9574892" y="81243"/>
                </a:lnTo>
                <a:lnTo>
                  <a:pt x="9575182" y="85124"/>
                </a:lnTo>
                <a:lnTo>
                  <a:pt x="9575282" y="89192"/>
                </a:lnTo>
                <a:lnTo>
                  <a:pt x="9575282" y="5592361"/>
                </a:lnTo>
                <a:lnTo>
                  <a:pt x="9575182" y="5596428"/>
                </a:lnTo>
                <a:lnTo>
                  <a:pt x="9574892" y="5600310"/>
                </a:lnTo>
                <a:lnTo>
                  <a:pt x="9574383" y="5604330"/>
                </a:lnTo>
                <a:lnTo>
                  <a:pt x="9573677" y="5608248"/>
                </a:lnTo>
                <a:lnTo>
                  <a:pt x="9573748" y="5607955"/>
                </a:lnTo>
                <a:lnTo>
                  <a:pt x="9572853" y="5611803"/>
                </a:lnTo>
                <a:lnTo>
                  <a:pt x="9571834" y="5615418"/>
                </a:lnTo>
                <a:lnTo>
                  <a:pt x="9570543" y="5619222"/>
                </a:lnTo>
                <a:lnTo>
                  <a:pt x="9569231" y="5622548"/>
                </a:lnTo>
                <a:lnTo>
                  <a:pt x="9567622" y="5626106"/>
                </a:lnTo>
                <a:lnTo>
                  <a:pt x="9565895" y="5629471"/>
                </a:lnTo>
                <a:lnTo>
                  <a:pt x="9564109" y="5632573"/>
                </a:lnTo>
                <a:lnTo>
                  <a:pt x="9562023" y="5635821"/>
                </a:lnTo>
                <a:lnTo>
                  <a:pt x="9559945" y="5638738"/>
                </a:lnTo>
                <a:lnTo>
                  <a:pt x="9557608" y="5641720"/>
                </a:lnTo>
                <a:lnTo>
                  <a:pt x="9555241" y="5644459"/>
                </a:lnTo>
                <a:lnTo>
                  <a:pt x="9552634" y="5647189"/>
                </a:lnTo>
                <a:lnTo>
                  <a:pt x="9550015" y="5649691"/>
                </a:lnTo>
                <a:lnTo>
                  <a:pt x="9547161" y="5652167"/>
                </a:lnTo>
                <a:lnTo>
                  <a:pt x="9544184" y="5654500"/>
                </a:lnTo>
                <a:lnTo>
                  <a:pt x="9541266" y="5656578"/>
                </a:lnTo>
                <a:lnTo>
                  <a:pt x="9538018" y="5658664"/>
                </a:lnTo>
                <a:lnTo>
                  <a:pt x="9534916" y="5660450"/>
                </a:lnTo>
                <a:lnTo>
                  <a:pt x="9531551" y="5662177"/>
                </a:lnTo>
                <a:lnTo>
                  <a:pt x="9527993" y="5663786"/>
                </a:lnTo>
                <a:lnTo>
                  <a:pt x="9524466" y="5665177"/>
                </a:lnTo>
                <a:lnTo>
                  <a:pt x="9520866" y="5666388"/>
                </a:lnTo>
                <a:lnTo>
                  <a:pt x="9517248" y="5667407"/>
                </a:lnTo>
                <a:lnTo>
                  <a:pt x="9513521" y="5668274"/>
                </a:lnTo>
                <a:lnTo>
                  <a:pt x="9509785" y="5668936"/>
                </a:lnTo>
                <a:lnTo>
                  <a:pt x="9505755" y="5669447"/>
                </a:lnTo>
                <a:lnTo>
                  <a:pt x="9501874" y="5669737"/>
                </a:lnTo>
                <a:lnTo>
                  <a:pt x="9497806" y="5669837"/>
                </a:lnTo>
                <a:lnTo>
                  <a:pt x="89192" y="5669837"/>
                </a:lnTo>
                <a:lnTo>
                  <a:pt x="85124" y="5669737"/>
                </a:lnTo>
                <a:lnTo>
                  <a:pt x="81243" y="5669447"/>
                </a:lnTo>
                <a:lnTo>
                  <a:pt x="77213" y="5668936"/>
                </a:lnTo>
                <a:lnTo>
                  <a:pt x="73478" y="5668274"/>
                </a:lnTo>
                <a:lnTo>
                  <a:pt x="69750" y="5667407"/>
                </a:lnTo>
                <a:lnTo>
                  <a:pt x="66132" y="5666388"/>
                </a:lnTo>
                <a:lnTo>
                  <a:pt x="62532" y="5665177"/>
                </a:lnTo>
                <a:lnTo>
                  <a:pt x="59005" y="5663786"/>
                </a:lnTo>
                <a:lnTo>
                  <a:pt x="55447" y="5662177"/>
                </a:lnTo>
                <a:lnTo>
                  <a:pt x="52082" y="5660450"/>
                </a:lnTo>
                <a:lnTo>
                  <a:pt x="48980" y="5658664"/>
                </a:lnTo>
                <a:lnTo>
                  <a:pt x="45732" y="5656578"/>
                </a:lnTo>
                <a:lnTo>
                  <a:pt x="42815" y="5654500"/>
                </a:lnTo>
                <a:lnTo>
                  <a:pt x="39833" y="5652163"/>
                </a:lnTo>
                <a:lnTo>
                  <a:pt x="37094" y="5649796"/>
                </a:lnTo>
                <a:lnTo>
                  <a:pt x="34364" y="5647189"/>
                </a:lnTo>
                <a:lnTo>
                  <a:pt x="31757" y="5644459"/>
                </a:lnTo>
                <a:lnTo>
                  <a:pt x="29390" y="5641720"/>
                </a:lnTo>
                <a:lnTo>
                  <a:pt x="27053" y="5638738"/>
                </a:lnTo>
                <a:lnTo>
                  <a:pt x="24975" y="5635821"/>
                </a:lnTo>
                <a:lnTo>
                  <a:pt x="22889" y="5632573"/>
                </a:lnTo>
                <a:lnTo>
                  <a:pt x="21103" y="5629471"/>
                </a:lnTo>
                <a:lnTo>
                  <a:pt x="19376" y="5626106"/>
                </a:lnTo>
                <a:lnTo>
                  <a:pt x="17767" y="5622548"/>
                </a:lnTo>
                <a:lnTo>
                  <a:pt x="16376" y="5619021"/>
                </a:lnTo>
                <a:lnTo>
                  <a:pt x="15165" y="5615421"/>
                </a:lnTo>
                <a:lnTo>
                  <a:pt x="14145" y="5611803"/>
                </a:lnTo>
                <a:lnTo>
                  <a:pt x="13279" y="5608075"/>
                </a:lnTo>
                <a:lnTo>
                  <a:pt x="12617" y="5604340"/>
                </a:lnTo>
                <a:lnTo>
                  <a:pt x="12106" y="5600310"/>
                </a:lnTo>
                <a:lnTo>
                  <a:pt x="11816" y="5596428"/>
                </a:lnTo>
                <a:lnTo>
                  <a:pt x="11716" y="5592361"/>
                </a:lnTo>
                <a:lnTo>
                  <a:pt x="11716" y="89192"/>
                </a:lnTo>
                <a:lnTo>
                  <a:pt x="11816" y="85124"/>
                </a:lnTo>
                <a:lnTo>
                  <a:pt x="12106" y="81243"/>
                </a:lnTo>
                <a:lnTo>
                  <a:pt x="12617" y="77213"/>
                </a:lnTo>
                <a:lnTo>
                  <a:pt x="13279" y="73478"/>
                </a:lnTo>
                <a:lnTo>
                  <a:pt x="14145" y="69750"/>
                </a:lnTo>
                <a:lnTo>
                  <a:pt x="15165" y="66132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E0829-2E32-423A-90A6-CA40FD8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768" y="200795"/>
            <a:ext cx="7363232" cy="1627294"/>
          </a:xfrm>
          <a:custGeom xmlns:a="http://schemas.openxmlformats.org/drawingml/2006/main">
            <a:pathLst>
              <a:path w="7363232" h="1627294">
                <a:moveTo>
                  <a:pt x="0" y="123835"/>
                </a:moveTo>
                <a:cubicBezTo>
                  <a:pt x="469" y="55216"/>
                  <a:pt x="55685" y="0"/>
                  <a:pt x="123718" y="117"/>
                </a:cubicBezTo>
                <a:lnTo>
                  <a:pt x="7240333" y="117"/>
                </a:lnTo>
                <a:cubicBezTo>
                  <a:pt x="7308015" y="0"/>
                  <a:pt x="7363232" y="55216"/>
                  <a:pt x="7362646" y="123835"/>
                </a:cubicBezTo>
                <a:lnTo>
                  <a:pt x="7362646" y="1504419"/>
                </a:lnTo>
                <a:cubicBezTo>
                  <a:pt x="7363232" y="1572078"/>
                  <a:pt x="7308015" y="1627294"/>
                  <a:pt x="7240333" y="1626732"/>
                </a:cubicBezTo>
                <a:lnTo>
                  <a:pt x="123718" y="1626732"/>
                </a:lnTo>
                <a:cubicBezTo>
                  <a:pt x="55685" y="1627294"/>
                  <a:pt x="469" y="1572078"/>
                  <a:pt x="0" y="1504419"/>
                </a:cubicBezTo>
                <a:lnTo>
                  <a:pt x="0" y="123835"/>
                </a:lnTo>
              </a:path>
            </a:pathLst>
          </a:custGeom>
          <a:solidFill xmlns:a="http://schemas.openxmlformats.org/drawingml/2006/main">
            <a:srgbClr val="FFF2CA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E30A1-2379-436A-A3C3-C608711C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57" y="187615"/>
            <a:ext cx="7389124" cy="1653655"/>
          </a:xfrm>
          <a:custGeom xmlns:a="http://schemas.openxmlformats.org/drawingml/2006/main">
            <a:pathLst>
              <a:path w="7389124" h="1653655">
                <a:moveTo>
                  <a:pt x="4300" y="1551247"/>
                </a:moveTo>
                <a:lnTo>
                  <a:pt x="6139" y="1557726"/>
                </a:lnTo>
                <a:lnTo>
                  <a:pt x="8283" y="1564076"/>
                </a:lnTo>
                <a:lnTo>
                  <a:pt x="10732" y="1570274"/>
                </a:lnTo>
                <a:lnTo>
                  <a:pt x="13461" y="1576331"/>
                </a:lnTo>
                <a:lnTo>
                  <a:pt x="16484" y="1582224"/>
                </a:lnTo>
                <a:lnTo>
                  <a:pt x="19764" y="1587941"/>
                </a:lnTo>
                <a:lnTo>
                  <a:pt x="23314" y="1593471"/>
                </a:lnTo>
                <a:lnTo>
                  <a:pt x="27122" y="1598825"/>
                </a:lnTo>
                <a:lnTo>
                  <a:pt x="31176" y="1603980"/>
                </a:lnTo>
                <a:lnTo>
                  <a:pt x="35464" y="1608936"/>
                </a:lnTo>
                <a:lnTo>
                  <a:pt x="39986" y="1613669"/>
                </a:lnTo>
                <a:lnTo>
                  <a:pt x="44719" y="1618191"/>
                </a:lnTo>
                <a:lnTo>
                  <a:pt x="49675" y="1622479"/>
                </a:lnTo>
                <a:lnTo>
                  <a:pt x="54830" y="1626521"/>
                </a:lnTo>
                <a:lnTo>
                  <a:pt x="60172" y="1630329"/>
                </a:lnTo>
                <a:lnTo>
                  <a:pt x="65714" y="1633878"/>
                </a:lnTo>
                <a:lnTo>
                  <a:pt x="71431" y="1637171"/>
                </a:lnTo>
                <a:lnTo>
                  <a:pt x="77324" y="1640182"/>
                </a:lnTo>
                <a:lnTo>
                  <a:pt x="83369" y="1642923"/>
                </a:lnTo>
                <a:lnTo>
                  <a:pt x="89579" y="1645372"/>
                </a:lnTo>
                <a:lnTo>
                  <a:pt x="95917" y="1647516"/>
                </a:lnTo>
                <a:lnTo>
                  <a:pt x="102407" y="1649355"/>
                </a:lnTo>
                <a:lnTo>
                  <a:pt x="109015" y="1650878"/>
                </a:lnTo>
                <a:lnTo>
                  <a:pt x="115740" y="1652085"/>
                </a:lnTo>
                <a:lnTo>
                  <a:pt x="122570" y="1652952"/>
                </a:lnTo>
                <a:lnTo>
                  <a:pt x="129494" y="1653479"/>
                </a:lnTo>
                <a:lnTo>
                  <a:pt x="136348" y="1653655"/>
                </a:lnTo>
                <a:lnTo>
                  <a:pt x="7252776" y="1653655"/>
                </a:lnTo>
                <a:lnTo>
                  <a:pt x="7259629" y="1653479"/>
                </a:lnTo>
                <a:lnTo>
                  <a:pt x="7266553" y="1652952"/>
                </a:lnTo>
                <a:lnTo>
                  <a:pt x="7273384" y="1652085"/>
                </a:lnTo>
                <a:lnTo>
                  <a:pt x="7280108" y="1650878"/>
                </a:lnTo>
                <a:lnTo>
                  <a:pt x="7286716" y="1649355"/>
                </a:lnTo>
                <a:lnTo>
                  <a:pt x="7293195" y="1647516"/>
                </a:lnTo>
                <a:lnTo>
                  <a:pt x="7299545" y="1645372"/>
                </a:lnTo>
                <a:lnTo>
                  <a:pt x="7305754" y="1642923"/>
                </a:lnTo>
                <a:lnTo>
                  <a:pt x="7311800" y="1640182"/>
                </a:lnTo>
                <a:lnTo>
                  <a:pt x="7317693" y="1637171"/>
                </a:lnTo>
                <a:lnTo>
                  <a:pt x="7323410" y="1633878"/>
                </a:lnTo>
                <a:lnTo>
                  <a:pt x="7328951" y="1630329"/>
                </a:lnTo>
                <a:lnTo>
                  <a:pt x="7334294" y="1626521"/>
                </a:lnTo>
                <a:lnTo>
                  <a:pt x="7339449" y="1622479"/>
                </a:lnTo>
                <a:lnTo>
                  <a:pt x="7344405" y="1618191"/>
                </a:lnTo>
                <a:lnTo>
                  <a:pt x="7349138" y="1613669"/>
                </a:lnTo>
                <a:lnTo>
                  <a:pt x="7353660" y="1608936"/>
                </a:lnTo>
                <a:lnTo>
                  <a:pt x="7357948" y="1603980"/>
                </a:lnTo>
                <a:lnTo>
                  <a:pt x="7362002" y="1598825"/>
                </a:lnTo>
                <a:lnTo>
                  <a:pt x="7365809" y="1593471"/>
                </a:lnTo>
                <a:lnTo>
                  <a:pt x="7369359" y="1587941"/>
                </a:lnTo>
                <a:lnTo>
                  <a:pt x="7372639" y="1582224"/>
                </a:lnTo>
                <a:lnTo>
                  <a:pt x="7375662" y="1576331"/>
                </a:lnTo>
                <a:lnTo>
                  <a:pt x="7378392" y="1570274"/>
                </a:lnTo>
                <a:lnTo>
                  <a:pt x="7380840" y="1564076"/>
                </a:lnTo>
                <a:lnTo>
                  <a:pt x="7382984" y="1557726"/>
                </a:lnTo>
                <a:lnTo>
                  <a:pt x="7384824" y="1551247"/>
                </a:lnTo>
                <a:lnTo>
                  <a:pt x="7386359" y="1544640"/>
                </a:lnTo>
                <a:lnTo>
                  <a:pt x="7387554" y="1537915"/>
                </a:lnTo>
                <a:lnTo>
                  <a:pt x="7388421" y="1531085"/>
                </a:lnTo>
                <a:lnTo>
                  <a:pt x="7388948" y="1524149"/>
                </a:lnTo>
                <a:lnTo>
                  <a:pt x="7389124" y="1517307"/>
                </a:lnTo>
                <a:lnTo>
                  <a:pt x="7389124" y="136348"/>
                </a:lnTo>
                <a:lnTo>
                  <a:pt x="7388948" y="129494"/>
                </a:lnTo>
                <a:lnTo>
                  <a:pt x="7388421" y="122570"/>
                </a:lnTo>
                <a:lnTo>
                  <a:pt x="7387554" y="115740"/>
                </a:lnTo>
                <a:lnTo>
                  <a:pt x="7386359" y="109015"/>
                </a:lnTo>
                <a:lnTo>
                  <a:pt x="7384824" y="102407"/>
                </a:lnTo>
                <a:lnTo>
                  <a:pt x="7382984" y="95917"/>
                </a:lnTo>
                <a:lnTo>
                  <a:pt x="7380840" y="89579"/>
                </a:lnTo>
                <a:lnTo>
                  <a:pt x="7378392" y="83369"/>
                </a:lnTo>
                <a:lnTo>
                  <a:pt x="7375662" y="77324"/>
                </a:lnTo>
                <a:lnTo>
                  <a:pt x="7372639" y="71431"/>
                </a:lnTo>
                <a:lnTo>
                  <a:pt x="7369359" y="65714"/>
                </a:lnTo>
                <a:lnTo>
                  <a:pt x="7365809" y="60172"/>
                </a:lnTo>
                <a:lnTo>
                  <a:pt x="7362002" y="54830"/>
                </a:lnTo>
                <a:lnTo>
                  <a:pt x="7357948" y="49675"/>
                </a:lnTo>
                <a:lnTo>
                  <a:pt x="7353660" y="44719"/>
                </a:lnTo>
                <a:lnTo>
                  <a:pt x="7349138" y="39986"/>
                </a:lnTo>
                <a:lnTo>
                  <a:pt x="7344405" y="35464"/>
                </a:lnTo>
                <a:lnTo>
                  <a:pt x="7339449" y="31176"/>
                </a:lnTo>
                <a:lnTo>
                  <a:pt x="7334294" y="27122"/>
                </a:lnTo>
                <a:lnTo>
                  <a:pt x="7328951" y="23314"/>
                </a:lnTo>
                <a:lnTo>
                  <a:pt x="7323410" y="19764"/>
                </a:lnTo>
                <a:lnTo>
                  <a:pt x="7317693" y="16484"/>
                </a:lnTo>
                <a:lnTo>
                  <a:pt x="7311800" y="13461"/>
                </a:lnTo>
                <a:lnTo>
                  <a:pt x="7305754" y="10732"/>
                </a:lnTo>
                <a:lnTo>
                  <a:pt x="7299545" y="8283"/>
                </a:lnTo>
                <a:lnTo>
                  <a:pt x="7293195" y="6139"/>
                </a:lnTo>
                <a:lnTo>
                  <a:pt x="7286716" y="4300"/>
                </a:lnTo>
                <a:lnTo>
                  <a:pt x="7280108" y="2765"/>
                </a:lnTo>
                <a:lnTo>
                  <a:pt x="7273384" y="1570"/>
                </a:lnTo>
                <a:lnTo>
                  <a:pt x="7266553" y="703"/>
                </a:lnTo>
                <a:lnTo>
                  <a:pt x="7259629" y="176"/>
                </a:lnTo>
                <a:lnTo>
                  <a:pt x="7252776" y="0"/>
                </a:lnTo>
                <a:lnTo>
                  <a:pt x="136348" y="0"/>
                </a:lnTo>
                <a:lnTo>
                  <a:pt x="129494" y="176"/>
                </a:lnTo>
                <a:lnTo>
                  <a:pt x="122570" y="703"/>
                </a:lnTo>
                <a:lnTo>
                  <a:pt x="115740" y="1570"/>
                </a:lnTo>
                <a:lnTo>
                  <a:pt x="109015" y="2765"/>
                </a:lnTo>
                <a:lnTo>
                  <a:pt x="102407" y="4300"/>
                </a:lnTo>
                <a:lnTo>
                  <a:pt x="95917" y="6139"/>
                </a:lnTo>
                <a:lnTo>
                  <a:pt x="89579" y="8283"/>
                </a:lnTo>
                <a:lnTo>
                  <a:pt x="83369" y="10732"/>
                </a:lnTo>
                <a:lnTo>
                  <a:pt x="77324" y="13461"/>
                </a:lnTo>
                <a:lnTo>
                  <a:pt x="71431" y="16484"/>
                </a:lnTo>
                <a:lnTo>
                  <a:pt x="65714" y="19764"/>
                </a:lnTo>
                <a:lnTo>
                  <a:pt x="60172" y="23314"/>
                </a:lnTo>
                <a:lnTo>
                  <a:pt x="54830" y="27122"/>
                </a:lnTo>
                <a:lnTo>
                  <a:pt x="49675" y="31176"/>
                </a:lnTo>
                <a:lnTo>
                  <a:pt x="44719" y="35464"/>
                </a:lnTo>
                <a:lnTo>
                  <a:pt x="39986" y="39986"/>
                </a:lnTo>
                <a:lnTo>
                  <a:pt x="35464" y="44719"/>
                </a:lnTo>
                <a:lnTo>
                  <a:pt x="31176" y="49675"/>
                </a:lnTo>
                <a:lnTo>
                  <a:pt x="27122" y="54830"/>
                </a:lnTo>
                <a:lnTo>
                  <a:pt x="23314" y="60172"/>
                </a:lnTo>
                <a:lnTo>
                  <a:pt x="19764" y="65714"/>
                </a:lnTo>
                <a:lnTo>
                  <a:pt x="16484" y="71431"/>
                </a:lnTo>
                <a:lnTo>
                  <a:pt x="13461" y="77324"/>
                </a:lnTo>
                <a:lnTo>
                  <a:pt x="10732" y="83369"/>
                </a:lnTo>
                <a:lnTo>
                  <a:pt x="8283" y="89579"/>
                </a:lnTo>
                <a:lnTo>
                  <a:pt x="6139" y="95917"/>
                </a:lnTo>
                <a:lnTo>
                  <a:pt x="4300" y="102407"/>
                </a:lnTo>
                <a:lnTo>
                  <a:pt x="2765" y="109015"/>
                </a:lnTo>
                <a:lnTo>
                  <a:pt x="1570" y="115740"/>
                </a:lnTo>
                <a:lnTo>
                  <a:pt x="703" y="122570"/>
                </a:lnTo>
                <a:lnTo>
                  <a:pt x="176" y="129494"/>
                </a:lnTo>
                <a:lnTo>
                  <a:pt x="0" y="136348"/>
                </a:lnTo>
                <a:lnTo>
                  <a:pt x="0" y="1517307"/>
                </a:lnTo>
                <a:lnTo>
                  <a:pt x="176" y="1524149"/>
                </a:lnTo>
                <a:lnTo>
                  <a:pt x="703" y="1531085"/>
                </a:lnTo>
                <a:lnTo>
                  <a:pt x="1570" y="1537915"/>
                </a:lnTo>
                <a:lnTo>
                  <a:pt x="2765" y="1544640"/>
                </a:lnTo>
                <a:lnTo>
                  <a:pt x="4300" y="1551247"/>
                </a:lnTo>
                <a:close/>
                <a:moveTo>
                  <a:pt x="31285" y="103841"/>
                </a:moveTo>
                <a:lnTo>
                  <a:pt x="33037" y="98646"/>
                </a:lnTo>
                <a:lnTo>
                  <a:pt x="35047" y="93562"/>
                </a:lnTo>
                <a:lnTo>
                  <a:pt x="37249" y="88700"/>
                </a:lnTo>
                <a:lnTo>
                  <a:pt x="39646" y="84030"/>
                </a:lnTo>
                <a:lnTo>
                  <a:pt x="42247" y="79496"/>
                </a:lnTo>
                <a:lnTo>
                  <a:pt x="45128" y="74995"/>
                </a:lnTo>
                <a:lnTo>
                  <a:pt x="48226" y="70640"/>
                </a:lnTo>
                <a:lnTo>
                  <a:pt x="51532" y="66422"/>
                </a:lnTo>
                <a:lnTo>
                  <a:pt x="54927" y="62504"/>
                </a:lnTo>
                <a:lnTo>
                  <a:pt x="58631" y="58631"/>
                </a:lnTo>
                <a:lnTo>
                  <a:pt x="62504" y="54927"/>
                </a:lnTo>
                <a:lnTo>
                  <a:pt x="66422" y="51532"/>
                </a:lnTo>
                <a:lnTo>
                  <a:pt x="70640" y="48226"/>
                </a:lnTo>
                <a:lnTo>
                  <a:pt x="74995" y="45128"/>
                </a:lnTo>
                <a:lnTo>
                  <a:pt x="79496" y="42247"/>
                </a:lnTo>
                <a:lnTo>
                  <a:pt x="84030" y="39646"/>
                </a:lnTo>
                <a:lnTo>
                  <a:pt x="88700" y="37249"/>
                </a:lnTo>
                <a:lnTo>
                  <a:pt x="93562" y="35047"/>
                </a:lnTo>
                <a:lnTo>
                  <a:pt x="98646" y="33037"/>
                </a:lnTo>
                <a:lnTo>
                  <a:pt x="103841" y="31285"/>
                </a:lnTo>
                <a:lnTo>
                  <a:pt x="108942" y="29843"/>
                </a:lnTo>
                <a:lnTo>
                  <a:pt x="114347" y="28590"/>
                </a:lnTo>
                <a:lnTo>
                  <a:pt x="119846" y="27615"/>
                </a:lnTo>
                <a:lnTo>
                  <a:pt x="125191" y="26936"/>
                </a:lnTo>
                <a:lnTo>
                  <a:pt x="130806" y="26505"/>
                </a:lnTo>
                <a:lnTo>
                  <a:pt x="136840" y="26360"/>
                </a:lnTo>
                <a:lnTo>
                  <a:pt x="7252272" y="26360"/>
                </a:lnTo>
                <a:lnTo>
                  <a:pt x="7258317" y="26505"/>
                </a:lnTo>
                <a:lnTo>
                  <a:pt x="7263933" y="26936"/>
                </a:lnTo>
                <a:lnTo>
                  <a:pt x="7269278" y="27615"/>
                </a:lnTo>
                <a:lnTo>
                  <a:pt x="7274729" y="28582"/>
                </a:lnTo>
                <a:lnTo>
                  <a:pt x="7280122" y="29829"/>
                </a:lnTo>
                <a:lnTo>
                  <a:pt x="7285287" y="31286"/>
                </a:lnTo>
                <a:lnTo>
                  <a:pt x="7290478" y="33037"/>
                </a:lnTo>
                <a:lnTo>
                  <a:pt x="7295561" y="35047"/>
                </a:lnTo>
                <a:lnTo>
                  <a:pt x="7300424" y="37249"/>
                </a:lnTo>
                <a:lnTo>
                  <a:pt x="7305093" y="39646"/>
                </a:lnTo>
                <a:lnTo>
                  <a:pt x="7309627" y="42247"/>
                </a:lnTo>
                <a:lnTo>
                  <a:pt x="7314129" y="45128"/>
                </a:lnTo>
                <a:lnTo>
                  <a:pt x="7318484" y="48226"/>
                </a:lnTo>
                <a:lnTo>
                  <a:pt x="7322694" y="51526"/>
                </a:lnTo>
                <a:lnTo>
                  <a:pt x="7326728" y="55031"/>
                </a:lnTo>
                <a:lnTo>
                  <a:pt x="7330493" y="58631"/>
                </a:lnTo>
                <a:lnTo>
                  <a:pt x="7334197" y="62504"/>
                </a:lnTo>
                <a:lnTo>
                  <a:pt x="7337592" y="66422"/>
                </a:lnTo>
                <a:lnTo>
                  <a:pt x="7340898" y="70640"/>
                </a:lnTo>
                <a:lnTo>
                  <a:pt x="7343995" y="74995"/>
                </a:lnTo>
                <a:lnTo>
                  <a:pt x="7346877" y="79496"/>
                </a:lnTo>
                <a:lnTo>
                  <a:pt x="7349478" y="84030"/>
                </a:lnTo>
                <a:lnTo>
                  <a:pt x="7351874" y="88700"/>
                </a:lnTo>
                <a:lnTo>
                  <a:pt x="7354076" y="93562"/>
                </a:lnTo>
                <a:lnTo>
                  <a:pt x="7356086" y="98646"/>
                </a:lnTo>
                <a:lnTo>
                  <a:pt x="7357769" y="103634"/>
                </a:lnTo>
                <a:lnTo>
                  <a:pt x="7359284" y="108955"/>
                </a:lnTo>
                <a:lnTo>
                  <a:pt x="7360533" y="114347"/>
                </a:lnTo>
                <a:lnTo>
                  <a:pt x="7361508" y="119846"/>
                </a:lnTo>
                <a:lnTo>
                  <a:pt x="7362188" y="125191"/>
                </a:lnTo>
                <a:lnTo>
                  <a:pt x="7362618" y="130806"/>
                </a:lnTo>
                <a:lnTo>
                  <a:pt x="7362763" y="136840"/>
                </a:lnTo>
                <a:lnTo>
                  <a:pt x="7362763" y="1516803"/>
                </a:lnTo>
                <a:lnTo>
                  <a:pt x="7362618" y="1522848"/>
                </a:lnTo>
                <a:lnTo>
                  <a:pt x="7362188" y="1528464"/>
                </a:lnTo>
                <a:lnTo>
                  <a:pt x="7361508" y="1533808"/>
                </a:lnTo>
                <a:lnTo>
                  <a:pt x="7360534" y="1539294"/>
                </a:lnTo>
                <a:lnTo>
                  <a:pt x="7359283" y="1544691"/>
                </a:lnTo>
                <a:lnTo>
                  <a:pt x="7357788" y="1549953"/>
                </a:lnTo>
                <a:lnTo>
                  <a:pt x="7356110" y="1554937"/>
                </a:lnTo>
                <a:lnTo>
                  <a:pt x="7354075" y="1560095"/>
                </a:lnTo>
                <a:lnTo>
                  <a:pt x="7351874" y="1564955"/>
                </a:lnTo>
                <a:lnTo>
                  <a:pt x="7349481" y="1569619"/>
                </a:lnTo>
                <a:lnTo>
                  <a:pt x="7346819" y="1574248"/>
                </a:lnTo>
                <a:lnTo>
                  <a:pt x="7343997" y="1578646"/>
                </a:lnTo>
                <a:lnTo>
                  <a:pt x="7340893" y="1583021"/>
                </a:lnTo>
                <a:lnTo>
                  <a:pt x="7337688" y="1587109"/>
                </a:lnTo>
                <a:lnTo>
                  <a:pt x="7334192" y="1591144"/>
                </a:lnTo>
                <a:lnTo>
                  <a:pt x="7330486" y="1595031"/>
                </a:lnTo>
                <a:lnTo>
                  <a:pt x="7326733" y="1598619"/>
                </a:lnTo>
                <a:lnTo>
                  <a:pt x="7322696" y="1602116"/>
                </a:lnTo>
                <a:lnTo>
                  <a:pt x="7318627" y="1605315"/>
                </a:lnTo>
                <a:lnTo>
                  <a:pt x="7314122" y="1608530"/>
                </a:lnTo>
                <a:lnTo>
                  <a:pt x="7309797" y="1611299"/>
                </a:lnTo>
                <a:lnTo>
                  <a:pt x="7305094" y="1614008"/>
                </a:lnTo>
                <a:lnTo>
                  <a:pt x="7300437" y="1616388"/>
                </a:lnTo>
                <a:lnTo>
                  <a:pt x="7295372" y="1618681"/>
                </a:lnTo>
                <a:lnTo>
                  <a:pt x="7290477" y="1620606"/>
                </a:lnTo>
                <a:lnTo>
                  <a:pt x="7285476" y="1622304"/>
                </a:lnTo>
                <a:lnTo>
                  <a:pt x="7280111" y="1623828"/>
                </a:lnTo>
                <a:lnTo>
                  <a:pt x="7274938" y="1625025"/>
                </a:lnTo>
                <a:lnTo>
                  <a:pt x="7269495" y="1626000"/>
                </a:lnTo>
                <a:lnTo>
                  <a:pt x="7263719" y="1626734"/>
                </a:lnTo>
                <a:lnTo>
                  <a:pt x="7258320" y="1627138"/>
                </a:lnTo>
                <a:lnTo>
                  <a:pt x="7252272" y="1627294"/>
                </a:lnTo>
                <a:lnTo>
                  <a:pt x="136840" y="1627294"/>
                </a:lnTo>
                <a:lnTo>
                  <a:pt x="130804" y="1627138"/>
                </a:lnTo>
                <a:lnTo>
                  <a:pt x="125404" y="1626734"/>
                </a:lnTo>
                <a:lnTo>
                  <a:pt x="119628" y="1626000"/>
                </a:lnTo>
                <a:lnTo>
                  <a:pt x="114138" y="1625016"/>
                </a:lnTo>
                <a:lnTo>
                  <a:pt x="108955" y="1623815"/>
                </a:lnTo>
                <a:lnTo>
                  <a:pt x="103650" y="1622305"/>
                </a:lnTo>
                <a:lnTo>
                  <a:pt x="98646" y="1620606"/>
                </a:lnTo>
                <a:lnTo>
                  <a:pt x="93751" y="1618681"/>
                </a:lnTo>
                <a:lnTo>
                  <a:pt x="88687" y="1616388"/>
                </a:lnTo>
                <a:lnTo>
                  <a:pt x="84029" y="1614008"/>
                </a:lnTo>
                <a:lnTo>
                  <a:pt x="79327" y="1611299"/>
                </a:lnTo>
                <a:lnTo>
                  <a:pt x="75002" y="1608530"/>
                </a:lnTo>
                <a:lnTo>
                  <a:pt x="70496" y="1605315"/>
                </a:lnTo>
                <a:lnTo>
                  <a:pt x="66420" y="1602110"/>
                </a:lnTo>
                <a:lnTo>
                  <a:pt x="62496" y="1598720"/>
                </a:lnTo>
                <a:lnTo>
                  <a:pt x="58637" y="1595031"/>
                </a:lnTo>
                <a:lnTo>
                  <a:pt x="54931" y="1591144"/>
                </a:lnTo>
                <a:lnTo>
                  <a:pt x="51435" y="1587109"/>
                </a:lnTo>
                <a:lnTo>
                  <a:pt x="48231" y="1583021"/>
                </a:lnTo>
                <a:lnTo>
                  <a:pt x="45126" y="1578646"/>
                </a:lnTo>
                <a:lnTo>
                  <a:pt x="42305" y="1574248"/>
                </a:lnTo>
                <a:lnTo>
                  <a:pt x="39643" y="1569619"/>
                </a:lnTo>
                <a:lnTo>
                  <a:pt x="37249" y="1564955"/>
                </a:lnTo>
                <a:lnTo>
                  <a:pt x="35049" y="1560095"/>
                </a:lnTo>
                <a:lnTo>
                  <a:pt x="33013" y="1554937"/>
                </a:lnTo>
                <a:lnTo>
                  <a:pt x="31266" y="1549749"/>
                </a:lnTo>
                <a:lnTo>
                  <a:pt x="29844" y="1544704"/>
                </a:lnTo>
                <a:lnTo>
                  <a:pt x="28590" y="1539294"/>
                </a:lnTo>
                <a:lnTo>
                  <a:pt x="27615" y="1533808"/>
                </a:lnTo>
                <a:lnTo>
                  <a:pt x="26936" y="1528464"/>
                </a:lnTo>
                <a:lnTo>
                  <a:pt x="26505" y="1522848"/>
                </a:lnTo>
                <a:lnTo>
                  <a:pt x="26360" y="1516803"/>
                </a:lnTo>
                <a:lnTo>
                  <a:pt x="26360" y="136840"/>
                </a:lnTo>
                <a:lnTo>
                  <a:pt x="26505" y="130806"/>
                </a:lnTo>
                <a:lnTo>
                  <a:pt x="26936" y="125191"/>
                </a:lnTo>
                <a:lnTo>
                  <a:pt x="27615" y="119846"/>
                </a:lnTo>
                <a:lnTo>
                  <a:pt x="28590" y="114347"/>
                </a:lnTo>
                <a:lnTo>
                  <a:pt x="29843" y="108942"/>
                </a:lnTo>
                <a:lnTo>
                  <a:pt x="31285" y="103841"/>
                </a:lnTo>
                <a:close/>
              </a:path>
            </a:pathLst>
          </a:custGeom>
          <a:solidFill xmlns:a="http://schemas.openxmlformats.org/drawingml/2006/main">
            <a:srgbClr val="FEE6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EF340-E87D-4562-BC0E-E7B2520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233" y="1938592"/>
            <a:ext cx="7331951" cy="1628138"/>
          </a:xfrm>
          <a:custGeom xmlns:a="http://schemas.openxmlformats.org/drawingml/2006/main">
            <a:pathLst>
              <a:path w="7331951" h="1628138">
                <a:moveTo>
                  <a:pt x="0" y="116689"/>
                </a:moveTo>
                <a:cubicBezTo>
                  <a:pt x="234" y="52487"/>
                  <a:pt x="52487" y="234"/>
                  <a:pt x="116689" y="0"/>
                </a:cubicBezTo>
                <a:lnTo>
                  <a:pt x="7215027" y="0"/>
                </a:lnTo>
                <a:cubicBezTo>
                  <a:pt x="7279698" y="234"/>
                  <a:pt x="7331951" y="52487"/>
                  <a:pt x="7331716" y="116689"/>
                </a:cubicBezTo>
                <a:lnTo>
                  <a:pt x="7331716" y="1511332"/>
                </a:lnTo>
                <a:cubicBezTo>
                  <a:pt x="7331951" y="1575886"/>
                  <a:pt x="7279698" y="1628138"/>
                  <a:pt x="7215027" y="1628021"/>
                </a:cubicBezTo>
                <a:lnTo>
                  <a:pt x="116689" y="1628021"/>
                </a:lnTo>
                <a:cubicBezTo>
                  <a:pt x="52487" y="1628138"/>
                  <a:pt x="234" y="1575886"/>
                  <a:pt x="0" y="1511332"/>
                </a:cubicBezTo>
                <a:lnTo>
                  <a:pt x="0" y="116689"/>
                </a:lnTo>
              </a:path>
            </a:pathLst>
          </a:custGeom>
          <a:solidFill xmlns:a="http://schemas.openxmlformats.org/drawingml/2006/main">
            <a:srgbClr val="DAE3F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BC7F2-A99C-4D64-9525-E9287B0F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87" y="1925646"/>
            <a:ext cx="7358077" cy="1654264"/>
          </a:xfrm>
          <a:custGeom xmlns:a="http://schemas.openxmlformats.org/drawingml/2006/main">
            <a:pathLst>
              <a:path w="7358077" h="1654264">
                <a:moveTo>
                  <a:pt x="4089" y="1556812"/>
                </a:moveTo>
                <a:lnTo>
                  <a:pt x="5834" y="1562986"/>
                </a:lnTo>
                <a:lnTo>
                  <a:pt x="7885" y="1569032"/>
                </a:lnTo>
                <a:lnTo>
                  <a:pt x="10204" y="1574937"/>
                </a:lnTo>
                <a:lnTo>
                  <a:pt x="12817" y="1580689"/>
                </a:lnTo>
                <a:lnTo>
                  <a:pt x="15687" y="1586289"/>
                </a:lnTo>
                <a:lnTo>
                  <a:pt x="18815" y="1591737"/>
                </a:lnTo>
                <a:lnTo>
                  <a:pt x="22190" y="1596997"/>
                </a:lnTo>
                <a:lnTo>
                  <a:pt x="25810" y="1602094"/>
                </a:lnTo>
                <a:lnTo>
                  <a:pt x="29664" y="1607003"/>
                </a:lnTo>
                <a:lnTo>
                  <a:pt x="33741" y="1611712"/>
                </a:lnTo>
                <a:lnTo>
                  <a:pt x="38041" y="1616223"/>
                </a:lnTo>
                <a:lnTo>
                  <a:pt x="42552" y="1620523"/>
                </a:lnTo>
                <a:lnTo>
                  <a:pt x="47261" y="1624600"/>
                </a:lnTo>
                <a:lnTo>
                  <a:pt x="52170" y="1628454"/>
                </a:lnTo>
                <a:lnTo>
                  <a:pt x="57267" y="1632074"/>
                </a:lnTo>
                <a:lnTo>
                  <a:pt x="62527" y="1635448"/>
                </a:lnTo>
                <a:lnTo>
                  <a:pt x="67975" y="1638577"/>
                </a:lnTo>
                <a:lnTo>
                  <a:pt x="73575" y="1641447"/>
                </a:lnTo>
                <a:lnTo>
                  <a:pt x="79327" y="1644059"/>
                </a:lnTo>
                <a:lnTo>
                  <a:pt x="85232" y="1646379"/>
                </a:lnTo>
                <a:lnTo>
                  <a:pt x="91277" y="1648429"/>
                </a:lnTo>
                <a:lnTo>
                  <a:pt x="97452" y="1650175"/>
                </a:lnTo>
                <a:lnTo>
                  <a:pt x="103731" y="1651628"/>
                </a:lnTo>
                <a:lnTo>
                  <a:pt x="110140" y="1652776"/>
                </a:lnTo>
                <a:lnTo>
                  <a:pt x="116630" y="1653596"/>
                </a:lnTo>
                <a:lnTo>
                  <a:pt x="123226" y="1654100"/>
                </a:lnTo>
                <a:lnTo>
                  <a:pt x="129728" y="1654264"/>
                </a:lnTo>
                <a:lnTo>
                  <a:pt x="7228337" y="1654264"/>
                </a:lnTo>
                <a:lnTo>
                  <a:pt x="7234851" y="1654100"/>
                </a:lnTo>
                <a:lnTo>
                  <a:pt x="7241435" y="1653596"/>
                </a:lnTo>
                <a:lnTo>
                  <a:pt x="7247937" y="1652776"/>
                </a:lnTo>
                <a:lnTo>
                  <a:pt x="7254346" y="1651628"/>
                </a:lnTo>
                <a:lnTo>
                  <a:pt x="7260625" y="1650175"/>
                </a:lnTo>
                <a:lnTo>
                  <a:pt x="7266799" y="1648429"/>
                </a:lnTo>
                <a:lnTo>
                  <a:pt x="7272845" y="1646379"/>
                </a:lnTo>
                <a:lnTo>
                  <a:pt x="7278738" y="1644059"/>
                </a:lnTo>
                <a:lnTo>
                  <a:pt x="7284502" y="1641447"/>
                </a:lnTo>
                <a:lnTo>
                  <a:pt x="7290102" y="1638577"/>
                </a:lnTo>
                <a:lnTo>
                  <a:pt x="7295550" y="1635448"/>
                </a:lnTo>
                <a:lnTo>
                  <a:pt x="7300810" y="1632074"/>
                </a:lnTo>
                <a:lnTo>
                  <a:pt x="7305907" y="1628454"/>
                </a:lnTo>
                <a:lnTo>
                  <a:pt x="7310815" y="1624600"/>
                </a:lnTo>
                <a:lnTo>
                  <a:pt x="7315525" y="1620523"/>
                </a:lnTo>
                <a:lnTo>
                  <a:pt x="7320036" y="1616223"/>
                </a:lnTo>
                <a:lnTo>
                  <a:pt x="7324335" y="1611712"/>
                </a:lnTo>
                <a:lnTo>
                  <a:pt x="7328413" y="1607003"/>
                </a:lnTo>
                <a:lnTo>
                  <a:pt x="7332267" y="1602094"/>
                </a:lnTo>
                <a:lnTo>
                  <a:pt x="7335887" y="1596997"/>
                </a:lnTo>
                <a:lnTo>
                  <a:pt x="7339261" y="1591737"/>
                </a:lnTo>
                <a:lnTo>
                  <a:pt x="7342389" y="1586289"/>
                </a:lnTo>
                <a:lnTo>
                  <a:pt x="7345260" y="1580689"/>
                </a:lnTo>
                <a:lnTo>
                  <a:pt x="7347872" y="1574937"/>
                </a:lnTo>
                <a:lnTo>
                  <a:pt x="7350192" y="1569032"/>
                </a:lnTo>
                <a:lnTo>
                  <a:pt x="7352242" y="1562986"/>
                </a:lnTo>
                <a:lnTo>
                  <a:pt x="7353988" y="1556812"/>
                </a:lnTo>
                <a:lnTo>
                  <a:pt x="7355441" y="1550533"/>
                </a:lnTo>
                <a:lnTo>
                  <a:pt x="7356589" y="1544124"/>
                </a:lnTo>
                <a:lnTo>
                  <a:pt x="7357409" y="1537634"/>
                </a:lnTo>
                <a:lnTo>
                  <a:pt x="7357913" y="1531038"/>
                </a:lnTo>
                <a:lnTo>
                  <a:pt x="7358077" y="1524524"/>
                </a:lnTo>
                <a:lnTo>
                  <a:pt x="7358077" y="129728"/>
                </a:lnTo>
                <a:lnTo>
                  <a:pt x="7357913" y="123226"/>
                </a:lnTo>
                <a:lnTo>
                  <a:pt x="7357409" y="116630"/>
                </a:lnTo>
                <a:lnTo>
                  <a:pt x="7356589" y="110140"/>
                </a:lnTo>
                <a:lnTo>
                  <a:pt x="7355441" y="103731"/>
                </a:lnTo>
                <a:lnTo>
                  <a:pt x="7353988" y="97452"/>
                </a:lnTo>
                <a:lnTo>
                  <a:pt x="7352242" y="91277"/>
                </a:lnTo>
                <a:lnTo>
                  <a:pt x="7350192" y="85232"/>
                </a:lnTo>
                <a:lnTo>
                  <a:pt x="7347872" y="79327"/>
                </a:lnTo>
                <a:lnTo>
                  <a:pt x="7345260" y="73575"/>
                </a:lnTo>
                <a:lnTo>
                  <a:pt x="7342389" y="67975"/>
                </a:lnTo>
                <a:lnTo>
                  <a:pt x="7339261" y="62527"/>
                </a:lnTo>
                <a:lnTo>
                  <a:pt x="7335887" y="57267"/>
                </a:lnTo>
                <a:lnTo>
                  <a:pt x="7332267" y="52170"/>
                </a:lnTo>
                <a:lnTo>
                  <a:pt x="7328413" y="47261"/>
                </a:lnTo>
                <a:lnTo>
                  <a:pt x="7324335" y="42552"/>
                </a:lnTo>
                <a:lnTo>
                  <a:pt x="7320036" y="38041"/>
                </a:lnTo>
                <a:lnTo>
                  <a:pt x="7315525" y="33741"/>
                </a:lnTo>
                <a:lnTo>
                  <a:pt x="7310815" y="29664"/>
                </a:lnTo>
                <a:lnTo>
                  <a:pt x="7305907" y="25810"/>
                </a:lnTo>
                <a:lnTo>
                  <a:pt x="7300810" y="22190"/>
                </a:lnTo>
                <a:lnTo>
                  <a:pt x="7295550" y="18815"/>
                </a:lnTo>
                <a:lnTo>
                  <a:pt x="7290102" y="15687"/>
                </a:lnTo>
                <a:lnTo>
                  <a:pt x="7284502" y="12817"/>
                </a:lnTo>
                <a:lnTo>
                  <a:pt x="7278738" y="10204"/>
                </a:lnTo>
                <a:lnTo>
                  <a:pt x="7272845" y="7885"/>
                </a:lnTo>
                <a:lnTo>
                  <a:pt x="7266799" y="5834"/>
                </a:lnTo>
                <a:lnTo>
                  <a:pt x="7260625" y="4089"/>
                </a:lnTo>
                <a:lnTo>
                  <a:pt x="7254346" y="2636"/>
                </a:lnTo>
                <a:lnTo>
                  <a:pt x="7247937" y="1488"/>
                </a:lnTo>
                <a:lnTo>
                  <a:pt x="7241435" y="668"/>
                </a:lnTo>
                <a:lnTo>
                  <a:pt x="7234851" y="164"/>
                </a:lnTo>
                <a:lnTo>
                  <a:pt x="7228337" y="0"/>
                </a:lnTo>
                <a:lnTo>
                  <a:pt x="129728" y="0"/>
                </a:lnTo>
                <a:lnTo>
                  <a:pt x="123226" y="164"/>
                </a:lnTo>
                <a:lnTo>
                  <a:pt x="116630" y="668"/>
                </a:lnTo>
                <a:lnTo>
                  <a:pt x="110140" y="1488"/>
                </a:lnTo>
                <a:lnTo>
                  <a:pt x="103731" y="2636"/>
                </a:lnTo>
                <a:lnTo>
                  <a:pt x="97452" y="4089"/>
                </a:lnTo>
                <a:lnTo>
                  <a:pt x="91277" y="5834"/>
                </a:lnTo>
                <a:lnTo>
                  <a:pt x="85232" y="7885"/>
                </a:lnTo>
                <a:lnTo>
                  <a:pt x="79327" y="10204"/>
                </a:lnTo>
                <a:lnTo>
                  <a:pt x="73575" y="12817"/>
                </a:lnTo>
                <a:lnTo>
                  <a:pt x="67975" y="15687"/>
                </a:lnTo>
                <a:lnTo>
                  <a:pt x="62527" y="18815"/>
                </a:lnTo>
                <a:lnTo>
                  <a:pt x="57267" y="22190"/>
                </a:lnTo>
                <a:lnTo>
                  <a:pt x="52170" y="25810"/>
                </a:lnTo>
                <a:lnTo>
                  <a:pt x="47261" y="29664"/>
                </a:lnTo>
                <a:lnTo>
                  <a:pt x="42552" y="33741"/>
                </a:lnTo>
                <a:lnTo>
                  <a:pt x="38041" y="38041"/>
                </a:lnTo>
                <a:lnTo>
                  <a:pt x="33741" y="42552"/>
                </a:lnTo>
                <a:lnTo>
                  <a:pt x="29664" y="47261"/>
                </a:lnTo>
                <a:lnTo>
                  <a:pt x="25810" y="52170"/>
                </a:lnTo>
                <a:lnTo>
                  <a:pt x="22190" y="57267"/>
                </a:lnTo>
                <a:lnTo>
                  <a:pt x="18815" y="62527"/>
                </a:lnTo>
                <a:lnTo>
                  <a:pt x="15687" y="67975"/>
                </a:lnTo>
                <a:lnTo>
                  <a:pt x="12817" y="73575"/>
                </a:lnTo>
                <a:lnTo>
                  <a:pt x="10204" y="79327"/>
                </a:lnTo>
                <a:lnTo>
                  <a:pt x="7885" y="85232"/>
                </a:lnTo>
                <a:lnTo>
                  <a:pt x="5834" y="91277"/>
                </a:lnTo>
                <a:lnTo>
                  <a:pt x="4089" y="97452"/>
                </a:lnTo>
                <a:lnTo>
                  <a:pt x="2636" y="103731"/>
                </a:lnTo>
                <a:lnTo>
                  <a:pt x="1488" y="110140"/>
                </a:lnTo>
                <a:lnTo>
                  <a:pt x="668" y="116630"/>
                </a:lnTo>
                <a:lnTo>
                  <a:pt x="164" y="123226"/>
                </a:lnTo>
                <a:lnTo>
                  <a:pt x="0" y="129728"/>
                </a:lnTo>
                <a:lnTo>
                  <a:pt x="0" y="1524524"/>
                </a:lnTo>
                <a:lnTo>
                  <a:pt x="164" y="1531038"/>
                </a:lnTo>
                <a:lnTo>
                  <a:pt x="668" y="1537634"/>
                </a:lnTo>
                <a:lnTo>
                  <a:pt x="1488" y="1544124"/>
                </a:lnTo>
                <a:lnTo>
                  <a:pt x="2636" y="1550533"/>
                </a:lnTo>
                <a:lnTo>
                  <a:pt x="4089" y="1556812"/>
                </a:lnTo>
                <a:close/>
                <a:moveTo>
                  <a:pt x="30970" y="99267"/>
                </a:moveTo>
                <a:lnTo>
                  <a:pt x="32645" y="94295"/>
                </a:lnTo>
                <a:lnTo>
                  <a:pt x="34447" y="89709"/>
                </a:lnTo>
                <a:lnTo>
                  <a:pt x="36604" y="84951"/>
                </a:lnTo>
                <a:lnTo>
                  <a:pt x="38849" y="80574"/>
                </a:lnTo>
                <a:lnTo>
                  <a:pt x="41388" y="76152"/>
                </a:lnTo>
                <a:lnTo>
                  <a:pt x="44176" y="71821"/>
                </a:lnTo>
                <a:lnTo>
                  <a:pt x="46901" y="67997"/>
                </a:lnTo>
                <a:lnTo>
                  <a:pt x="50139" y="63884"/>
                </a:lnTo>
                <a:lnTo>
                  <a:pt x="53319" y="60217"/>
                </a:lnTo>
                <a:lnTo>
                  <a:pt x="56686" y="56686"/>
                </a:lnTo>
                <a:lnTo>
                  <a:pt x="60217" y="53319"/>
                </a:lnTo>
                <a:lnTo>
                  <a:pt x="63884" y="50139"/>
                </a:lnTo>
                <a:lnTo>
                  <a:pt x="67997" y="46901"/>
                </a:lnTo>
                <a:lnTo>
                  <a:pt x="71821" y="44176"/>
                </a:lnTo>
                <a:lnTo>
                  <a:pt x="76152" y="41388"/>
                </a:lnTo>
                <a:lnTo>
                  <a:pt x="80574" y="38849"/>
                </a:lnTo>
                <a:lnTo>
                  <a:pt x="84951" y="36604"/>
                </a:lnTo>
                <a:lnTo>
                  <a:pt x="89709" y="34447"/>
                </a:lnTo>
                <a:lnTo>
                  <a:pt x="94295" y="32645"/>
                </a:lnTo>
                <a:lnTo>
                  <a:pt x="99267" y="30970"/>
                </a:lnTo>
                <a:lnTo>
                  <a:pt x="103983" y="29633"/>
                </a:lnTo>
                <a:lnTo>
                  <a:pt x="109084" y="28459"/>
                </a:lnTo>
                <a:lnTo>
                  <a:pt x="114025" y="27571"/>
                </a:lnTo>
                <a:lnTo>
                  <a:pt x="119251" y="26901"/>
                </a:lnTo>
                <a:lnTo>
                  <a:pt x="124524" y="26505"/>
                </a:lnTo>
                <a:lnTo>
                  <a:pt x="130232" y="26360"/>
                </a:lnTo>
                <a:lnTo>
                  <a:pt x="7227845" y="26360"/>
                </a:lnTo>
                <a:lnTo>
                  <a:pt x="7233559" y="26506"/>
                </a:lnTo>
                <a:lnTo>
                  <a:pt x="7238826" y="26901"/>
                </a:lnTo>
                <a:lnTo>
                  <a:pt x="7244052" y="27571"/>
                </a:lnTo>
                <a:lnTo>
                  <a:pt x="7248993" y="28459"/>
                </a:lnTo>
                <a:lnTo>
                  <a:pt x="7254094" y="29633"/>
                </a:lnTo>
                <a:lnTo>
                  <a:pt x="7258810" y="30970"/>
                </a:lnTo>
                <a:lnTo>
                  <a:pt x="7263782" y="32645"/>
                </a:lnTo>
                <a:lnTo>
                  <a:pt x="7268368" y="34447"/>
                </a:lnTo>
                <a:lnTo>
                  <a:pt x="7273126" y="36604"/>
                </a:lnTo>
                <a:lnTo>
                  <a:pt x="7277497" y="38846"/>
                </a:lnTo>
                <a:lnTo>
                  <a:pt x="7282020" y="41449"/>
                </a:lnTo>
                <a:lnTo>
                  <a:pt x="7286256" y="44176"/>
                </a:lnTo>
                <a:lnTo>
                  <a:pt x="7290080" y="46901"/>
                </a:lnTo>
                <a:lnTo>
                  <a:pt x="7294192" y="50139"/>
                </a:lnTo>
                <a:lnTo>
                  <a:pt x="7297860" y="53319"/>
                </a:lnTo>
                <a:lnTo>
                  <a:pt x="7301391" y="56686"/>
                </a:lnTo>
                <a:lnTo>
                  <a:pt x="7304630" y="60082"/>
                </a:lnTo>
                <a:lnTo>
                  <a:pt x="7307949" y="63898"/>
                </a:lnTo>
                <a:lnTo>
                  <a:pt x="7311175" y="67997"/>
                </a:lnTo>
                <a:lnTo>
                  <a:pt x="7313901" y="71821"/>
                </a:lnTo>
                <a:lnTo>
                  <a:pt x="7316689" y="76152"/>
                </a:lnTo>
                <a:lnTo>
                  <a:pt x="7319228" y="80574"/>
                </a:lnTo>
                <a:lnTo>
                  <a:pt x="7321472" y="84951"/>
                </a:lnTo>
                <a:lnTo>
                  <a:pt x="7323546" y="89524"/>
                </a:lnTo>
                <a:lnTo>
                  <a:pt x="7325436" y="94307"/>
                </a:lnTo>
                <a:lnTo>
                  <a:pt x="7327107" y="99267"/>
                </a:lnTo>
                <a:lnTo>
                  <a:pt x="7328443" y="103983"/>
                </a:lnTo>
                <a:lnTo>
                  <a:pt x="7329618" y="109084"/>
                </a:lnTo>
                <a:lnTo>
                  <a:pt x="7330504" y="114016"/>
                </a:lnTo>
                <a:lnTo>
                  <a:pt x="7331192" y="119465"/>
                </a:lnTo>
                <a:lnTo>
                  <a:pt x="7331572" y="124524"/>
                </a:lnTo>
                <a:lnTo>
                  <a:pt x="7331716" y="130232"/>
                </a:lnTo>
                <a:lnTo>
                  <a:pt x="7331716" y="1524032"/>
                </a:lnTo>
                <a:lnTo>
                  <a:pt x="7331571" y="1529746"/>
                </a:lnTo>
                <a:lnTo>
                  <a:pt x="7331192" y="1534799"/>
                </a:lnTo>
                <a:lnTo>
                  <a:pt x="7330504" y="1540248"/>
                </a:lnTo>
                <a:lnTo>
                  <a:pt x="7329618" y="1545180"/>
                </a:lnTo>
                <a:lnTo>
                  <a:pt x="7328443" y="1550281"/>
                </a:lnTo>
                <a:lnTo>
                  <a:pt x="7327107" y="1554997"/>
                </a:lnTo>
                <a:lnTo>
                  <a:pt x="7325436" y="1559957"/>
                </a:lnTo>
                <a:lnTo>
                  <a:pt x="7323546" y="1564740"/>
                </a:lnTo>
                <a:lnTo>
                  <a:pt x="7321472" y="1569313"/>
                </a:lnTo>
                <a:lnTo>
                  <a:pt x="7319228" y="1573690"/>
                </a:lnTo>
                <a:lnTo>
                  <a:pt x="7316689" y="1578112"/>
                </a:lnTo>
                <a:lnTo>
                  <a:pt x="7313901" y="1582443"/>
                </a:lnTo>
                <a:lnTo>
                  <a:pt x="7311175" y="1586267"/>
                </a:lnTo>
                <a:lnTo>
                  <a:pt x="7307949" y="1590366"/>
                </a:lnTo>
                <a:lnTo>
                  <a:pt x="7304630" y="1594182"/>
                </a:lnTo>
                <a:lnTo>
                  <a:pt x="7301391" y="1597578"/>
                </a:lnTo>
                <a:lnTo>
                  <a:pt x="7297860" y="1600945"/>
                </a:lnTo>
                <a:lnTo>
                  <a:pt x="7294192" y="1604125"/>
                </a:lnTo>
                <a:lnTo>
                  <a:pt x="7290080" y="1607363"/>
                </a:lnTo>
                <a:lnTo>
                  <a:pt x="7286256" y="1610088"/>
                </a:lnTo>
                <a:lnTo>
                  <a:pt x="7282020" y="1612815"/>
                </a:lnTo>
                <a:lnTo>
                  <a:pt x="7277497" y="1615418"/>
                </a:lnTo>
                <a:lnTo>
                  <a:pt x="7273126" y="1617660"/>
                </a:lnTo>
                <a:lnTo>
                  <a:pt x="7268553" y="1619733"/>
                </a:lnTo>
                <a:lnTo>
                  <a:pt x="7263770" y="1621623"/>
                </a:lnTo>
                <a:lnTo>
                  <a:pt x="7258810" y="1623294"/>
                </a:lnTo>
                <a:lnTo>
                  <a:pt x="7254094" y="1624631"/>
                </a:lnTo>
                <a:lnTo>
                  <a:pt x="7248993" y="1625805"/>
                </a:lnTo>
                <a:lnTo>
                  <a:pt x="7244052" y="1626693"/>
                </a:lnTo>
                <a:lnTo>
                  <a:pt x="7238826" y="1627363"/>
                </a:lnTo>
                <a:lnTo>
                  <a:pt x="7233559" y="1627758"/>
                </a:lnTo>
                <a:lnTo>
                  <a:pt x="7227845" y="1627903"/>
                </a:lnTo>
                <a:lnTo>
                  <a:pt x="130232" y="1627903"/>
                </a:lnTo>
                <a:lnTo>
                  <a:pt x="124524" y="1627759"/>
                </a:lnTo>
                <a:lnTo>
                  <a:pt x="119251" y="1627363"/>
                </a:lnTo>
                <a:lnTo>
                  <a:pt x="114025" y="1626693"/>
                </a:lnTo>
                <a:lnTo>
                  <a:pt x="109084" y="1625805"/>
                </a:lnTo>
                <a:lnTo>
                  <a:pt x="103983" y="1624631"/>
                </a:lnTo>
                <a:lnTo>
                  <a:pt x="99267" y="1623294"/>
                </a:lnTo>
                <a:lnTo>
                  <a:pt x="94307" y="1621623"/>
                </a:lnTo>
                <a:lnTo>
                  <a:pt x="89524" y="1619733"/>
                </a:lnTo>
                <a:lnTo>
                  <a:pt x="84951" y="1617660"/>
                </a:lnTo>
                <a:lnTo>
                  <a:pt x="80574" y="1615415"/>
                </a:lnTo>
                <a:lnTo>
                  <a:pt x="76152" y="1612876"/>
                </a:lnTo>
                <a:lnTo>
                  <a:pt x="71821" y="1610088"/>
                </a:lnTo>
                <a:lnTo>
                  <a:pt x="67997" y="1607363"/>
                </a:lnTo>
                <a:lnTo>
                  <a:pt x="63884" y="1604125"/>
                </a:lnTo>
                <a:lnTo>
                  <a:pt x="60217" y="1600945"/>
                </a:lnTo>
                <a:lnTo>
                  <a:pt x="56686" y="1597578"/>
                </a:lnTo>
                <a:lnTo>
                  <a:pt x="53319" y="1594047"/>
                </a:lnTo>
                <a:lnTo>
                  <a:pt x="50139" y="1590379"/>
                </a:lnTo>
                <a:lnTo>
                  <a:pt x="46901" y="1586267"/>
                </a:lnTo>
                <a:lnTo>
                  <a:pt x="44176" y="1582443"/>
                </a:lnTo>
                <a:lnTo>
                  <a:pt x="41388" y="1578112"/>
                </a:lnTo>
                <a:lnTo>
                  <a:pt x="38849" y="1573690"/>
                </a:lnTo>
                <a:lnTo>
                  <a:pt x="36604" y="1569313"/>
                </a:lnTo>
                <a:lnTo>
                  <a:pt x="34447" y="1564555"/>
                </a:lnTo>
                <a:lnTo>
                  <a:pt x="32645" y="1559969"/>
                </a:lnTo>
                <a:lnTo>
                  <a:pt x="30970" y="1554997"/>
                </a:lnTo>
                <a:lnTo>
                  <a:pt x="29633" y="1550281"/>
                </a:lnTo>
                <a:lnTo>
                  <a:pt x="28459" y="1545180"/>
                </a:lnTo>
                <a:lnTo>
                  <a:pt x="27571" y="1540239"/>
                </a:lnTo>
                <a:lnTo>
                  <a:pt x="26901" y="1535013"/>
                </a:lnTo>
                <a:lnTo>
                  <a:pt x="26506" y="1529746"/>
                </a:lnTo>
                <a:lnTo>
                  <a:pt x="26360" y="1524032"/>
                </a:lnTo>
                <a:lnTo>
                  <a:pt x="26360" y="130232"/>
                </a:lnTo>
                <a:lnTo>
                  <a:pt x="26505" y="124524"/>
                </a:lnTo>
                <a:lnTo>
                  <a:pt x="26901" y="119251"/>
                </a:lnTo>
                <a:lnTo>
                  <a:pt x="27571" y="114025"/>
                </a:lnTo>
                <a:lnTo>
                  <a:pt x="28459" y="109084"/>
                </a:lnTo>
                <a:lnTo>
                  <a:pt x="29633" y="103983"/>
                </a:lnTo>
                <a:lnTo>
                  <a:pt x="30970" y="99267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66FD0-264B-41EF-A25B-7429E7C0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98" y="3665025"/>
            <a:ext cx="7331716" cy="1628021"/>
          </a:xfrm>
          <a:custGeom xmlns:a="http://schemas.openxmlformats.org/drawingml/2006/main">
            <a:pathLst>
              <a:path w="7331716" h="1628021">
                <a:moveTo>
                  <a:pt x="0" y="143401"/>
                </a:moveTo>
                <a:cubicBezTo>
                  <a:pt x="0" y="63980"/>
                  <a:pt x="63863" y="117"/>
                  <a:pt x="141995" y="0"/>
                </a:cubicBezTo>
                <a:lnTo>
                  <a:pt x="7189721" y="0"/>
                </a:lnTo>
                <a:cubicBezTo>
                  <a:pt x="7267854" y="117"/>
                  <a:pt x="7331716" y="63980"/>
                  <a:pt x="7331716" y="143401"/>
                </a:cubicBezTo>
                <a:lnTo>
                  <a:pt x="7331716" y="1484620"/>
                </a:lnTo>
                <a:cubicBezTo>
                  <a:pt x="7331716" y="1563537"/>
                  <a:pt x="7267854" y="1627411"/>
                  <a:pt x="7189721" y="1628021"/>
                </a:cubicBezTo>
                <a:lnTo>
                  <a:pt x="141995" y="1628021"/>
                </a:lnTo>
                <a:cubicBezTo>
                  <a:pt x="63863" y="1627411"/>
                  <a:pt x="0" y="1563537"/>
                  <a:pt x="0" y="1484620"/>
                </a:cubicBezTo>
                <a:lnTo>
                  <a:pt x="0" y="143401"/>
                </a:lnTo>
              </a:path>
            </a:pathLst>
          </a:custGeom>
          <a:solidFill xmlns:a="http://schemas.openxmlformats.org/drawingml/2006/main">
            <a:srgbClr val="FADBD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72809-7303-4548-A4A6-0B50E54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8" y="3651962"/>
            <a:ext cx="7358077" cy="1653655"/>
          </a:xfrm>
          <a:custGeom xmlns:a="http://schemas.openxmlformats.org/drawingml/2006/main">
            <a:pathLst>
              <a:path w="7358077" h="1653655">
                <a:moveTo>
                  <a:pt x="4897" y="1536755"/>
                </a:moveTo>
                <a:lnTo>
                  <a:pt x="7006" y="1544159"/>
                </a:lnTo>
                <a:lnTo>
                  <a:pt x="9455" y="1551400"/>
                </a:lnTo>
                <a:lnTo>
                  <a:pt x="12243" y="1558488"/>
                </a:lnTo>
                <a:lnTo>
                  <a:pt x="15371" y="1565388"/>
                </a:lnTo>
                <a:lnTo>
                  <a:pt x="18815" y="1572113"/>
                </a:lnTo>
                <a:lnTo>
                  <a:pt x="22565" y="1578639"/>
                </a:lnTo>
                <a:lnTo>
                  <a:pt x="26618" y="1584954"/>
                </a:lnTo>
                <a:lnTo>
                  <a:pt x="30965" y="1591069"/>
                </a:lnTo>
                <a:lnTo>
                  <a:pt x="35581" y="1596950"/>
                </a:lnTo>
                <a:lnTo>
                  <a:pt x="40478" y="1602597"/>
                </a:lnTo>
                <a:lnTo>
                  <a:pt x="45633" y="1608010"/>
                </a:lnTo>
                <a:lnTo>
                  <a:pt x="51046" y="1613165"/>
                </a:lnTo>
                <a:lnTo>
                  <a:pt x="56704" y="1618062"/>
                </a:lnTo>
                <a:lnTo>
                  <a:pt x="62586" y="1622690"/>
                </a:lnTo>
                <a:lnTo>
                  <a:pt x="68689" y="1627036"/>
                </a:lnTo>
                <a:lnTo>
                  <a:pt x="75016" y="1631090"/>
                </a:lnTo>
                <a:lnTo>
                  <a:pt x="81542" y="1634839"/>
                </a:lnTo>
                <a:lnTo>
                  <a:pt x="88266" y="1638284"/>
                </a:lnTo>
                <a:lnTo>
                  <a:pt x="95167" y="1641400"/>
                </a:lnTo>
                <a:lnTo>
                  <a:pt x="102243" y="1644200"/>
                </a:lnTo>
                <a:lnTo>
                  <a:pt x="109495" y="1646649"/>
                </a:lnTo>
                <a:lnTo>
                  <a:pt x="116900" y="1648746"/>
                </a:lnTo>
                <a:lnTo>
                  <a:pt x="124433" y="1650491"/>
                </a:lnTo>
                <a:lnTo>
                  <a:pt x="132119" y="1651862"/>
                </a:lnTo>
                <a:lnTo>
                  <a:pt x="139909" y="1652846"/>
                </a:lnTo>
                <a:lnTo>
                  <a:pt x="147818" y="1653456"/>
                </a:lnTo>
                <a:lnTo>
                  <a:pt x="155667" y="1653655"/>
                </a:lnTo>
                <a:lnTo>
                  <a:pt x="7202410" y="1653655"/>
                </a:lnTo>
                <a:lnTo>
                  <a:pt x="7210259" y="1653456"/>
                </a:lnTo>
                <a:lnTo>
                  <a:pt x="7218167" y="1652846"/>
                </a:lnTo>
                <a:lnTo>
                  <a:pt x="7225958" y="1651862"/>
                </a:lnTo>
                <a:lnTo>
                  <a:pt x="7233644" y="1650491"/>
                </a:lnTo>
                <a:lnTo>
                  <a:pt x="7241177" y="1648746"/>
                </a:lnTo>
                <a:lnTo>
                  <a:pt x="7248581" y="1646649"/>
                </a:lnTo>
                <a:lnTo>
                  <a:pt x="7255822" y="1644200"/>
                </a:lnTo>
                <a:lnTo>
                  <a:pt x="7262910" y="1641400"/>
                </a:lnTo>
                <a:lnTo>
                  <a:pt x="7269810" y="1638284"/>
                </a:lnTo>
                <a:lnTo>
                  <a:pt x="7276535" y="1634839"/>
                </a:lnTo>
                <a:lnTo>
                  <a:pt x="7283061" y="1631090"/>
                </a:lnTo>
                <a:lnTo>
                  <a:pt x="7289387" y="1627036"/>
                </a:lnTo>
                <a:lnTo>
                  <a:pt x="7295491" y="1622690"/>
                </a:lnTo>
                <a:lnTo>
                  <a:pt x="7301373" y="1618062"/>
                </a:lnTo>
                <a:lnTo>
                  <a:pt x="7307031" y="1613165"/>
                </a:lnTo>
                <a:lnTo>
                  <a:pt x="7312432" y="1608010"/>
                </a:lnTo>
                <a:lnTo>
                  <a:pt x="7317599" y="1602597"/>
                </a:lnTo>
                <a:lnTo>
                  <a:pt x="7322496" y="1596950"/>
                </a:lnTo>
                <a:lnTo>
                  <a:pt x="7327112" y="1591069"/>
                </a:lnTo>
                <a:lnTo>
                  <a:pt x="7331459" y="1584954"/>
                </a:lnTo>
                <a:lnTo>
                  <a:pt x="7335512" y="1578639"/>
                </a:lnTo>
                <a:lnTo>
                  <a:pt x="7339261" y="1572113"/>
                </a:lnTo>
                <a:lnTo>
                  <a:pt x="7342706" y="1565388"/>
                </a:lnTo>
                <a:lnTo>
                  <a:pt x="7345834" y="1558488"/>
                </a:lnTo>
                <a:lnTo>
                  <a:pt x="7348622" y="1551400"/>
                </a:lnTo>
                <a:lnTo>
                  <a:pt x="7351071" y="1544159"/>
                </a:lnTo>
                <a:lnTo>
                  <a:pt x="7353180" y="1536755"/>
                </a:lnTo>
                <a:lnTo>
                  <a:pt x="7354914" y="1529210"/>
                </a:lnTo>
                <a:lnTo>
                  <a:pt x="7356284" y="1521536"/>
                </a:lnTo>
                <a:lnTo>
                  <a:pt x="7357280" y="1513733"/>
                </a:lnTo>
                <a:lnTo>
                  <a:pt x="7357878" y="1505825"/>
                </a:lnTo>
                <a:lnTo>
                  <a:pt x="7358077" y="1497988"/>
                </a:lnTo>
                <a:lnTo>
                  <a:pt x="7358077" y="155667"/>
                </a:lnTo>
                <a:lnTo>
                  <a:pt x="7357878" y="147818"/>
                </a:lnTo>
                <a:lnTo>
                  <a:pt x="7357280" y="139909"/>
                </a:lnTo>
                <a:lnTo>
                  <a:pt x="7356284" y="132119"/>
                </a:lnTo>
                <a:lnTo>
                  <a:pt x="7354914" y="124433"/>
                </a:lnTo>
                <a:lnTo>
                  <a:pt x="7353180" y="116888"/>
                </a:lnTo>
                <a:lnTo>
                  <a:pt x="7351071" y="109495"/>
                </a:lnTo>
                <a:lnTo>
                  <a:pt x="7348622" y="102243"/>
                </a:lnTo>
                <a:lnTo>
                  <a:pt x="7345834" y="95167"/>
                </a:lnTo>
                <a:lnTo>
                  <a:pt x="7342706" y="88266"/>
                </a:lnTo>
                <a:lnTo>
                  <a:pt x="7339261" y="81542"/>
                </a:lnTo>
                <a:lnTo>
                  <a:pt x="7335512" y="75016"/>
                </a:lnTo>
                <a:lnTo>
                  <a:pt x="7331459" y="68689"/>
                </a:lnTo>
                <a:lnTo>
                  <a:pt x="7327112" y="62586"/>
                </a:lnTo>
                <a:lnTo>
                  <a:pt x="7322496" y="56704"/>
                </a:lnTo>
                <a:lnTo>
                  <a:pt x="7317599" y="51046"/>
                </a:lnTo>
                <a:lnTo>
                  <a:pt x="7312432" y="45633"/>
                </a:lnTo>
                <a:lnTo>
                  <a:pt x="7307031" y="40478"/>
                </a:lnTo>
                <a:lnTo>
                  <a:pt x="7301373" y="35581"/>
                </a:lnTo>
                <a:lnTo>
                  <a:pt x="7295491" y="30965"/>
                </a:lnTo>
                <a:lnTo>
                  <a:pt x="7289387" y="26618"/>
                </a:lnTo>
                <a:lnTo>
                  <a:pt x="7283061" y="22565"/>
                </a:lnTo>
                <a:lnTo>
                  <a:pt x="7276535" y="18815"/>
                </a:lnTo>
                <a:lnTo>
                  <a:pt x="7269810" y="15371"/>
                </a:lnTo>
                <a:lnTo>
                  <a:pt x="7262910" y="12243"/>
                </a:lnTo>
                <a:lnTo>
                  <a:pt x="7255822" y="9455"/>
                </a:lnTo>
                <a:lnTo>
                  <a:pt x="7248581" y="7006"/>
                </a:lnTo>
                <a:lnTo>
                  <a:pt x="7241177" y="4897"/>
                </a:lnTo>
                <a:lnTo>
                  <a:pt x="7233644" y="3163"/>
                </a:lnTo>
                <a:lnTo>
                  <a:pt x="7225958" y="1793"/>
                </a:lnTo>
                <a:lnTo>
                  <a:pt x="7218167" y="797"/>
                </a:lnTo>
                <a:lnTo>
                  <a:pt x="7210259" y="199"/>
                </a:lnTo>
                <a:lnTo>
                  <a:pt x="7202410" y="0"/>
                </a:lnTo>
                <a:lnTo>
                  <a:pt x="155667" y="0"/>
                </a:lnTo>
                <a:lnTo>
                  <a:pt x="147818" y="199"/>
                </a:lnTo>
                <a:lnTo>
                  <a:pt x="139909" y="797"/>
                </a:lnTo>
                <a:lnTo>
                  <a:pt x="132119" y="1793"/>
                </a:lnTo>
                <a:lnTo>
                  <a:pt x="124433" y="3163"/>
                </a:lnTo>
                <a:lnTo>
                  <a:pt x="116900" y="4897"/>
                </a:lnTo>
                <a:lnTo>
                  <a:pt x="109495" y="7006"/>
                </a:lnTo>
                <a:lnTo>
                  <a:pt x="102243" y="9455"/>
                </a:lnTo>
                <a:lnTo>
                  <a:pt x="95167" y="12243"/>
                </a:lnTo>
                <a:lnTo>
                  <a:pt x="88266" y="15371"/>
                </a:lnTo>
                <a:lnTo>
                  <a:pt x="81542" y="18815"/>
                </a:lnTo>
                <a:lnTo>
                  <a:pt x="75016" y="22565"/>
                </a:lnTo>
                <a:lnTo>
                  <a:pt x="68689" y="26618"/>
                </a:lnTo>
                <a:lnTo>
                  <a:pt x="62586" y="30965"/>
                </a:lnTo>
                <a:lnTo>
                  <a:pt x="56704" y="35581"/>
                </a:lnTo>
                <a:lnTo>
                  <a:pt x="51046" y="40478"/>
                </a:lnTo>
                <a:lnTo>
                  <a:pt x="45633" y="45633"/>
                </a:lnTo>
                <a:lnTo>
                  <a:pt x="40478" y="51046"/>
                </a:lnTo>
                <a:lnTo>
                  <a:pt x="35581" y="56704"/>
                </a:lnTo>
                <a:lnTo>
                  <a:pt x="30965" y="62586"/>
                </a:lnTo>
                <a:lnTo>
                  <a:pt x="26618" y="68689"/>
                </a:lnTo>
                <a:lnTo>
                  <a:pt x="22565" y="75016"/>
                </a:lnTo>
                <a:lnTo>
                  <a:pt x="18815" y="81542"/>
                </a:lnTo>
                <a:lnTo>
                  <a:pt x="15371" y="88266"/>
                </a:lnTo>
                <a:lnTo>
                  <a:pt x="12243" y="95167"/>
                </a:lnTo>
                <a:lnTo>
                  <a:pt x="9455" y="102243"/>
                </a:lnTo>
                <a:lnTo>
                  <a:pt x="7006" y="109495"/>
                </a:lnTo>
                <a:lnTo>
                  <a:pt x="4897" y="116888"/>
                </a:lnTo>
                <a:lnTo>
                  <a:pt x="3163" y="124433"/>
                </a:lnTo>
                <a:lnTo>
                  <a:pt x="1793" y="132119"/>
                </a:lnTo>
                <a:lnTo>
                  <a:pt x="797" y="139909"/>
                </a:lnTo>
                <a:lnTo>
                  <a:pt x="199" y="147818"/>
                </a:lnTo>
                <a:lnTo>
                  <a:pt x="0" y="155667"/>
                </a:lnTo>
                <a:lnTo>
                  <a:pt x="0" y="1497988"/>
                </a:lnTo>
                <a:lnTo>
                  <a:pt x="199" y="1505825"/>
                </a:lnTo>
                <a:lnTo>
                  <a:pt x="797" y="1513733"/>
                </a:lnTo>
                <a:lnTo>
                  <a:pt x="1793" y="1521536"/>
                </a:lnTo>
                <a:lnTo>
                  <a:pt x="3163" y="1529210"/>
                </a:lnTo>
                <a:lnTo>
                  <a:pt x="4897" y="1536755"/>
                </a:lnTo>
                <a:close/>
                <a:moveTo>
                  <a:pt x="32201" y="117272"/>
                </a:moveTo>
                <a:lnTo>
                  <a:pt x="34211" y="111316"/>
                </a:lnTo>
                <a:lnTo>
                  <a:pt x="36483" y="105553"/>
                </a:lnTo>
                <a:lnTo>
                  <a:pt x="39118" y="99722"/>
                </a:lnTo>
                <a:lnTo>
                  <a:pt x="41978" y="94140"/>
                </a:lnTo>
                <a:lnTo>
                  <a:pt x="45106" y="88695"/>
                </a:lnTo>
                <a:lnTo>
                  <a:pt x="48530" y="83359"/>
                </a:lnTo>
                <a:lnTo>
                  <a:pt x="52169" y="78253"/>
                </a:lnTo>
                <a:lnTo>
                  <a:pt x="55942" y="73459"/>
                </a:lnTo>
                <a:lnTo>
                  <a:pt x="60060" y="68705"/>
                </a:lnTo>
                <a:lnTo>
                  <a:pt x="64278" y="64278"/>
                </a:lnTo>
                <a:lnTo>
                  <a:pt x="68705" y="60060"/>
                </a:lnTo>
                <a:lnTo>
                  <a:pt x="73459" y="55942"/>
                </a:lnTo>
                <a:lnTo>
                  <a:pt x="78253" y="52169"/>
                </a:lnTo>
                <a:lnTo>
                  <a:pt x="83514" y="48419"/>
                </a:lnTo>
                <a:lnTo>
                  <a:pt x="88687" y="45111"/>
                </a:lnTo>
                <a:lnTo>
                  <a:pt x="94140" y="41978"/>
                </a:lnTo>
                <a:lnTo>
                  <a:pt x="99722" y="39118"/>
                </a:lnTo>
                <a:lnTo>
                  <a:pt x="105553" y="36483"/>
                </a:lnTo>
                <a:lnTo>
                  <a:pt x="111316" y="34211"/>
                </a:lnTo>
                <a:lnTo>
                  <a:pt x="117272" y="32201"/>
                </a:lnTo>
                <a:lnTo>
                  <a:pt x="123643" y="30393"/>
                </a:lnTo>
                <a:lnTo>
                  <a:pt x="129773" y="28989"/>
                </a:lnTo>
                <a:lnTo>
                  <a:pt x="136210" y="27839"/>
                </a:lnTo>
                <a:lnTo>
                  <a:pt x="142520" y="27042"/>
                </a:lnTo>
                <a:lnTo>
                  <a:pt x="149333" y="26524"/>
                </a:lnTo>
                <a:lnTo>
                  <a:pt x="156159" y="26360"/>
                </a:lnTo>
                <a:lnTo>
                  <a:pt x="7201918" y="26360"/>
                </a:lnTo>
                <a:lnTo>
                  <a:pt x="7208727" y="26524"/>
                </a:lnTo>
                <a:lnTo>
                  <a:pt x="7215558" y="27042"/>
                </a:lnTo>
                <a:lnTo>
                  <a:pt x="7221867" y="27839"/>
                </a:lnTo>
                <a:lnTo>
                  <a:pt x="7228304" y="28989"/>
                </a:lnTo>
                <a:lnTo>
                  <a:pt x="7234434" y="30393"/>
                </a:lnTo>
                <a:lnTo>
                  <a:pt x="7240805" y="32201"/>
                </a:lnTo>
                <a:lnTo>
                  <a:pt x="7246761" y="34211"/>
                </a:lnTo>
                <a:lnTo>
                  <a:pt x="7252521" y="36482"/>
                </a:lnTo>
                <a:lnTo>
                  <a:pt x="7258440" y="39161"/>
                </a:lnTo>
                <a:lnTo>
                  <a:pt x="7263936" y="41978"/>
                </a:lnTo>
                <a:lnTo>
                  <a:pt x="7269390" y="45111"/>
                </a:lnTo>
                <a:lnTo>
                  <a:pt x="7274562" y="48419"/>
                </a:lnTo>
                <a:lnTo>
                  <a:pt x="7279824" y="52169"/>
                </a:lnTo>
                <a:lnTo>
                  <a:pt x="7284493" y="55844"/>
                </a:lnTo>
                <a:lnTo>
                  <a:pt x="7289367" y="60057"/>
                </a:lnTo>
                <a:lnTo>
                  <a:pt x="7293912" y="64396"/>
                </a:lnTo>
                <a:lnTo>
                  <a:pt x="7298017" y="68705"/>
                </a:lnTo>
                <a:lnTo>
                  <a:pt x="7302129" y="73453"/>
                </a:lnTo>
                <a:lnTo>
                  <a:pt x="7306015" y="78405"/>
                </a:lnTo>
                <a:lnTo>
                  <a:pt x="7309547" y="83359"/>
                </a:lnTo>
                <a:lnTo>
                  <a:pt x="7312971" y="88695"/>
                </a:lnTo>
                <a:lnTo>
                  <a:pt x="7316099" y="94140"/>
                </a:lnTo>
                <a:lnTo>
                  <a:pt x="7318959" y="99722"/>
                </a:lnTo>
                <a:lnTo>
                  <a:pt x="7321594" y="105553"/>
                </a:lnTo>
                <a:lnTo>
                  <a:pt x="7323786" y="111113"/>
                </a:lnTo>
                <a:lnTo>
                  <a:pt x="7325879" y="117283"/>
                </a:lnTo>
                <a:lnTo>
                  <a:pt x="7327625" y="123437"/>
                </a:lnTo>
                <a:lnTo>
                  <a:pt x="7329090" y="129781"/>
                </a:lnTo>
                <a:lnTo>
                  <a:pt x="7330238" y="136210"/>
                </a:lnTo>
                <a:lnTo>
                  <a:pt x="7331035" y="142520"/>
                </a:lnTo>
                <a:lnTo>
                  <a:pt x="7331536" y="149117"/>
                </a:lnTo>
                <a:lnTo>
                  <a:pt x="7331716" y="156159"/>
                </a:lnTo>
                <a:lnTo>
                  <a:pt x="7331716" y="1497484"/>
                </a:lnTo>
                <a:lnTo>
                  <a:pt x="7331537" y="1504520"/>
                </a:lnTo>
                <a:lnTo>
                  <a:pt x="7331033" y="1511151"/>
                </a:lnTo>
                <a:lnTo>
                  <a:pt x="7330238" y="1517432"/>
                </a:lnTo>
                <a:lnTo>
                  <a:pt x="7329089" y="1523875"/>
                </a:lnTo>
                <a:lnTo>
                  <a:pt x="7327639" y="1530154"/>
                </a:lnTo>
                <a:lnTo>
                  <a:pt x="7325859" y="1536431"/>
                </a:lnTo>
                <a:lnTo>
                  <a:pt x="7323786" y="1542542"/>
                </a:lnTo>
                <a:lnTo>
                  <a:pt x="7321595" y="1548099"/>
                </a:lnTo>
                <a:lnTo>
                  <a:pt x="7318916" y="1554018"/>
                </a:lnTo>
                <a:lnTo>
                  <a:pt x="7316099" y="1559514"/>
                </a:lnTo>
                <a:lnTo>
                  <a:pt x="7313035" y="1564848"/>
                </a:lnTo>
                <a:lnTo>
                  <a:pt x="7309542" y="1570291"/>
                </a:lnTo>
                <a:lnTo>
                  <a:pt x="7306011" y="1575256"/>
                </a:lnTo>
                <a:lnTo>
                  <a:pt x="7302224" y="1580081"/>
                </a:lnTo>
                <a:lnTo>
                  <a:pt x="7298123" y="1584827"/>
                </a:lnTo>
                <a:lnTo>
                  <a:pt x="7293912" y="1589247"/>
                </a:lnTo>
                <a:lnTo>
                  <a:pt x="7289363" y="1593590"/>
                </a:lnTo>
                <a:lnTo>
                  <a:pt x="7284499" y="1597806"/>
                </a:lnTo>
                <a:lnTo>
                  <a:pt x="7279680" y="1601587"/>
                </a:lnTo>
                <a:lnTo>
                  <a:pt x="7274559" y="1605227"/>
                </a:lnTo>
                <a:lnTo>
                  <a:pt x="7269382" y="1608549"/>
                </a:lnTo>
                <a:lnTo>
                  <a:pt x="7263936" y="1611677"/>
                </a:lnTo>
                <a:lnTo>
                  <a:pt x="7258440" y="1614494"/>
                </a:lnTo>
                <a:lnTo>
                  <a:pt x="7252722" y="1617082"/>
                </a:lnTo>
                <a:lnTo>
                  <a:pt x="7246751" y="1619436"/>
                </a:lnTo>
                <a:lnTo>
                  <a:pt x="7240793" y="1621457"/>
                </a:lnTo>
                <a:lnTo>
                  <a:pt x="7234639" y="1623203"/>
                </a:lnTo>
                <a:lnTo>
                  <a:pt x="7228295" y="1624668"/>
                </a:lnTo>
                <a:lnTo>
                  <a:pt x="7222083" y="1625777"/>
                </a:lnTo>
                <a:lnTo>
                  <a:pt x="7215545" y="1626613"/>
                </a:lnTo>
                <a:lnTo>
                  <a:pt x="7208943" y="1627115"/>
                </a:lnTo>
                <a:lnTo>
                  <a:pt x="7201918" y="1627294"/>
                </a:lnTo>
                <a:lnTo>
                  <a:pt x="156159" y="1627294"/>
                </a:lnTo>
                <a:lnTo>
                  <a:pt x="149117" y="1627114"/>
                </a:lnTo>
                <a:lnTo>
                  <a:pt x="142532" y="1626613"/>
                </a:lnTo>
                <a:lnTo>
                  <a:pt x="135994" y="1625777"/>
                </a:lnTo>
                <a:lnTo>
                  <a:pt x="129781" y="1624668"/>
                </a:lnTo>
                <a:lnTo>
                  <a:pt x="123437" y="1623203"/>
                </a:lnTo>
                <a:lnTo>
                  <a:pt x="117283" y="1621457"/>
                </a:lnTo>
                <a:lnTo>
                  <a:pt x="111326" y="1619436"/>
                </a:lnTo>
                <a:lnTo>
                  <a:pt x="105349" y="1617080"/>
                </a:lnTo>
                <a:lnTo>
                  <a:pt x="99722" y="1614537"/>
                </a:lnTo>
                <a:lnTo>
                  <a:pt x="94140" y="1611677"/>
                </a:lnTo>
                <a:lnTo>
                  <a:pt x="88695" y="1608549"/>
                </a:lnTo>
                <a:lnTo>
                  <a:pt x="83518" y="1605227"/>
                </a:lnTo>
                <a:lnTo>
                  <a:pt x="78397" y="1601587"/>
                </a:lnTo>
                <a:lnTo>
                  <a:pt x="73460" y="1597713"/>
                </a:lnTo>
                <a:lnTo>
                  <a:pt x="68710" y="1593587"/>
                </a:lnTo>
                <a:lnTo>
                  <a:pt x="64278" y="1589365"/>
                </a:lnTo>
                <a:lnTo>
                  <a:pt x="59954" y="1584827"/>
                </a:lnTo>
                <a:lnTo>
                  <a:pt x="55844" y="1580071"/>
                </a:lnTo>
                <a:lnTo>
                  <a:pt x="52172" y="1575404"/>
                </a:lnTo>
                <a:lnTo>
                  <a:pt x="48535" y="1570291"/>
                </a:lnTo>
                <a:lnTo>
                  <a:pt x="45042" y="1564848"/>
                </a:lnTo>
                <a:lnTo>
                  <a:pt x="41978" y="1559514"/>
                </a:lnTo>
                <a:lnTo>
                  <a:pt x="39161" y="1554018"/>
                </a:lnTo>
                <a:lnTo>
                  <a:pt x="36482" y="1548099"/>
                </a:lnTo>
                <a:lnTo>
                  <a:pt x="34211" y="1542339"/>
                </a:lnTo>
                <a:lnTo>
                  <a:pt x="32222" y="1536445"/>
                </a:lnTo>
                <a:lnTo>
                  <a:pt x="30380" y="1529951"/>
                </a:lnTo>
                <a:lnTo>
                  <a:pt x="28989" y="1523884"/>
                </a:lnTo>
                <a:lnTo>
                  <a:pt x="27838" y="1517432"/>
                </a:lnTo>
                <a:lnTo>
                  <a:pt x="27044" y="1511151"/>
                </a:lnTo>
                <a:lnTo>
                  <a:pt x="26524" y="1504305"/>
                </a:lnTo>
                <a:lnTo>
                  <a:pt x="26360" y="1497484"/>
                </a:lnTo>
                <a:lnTo>
                  <a:pt x="26360" y="156159"/>
                </a:lnTo>
                <a:lnTo>
                  <a:pt x="26524" y="149333"/>
                </a:lnTo>
                <a:lnTo>
                  <a:pt x="27042" y="142520"/>
                </a:lnTo>
                <a:lnTo>
                  <a:pt x="27839" y="136210"/>
                </a:lnTo>
                <a:lnTo>
                  <a:pt x="28989" y="129773"/>
                </a:lnTo>
                <a:lnTo>
                  <a:pt x="30393" y="123643"/>
                </a:lnTo>
                <a:lnTo>
                  <a:pt x="32201" y="117272"/>
                </a:lnTo>
                <a:close/>
              </a:path>
            </a:pathLst>
          </a:custGeom>
          <a:solidFill xmlns:a="http://schemas.openxmlformats.org/drawingml/2006/main">
            <a:srgbClr val="F5B7B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b42d7dfb24c03"/>
          <a:stretch xmlns:a="http://schemas.openxmlformats.org/drawingml/2006/main"/>
        </p:blipFill>
        <p:spPr>
          <a:xfrm xmlns:a="http://schemas.openxmlformats.org/drawingml/2006/main">
            <a:off x="122427" y="423382"/>
            <a:ext cx="1287326" cy="651326"/>
          </a:xfrm>
          <a:prstGeom xmlns:a="http://schemas.openxmlformats.org/drawingml/2006/main" prst="rect">
            <a:avLst/>
          </a:prstGeom>
        </p:spPr>
      </p:pic>
      <p:sp>
        <p:nvSpPr>
          <p:cNvPr id="12" name="Text Problem">
            <a:extLst xmlns:a="http://schemas.openxmlformats.org/drawingml/2006/main">
              <a:ext uri="{FF2B5EF4-FFF2-40B4-BE49-F238E27FC236}">
                <a16:creationId xmlns:a16="http://schemas.microsoft.com/office/drawing/2014/main" id="{FE76F0EE-73BD-4A90-B09B-3B8A389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56" y="569492"/>
            <a:ext cx="593280" cy="119275"/>
          </a:xfrm>
          <a:custGeom xmlns:a="http://schemas.openxmlformats.org/drawingml/2006/main">
            <a:pathLst>
              <a:path w="593280" h="119275">
                <a:moveTo>
                  <a:pt x="15638" y="56262"/>
                </a:moveTo>
                <a:lnTo>
                  <a:pt x="15638" y="13181"/>
                </a:lnTo>
                <a:lnTo>
                  <a:pt x="46255" y="13181"/>
                </a:lnTo>
                <a:cubicBezTo>
                  <a:pt x="55143" y="13181"/>
                  <a:pt x="61644" y="15017"/>
                  <a:pt x="65759" y="18690"/>
                </a:cubicBezTo>
                <a:cubicBezTo>
                  <a:pt x="69874" y="22362"/>
                  <a:pt x="71932" y="27706"/>
                  <a:pt x="71932" y="34722"/>
                </a:cubicBezTo>
                <a:cubicBezTo>
                  <a:pt x="71932" y="41738"/>
                  <a:pt x="69874" y="47109"/>
                  <a:pt x="65759" y="50837"/>
                </a:cubicBezTo>
                <a:cubicBezTo>
                  <a:pt x="61644" y="54562"/>
                  <a:pt x="55143" y="56371"/>
                  <a:pt x="46255" y="56262"/>
                </a:cubicBezTo>
                <a:lnTo>
                  <a:pt x="15638" y="56262"/>
                </a:lnTo>
                <a:moveTo>
                  <a:pt x="0" y="0"/>
                </a:moveTo>
                <a:lnTo>
                  <a:pt x="0" y="117507"/>
                </a:lnTo>
                <a:lnTo>
                  <a:pt x="15638" y="117507"/>
                </a:lnTo>
                <a:lnTo>
                  <a:pt x="15638" y="69443"/>
                </a:lnTo>
                <a:lnTo>
                  <a:pt x="51522" y="69443"/>
                </a:lnTo>
                <a:cubicBezTo>
                  <a:pt x="63374" y="69554"/>
                  <a:pt x="72345" y="66537"/>
                  <a:pt x="78435" y="60394"/>
                </a:cubicBezTo>
                <a:cubicBezTo>
                  <a:pt x="84525" y="54250"/>
                  <a:pt x="87570" y="45693"/>
                  <a:pt x="87570" y="34722"/>
                </a:cubicBezTo>
                <a:cubicBezTo>
                  <a:pt x="87570" y="23751"/>
                  <a:pt x="84525" y="15221"/>
                  <a:pt x="78435" y="9133"/>
                </a:cubicBezTo>
                <a:cubicBezTo>
                  <a:pt x="72345" y="3044"/>
                  <a:pt x="63374" y="0"/>
                  <a:pt x="51522" y="0"/>
                </a:cubicBezTo>
                <a:lnTo>
                  <a:pt x="0" y="0"/>
                </a:lnTo>
                <a:close/>
                <a:moveTo>
                  <a:pt x="103229" y="32358"/>
                </a:moveTo>
                <a:lnTo>
                  <a:pt x="103229" y="117507"/>
                </a:lnTo>
                <a:lnTo>
                  <a:pt x="117220" y="117507"/>
                </a:lnTo>
                <a:lnTo>
                  <a:pt x="117220" y="79608"/>
                </a:lnTo>
                <a:cubicBezTo>
                  <a:pt x="117220" y="74116"/>
                  <a:pt x="117768" y="69256"/>
                  <a:pt x="118865" y="65028"/>
                </a:cubicBezTo>
                <a:cubicBezTo>
                  <a:pt x="119963" y="60798"/>
                  <a:pt x="121720" y="57200"/>
                  <a:pt x="124134" y="54235"/>
                </a:cubicBezTo>
                <a:cubicBezTo>
                  <a:pt x="126549" y="51268"/>
                  <a:pt x="129731" y="49016"/>
                  <a:pt x="133681" y="47479"/>
                </a:cubicBezTo>
                <a:cubicBezTo>
                  <a:pt x="137631" y="45940"/>
                  <a:pt x="142404" y="45170"/>
                  <a:pt x="148000" y="45170"/>
                </a:cubicBezTo>
                <a:lnTo>
                  <a:pt x="148000" y="30381"/>
                </a:lnTo>
                <a:cubicBezTo>
                  <a:pt x="140430" y="30162"/>
                  <a:pt x="134175" y="31699"/>
                  <a:pt x="129236" y="34993"/>
                </a:cubicBezTo>
                <a:cubicBezTo>
                  <a:pt x="124298" y="38287"/>
                  <a:pt x="120128" y="43392"/>
                  <a:pt x="116727" y="50309"/>
                </a:cubicBezTo>
                <a:lnTo>
                  <a:pt x="116398" y="50309"/>
                </a:lnTo>
                <a:lnTo>
                  <a:pt x="116398" y="32358"/>
                </a:lnTo>
                <a:lnTo>
                  <a:pt x="103229" y="32358"/>
                </a:lnTo>
                <a:close/>
                <a:moveTo>
                  <a:pt x="168408" y="74992"/>
                </a:moveTo>
                <a:cubicBezTo>
                  <a:pt x="168408" y="69838"/>
                  <a:pt x="169093" y="65260"/>
                  <a:pt x="170465" y="61260"/>
                </a:cubicBezTo>
                <a:cubicBezTo>
                  <a:pt x="171836" y="57258"/>
                  <a:pt x="173729" y="53887"/>
                  <a:pt x="176144" y="51146"/>
                </a:cubicBezTo>
                <a:cubicBezTo>
                  <a:pt x="178558" y="48405"/>
                  <a:pt x="181384" y="46321"/>
                  <a:pt x="184621" y="44897"/>
                </a:cubicBezTo>
                <a:cubicBezTo>
                  <a:pt x="187857" y="43472"/>
                  <a:pt x="191287" y="42759"/>
                  <a:pt x="194908" y="42759"/>
                </a:cubicBezTo>
                <a:cubicBezTo>
                  <a:pt x="198530" y="42759"/>
                  <a:pt x="201960" y="43472"/>
                  <a:pt x="205196" y="44897"/>
                </a:cubicBezTo>
                <a:cubicBezTo>
                  <a:pt x="208433" y="46321"/>
                  <a:pt x="211259" y="48405"/>
                  <a:pt x="213673" y="51146"/>
                </a:cubicBezTo>
                <a:cubicBezTo>
                  <a:pt x="216088" y="53887"/>
                  <a:pt x="217981" y="57258"/>
                  <a:pt x="219352" y="61260"/>
                </a:cubicBezTo>
                <a:cubicBezTo>
                  <a:pt x="220724" y="65260"/>
                  <a:pt x="221409" y="69838"/>
                  <a:pt x="221409" y="74992"/>
                </a:cubicBezTo>
                <a:cubicBezTo>
                  <a:pt x="221409" y="80144"/>
                  <a:pt x="220724" y="84721"/>
                  <a:pt x="219352" y="88723"/>
                </a:cubicBezTo>
                <a:cubicBezTo>
                  <a:pt x="217981" y="92725"/>
                  <a:pt x="216088" y="96069"/>
                  <a:pt x="213673" y="98755"/>
                </a:cubicBezTo>
                <a:cubicBezTo>
                  <a:pt x="211259" y="101441"/>
                  <a:pt x="208433" y="103496"/>
                  <a:pt x="205196" y="104921"/>
                </a:cubicBezTo>
                <a:cubicBezTo>
                  <a:pt x="201960" y="106346"/>
                  <a:pt x="198530" y="107058"/>
                  <a:pt x="194908" y="107058"/>
                </a:cubicBezTo>
                <a:cubicBezTo>
                  <a:pt x="191287" y="107058"/>
                  <a:pt x="187857" y="106346"/>
                  <a:pt x="184621" y="104921"/>
                </a:cubicBezTo>
                <a:cubicBezTo>
                  <a:pt x="181384" y="103496"/>
                  <a:pt x="178558" y="101441"/>
                  <a:pt x="176144" y="98755"/>
                </a:cubicBezTo>
                <a:cubicBezTo>
                  <a:pt x="173729" y="96069"/>
                  <a:pt x="171836" y="92725"/>
                  <a:pt x="170465" y="88723"/>
                </a:cubicBezTo>
                <a:cubicBezTo>
                  <a:pt x="169093" y="84721"/>
                  <a:pt x="168408" y="80144"/>
                  <a:pt x="168408" y="74992"/>
                </a:cubicBezTo>
                <a:moveTo>
                  <a:pt x="153591" y="74994"/>
                </a:moveTo>
                <a:cubicBezTo>
                  <a:pt x="153591" y="81248"/>
                  <a:pt x="154469" y="87064"/>
                  <a:pt x="156223" y="92443"/>
                </a:cubicBezTo>
                <a:cubicBezTo>
                  <a:pt x="157980" y="97820"/>
                  <a:pt x="160614" y="102511"/>
                  <a:pt x="164125" y="106518"/>
                </a:cubicBezTo>
                <a:cubicBezTo>
                  <a:pt x="167636" y="110524"/>
                  <a:pt x="171971" y="113652"/>
                  <a:pt x="177128" y="115902"/>
                </a:cubicBezTo>
                <a:cubicBezTo>
                  <a:pt x="182287" y="118151"/>
                  <a:pt x="188214" y="119275"/>
                  <a:pt x="194908" y="119275"/>
                </a:cubicBezTo>
                <a:cubicBezTo>
                  <a:pt x="201712" y="119275"/>
                  <a:pt x="207665" y="118151"/>
                  <a:pt x="212767" y="115902"/>
                </a:cubicBezTo>
                <a:cubicBezTo>
                  <a:pt x="217870" y="113652"/>
                  <a:pt x="222178" y="110524"/>
                  <a:pt x="225689" y="106518"/>
                </a:cubicBezTo>
                <a:cubicBezTo>
                  <a:pt x="229201" y="102511"/>
                  <a:pt x="231834" y="97820"/>
                  <a:pt x="233589" y="92443"/>
                </a:cubicBezTo>
                <a:cubicBezTo>
                  <a:pt x="235345" y="87064"/>
                  <a:pt x="236223" y="81248"/>
                  <a:pt x="236223" y="74994"/>
                </a:cubicBezTo>
                <a:cubicBezTo>
                  <a:pt x="236223" y="68738"/>
                  <a:pt x="235345" y="62894"/>
                  <a:pt x="233589" y="57463"/>
                </a:cubicBezTo>
                <a:cubicBezTo>
                  <a:pt x="231834" y="52029"/>
                  <a:pt x="229201" y="47309"/>
                  <a:pt x="225689" y="43304"/>
                </a:cubicBezTo>
                <a:cubicBezTo>
                  <a:pt x="222178" y="39299"/>
                  <a:pt x="217870" y="36144"/>
                  <a:pt x="212767" y="33840"/>
                </a:cubicBezTo>
                <a:cubicBezTo>
                  <a:pt x="207665" y="31534"/>
                  <a:pt x="201712" y="30381"/>
                  <a:pt x="194908" y="30381"/>
                </a:cubicBezTo>
                <a:cubicBezTo>
                  <a:pt x="188214" y="30381"/>
                  <a:pt x="182287" y="31534"/>
                  <a:pt x="177128" y="33840"/>
                </a:cubicBezTo>
                <a:cubicBezTo>
                  <a:pt x="171971" y="36144"/>
                  <a:pt x="167636" y="39299"/>
                  <a:pt x="164125" y="43304"/>
                </a:cubicBezTo>
                <a:cubicBezTo>
                  <a:pt x="160614" y="47309"/>
                  <a:pt x="157980" y="52029"/>
                  <a:pt x="156223" y="57463"/>
                </a:cubicBezTo>
                <a:cubicBezTo>
                  <a:pt x="154469" y="62894"/>
                  <a:pt x="153591" y="68738"/>
                  <a:pt x="153591" y="74994"/>
                </a:cubicBezTo>
                <a:close/>
                <a:moveTo>
                  <a:pt x="253007" y="0"/>
                </a:moveTo>
                <a:lnTo>
                  <a:pt x="253007" y="117464"/>
                </a:lnTo>
                <a:lnTo>
                  <a:pt x="266997" y="117464"/>
                </a:lnTo>
                <a:lnTo>
                  <a:pt x="266997" y="106114"/>
                </a:lnTo>
                <a:lnTo>
                  <a:pt x="267328" y="106114"/>
                </a:lnTo>
                <a:cubicBezTo>
                  <a:pt x="268865" y="108636"/>
                  <a:pt x="270758" y="110747"/>
                  <a:pt x="273007" y="112448"/>
                </a:cubicBezTo>
                <a:cubicBezTo>
                  <a:pt x="275256" y="114148"/>
                  <a:pt x="277642" y="115492"/>
                  <a:pt x="280166" y="116480"/>
                </a:cubicBezTo>
                <a:cubicBezTo>
                  <a:pt x="282691" y="117466"/>
                  <a:pt x="285243" y="118178"/>
                  <a:pt x="287821" y="118617"/>
                </a:cubicBezTo>
                <a:cubicBezTo>
                  <a:pt x="290400" y="119056"/>
                  <a:pt x="292732" y="119275"/>
                  <a:pt x="294819" y="119275"/>
                </a:cubicBezTo>
                <a:cubicBezTo>
                  <a:pt x="301292" y="119275"/>
                  <a:pt x="306970" y="118123"/>
                  <a:pt x="311853" y="115819"/>
                </a:cubicBezTo>
                <a:cubicBezTo>
                  <a:pt x="316737" y="113513"/>
                  <a:pt x="320798" y="110358"/>
                  <a:pt x="324035" y="106353"/>
                </a:cubicBezTo>
                <a:cubicBezTo>
                  <a:pt x="327272" y="102347"/>
                  <a:pt x="329685" y="97656"/>
                  <a:pt x="331276" y="92280"/>
                </a:cubicBezTo>
                <a:cubicBezTo>
                  <a:pt x="332868" y="86901"/>
                  <a:pt x="333665" y="81194"/>
                  <a:pt x="333665" y="75157"/>
                </a:cubicBezTo>
                <a:cubicBezTo>
                  <a:pt x="333665" y="69121"/>
                  <a:pt x="332842" y="63414"/>
                  <a:pt x="331196" y="58038"/>
                </a:cubicBezTo>
                <a:cubicBezTo>
                  <a:pt x="329550" y="52659"/>
                  <a:pt x="327107" y="47913"/>
                  <a:pt x="323869" y="43799"/>
                </a:cubicBezTo>
                <a:cubicBezTo>
                  <a:pt x="320632" y="39683"/>
                  <a:pt x="316573" y="36418"/>
                  <a:pt x="311690" y="34003"/>
                </a:cubicBezTo>
                <a:cubicBezTo>
                  <a:pt x="306807" y="31589"/>
                  <a:pt x="301073" y="30381"/>
                  <a:pt x="294487" y="30381"/>
                </a:cubicBezTo>
                <a:cubicBezTo>
                  <a:pt x="288561" y="30381"/>
                  <a:pt x="283129" y="31451"/>
                  <a:pt x="278191" y="33591"/>
                </a:cubicBezTo>
                <a:cubicBezTo>
                  <a:pt x="273253" y="35731"/>
                  <a:pt x="269632" y="39161"/>
                  <a:pt x="267328" y="43879"/>
                </a:cubicBezTo>
                <a:lnTo>
                  <a:pt x="266997" y="43879"/>
                </a:lnTo>
                <a:lnTo>
                  <a:pt x="266997" y="0"/>
                </a:lnTo>
                <a:lnTo>
                  <a:pt x="253007" y="0"/>
                </a:lnTo>
                <a:moveTo>
                  <a:pt x="318848" y="74168"/>
                </a:moveTo>
                <a:cubicBezTo>
                  <a:pt x="318848" y="78334"/>
                  <a:pt x="318409" y="82390"/>
                  <a:pt x="317530" y="86337"/>
                </a:cubicBezTo>
                <a:cubicBezTo>
                  <a:pt x="316652" y="90284"/>
                  <a:pt x="315225" y="93792"/>
                  <a:pt x="313250" y="96863"/>
                </a:cubicBezTo>
                <a:cubicBezTo>
                  <a:pt x="311275" y="99933"/>
                  <a:pt x="308670" y="102399"/>
                  <a:pt x="305433" y="104263"/>
                </a:cubicBezTo>
                <a:cubicBezTo>
                  <a:pt x="302196" y="106127"/>
                  <a:pt x="298164" y="107058"/>
                  <a:pt x="293334" y="107058"/>
                </a:cubicBezTo>
                <a:cubicBezTo>
                  <a:pt x="288507" y="107058"/>
                  <a:pt x="284392" y="106154"/>
                  <a:pt x="280989" y="104346"/>
                </a:cubicBezTo>
                <a:cubicBezTo>
                  <a:pt x="277587" y="102536"/>
                  <a:pt x="274816" y="100151"/>
                  <a:pt x="272676" y="97192"/>
                </a:cubicBezTo>
                <a:cubicBezTo>
                  <a:pt x="270537" y="94232"/>
                  <a:pt x="268974" y="90806"/>
                  <a:pt x="267986" y="86915"/>
                </a:cubicBezTo>
                <a:cubicBezTo>
                  <a:pt x="266998" y="83021"/>
                  <a:pt x="266504" y="78992"/>
                  <a:pt x="266504" y="74826"/>
                </a:cubicBezTo>
                <a:cubicBezTo>
                  <a:pt x="266504" y="70879"/>
                  <a:pt x="266971" y="66988"/>
                  <a:pt x="267903" y="63151"/>
                </a:cubicBezTo>
                <a:cubicBezTo>
                  <a:pt x="268836" y="59314"/>
                  <a:pt x="270345" y="55888"/>
                  <a:pt x="272430" y="52874"/>
                </a:cubicBezTo>
                <a:cubicBezTo>
                  <a:pt x="274514" y="49858"/>
                  <a:pt x="277203" y="47418"/>
                  <a:pt x="280495" y="45555"/>
                </a:cubicBezTo>
                <a:cubicBezTo>
                  <a:pt x="283787" y="43691"/>
                  <a:pt x="287792" y="42759"/>
                  <a:pt x="292511" y="42759"/>
                </a:cubicBezTo>
                <a:cubicBezTo>
                  <a:pt x="297010" y="42759"/>
                  <a:pt x="300933" y="43636"/>
                  <a:pt x="304280" y="45391"/>
                </a:cubicBezTo>
                <a:cubicBezTo>
                  <a:pt x="307628" y="47144"/>
                  <a:pt x="310371" y="49501"/>
                  <a:pt x="312511" y="52462"/>
                </a:cubicBezTo>
                <a:cubicBezTo>
                  <a:pt x="314651" y="55422"/>
                  <a:pt x="316242" y="58794"/>
                  <a:pt x="317283" y="62576"/>
                </a:cubicBezTo>
                <a:cubicBezTo>
                  <a:pt x="318327" y="66357"/>
                  <a:pt x="318848" y="70221"/>
                  <a:pt x="318848" y="74168"/>
                </a:cubicBezTo>
                <a:close/>
                <a:moveTo>
                  <a:pt x="350576" y="0"/>
                </a:moveTo>
                <a:lnTo>
                  <a:pt x="350576" y="117507"/>
                </a:lnTo>
                <a:lnTo>
                  <a:pt x="364569" y="117507"/>
                </a:lnTo>
                <a:lnTo>
                  <a:pt x="364569" y="0"/>
                </a:lnTo>
                <a:lnTo>
                  <a:pt x="350576" y="0"/>
                </a:lnTo>
                <a:close/>
                <a:moveTo>
                  <a:pt x="445166" y="66871"/>
                </a:moveTo>
                <a:lnTo>
                  <a:pt x="396279" y="66871"/>
                </a:lnTo>
                <a:cubicBezTo>
                  <a:pt x="396498" y="63568"/>
                  <a:pt x="397212" y="60457"/>
                  <a:pt x="398419" y="57540"/>
                </a:cubicBezTo>
                <a:cubicBezTo>
                  <a:pt x="399626" y="54622"/>
                  <a:pt x="401272" y="52062"/>
                  <a:pt x="403357" y="49860"/>
                </a:cubicBezTo>
                <a:cubicBezTo>
                  <a:pt x="405442" y="47658"/>
                  <a:pt x="407938" y="45924"/>
                  <a:pt x="410847" y="44658"/>
                </a:cubicBezTo>
                <a:cubicBezTo>
                  <a:pt x="413755" y="43392"/>
                  <a:pt x="417020" y="42759"/>
                  <a:pt x="420640" y="42759"/>
                </a:cubicBezTo>
                <a:cubicBezTo>
                  <a:pt x="424151" y="42759"/>
                  <a:pt x="427361" y="43392"/>
                  <a:pt x="430270" y="44658"/>
                </a:cubicBezTo>
                <a:cubicBezTo>
                  <a:pt x="433178" y="45924"/>
                  <a:pt x="435702" y="47631"/>
                  <a:pt x="437842" y="49779"/>
                </a:cubicBezTo>
                <a:cubicBezTo>
                  <a:pt x="439982" y="51926"/>
                  <a:pt x="441683" y="54485"/>
                  <a:pt x="442944" y="57457"/>
                </a:cubicBezTo>
                <a:cubicBezTo>
                  <a:pt x="444206" y="60430"/>
                  <a:pt x="444947" y="63568"/>
                  <a:pt x="445166" y="66871"/>
                </a:cubicBezTo>
                <a:moveTo>
                  <a:pt x="458664" y="90501"/>
                </a:moveTo>
                <a:lnTo>
                  <a:pt x="444837" y="90501"/>
                </a:lnTo>
                <a:cubicBezTo>
                  <a:pt x="443630" y="96076"/>
                  <a:pt x="441134" y="100229"/>
                  <a:pt x="437348" y="102962"/>
                </a:cubicBezTo>
                <a:cubicBezTo>
                  <a:pt x="433562" y="105693"/>
                  <a:pt x="428706" y="107058"/>
                  <a:pt x="422780" y="107058"/>
                </a:cubicBezTo>
                <a:cubicBezTo>
                  <a:pt x="418172" y="107058"/>
                  <a:pt x="414166" y="106295"/>
                  <a:pt x="410764" y="104768"/>
                </a:cubicBezTo>
                <a:cubicBezTo>
                  <a:pt x="407363" y="103241"/>
                  <a:pt x="404565" y="101196"/>
                  <a:pt x="402370" y="98634"/>
                </a:cubicBezTo>
                <a:cubicBezTo>
                  <a:pt x="400175" y="96071"/>
                  <a:pt x="398583" y="93126"/>
                  <a:pt x="397595" y="89801"/>
                </a:cubicBezTo>
                <a:cubicBezTo>
                  <a:pt x="396607" y="86473"/>
                  <a:pt x="396168" y="82956"/>
                  <a:pt x="396279" y="79249"/>
                </a:cubicBezTo>
                <a:lnTo>
                  <a:pt x="459980" y="79249"/>
                </a:lnTo>
                <a:cubicBezTo>
                  <a:pt x="460200" y="74077"/>
                  <a:pt x="459733" y="68629"/>
                  <a:pt x="458581" y="62905"/>
                </a:cubicBezTo>
                <a:cubicBezTo>
                  <a:pt x="457429" y="57182"/>
                  <a:pt x="455344" y="51899"/>
                  <a:pt x="452325" y="47057"/>
                </a:cubicBezTo>
                <a:cubicBezTo>
                  <a:pt x="449307" y="42214"/>
                  <a:pt x="445302" y="38225"/>
                  <a:pt x="440309" y="35088"/>
                </a:cubicBezTo>
                <a:cubicBezTo>
                  <a:pt x="435316" y="31950"/>
                  <a:pt x="429033" y="30381"/>
                  <a:pt x="421461" y="30381"/>
                </a:cubicBezTo>
                <a:cubicBezTo>
                  <a:pt x="415646" y="30381"/>
                  <a:pt x="410296" y="31479"/>
                  <a:pt x="405411" y="33674"/>
                </a:cubicBezTo>
                <a:cubicBezTo>
                  <a:pt x="400529" y="35869"/>
                  <a:pt x="396304" y="38943"/>
                  <a:pt x="392737" y="42895"/>
                </a:cubicBezTo>
                <a:cubicBezTo>
                  <a:pt x="389171" y="46845"/>
                  <a:pt x="386400" y="51509"/>
                  <a:pt x="384424" y="56887"/>
                </a:cubicBezTo>
                <a:cubicBezTo>
                  <a:pt x="382449" y="62264"/>
                  <a:pt x="381462" y="68189"/>
                  <a:pt x="381462" y="74663"/>
                </a:cubicBezTo>
                <a:cubicBezTo>
                  <a:pt x="381682" y="81138"/>
                  <a:pt x="382642" y="87119"/>
                  <a:pt x="384343" y="92606"/>
                </a:cubicBezTo>
                <a:cubicBezTo>
                  <a:pt x="386045" y="98093"/>
                  <a:pt x="388596" y="102813"/>
                  <a:pt x="391996" y="106765"/>
                </a:cubicBezTo>
                <a:cubicBezTo>
                  <a:pt x="395399" y="110715"/>
                  <a:pt x="399597" y="113787"/>
                  <a:pt x="404590" y="115982"/>
                </a:cubicBezTo>
                <a:cubicBezTo>
                  <a:pt x="409583" y="118178"/>
                  <a:pt x="415482" y="119275"/>
                  <a:pt x="422285" y="119275"/>
                </a:cubicBezTo>
                <a:cubicBezTo>
                  <a:pt x="431943" y="119275"/>
                  <a:pt x="439955" y="116864"/>
                  <a:pt x="446319" y="112042"/>
                </a:cubicBezTo>
                <a:cubicBezTo>
                  <a:pt x="452684" y="107217"/>
                  <a:pt x="456799" y="100037"/>
                  <a:pt x="458664" y="90501"/>
                </a:cubicBezTo>
                <a:close/>
                <a:moveTo>
                  <a:pt x="473940" y="32358"/>
                </a:moveTo>
                <a:lnTo>
                  <a:pt x="473940" y="117507"/>
                </a:lnTo>
                <a:lnTo>
                  <a:pt x="487932" y="117507"/>
                </a:lnTo>
                <a:lnTo>
                  <a:pt x="487932" y="64493"/>
                </a:lnTo>
                <a:cubicBezTo>
                  <a:pt x="487932" y="62845"/>
                  <a:pt x="488343" y="60787"/>
                  <a:pt x="489165" y="58319"/>
                </a:cubicBezTo>
                <a:cubicBezTo>
                  <a:pt x="489989" y="55849"/>
                  <a:pt x="491306" y="53462"/>
                  <a:pt x="493116" y="51158"/>
                </a:cubicBezTo>
                <a:cubicBezTo>
                  <a:pt x="494928" y="48852"/>
                  <a:pt x="497287" y="46877"/>
                  <a:pt x="500194" y="45231"/>
                </a:cubicBezTo>
                <a:cubicBezTo>
                  <a:pt x="503103" y="43583"/>
                  <a:pt x="506587" y="42759"/>
                  <a:pt x="510648" y="42759"/>
                </a:cubicBezTo>
                <a:cubicBezTo>
                  <a:pt x="513831" y="42759"/>
                  <a:pt x="516437" y="43225"/>
                  <a:pt x="518467" y="44158"/>
                </a:cubicBezTo>
                <a:cubicBezTo>
                  <a:pt x="520496" y="45091"/>
                  <a:pt x="522115" y="46408"/>
                  <a:pt x="523322" y="48109"/>
                </a:cubicBezTo>
                <a:cubicBezTo>
                  <a:pt x="524529" y="49810"/>
                  <a:pt x="525380" y="51814"/>
                  <a:pt x="525874" y="54119"/>
                </a:cubicBezTo>
                <a:cubicBezTo>
                  <a:pt x="526368" y="56425"/>
                  <a:pt x="526615" y="58949"/>
                  <a:pt x="526615" y="61692"/>
                </a:cubicBezTo>
                <a:lnTo>
                  <a:pt x="526615" y="117507"/>
                </a:lnTo>
                <a:lnTo>
                  <a:pt x="540605" y="117507"/>
                </a:lnTo>
                <a:lnTo>
                  <a:pt x="540605" y="64493"/>
                </a:lnTo>
                <a:cubicBezTo>
                  <a:pt x="540605" y="57907"/>
                  <a:pt x="542580" y="52638"/>
                  <a:pt x="546530" y="48687"/>
                </a:cubicBezTo>
                <a:cubicBezTo>
                  <a:pt x="550482" y="44735"/>
                  <a:pt x="555914" y="42759"/>
                  <a:pt x="562826" y="42759"/>
                </a:cubicBezTo>
                <a:cubicBezTo>
                  <a:pt x="566228" y="42759"/>
                  <a:pt x="569000" y="43253"/>
                  <a:pt x="571139" y="44241"/>
                </a:cubicBezTo>
                <a:cubicBezTo>
                  <a:pt x="573279" y="45229"/>
                  <a:pt x="574953" y="46573"/>
                  <a:pt x="576160" y="48275"/>
                </a:cubicBezTo>
                <a:cubicBezTo>
                  <a:pt x="577368" y="49976"/>
                  <a:pt x="578191" y="51979"/>
                  <a:pt x="578629" y="54285"/>
                </a:cubicBezTo>
                <a:cubicBezTo>
                  <a:pt x="579068" y="56589"/>
                  <a:pt x="579287" y="59058"/>
                  <a:pt x="579287" y="61692"/>
                </a:cubicBezTo>
                <a:lnTo>
                  <a:pt x="579287" y="117507"/>
                </a:lnTo>
                <a:lnTo>
                  <a:pt x="593280" y="117507"/>
                </a:lnTo>
                <a:lnTo>
                  <a:pt x="593280" y="55086"/>
                </a:lnTo>
                <a:cubicBezTo>
                  <a:pt x="593280" y="50694"/>
                  <a:pt x="592594" y="46933"/>
                  <a:pt x="591223" y="43804"/>
                </a:cubicBezTo>
                <a:cubicBezTo>
                  <a:pt x="589852" y="40674"/>
                  <a:pt x="587931" y="38122"/>
                  <a:pt x="585461" y="36146"/>
                </a:cubicBezTo>
                <a:cubicBezTo>
                  <a:pt x="582991" y="34170"/>
                  <a:pt x="580028" y="32716"/>
                  <a:pt x="576572" y="31783"/>
                </a:cubicBezTo>
                <a:cubicBezTo>
                  <a:pt x="573116" y="30849"/>
                  <a:pt x="569248" y="30381"/>
                  <a:pt x="564968" y="30381"/>
                </a:cubicBezTo>
                <a:cubicBezTo>
                  <a:pt x="559371" y="30381"/>
                  <a:pt x="554240" y="31644"/>
                  <a:pt x="549577" y="34169"/>
                </a:cubicBezTo>
                <a:cubicBezTo>
                  <a:pt x="544913" y="36692"/>
                  <a:pt x="541155" y="40259"/>
                  <a:pt x="538302" y="44869"/>
                </a:cubicBezTo>
                <a:cubicBezTo>
                  <a:pt x="536545" y="39601"/>
                  <a:pt x="533527" y="35869"/>
                  <a:pt x="529247" y="33674"/>
                </a:cubicBezTo>
                <a:cubicBezTo>
                  <a:pt x="524969" y="31479"/>
                  <a:pt x="520196" y="30381"/>
                  <a:pt x="514928" y="30381"/>
                </a:cubicBezTo>
                <a:cubicBezTo>
                  <a:pt x="502965" y="30381"/>
                  <a:pt x="493802" y="35212"/>
                  <a:pt x="487437" y="44874"/>
                </a:cubicBezTo>
                <a:lnTo>
                  <a:pt x="487108" y="44874"/>
                </a:lnTo>
                <a:lnTo>
                  <a:pt x="487108" y="32358"/>
                </a:lnTo>
                <a:lnTo>
                  <a:pt x="473940" y="32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Statement">
            <a:extLst xmlns:a="http://schemas.openxmlformats.org/drawingml/2006/main">
              <a:ext uri="{FF2B5EF4-FFF2-40B4-BE49-F238E27FC236}">
                <a16:creationId xmlns:a16="http://schemas.microsoft.com/office/drawing/2014/main" id="{38057892-07AE-47AB-AB2C-8EE02D91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99" y="763423"/>
            <a:ext cx="744939" cy="122972"/>
          </a:xfrm>
          <a:custGeom xmlns:a="http://schemas.openxmlformats.org/drawingml/2006/main">
            <a:pathLst>
              <a:path w="744939" h="122972">
                <a:moveTo>
                  <a:pt x="74730" y="37213"/>
                </a:moveTo>
                <a:lnTo>
                  <a:pt x="89544" y="37213"/>
                </a:lnTo>
                <a:cubicBezTo>
                  <a:pt x="89325" y="30740"/>
                  <a:pt x="88090" y="25171"/>
                  <a:pt x="85840" y="20508"/>
                </a:cubicBezTo>
                <a:cubicBezTo>
                  <a:pt x="83591" y="15843"/>
                  <a:pt x="80518" y="11973"/>
                  <a:pt x="76622" y="8899"/>
                </a:cubicBezTo>
                <a:cubicBezTo>
                  <a:pt x="72727" y="5823"/>
                  <a:pt x="68201" y="3571"/>
                  <a:pt x="63043" y="2142"/>
                </a:cubicBezTo>
                <a:cubicBezTo>
                  <a:pt x="57886" y="714"/>
                  <a:pt x="52289" y="0"/>
                  <a:pt x="46253" y="0"/>
                </a:cubicBezTo>
                <a:cubicBezTo>
                  <a:pt x="40876" y="0"/>
                  <a:pt x="35636" y="686"/>
                  <a:pt x="30532" y="2057"/>
                </a:cubicBezTo>
                <a:cubicBezTo>
                  <a:pt x="25430" y="3428"/>
                  <a:pt x="20876" y="5514"/>
                  <a:pt x="16871" y="8314"/>
                </a:cubicBezTo>
                <a:cubicBezTo>
                  <a:pt x="12867" y="11112"/>
                  <a:pt x="9658" y="14678"/>
                  <a:pt x="7244" y="19014"/>
                </a:cubicBezTo>
                <a:cubicBezTo>
                  <a:pt x="4829" y="23347"/>
                  <a:pt x="3622" y="28476"/>
                  <a:pt x="3622" y="34400"/>
                </a:cubicBezTo>
                <a:cubicBezTo>
                  <a:pt x="3622" y="39777"/>
                  <a:pt x="4692" y="44248"/>
                  <a:pt x="6832" y="47815"/>
                </a:cubicBezTo>
                <a:cubicBezTo>
                  <a:pt x="8972" y="51382"/>
                  <a:pt x="11825" y="54290"/>
                  <a:pt x="15392" y="56541"/>
                </a:cubicBezTo>
                <a:cubicBezTo>
                  <a:pt x="18958" y="58790"/>
                  <a:pt x="22991" y="60600"/>
                  <a:pt x="27490" y="61971"/>
                </a:cubicBezTo>
                <a:cubicBezTo>
                  <a:pt x="31990" y="63342"/>
                  <a:pt x="36571" y="64550"/>
                  <a:pt x="41234" y="65593"/>
                </a:cubicBezTo>
                <a:cubicBezTo>
                  <a:pt x="45898" y="66634"/>
                  <a:pt x="50479" y="67649"/>
                  <a:pt x="54978" y="68637"/>
                </a:cubicBezTo>
                <a:cubicBezTo>
                  <a:pt x="59478" y="69625"/>
                  <a:pt x="63511" y="70914"/>
                  <a:pt x="67077" y="72505"/>
                </a:cubicBezTo>
                <a:cubicBezTo>
                  <a:pt x="70644" y="74096"/>
                  <a:pt x="73497" y="76154"/>
                  <a:pt x="75637" y="78679"/>
                </a:cubicBezTo>
                <a:cubicBezTo>
                  <a:pt x="77777" y="81202"/>
                  <a:pt x="78847" y="84494"/>
                  <a:pt x="78847" y="88555"/>
                </a:cubicBezTo>
                <a:cubicBezTo>
                  <a:pt x="78847" y="92835"/>
                  <a:pt x="77969" y="96346"/>
                  <a:pt x="76212" y="99089"/>
                </a:cubicBezTo>
                <a:cubicBezTo>
                  <a:pt x="74457" y="101832"/>
                  <a:pt x="72153" y="103999"/>
                  <a:pt x="69300" y="105592"/>
                </a:cubicBezTo>
                <a:cubicBezTo>
                  <a:pt x="66447" y="107182"/>
                  <a:pt x="63237" y="108307"/>
                  <a:pt x="59670" y="108965"/>
                </a:cubicBezTo>
                <a:cubicBezTo>
                  <a:pt x="56104" y="109623"/>
                  <a:pt x="52565" y="109952"/>
                  <a:pt x="49053" y="109952"/>
                </a:cubicBezTo>
                <a:cubicBezTo>
                  <a:pt x="44663" y="109952"/>
                  <a:pt x="40382" y="109403"/>
                  <a:pt x="36211" y="108307"/>
                </a:cubicBezTo>
                <a:cubicBezTo>
                  <a:pt x="32042" y="107210"/>
                  <a:pt x="28393" y="105510"/>
                  <a:pt x="25265" y="103205"/>
                </a:cubicBezTo>
                <a:cubicBezTo>
                  <a:pt x="22139" y="100900"/>
                  <a:pt x="19615" y="97964"/>
                  <a:pt x="17695" y="94397"/>
                </a:cubicBezTo>
                <a:cubicBezTo>
                  <a:pt x="15774" y="90830"/>
                  <a:pt x="14814" y="86578"/>
                  <a:pt x="14814" y="81640"/>
                </a:cubicBezTo>
                <a:lnTo>
                  <a:pt x="0" y="81640"/>
                </a:lnTo>
                <a:cubicBezTo>
                  <a:pt x="0" y="88773"/>
                  <a:pt x="1289" y="94946"/>
                  <a:pt x="3868" y="100159"/>
                </a:cubicBezTo>
                <a:cubicBezTo>
                  <a:pt x="6447" y="105371"/>
                  <a:pt x="9958" y="109653"/>
                  <a:pt x="14402" y="113004"/>
                </a:cubicBezTo>
                <a:cubicBezTo>
                  <a:pt x="18846" y="116352"/>
                  <a:pt x="24003" y="118851"/>
                  <a:pt x="29874" y="120498"/>
                </a:cubicBezTo>
                <a:cubicBezTo>
                  <a:pt x="35746" y="122148"/>
                  <a:pt x="41975" y="122972"/>
                  <a:pt x="48559" y="122972"/>
                </a:cubicBezTo>
                <a:cubicBezTo>
                  <a:pt x="53935" y="122972"/>
                  <a:pt x="59340" y="122341"/>
                  <a:pt x="64772" y="121079"/>
                </a:cubicBezTo>
                <a:cubicBezTo>
                  <a:pt x="70203" y="119818"/>
                  <a:pt x="75114" y="117788"/>
                  <a:pt x="79503" y="114990"/>
                </a:cubicBezTo>
                <a:cubicBezTo>
                  <a:pt x="83893" y="112191"/>
                  <a:pt x="87487" y="108569"/>
                  <a:pt x="90285" y="104125"/>
                </a:cubicBezTo>
                <a:cubicBezTo>
                  <a:pt x="93083" y="99681"/>
                  <a:pt x="94482" y="94332"/>
                  <a:pt x="94482" y="88078"/>
                </a:cubicBezTo>
                <a:cubicBezTo>
                  <a:pt x="94482" y="82260"/>
                  <a:pt x="93412" y="77432"/>
                  <a:pt x="91272" y="73593"/>
                </a:cubicBezTo>
                <a:cubicBezTo>
                  <a:pt x="89132" y="69751"/>
                  <a:pt x="86279" y="66569"/>
                  <a:pt x="82713" y="64046"/>
                </a:cubicBezTo>
                <a:cubicBezTo>
                  <a:pt x="79146" y="61521"/>
                  <a:pt x="75113" y="59518"/>
                  <a:pt x="70614" y="58038"/>
                </a:cubicBezTo>
                <a:cubicBezTo>
                  <a:pt x="66116" y="56556"/>
                  <a:pt x="61535" y="55266"/>
                  <a:pt x="56870" y="54170"/>
                </a:cubicBezTo>
                <a:cubicBezTo>
                  <a:pt x="52206" y="53071"/>
                  <a:pt x="47625" y="52056"/>
                  <a:pt x="43126" y="51123"/>
                </a:cubicBezTo>
                <a:cubicBezTo>
                  <a:pt x="38628" y="50190"/>
                  <a:pt x="34596" y="49011"/>
                  <a:pt x="31029" y="47584"/>
                </a:cubicBezTo>
                <a:cubicBezTo>
                  <a:pt x="27463" y="46157"/>
                  <a:pt x="24610" y="44320"/>
                  <a:pt x="22470" y="42071"/>
                </a:cubicBezTo>
                <a:cubicBezTo>
                  <a:pt x="20330" y="39820"/>
                  <a:pt x="19260" y="36884"/>
                  <a:pt x="19260" y="33262"/>
                </a:cubicBezTo>
                <a:cubicBezTo>
                  <a:pt x="19260" y="29423"/>
                  <a:pt x="20000" y="26214"/>
                  <a:pt x="21480" y="23635"/>
                </a:cubicBezTo>
                <a:cubicBezTo>
                  <a:pt x="22962" y="21055"/>
                  <a:pt x="24937" y="18997"/>
                  <a:pt x="27405" y="17461"/>
                </a:cubicBezTo>
                <a:cubicBezTo>
                  <a:pt x="29875" y="15924"/>
                  <a:pt x="32701" y="14827"/>
                  <a:pt x="35882" y="14168"/>
                </a:cubicBezTo>
                <a:cubicBezTo>
                  <a:pt x="39065" y="13510"/>
                  <a:pt x="42303" y="13181"/>
                  <a:pt x="45595" y="13181"/>
                </a:cubicBezTo>
                <a:cubicBezTo>
                  <a:pt x="53716" y="13181"/>
                  <a:pt x="60383" y="15074"/>
                  <a:pt x="65595" y="18860"/>
                </a:cubicBezTo>
                <a:cubicBezTo>
                  <a:pt x="70808" y="22646"/>
                  <a:pt x="73853" y="28764"/>
                  <a:pt x="74730" y="37213"/>
                </a:cubicBezTo>
                <a:close/>
                <a:moveTo>
                  <a:pt x="129896" y="35204"/>
                </a:moveTo>
                <a:lnTo>
                  <a:pt x="129896" y="9806"/>
                </a:lnTo>
                <a:lnTo>
                  <a:pt x="115904" y="9806"/>
                </a:lnTo>
                <a:lnTo>
                  <a:pt x="115904" y="35204"/>
                </a:lnTo>
                <a:lnTo>
                  <a:pt x="101419" y="35204"/>
                </a:lnTo>
                <a:lnTo>
                  <a:pt x="101419" y="47582"/>
                </a:lnTo>
                <a:lnTo>
                  <a:pt x="115904" y="47582"/>
                </a:lnTo>
                <a:lnTo>
                  <a:pt x="115904" y="101784"/>
                </a:lnTo>
                <a:cubicBezTo>
                  <a:pt x="115904" y="105737"/>
                  <a:pt x="116288" y="108922"/>
                  <a:pt x="117056" y="111338"/>
                </a:cubicBezTo>
                <a:cubicBezTo>
                  <a:pt x="117825" y="113755"/>
                  <a:pt x="119005" y="115622"/>
                  <a:pt x="120595" y="116942"/>
                </a:cubicBezTo>
                <a:cubicBezTo>
                  <a:pt x="122186" y="118260"/>
                  <a:pt x="124271" y="119166"/>
                  <a:pt x="126849" y="119660"/>
                </a:cubicBezTo>
                <a:cubicBezTo>
                  <a:pt x="129428" y="120154"/>
                  <a:pt x="132528" y="120400"/>
                  <a:pt x="136150" y="120400"/>
                </a:cubicBezTo>
                <a:lnTo>
                  <a:pt x="146850" y="120400"/>
                </a:lnTo>
                <a:lnTo>
                  <a:pt x="146850" y="108023"/>
                </a:lnTo>
                <a:lnTo>
                  <a:pt x="140430" y="108023"/>
                </a:lnTo>
                <a:cubicBezTo>
                  <a:pt x="138235" y="108023"/>
                  <a:pt x="136452" y="107941"/>
                  <a:pt x="135080" y="107777"/>
                </a:cubicBezTo>
                <a:cubicBezTo>
                  <a:pt x="133709" y="107611"/>
                  <a:pt x="132639" y="107254"/>
                  <a:pt x="131870" y="106707"/>
                </a:cubicBezTo>
                <a:cubicBezTo>
                  <a:pt x="131103" y="106158"/>
                  <a:pt x="130583" y="105389"/>
                  <a:pt x="130308" y="104401"/>
                </a:cubicBezTo>
                <a:cubicBezTo>
                  <a:pt x="130033" y="103411"/>
                  <a:pt x="129896" y="102094"/>
                  <a:pt x="129896" y="100448"/>
                </a:cubicBezTo>
                <a:lnTo>
                  <a:pt x="129896" y="47582"/>
                </a:lnTo>
                <a:lnTo>
                  <a:pt x="146850" y="47582"/>
                </a:lnTo>
                <a:lnTo>
                  <a:pt x="146850" y="35204"/>
                </a:lnTo>
                <a:lnTo>
                  <a:pt x="129896" y="35204"/>
                </a:lnTo>
                <a:close/>
                <a:moveTo>
                  <a:pt x="237411" y="120029"/>
                </a:moveTo>
                <a:cubicBezTo>
                  <a:pt x="234996" y="121455"/>
                  <a:pt x="231649" y="122169"/>
                  <a:pt x="227369" y="122169"/>
                </a:cubicBezTo>
                <a:cubicBezTo>
                  <a:pt x="223749" y="122169"/>
                  <a:pt x="220869" y="121154"/>
                  <a:pt x="218729" y="119125"/>
                </a:cubicBezTo>
                <a:cubicBezTo>
                  <a:pt x="216589" y="117093"/>
                  <a:pt x="215519" y="113773"/>
                  <a:pt x="215519" y="109163"/>
                </a:cubicBezTo>
                <a:cubicBezTo>
                  <a:pt x="211678" y="113773"/>
                  <a:pt x="207205" y="117093"/>
                  <a:pt x="202102" y="119125"/>
                </a:cubicBezTo>
                <a:cubicBezTo>
                  <a:pt x="197000" y="121154"/>
                  <a:pt x="191486" y="122169"/>
                  <a:pt x="185560" y="122169"/>
                </a:cubicBezTo>
                <a:cubicBezTo>
                  <a:pt x="181718" y="122169"/>
                  <a:pt x="178069" y="121730"/>
                  <a:pt x="174611" y="120853"/>
                </a:cubicBezTo>
                <a:cubicBezTo>
                  <a:pt x="171155" y="119975"/>
                  <a:pt x="168165" y="118604"/>
                  <a:pt x="165642" y="116738"/>
                </a:cubicBezTo>
                <a:cubicBezTo>
                  <a:pt x="163118" y="114873"/>
                  <a:pt x="161116" y="112433"/>
                  <a:pt x="159634" y="109417"/>
                </a:cubicBezTo>
                <a:cubicBezTo>
                  <a:pt x="158152" y="106399"/>
                  <a:pt x="157411" y="102752"/>
                  <a:pt x="157411" y="98473"/>
                </a:cubicBezTo>
                <a:cubicBezTo>
                  <a:pt x="157411" y="93646"/>
                  <a:pt x="158234" y="89697"/>
                  <a:pt x="159880" y="86626"/>
                </a:cubicBezTo>
                <a:cubicBezTo>
                  <a:pt x="161526" y="83555"/>
                  <a:pt x="163693" y="81060"/>
                  <a:pt x="166380" y="79141"/>
                </a:cubicBezTo>
                <a:cubicBezTo>
                  <a:pt x="169070" y="77220"/>
                  <a:pt x="172142" y="75766"/>
                  <a:pt x="175598" y="74778"/>
                </a:cubicBezTo>
                <a:cubicBezTo>
                  <a:pt x="179056" y="73790"/>
                  <a:pt x="182596" y="72967"/>
                  <a:pt x="186218" y="72309"/>
                </a:cubicBezTo>
                <a:cubicBezTo>
                  <a:pt x="190059" y="71542"/>
                  <a:pt x="193708" y="70967"/>
                  <a:pt x="197164" y="70584"/>
                </a:cubicBezTo>
                <a:cubicBezTo>
                  <a:pt x="200620" y="70198"/>
                  <a:pt x="203665" y="69649"/>
                  <a:pt x="206299" y="68936"/>
                </a:cubicBezTo>
                <a:cubicBezTo>
                  <a:pt x="208933" y="68223"/>
                  <a:pt x="211017" y="67181"/>
                  <a:pt x="212553" y="65811"/>
                </a:cubicBezTo>
                <a:cubicBezTo>
                  <a:pt x="214090" y="64440"/>
                  <a:pt x="214858" y="62437"/>
                  <a:pt x="214858" y="59803"/>
                </a:cubicBezTo>
                <a:cubicBezTo>
                  <a:pt x="214858" y="56732"/>
                  <a:pt x="214282" y="54264"/>
                  <a:pt x="213130" y="52399"/>
                </a:cubicBezTo>
                <a:cubicBezTo>
                  <a:pt x="211978" y="50534"/>
                  <a:pt x="210497" y="49108"/>
                  <a:pt x="208685" y="48122"/>
                </a:cubicBezTo>
                <a:cubicBezTo>
                  <a:pt x="206875" y="47134"/>
                  <a:pt x="204844" y="46476"/>
                  <a:pt x="202594" y="46147"/>
                </a:cubicBezTo>
                <a:cubicBezTo>
                  <a:pt x="200345" y="45817"/>
                  <a:pt x="198124" y="45653"/>
                  <a:pt x="195930" y="45653"/>
                </a:cubicBezTo>
                <a:cubicBezTo>
                  <a:pt x="190004" y="45653"/>
                  <a:pt x="185066" y="46774"/>
                  <a:pt x="181116" y="49016"/>
                </a:cubicBezTo>
                <a:cubicBezTo>
                  <a:pt x="177166" y="51258"/>
                  <a:pt x="175026" y="55495"/>
                  <a:pt x="174697" y="61727"/>
                </a:cubicBezTo>
                <a:lnTo>
                  <a:pt x="160704" y="61727"/>
                </a:lnTo>
                <a:cubicBezTo>
                  <a:pt x="160923" y="56465"/>
                  <a:pt x="162020" y="52024"/>
                  <a:pt x="163994" y="48405"/>
                </a:cubicBezTo>
                <a:cubicBezTo>
                  <a:pt x="165970" y="44787"/>
                  <a:pt x="168604" y="41854"/>
                  <a:pt x="171896" y="39607"/>
                </a:cubicBezTo>
                <a:cubicBezTo>
                  <a:pt x="175188" y="37360"/>
                  <a:pt x="178946" y="35743"/>
                  <a:pt x="183171" y="34757"/>
                </a:cubicBezTo>
                <a:cubicBezTo>
                  <a:pt x="187397" y="33769"/>
                  <a:pt x="191924" y="33275"/>
                  <a:pt x="196752" y="33275"/>
                </a:cubicBezTo>
                <a:cubicBezTo>
                  <a:pt x="200593" y="33275"/>
                  <a:pt x="204407" y="33550"/>
                  <a:pt x="208192" y="34099"/>
                </a:cubicBezTo>
                <a:cubicBezTo>
                  <a:pt x="211978" y="34646"/>
                  <a:pt x="215408" y="35771"/>
                  <a:pt x="218480" y="37472"/>
                </a:cubicBezTo>
                <a:cubicBezTo>
                  <a:pt x="221553" y="39172"/>
                  <a:pt x="224022" y="41558"/>
                  <a:pt x="225887" y="44630"/>
                </a:cubicBezTo>
                <a:cubicBezTo>
                  <a:pt x="227753" y="47701"/>
                  <a:pt x="228685" y="51705"/>
                  <a:pt x="228685" y="56641"/>
                </a:cubicBezTo>
                <a:lnTo>
                  <a:pt x="228685" y="100407"/>
                </a:lnTo>
                <a:cubicBezTo>
                  <a:pt x="228685" y="103699"/>
                  <a:pt x="228877" y="106113"/>
                  <a:pt x="229261" y="107649"/>
                </a:cubicBezTo>
                <a:cubicBezTo>
                  <a:pt x="229646" y="109184"/>
                  <a:pt x="230936" y="109952"/>
                  <a:pt x="233131" y="109952"/>
                </a:cubicBezTo>
                <a:cubicBezTo>
                  <a:pt x="234338" y="109952"/>
                  <a:pt x="235765" y="109689"/>
                  <a:pt x="237411" y="109163"/>
                </a:cubicBezTo>
                <a:lnTo>
                  <a:pt x="237411" y="120029"/>
                </a:lnTo>
                <a:moveTo>
                  <a:pt x="214695" y="76406"/>
                </a:moveTo>
                <a:cubicBezTo>
                  <a:pt x="212939" y="77722"/>
                  <a:pt x="210634" y="78681"/>
                  <a:pt x="207781" y="79284"/>
                </a:cubicBezTo>
                <a:cubicBezTo>
                  <a:pt x="204929" y="79887"/>
                  <a:pt x="201939" y="80380"/>
                  <a:pt x="198811" y="80763"/>
                </a:cubicBezTo>
                <a:cubicBezTo>
                  <a:pt x="195683" y="81147"/>
                  <a:pt x="192528" y="81586"/>
                  <a:pt x="189345" y="82080"/>
                </a:cubicBezTo>
                <a:cubicBezTo>
                  <a:pt x="186163" y="82572"/>
                  <a:pt x="183311" y="83366"/>
                  <a:pt x="180787" y="84463"/>
                </a:cubicBezTo>
                <a:cubicBezTo>
                  <a:pt x="178264" y="85560"/>
                  <a:pt x="176206" y="87122"/>
                  <a:pt x="174614" y="89150"/>
                </a:cubicBezTo>
                <a:cubicBezTo>
                  <a:pt x="173023" y="91178"/>
                  <a:pt x="172228" y="93946"/>
                  <a:pt x="172228" y="97454"/>
                </a:cubicBezTo>
                <a:cubicBezTo>
                  <a:pt x="172228" y="99756"/>
                  <a:pt x="172694" y="101703"/>
                  <a:pt x="173627" y="103293"/>
                </a:cubicBezTo>
                <a:cubicBezTo>
                  <a:pt x="174559" y="104882"/>
                  <a:pt x="175767" y="106170"/>
                  <a:pt x="177248" y="107156"/>
                </a:cubicBezTo>
                <a:cubicBezTo>
                  <a:pt x="178730" y="108143"/>
                  <a:pt x="180458" y="108855"/>
                  <a:pt x="182433" y="109294"/>
                </a:cubicBezTo>
                <a:cubicBezTo>
                  <a:pt x="184408" y="109732"/>
                  <a:pt x="186493" y="109952"/>
                  <a:pt x="188687" y="109952"/>
                </a:cubicBezTo>
                <a:cubicBezTo>
                  <a:pt x="193296" y="109952"/>
                  <a:pt x="197247" y="109321"/>
                  <a:pt x="200539" y="108061"/>
                </a:cubicBezTo>
                <a:cubicBezTo>
                  <a:pt x="203831" y="106800"/>
                  <a:pt x="206520" y="105211"/>
                  <a:pt x="208604" y="103293"/>
                </a:cubicBezTo>
                <a:cubicBezTo>
                  <a:pt x="210689" y="101374"/>
                  <a:pt x="212225" y="99291"/>
                  <a:pt x="213213" y="97044"/>
                </a:cubicBezTo>
                <a:cubicBezTo>
                  <a:pt x="214201" y="94795"/>
                  <a:pt x="214695" y="92685"/>
                  <a:pt x="214695" y="90712"/>
                </a:cubicBezTo>
                <a:lnTo>
                  <a:pt x="214695" y="76406"/>
                </a:lnTo>
                <a:close/>
                <a:moveTo>
                  <a:pt x="269314" y="35204"/>
                </a:moveTo>
                <a:lnTo>
                  <a:pt x="269314" y="9806"/>
                </a:lnTo>
                <a:lnTo>
                  <a:pt x="255321" y="9806"/>
                </a:lnTo>
                <a:lnTo>
                  <a:pt x="255321" y="35204"/>
                </a:lnTo>
                <a:lnTo>
                  <a:pt x="240836" y="35204"/>
                </a:lnTo>
                <a:lnTo>
                  <a:pt x="240836" y="47582"/>
                </a:lnTo>
                <a:lnTo>
                  <a:pt x="255321" y="47582"/>
                </a:lnTo>
                <a:lnTo>
                  <a:pt x="255321" y="101784"/>
                </a:lnTo>
                <a:cubicBezTo>
                  <a:pt x="255321" y="105737"/>
                  <a:pt x="255705" y="108922"/>
                  <a:pt x="256474" y="111338"/>
                </a:cubicBezTo>
                <a:cubicBezTo>
                  <a:pt x="257242" y="113755"/>
                  <a:pt x="258422" y="115622"/>
                  <a:pt x="260013" y="116942"/>
                </a:cubicBezTo>
                <a:cubicBezTo>
                  <a:pt x="261604" y="118260"/>
                  <a:pt x="263688" y="119166"/>
                  <a:pt x="266267" y="119660"/>
                </a:cubicBezTo>
                <a:cubicBezTo>
                  <a:pt x="268846" y="120154"/>
                  <a:pt x="271946" y="120400"/>
                  <a:pt x="275568" y="120400"/>
                </a:cubicBezTo>
                <a:lnTo>
                  <a:pt x="286268" y="120400"/>
                </a:lnTo>
                <a:lnTo>
                  <a:pt x="286268" y="108023"/>
                </a:lnTo>
                <a:lnTo>
                  <a:pt x="279848" y="108023"/>
                </a:lnTo>
                <a:cubicBezTo>
                  <a:pt x="277652" y="108023"/>
                  <a:pt x="275869" y="107941"/>
                  <a:pt x="274498" y="107777"/>
                </a:cubicBezTo>
                <a:cubicBezTo>
                  <a:pt x="273126" y="107611"/>
                  <a:pt x="272056" y="107254"/>
                  <a:pt x="271288" y="106707"/>
                </a:cubicBezTo>
                <a:cubicBezTo>
                  <a:pt x="270521" y="106158"/>
                  <a:pt x="270000" y="105389"/>
                  <a:pt x="269726" y="104401"/>
                </a:cubicBezTo>
                <a:cubicBezTo>
                  <a:pt x="269451" y="103411"/>
                  <a:pt x="269314" y="102094"/>
                  <a:pt x="269314" y="100448"/>
                </a:cubicBezTo>
                <a:lnTo>
                  <a:pt x="269314" y="47582"/>
                </a:lnTo>
                <a:lnTo>
                  <a:pt x="286268" y="47582"/>
                </a:lnTo>
                <a:lnTo>
                  <a:pt x="286268" y="35204"/>
                </a:lnTo>
                <a:lnTo>
                  <a:pt x="269314" y="35204"/>
                </a:lnTo>
                <a:close/>
                <a:moveTo>
                  <a:pt x="360533" y="69765"/>
                </a:moveTo>
                <a:lnTo>
                  <a:pt x="311645" y="69765"/>
                </a:lnTo>
                <a:cubicBezTo>
                  <a:pt x="311864" y="66461"/>
                  <a:pt x="312578" y="63351"/>
                  <a:pt x="313785" y="60434"/>
                </a:cubicBezTo>
                <a:cubicBezTo>
                  <a:pt x="314992" y="57515"/>
                  <a:pt x="316638" y="54955"/>
                  <a:pt x="318723" y="52753"/>
                </a:cubicBezTo>
                <a:cubicBezTo>
                  <a:pt x="320808" y="50551"/>
                  <a:pt x="323304" y="48817"/>
                  <a:pt x="326213" y="47551"/>
                </a:cubicBezTo>
                <a:cubicBezTo>
                  <a:pt x="329121" y="46285"/>
                  <a:pt x="332386" y="45653"/>
                  <a:pt x="336006" y="45653"/>
                </a:cubicBezTo>
                <a:cubicBezTo>
                  <a:pt x="339517" y="45653"/>
                  <a:pt x="342727" y="46285"/>
                  <a:pt x="345636" y="47551"/>
                </a:cubicBezTo>
                <a:cubicBezTo>
                  <a:pt x="348544" y="48817"/>
                  <a:pt x="351069" y="50524"/>
                  <a:pt x="353209" y="52673"/>
                </a:cubicBezTo>
                <a:cubicBezTo>
                  <a:pt x="355348" y="54819"/>
                  <a:pt x="357049" y="57379"/>
                  <a:pt x="358310" y="60351"/>
                </a:cubicBezTo>
                <a:cubicBezTo>
                  <a:pt x="359572" y="63323"/>
                  <a:pt x="360313" y="66461"/>
                  <a:pt x="360533" y="69765"/>
                </a:cubicBezTo>
                <a:moveTo>
                  <a:pt x="374030" y="93395"/>
                </a:moveTo>
                <a:lnTo>
                  <a:pt x="360204" y="93395"/>
                </a:lnTo>
                <a:cubicBezTo>
                  <a:pt x="358996" y="98969"/>
                  <a:pt x="356500" y="103123"/>
                  <a:pt x="352714" y="105855"/>
                </a:cubicBezTo>
                <a:cubicBezTo>
                  <a:pt x="348928" y="108586"/>
                  <a:pt x="344072" y="109952"/>
                  <a:pt x="338146" y="109952"/>
                </a:cubicBezTo>
                <a:cubicBezTo>
                  <a:pt x="333538" y="109952"/>
                  <a:pt x="329532" y="109188"/>
                  <a:pt x="326130" y="107661"/>
                </a:cubicBezTo>
                <a:cubicBezTo>
                  <a:pt x="322729" y="106134"/>
                  <a:pt x="319931" y="104090"/>
                  <a:pt x="317736" y="101528"/>
                </a:cubicBezTo>
                <a:cubicBezTo>
                  <a:pt x="315541" y="98964"/>
                  <a:pt x="313949" y="96019"/>
                  <a:pt x="312961" y="92694"/>
                </a:cubicBezTo>
                <a:cubicBezTo>
                  <a:pt x="311973" y="89367"/>
                  <a:pt x="311535" y="85850"/>
                  <a:pt x="311645" y="82142"/>
                </a:cubicBezTo>
                <a:lnTo>
                  <a:pt x="375347" y="82142"/>
                </a:lnTo>
                <a:cubicBezTo>
                  <a:pt x="375566" y="76970"/>
                  <a:pt x="375100" y="71522"/>
                  <a:pt x="373948" y="65799"/>
                </a:cubicBezTo>
                <a:cubicBezTo>
                  <a:pt x="372796" y="60076"/>
                  <a:pt x="370710" y="54793"/>
                  <a:pt x="367691" y="49950"/>
                </a:cubicBezTo>
                <a:cubicBezTo>
                  <a:pt x="364674" y="45107"/>
                  <a:pt x="360668" y="41118"/>
                  <a:pt x="355675" y="37982"/>
                </a:cubicBezTo>
                <a:cubicBezTo>
                  <a:pt x="350682" y="34844"/>
                  <a:pt x="344399" y="33275"/>
                  <a:pt x="336827" y="33275"/>
                </a:cubicBezTo>
                <a:cubicBezTo>
                  <a:pt x="331012" y="33275"/>
                  <a:pt x="325662" y="34373"/>
                  <a:pt x="320778" y="36568"/>
                </a:cubicBezTo>
                <a:cubicBezTo>
                  <a:pt x="315895" y="38763"/>
                  <a:pt x="311670" y="41836"/>
                  <a:pt x="308104" y="45788"/>
                </a:cubicBezTo>
                <a:cubicBezTo>
                  <a:pt x="304537" y="49738"/>
                  <a:pt x="301766" y="54402"/>
                  <a:pt x="299790" y="59781"/>
                </a:cubicBezTo>
                <a:cubicBezTo>
                  <a:pt x="297816" y="65157"/>
                  <a:pt x="296829" y="71083"/>
                  <a:pt x="296829" y="77556"/>
                </a:cubicBezTo>
                <a:cubicBezTo>
                  <a:pt x="297048" y="84031"/>
                  <a:pt x="298008" y="90012"/>
                  <a:pt x="299709" y="95500"/>
                </a:cubicBezTo>
                <a:cubicBezTo>
                  <a:pt x="301411" y="100987"/>
                  <a:pt x="303962" y="105706"/>
                  <a:pt x="307363" y="109658"/>
                </a:cubicBezTo>
                <a:cubicBezTo>
                  <a:pt x="310765" y="113608"/>
                  <a:pt x="314963" y="116681"/>
                  <a:pt x="319956" y="118876"/>
                </a:cubicBezTo>
                <a:cubicBezTo>
                  <a:pt x="324949" y="121071"/>
                  <a:pt x="330848" y="122169"/>
                  <a:pt x="337651" y="122169"/>
                </a:cubicBezTo>
                <a:cubicBezTo>
                  <a:pt x="347309" y="122169"/>
                  <a:pt x="355321" y="119758"/>
                  <a:pt x="361685" y="114935"/>
                </a:cubicBezTo>
                <a:cubicBezTo>
                  <a:pt x="368050" y="110111"/>
                  <a:pt x="372165" y="102931"/>
                  <a:pt x="374030" y="93395"/>
                </a:cubicBezTo>
                <a:close/>
                <a:moveTo>
                  <a:pt x="389306" y="35252"/>
                </a:moveTo>
                <a:lnTo>
                  <a:pt x="389306" y="120400"/>
                </a:lnTo>
                <a:lnTo>
                  <a:pt x="403298" y="120400"/>
                </a:lnTo>
                <a:lnTo>
                  <a:pt x="403298" y="67386"/>
                </a:lnTo>
                <a:cubicBezTo>
                  <a:pt x="403298" y="65739"/>
                  <a:pt x="403709" y="63681"/>
                  <a:pt x="404532" y="61212"/>
                </a:cubicBezTo>
                <a:cubicBezTo>
                  <a:pt x="405355" y="58743"/>
                  <a:pt x="406672" y="56356"/>
                  <a:pt x="408482" y="54052"/>
                </a:cubicBezTo>
                <a:cubicBezTo>
                  <a:pt x="410294" y="51746"/>
                  <a:pt x="412653" y="49770"/>
                  <a:pt x="415560" y="48124"/>
                </a:cubicBezTo>
                <a:cubicBezTo>
                  <a:pt x="418469" y="46476"/>
                  <a:pt x="421953" y="45653"/>
                  <a:pt x="426014" y="45653"/>
                </a:cubicBezTo>
                <a:cubicBezTo>
                  <a:pt x="429197" y="45653"/>
                  <a:pt x="431803" y="46119"/>
                  <a:pt x="433833" y="47052"/>
                </a:cubicBezTo>
                <a:cubicBezTo>
                  <a:pt x="435862" y="47984"/>
                  <a:pt x="437481" y="49301"/>
                  <a:pt x="438688" y="51002"/>
                </a:cubicBezTo>
                <a:cubicBezTo>
                  <a:pt x="439895" y="52704"/>
                  <a:pt x="440746" y="54707"/>
                  <a:pt x="441240" y="57013"/>
                </a:cubicBezTo>
                <a:cubicBezTo>
                  <a:pt x="441734" y="59319"/>
                  <a:pt x="441981" y="61843"/>
                  <a:pt x="441981" y="64586"/>
                </a:cubicBezTo>
                <a:lnTo>
                  <a:pt x="441981" y="120400"/>
                </a:lnTo>
                <a:lnTo>
                  <a:pt x="455971" y="120400"/>
                </a:lnTo>
                <a:lnTo>
                  <a:pt x="455971" y="67386"/>
                </a:lnTo>
                <a:cubicBezTo>
                  <a:pt x="455971" y="60801"/>
                  <a:pt x="457946" y="55532"/>
                  <a:pt x="461896" y="51580"/>
                </a:cubicBezTo>
                <a:cubicBezTo>
                  <a:pt x="465848" y="47628"/>
                  <a:pt x="471280" y="45653"/>
                  <a:pt x="478192" y="45653"/>
                </a:cubicBezTo>
                <a:cubicBezTo>
                  <a:pt x="481594" y="45653"/>
                  <a:pt x="484366" y="46146"/>
                  <a:pt x="486506" y="47134"/>
                </a:cubicBezTo>
                <a:cubicBezTo>
                  <a:pt x="488646" y="48122"/>
                  <a:pt x="490319" y="49467"/>
                  <a:pt x="491526" y="51168"/>
                </a:cubicBezTo>
                <a:cubicBezTo>
                  <a:pt x="492734" y="52869"/>
                  <a:pt x="493557" y="54873"/>
                  <a:pt x="493995" y="57179"/>
                </a:cubicBezTo>
                <a:cubicBezTo>
                  <a:pt x="494434" y="59483"/>
                  <a:pt x="494654" y="61952"/>
                  <a:pt x="494654" y="64586"/>
                </a:cubicBezTo>
                <a:lnTo>
                  <a:pt x="494654" y="120400"/>
                </a:lnTo>
                <a:lnTo>
                  <a:pt x="508646" y="120400"/>
                </a:lnTo>
                <a:lnTo>
                  <a:pt x="508646" y="57980"/>
                </a:lnTo>
                <a:cubicBezTo>
                  <a:pt x="508646" y="53588"/>
                  <a:pt x="507960" y="49827"/>
                  <a:pt x="506589" y="46697"/>
                </a:cubicBezTo>
                <a:cubicBezTo>
                  <a:pt x="505218" y="43568"/>
                  <a:pt x="503297" y="41015"/>
                  <a:pt x="500827" y="39039"/>
                </a:cubicBezTo>
                <a:cubicBezTo>
                  <a:pt x="498357" y="37063"/>
                  <a:pt x="495395" y="35609"/>
                  <a:pt x="491938" y="34676"/>
                </a:cubicBezTo>
                <a:cubicBezTo>
                  <a:pt x="488482" y="33742"/>
                  <a:pt x="484614" y="33275"/>
                  <a:pt x="480334" y="33275"/>
                </a:cubicBezTo>
                <a:cubicBezTo>
                  <a:pt x="474737" y="33275"/>
                  <a:pt x="469606" y="34537"/>
                  <a:pt x="464943" y="37063"/>
                </a:cubicBezTo>
                <a:cubicBezTo>
                  <a:pt x="460279" y="39586"/>
                  <a:pt x="456521" y="43153"/>
                  <a:pt x="453668" y="47762"/>
                </a:cubicBezTo>
                <a:cubicBezTo>
                  <a:pt x="451911" y="42494"/>
                  <a:pt x="448893" y="38763"/>
                  <a:pt x="444613" y="36568"/>
                </a:cubicBezTo>
                <a:cubicBezTo>
                  <a:pt x="440335" y="34373"/>
                  <a:pt x="435562" y="33275"/>
                  <a:pt x="430294" y="33275"/>
                </a:cubicBezTo>
                <a:cubicBezTo>
                  <a:pt x="418332" y="33275"/>
                  <a:pt x="409168" y="38106"/>
                  <a:pt x="402803" y="47767"/>
                </a:cubicBezTo>
                <a:lnTo>
                  <a:pt x="402474" y="47767"/>
                </a:lnTo>
                <a:lnTo>
                  <a:pt x="402474" y="35252"/>
                </a:lnTo>
                <a:lnTo>
                  <a:pt x="389306" y="35252"/>
                </a:lnTo>
                <a:close/>
                <a:moveTo>
                  <a:pt x="588404" y="69765"/>
                </a:moveTo>
                <a:lnTo>
                  <a:pt x="539516" y="69765"/>
                </a:lnTo>
                <a:cubicBezTo>
                  <a:pt x="539736" y="66461"/>
                  <a:pt x="540449" y="63351"/>
                  <a:pt x="541656" y="60434"/>
                </a:cubicBezTo>
                <a:cubicBezTo>
                  <a:pt x="542864" y="57515"/>
                  <a:pt x="544510" y="54955"/>
                  <a:pt x="546594" y="52753"/>
                </a:cubicBezTo>
                <a:cubicBezTo>
                  <a:pt x="548679" y="50551"/>
                  <a:pt x="551176" y="48817"/>
                  <a:pt x="554084" y="47551"/>
                </a:cubicBezTo>
                <a:cubicBezTo>
                  <a:pt x="556993" y="46285"/>
                  <a:pt x="560257" y="45653"/>
                  <a:pt x="563877" y="45653"/>
                </a:cubicBezTo>
                <a:cubicBezTo>
                  <a:pt x="567389" y="45653"/>
                  <a:pt x="570599" y="46285"/>
                  <a:pt x="573507" y="47551"/>
                </a:cubicBezTo>
                <a:cubicBezTo>
                  <a:pt x="576416" y="48817"/>
                  <a:pt x="578940" y="50524"/>
                  <a:pt x="581080" y="52673"/>
                </a:cubicBezTo>
                <a:cubicBezTo>
                  <a:pt x="583220" y="54819"/>
                  <a:pt x="584920" y="57379"/>
                  <a:pt x="586181" y="60351"/>
                </a:cubicBezTo>
                <a:cubicBezTo>
                  <a:pt x="587444" y="63323"/>
                  <a:pt x="588185" y="66461"/>
                  <a:pt x="588404" y="69765"/>
                </a:cubicBezTo>
                <a:moveTo>
                  <a:pt x="601902" y="93395"/>
                </a:moveTo>
                <a:lnTo>
                  <a:pt x="588075" y="93395"/>
                </a:lnTo>
                <a:cubicBezTo>
                  <a:pt x="586868" y="98969"/>
                  <a:pt x="584371" y="103123"/>
                  <a:pt x="580585" y="105855"/>
                </a:cubicBezTo>
                <a:cubicBezTo>
                  <a:pt x="576799" y="108586"/>
                  <a:pt x="571943" y="109952"/>
                  <a:pt x="566017" y="109952"/>
                </a:cubicBezTo>
                <a:cubicBezTo>
                  <a:pt x="561409" y="109952"/>
                  <a:pt x="557404" y="109188"/>
                  <a:pt x="554001" y="107661"/>
                </a:cubicBezTo>
                <a:cubicBezTo>
                  <a:pt x="550600" y="106134"/>
                  <a:pt x="547802" y="104090"/>
                  <a:pt x="545607" y="101528"/>
                </a:cubicBezTo>
                <a:cubicBezTo>
                  <a:pt x="543412" y="98964"/>
                  <a:pt x="541820" y="96019"/>
                  <a:pt x="540832" y="92694"/>
                </a:cubicBezTo>
                <a:cubicBezTo>
                  <a:pt x="539845" y="89367"/>
                  <a:pt x="539406" y="85850"/>
                  <a:pt x="539516" y="82142"/>
                </a:cubicBezTo>
                <a:lnTo>
                  <a:pt x="603218" y="82142"/>
                </a:lnTo>
                <a:cubicBezTo>
                  <a:pt x="603437" y="76970"/>
                  <a:pt x="602971" y="71522"/>
                  <a:pt x="601819" y="65799"/>
                </a:cubicBezTo>
                <a:cubicBezTo>
                  <a:pt x="600667" y="60076"/>
                  <a:pt x="598581" y="54793"/>
                  <a:pt x="595562" y="49950"/>
                </a:cubicBezTo>
                <a:cubicBezTo>
                  <a:pt x="592545" y="45107"/>
                  <a:pt x="588540" y="41118"/>
                  <a:pt x="583546" y="37982"/>
                </a:cubicBezTo>
                <a:cubicBezTo>
                  <a:pt x="578553" y="34844"/>
                  <a:pt x="572271" y="33275"/>
                  <a:pt x="564699" y="33275"/>
                </a:cubicBezTo>
                <a:cubicBezTo>
                  <a:pt x="558883" y="33275"/>
                  <a:pt x="553533" y="34373"/>
                  <a:pt x="548649" y="36568"/>
                </a:cubicBezTo>
                <a:cubicBezTo>
                  <a:pt x="543766" y="38763"/>
                  <a:pt x="539541" y="41836"/>
                  <a:pt x="535975" y="45788"/>
                </a:cubicBezTo>
                <a:cubicBezTo>
                  <a:pt x="532408" y="49738"/>
                  <a:pt x="529637" y="54402"/>
                  <a:pt x="527661" y="59781"/>
                </a:cubicBezTo>
                <a:cubicBezTo>
                  <a:pt x="525687" y="65157"/>
                  <a:pt x="524700" y="71083"/>
                  <a:pt x="524700" y="77556"/>
                </a:cubicBezTo>
                <a:cubicBezTo>
                  <a:pt x="524919" y="84031"/>
                  <a:pt x="525880" y="90012"/>
                  <a:pt x="527581" y="95500"/>
                </a:cubicBezTo>
                <a:cubicBezTo>
                  <a:pt x="529282" y="100987"/>
                  <a:pt x="531833" y="105706"/>
                  <a:pt x="535234" y="109658"/>
                </a:cubicBezTo>
                <a:cubicBezTo>
                  <a:pt x="538636" y="113608"/>
                  <a:pt x="542834" y="116681"/>
                  <a:pt x="547828" y="118876"/>
                </a:cubicBezTo>
                <a:cubicBezTo>
                  <a:pt x="552821" y="121071"/>
                  <a:pt x="558719" y="122169"/>
                  <a:pt x="565522" y="122169"/>
                </a:cubicBezTo>
                <a:cubicBezTo>
                  <a:pt x="575181" y="122169"/>
                  <a:pt x="583192" y="119758"/>
                  <a:pt x="589557" y="114935"/>
                </a:cubicBezTo>
                <a:cubicBezTo>
                  <a:pt x="595921" y="110111"/>
                  <a:pt x="600036" y="102931"/>
                  <a:pt x="601902" y="93395"/>
                </a:cubicBezTo>
                <a:close/>
                <a:moveTo>
                  <a:pt x="617177" y="35252"/>
                </a:moveTo>
                <a:lnTo>
                  <a:pt x="617177" y="120400"/>
                </a:lnTo>
                <a:lnTo>
                  <a:pt x="631170" y="120400"/>
                </a:lnTo>
                <a:lnTo>
                  <a:pt x="631170" y="72324"/>
                </a:lnTo>
                <a:cubicBezTo>
                  <a:pt x="631170" y="68483"/>
                  <a:pt x="631690" y="64943"/>
                  <a:pt x="632732" y="61705"/>
                </a:cubicBezTo>
                <a:cubicBezTo>
                  <a:pt x="633775" y="58466"/>
                  <a:pt x="635339" y="55640"/>
                  <a:pt x="637424" y="53225"/>
                </a:cubicBezTo>
                <a:cubicBezTo>
                  <a:pt x="639508" y="50811"/>
                  <a:pt x="642115" y="48945"/>
                  <a:pt x="645243" y="47629"/>
                </a:cubicBezTo>
                <a:cubicBezTo>
                  <a:pt x="648371" y="46311"/>
                  <a:pt x="652074" y="45653"/>
                  <a:pt x="656354" y="45653"/>
                </a:cubicBezTo>
                <a:cubicBezTo>
                  <a:pt x="661731" y="45653"/>
                  <a:pt x="665956" y="47190"/>
                  <a:pt x="669028" y="50264"/>
                </a:cubicBezTo>
                <a:cubicBezTo>
                  <a:pt x="672101" y="53337"/>
                  <a:pt x="673637" y="57507"/>
                  <a:pt x="673637" y="62775"/>
                </a:cubicBezTo>
                <a:lnTo>
                  <a:pt x="673637" y="120400"/>
                </a:lnTo>
                <a:lnTo>
                  <a:pt x="687630" y="120400"/>
                </a:lnTo>
                <a:lnTo>
                  <a:pt x="687630" y="64402"/>
                </a:lnTo>
                <a:cubicBezTo>
                  <a:pt x="687630" y="59791"/>
                  <a:pt x="687164" y="55591"/>
                  <a:pt x="686231" y="51804"/>
                </a:cubicBezTo>
                <a:cubicBezTo>
                  <a:pt x="685298" y="48016"/>
                  <a:pt x="683679" y="44750"/>
                  <a:pt x="681373" y="42006"/>
                </a:cubicBezTo>
                <a:cubicBezTo>
                  <a:pt x="679069" y="39259"/>
                  <a:pt x="676052" y="37118"/>
                  <a:pt x="672321" y="35581"/>
                </a:cubicBezTo>
                <a:cubicBezTo>
                  <a:pt x="668590" y="34043"/>
                  <a:pt x="663926" y="33275"/>
                  <a:pt x="658329" y="33275"/>
                </a:cubicBezTo>
                <a:cubicBezTo>
                  <a:pt x="645708" y="33275"/>
                  <a:pt x="636490" y="38436"/>
                  <a:pt x="630675" y="48757"/>
                </a:cubicBezTo>
                <a:lnTo>
                  <a:pt x="630346" y="48757"/>
                </a:lnTo>
                <a:lnTo>
                  <a:pt x="630346" y="35252"/>
                </a:lnTo>
                <a:lnTo>
                  <a:pt x="617177" y="35252"/>
                </a:lnTo>
                <a:close/>
                <a:moveTo>
                  <a:pt x="727985" y="35204"/>
                </a:moveTo>
                <a:lnTo>
                  <a:pt x="727985" y="9806"/>
                </a:lnTo>
                <a:lnTo>
                  <a:pt x="713992" y="9806"/>
                </a:lnTo>
                <a:lnTo>
                  <a:pt x="713992" y="35204"/>
                </a:lnTo>
                <a:lnTo>
                  <a:pt x="699508" y="35204"/>
                </a:lnTo>
                <a:lnTo>
                  <a:pt x="699508" y="47582"/>
                </a:lnTo>
                <a:lnTo>
                  <a:pt x="713992" y="47582"/>
                </a:lnTo>
                <a:lnTo>
                  <a:pt x="713992" y="101784"/>
                </a:lnTo>
                <a:cubicBezTo>
                  <a:pt x="713992" y="105737"/>
                  <a:pt x="714377" y="108922"/>
                  <a:pt x="715145" y="111338"/>
                </a:cubicBezTo>
                <a:cubicBezTo>
                  <a:pt x="715914" y="113755"/>
                  <a:pt x="717094" y="115622"/>
                  <a:pt x="718684" y="116942"/>
                </a:cubicBezTo>
                <a:cubicBezTo>
                  <a:pt x="720275" y="118260"/>
                  <a:pt x="722360" y="119166"/>
                  <a:pt x="724938" y="119660"/>
                </a:cubicBezTo>
                <a:cubicBezTo>
                  <a:pt x="727517" y="120154"/>
                  <a:pt x="730617" y="120400"/>
                  <a:pt x="734239" y="120400"/>
                </a:cubicBezTo>
                <a:lnTo>
                  <a:pt x="744939" y="120400"/>
                </a:lnTo>
                <a:lnTo>
                  <a:pt x="744939" y="108023"/>
                </a:lnTo>
                <a:lnTo>
                  <a:pt x="738519" y="108023"/>
                </a:lnTo>
                <a:cubicBezTo>
                  <a:pt x="736324" y="108023"/>
                  <a:pt x="734541" y="107941"/>
                  <a:pt x="733169" y="107777"/>
                </a:cubicBezTo>
                <a:cubicBezTo>
                  <a:pt x="731798" y="107611"/>
                  <a:pt x="730728" y="107254"/>
                  <a:pt x="729959" y="106707"/>
                </a:cubicBezTo>
                <a:cubicBezTo>
                  <a:pt x="729192" y="106158"/>
                  <a:pt x="728672" y="105389"/>
                  <a:pt x="728397" y="104401"/>
                </a:cubicBezTo>
                <a:cubicBezTo>
                  <a:pt x="728122" y="103411"/>
                  <a:pt x="727985" y="102094"/>
                  <a:pt x="727985" y="100448"/>
                </a:cubicBezTo>
                <a:lnTo>
                  <a:pt x="727985" y="47582"/>
                </a:lnTo>
                <a:lnTo>
                  <a:pt x="744939" y="47582"/>
                </a:lnTo>
                <a:lnTo>
                  <a:pt x="744939" y="35204"/>
                </a:lnTo>
                <a:lnTo>
                  <a:pt x="727985" y="352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5525290484267"/>
          <a:stretch xmlns:a="http://schemas.openxmlformats.org/drawingml/2006/main"/>
        </p:blipFill>
        <p:spPr>
          <a:xfrm xmlns:a="http://schemas.openxmlformats.org/drawingml/2006/main">
            <a:off x="121173" y="4527295"/>
            <a:ext cx="1293934" cy="652726"/>
          </a:xfrm>
          <a:prstGeom xmlns:a="http://schemas.openxmlformats.org/drawingml/2006/main" prst="rect">
            <a:avLst/>
          </a:prstGeom>
        </p:spPr>
      </p:pic>
      <p:sp>
        <p:nvSpPr>
          <p:cNvPr id="15" name="Text Submitted">
            <a:extLst xmlns:a="http://schemas.openxmlformats.org/drawingml/2006/main">
              <a:ext uri="{FF2B5EF4-FFF2-40B4-BE49-F238E27FC236}">
                <a16:creationId xmlns:a16="http://schemas.microsoft.com/office/drawing/2014/main" id="{6D664816-4A43-4226-968B-EBFC5CDB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99" y="4671211"/>
            <a:ext cx="742432" cy="122972"/>
          </a:xfrm>
          <a:custGeom xmlns:a="http://schemas.openxmlformats.org/drawingml/2006/main">
            <a:pathLst>
              <a:path w="742432" h="122972">
                <a:moveTo>
                  <a:pt x="74730" y="37213"/>
                </a:moveTo>
                <a:lnTo>
                  <a:pt x="89544" y="37213"/>
                </a:lnTo>
                <a:cubicBezTo>
                  <a:pt x="89325" y="30740"/>
                  <a:pt x="88090" y="25171"/>
                  <a:pt x="85840" y="20508"/>
                </a:cubicBezTo>
                <a:cubicBezTo>
                  <a:pt x="83591" y="15843"/>
                  <a:pt x="80518" y="11973"/>
                  <a:pt x="76622" y="8899"/>
                </a:cubicBezTo>
                <a:cubicBezTo>
                  <a:pt x="72727" y="5823"/>
                  <a:pt x="68201" y="3571"/>
                  <a:pt x="63043" y="2142"/>
                </a:cubicBezTo>
                <a:cubicBezTo>
                  <a:pt x="57886" y="714"/>
                  <a:pt x="52289" y="0"/>
                  <a:pt x="46253" y="0"/>
                </a:cubicBezTo>
                <a:cubicBezTo>
                  <a:pt x="40876" y="0"/>
                  <a:pt x="35636" y="686"/>
                  <a:pt x="30532" y="2057"/>
                </a:cubicBezTo>
                <a:cubicBezTo>
                  <a:pt x="25430" y="3428"/>
                  <a:pt x="20876" y="5514"/>
                  <a:pt x="16871" y="8314"/>
                </a:cubicBezTo>
                <a:cubicBezTo>
                  <a:pt x="12867" y="11112"/>
                  <a:pt x="9658" y="14678"/>
                  <a:pt x="7244" y="19014"/>
                </a:cubicBezTo>
                <a:cubicBezTo>
                  <a:pt x="4829" y="23347"/>
                  <a:pt x="3622" y="28476"/>
                  <a:pt x="3622" y="34400"/>
                </a:cubicBezTo>
                <a:cubicBezTo>
                  <a:pt x="3622" y="39777"/>
                  <a:pt x="4692" y="44248"/>
                  <a:pt x="6832" y="47815"/>
                </a:cubicBezTo>
                <a:cubicBezTo>
                  <a:pt x="8972" y="51382"/>
                  <a:pt x="11825" y="54290"/>
                  <a:pt x="15392" y="56541"/>
                </a:cubicBezTo>
                <a:cubicBezTo>
                  <a:pt x="18958" y="58790"/>
                  <a:pt x="22991" y="60600"/>
                  <a:pt x="27490" y="61971"/>
                </a:cubicBezTo>
                <a:cubicBezTo>
                  <a:pt x="31990" y="63342"/>
                  <a:pt x="36571" y="64550"/>
                  <a:pt x="41234" y="65593"/>
                </a:cubicBezTo>
                <a:cubicBezTo>
                  <a:pt x="45898" y="66634"/>
                  <a:pt x="50479" y="67649"/>
                  <a:pt x="54978" y="68637"/>
                </a:cubicBezTo>
                <a:cubicBezTo>
                  <a:pt x="59478" y="69625"/>
                  <a:pt x="63511" y="70914"/>
                  <a:pt x="67077" y="72505"/>
                </a:cubicBezTo>
                <a:cubicBezTo>
                  <a:pt x="70644" y="74096"/>
                  <a:pt x="73497" y="76154"/>
                  <a:pt x="75637" y="78679"/>
                </a:cubicBezTo>
                <a:cubicBezTo>
                  <a:pt x="77777" y="81202"/>
                  <a:pt x="78847" y="84494"/>
                  <a:pt x="78847" y="88555"/>
                </a:cubicBezTo>
                <a:cubicBezTo>
                  <a:pt x="78847" y="92835"/>
                  <a:pt x="77969" y="96346"/>
                  <a:pt x="76212" y="99089"/>
                </a:cubicBezTo>
                <a:cubicBezTo>
                  <a:pt x="74457" y="101832"/>
                  <a:pt x="72153" y="103999"/>
                  <a:pt x="69300" y="105592"/>
                </a:cubicBezTo>
                <a:cubicBezTo>
                  <a:pt x="66447" y="107182"/>
                  <a:pt x="63237" y="108307"/>
                  <a:pt x="59670" y="108965"/>
                </a:cubicBezTo>
                <a:cubicBezTo>
                  <a:pt x="56104" y="109623"/>
                  <a:pt x="52565" y="109952"/>
                  <a:pt x="49053" y="109952"/>
                </a:cubicBezTo>
                <a:cubicBezTo>
                  <a:pt x="44663" y="109952"/>
                  <a:pt x="40382" y="109403"/>
                  <a:pt x="36211" y="108307"/>
                </a:cubicBezTo>
                <a:cubicBezTo>
                  <a:pt x="32042" y="107210"/>
                  <a:pt x="28393" y="105510"/>
                  <a:pt x="25265" y="103205"/>
                </a:cubicBezTo>
                <a:cubicBezTo>
                  <a:pt x="22139" y="100900"/>
                  <a:pt x="19615" y="97964"/>
                  <a:pt x="17695" y="94397"/>
                </a:cubicBezTo>
                <a:cubicBezTo>
                  <a:pt x="15774" y="90830"/>
                  <a:pt x="14814" y="86578"/>
                  <a:pt x="14814" y="81640"/>
                </a:cubicBezTo>
                <a:lnTo>
                  <a:pt x="0" y="81640"/>
                </a:lnTo>
                <a:cubicBezTo>
                  <a:pt x="0" y="88773"/>
                  <a:pt x="1289" y="94946"/>
                  <a:pt x="3868" y="100159"/>
                </a:cubicBezTo>
                <a:cubicBezTo>
                  <a:pt x="6447" y="105371"/>
                  <a:pt x="9958" y="109653"/>
                  <a:pt x="14402" y="113004"/>
                </a:cubicBezTo>
                <a:cubicBezTo>
                  <a:pt x="18846" y="116352"/>
                  <a:pt x="24003" y="118851"/>
                  <a:pt x="29874" y="120498"/>
                </a:cubicBezTo>
                <a:cubicBezTo>
                  <a:pt x="35746" y="122148"/>
                  <a:pt x="41975" y="122972"/>
                  <a:pt x="48559" y="122972"/>
                </a:cubicBezTo>
                <a:cubicBezTo>
                  <a:pt x="53935" y="122972"/>
                  <a:pt x="59340" y="122341"/>
                  <a:pt x="64772" y="121079"/>
                </a:cubicBezTo>
                <a:cubicBezTo>
                  <a:pt x="70203" y="119818"/>
                  <a:pt x="75114" y="117788"/>
                  <a:pt x="79503" y="114990"/>
                </a:cubicBezTo>
                <a:cubicBezTo>
                  <a:pt x="83893" y="112191"/>
                  <a:pt x="87487" y="108569"/>
                  <a:pt x="90285" y="104125"/>
                </a:cubicBezTo>
                <a:cubicBezTo>
                  <a:pt x="93083" y="99681"/>
                  <a:pt x="94482" y="94332"/>
                  <a:pt x="94482" y="88078"/>
                </a:cubicBezTo>
                <a:cubicBezTo>
                  <a:pt x="94482" y="82260"/>
                  <a:pt x="93412" y="77432"/>
                  <a:pt x="91272" y="73593"/>
                </a:cubicBezTo>
                <a:cubicBezTo>
                  <a:pt x="89132" y="69751"/>
                  <a:pt x="86279" y="66569"/>
                  <a:pt x="82713" y="64046"/>
                </a:cubicBezTo>
                <a:cubicBezTo>
                  <a:pt x="79146" y="61521"/>
                  <a:pt x="75113" y="59518"/>
                  <a:pt x="70614" y="58038"/>
                </a:cubicBezTo>
                <a:cubicBezTo>
                  <a:pt x="66116" y="56556"/>
                  <a:pt x="61535" y="55266"/>
                  <a:pt x="56870" y="54170"/>
                </a:cubicBezTo>
                <a:cubicBezTo>
                  <a:pt x="52206" y="53071"/>
                  <a:pt x="47625" y="52056"/>
                  <a:pt x="43126" y="51123"/>
                </a:cubicBezTo>
                <a:cubicBezTo>
                  <a:pt x="38628" y="50190"/>
                  <a:pt x="34596" y="49011"/>
                  <a:pt x="31029" y="47584"/>
                </a:cubicBezTo>
                <a:cubicBezTo>
                  <a:pt x="27463" y="46157"/>
                  <a:pt x="24610" y="44320"/>
                  <a:pt x="22470" y="42071"/>
                </a:cubicBezTo>
                <a:cubicBezTo>
                  <a:pt x="20330" y="39820"/>
                  <a:pt x="19260" y="36884"/>
                  <a:pt x="19260" y="33262"/>
                </a:cubicBezTo>
                <a:cubicBezTo>
                  <a:pt x="19260" y="29423"/>
                  <a:pt x="20000" y="26214"/>
                  <a:pt x="21480" y="23635"/>
                </a:cubicBezTo>
                <a:cubicBezTo>
                  <a:pt x="22962" y="21055"/>
                  <a:pt x="24937" y="18997"/>
                  <a:pt x="27405" y="17461"/>
                </a:cubicBezTo>
                <a:cubicBezTo>
                  <a:pt x="29875" y="15924"/>
                  <a:pt x="32701" y="14827"/>
                  <a:pt x="35882" y="14168"/>
                </a:cubicBezTo>
                <a:cubicBezTo>
                  <a:pt x="39065" y="13510"/>
                  <a:pt x="42303" y="13181"/>
                  <a:pt x="45595" y="13181"/>
                </a:cubicBezTo>
                <a:cubicBezTo>
                  <a:pt x="53716" y="13181"/>
                  <a:pt x="60383" y="15074"/>
                  <a:pt x="65595" y="18860"/>
                </a:cubicBezTo>
                <a:cubicBezTo>
                  <a:pt x="70808" y="22646"/>
                  <a:pt x="73853" y="28764"/>
                  <a:pt x="74730" y="37213"/>
                </a:cubicBezTo>
                <a:close/>
                <a:moveTo>
                  <a:pt x="180924" y="120360"/>
                </a:moveTo>
                <a:lnTo>
                  <a:pt x="180924" y="35365"/>
                </a:lnTo>
                <a:lnTo>
                  <a:pt x="166931" y="35365"/>
                </a:lnTo>
                <a:lnTo>
                  <a:pt x="166931" y="83338"/>
                </a:lnTo>
                <a:cubicBezTo>
                  <a:pt x="166931" y="87171"/>
                  <a:pt x="166409" y="90703"/>
                  <a:pt x="165366" y="93935"/>
                </a:cubicBezTo>
                <a:cubicBezTo>
                  <a:pt x="164325" y="97165"/>
                  <a:pt x="162762" y="99985"/>
                  <a:pt x="160677" y="102394"/>
                </a:cubicBezTo>
                <a:cubicBezTo>
                  <a:pt x="158592" y="104804"/>
                  <a:pt x="155986" y="106666"/>
                  <a:pt x="152858" y="107980"/>
                </a:cubicBezTo>
                <a:cubicBezTo>
                  <a:pt x="149730" y="109295"/>
                  <a:pt x="146026" y="109952"/>
                  <a:pt x="141746" y="109952"/>
                </a:cubicBezTo>
                <a:cubicBezTo>
                  <a:pt x="136370" y="109952"/>
                  <a:pt x="132145" y="108419"/>
                  <a:pt x="129072" y="105353"/>
                </a:cubicBezTo>
                <a:cubicBezTo>
                  <a:pt x="126000" y="102285"/>
                  <a:pt x="124463" y="98123"/>
                  <a:pt x="124463" y="92865"/>
                </a:cubicBezTo>
                <a:lnTo>
                  <a:pt x="124463" y="35365"/>
                </a:lnTo>
                <a:lnTo>
                  <a:pt x="110471" y="35365"/>
                </a:lnTo>
                <a:lnTo>
                  <a:pt x="110471" y="91262"/>
                </a:lnTo>
                <a:cubicBezTo>
                  <a:pt x="110471" y="95865"/>
                  <a:pt x="110937" y="100057"/>
                  <a:pt x="111870" y="103838"/>
                </a:cubicBezTo>
                <a:cubicBezTo>
                  <a:pt x="112802" y="107619"/>
                  <a:pt x="114421" y="110880"/>
                  <a:pt x="116725" y="113621"/>
                </a:cubicBezTo>
                <a:cubicBezTo>
                  <a:pt x="119031" y="116361"/>
                  <a:pt x="122049" y="118471"/>
                  <a:pt x="125780" y="119951"/>
                </a:cubicBezTo>
                <a:cubicBezTo>
                  <a:pt x="129510" y="121429"/>
                  <a:pt x="134174" y="122169"/>
                  <a:pt x="139772" y="122169"/>
                </a:cubicBezTo>
                <a:cubicBezTo>
                  <a:pt x="146026" y="122169"/>
                  <a:pt x="151457" y="120936"/>
                  <a:pt x="156066" y="118472"/>
                </a:cubicBezTo>
                <a:cubicBezTo>
                  <a:pt x="160675" y="116005"/>
                  <a:pt x="164462" y="112141"/>
                  <a:pt x="167426" y="106880"/>
                </a:cubicBezTo>
                <a:lnTo>
                  <a:pt x="167755" y="106880"/>
                </a:lnTo>
                <a:lnTo>
                  <a:pt x="167755" y="120360"/>
                </a:lnTo>
                <a:lnTo>
                  <a:pt x="180924" y="120360"/>
                </a:lnTo>
                <a:close/>
                <a:moveTo>
                  <a:pt x="202348" y="2893"/>
                </a:moveTo>
                <a:lnTo>
                  <a:pt x="202348" y="120358"/>
                </a:lnTo>
                <a:lnTo>
                  <a:pt x="216338" y="120358"/>
                </a:lnTo>
                <a:lnTo>
                  <a:pt x="216338" y="109007"/>
                </a:lnTo>
                <a:lnTo>
                  <a:pt x="216670" y="109007"/>
                </a:lnTo>
                <a:cubicBezTo>
                  <a:pt x="218207" y="111529"/>
                  <a:pt x="220100" y="113641"/>
                  <a:pt x="222349" y="115342"/>
                </a:cubicBezTo>
                <a:cubicBezTo>
                  <a:pt x="224598" y="117042"/>
                  <a:pt x="226984" y="118385"/>
                  <a:pt x="229507" y="119373"/>
                </a:cubicBezTo>
                <a:cubicBezTo>
                  <a:pt x="232032" y="120359"/>
                  <a:pt x="234584" y="121072"/>
                  <a:pt x="237163" y="121511"/>
                </a:cubicBezTo>
                <a:cubicBezTo>
                  <a:pt x="239742" y="121949"/>
                  <a:pt x="242074" y="122169"/>
                  <a:pt x="244160" y="122169"/>
                </a:cubicBezTo>
                <a:cubicBezTo>
                  <a:pt x="250634" y="122169"/>
                  <a:pt x="256312" y="121017"/>
                  <a:pt x="261195" y="118713"/>
                </a:cubicBezTo>
                <a:cubicBezTo>
                  <a:pt x="266079" y="116407"/>
                  <a:pt x="270140" y="113251"/>
                  <a:pt x="273376" y="109246"/>
                </a:cubicBezTo>
                <a:cubicBezTo>
                  <a:pt x="276613" y="105241"/>
                  <a:pt x="279027" y="100550"/>
                  <a:pt x="280618" y="95173"/>
                </a:cubicBezTo>
                <a:cubicBezTo>
                  <a:pt x="282210" y="89795"/>
                  <a:pt x="283006" y="84087"/>
                  <a:pt x="283006" y="78051"/>
                </a:cubicBezTo>
                <a:cubicBezTo>
                  <a:pt x="283006" y="72014"/>
                  <a:pt x="282183" y="66308"/>
                  <a:pt x="280537" y="60931"/>
                </a:cubicBezTo>
                <a:cubicBezTo>
                  <a:pt x="278891" y="55553"/>
                  <a:pt x="276449" y="50807"/>
                  <a:pt x="273211" y="46692"/>
                </a:cubicBezTo>
                <a:cubicBezTo>
                  <a:pt x="269974" y="42577"/>
                  <a:pt x="265914" y="39311"/>
                  <a:pt x="261032" y="36897"/>
                </a:cubicBezTo>
                <a:cubicBezTo>
                  <a:pt x="256149" y="34482"/>
                  <a:pt x="250415" y="33275"/>
                  <a:pt x="243829" y="33275"/>
                </a:cubicBezTo>
                <a:cubicBezTo>
                  <a:pt x="237903" y="33275"/>
                  <a:pt x="232471" y="34345"/>
                  <a:pt x="227533" y="36485"/>
                </a:cubicBezTo>
                <a:cubicBezTo>
                  <a:pt x="222595" y="38625"/>
                  <a:pt x="218974" y="42054"/>
                  <a:pt x="216670" y="46773"/>
                </a:cubicBezTo>
                <a:lnTo>
                  <a:pt x="216338" y="46773"/>
                </a:lnTo>
                <a:lnTo>
                  <a:pt x="216338" y="2893"/>
                </a:lnTo>
                <a:lnTo>
                  <a:pt x="202348" y="2893"/>
                </a:lnTo>
                <a:moveTo>
                  <a:pt x="268190" y="77061"/>
                </a:moveTo>
                <a:cubicBezTo>
                  <a:pt x="268190" y="81227"/>
                  <a:pt x="267750" y="85284"/>
                  <a:pt x="266871" y="89230"/>
                </a:cubicBezTo>
                <a:cubicBezTo>
                  <a:pt x="265994" y="93177"/>
                  <a:pt x="264567" y="96686"/>
                  <a:pt x="262591" y="99757"/>
                </a:cubicBezTo>
                <a:cubicBezTo>
                  <a:pt x="260617" y="102826"/>
                  <a:pt x="258012" y="105293"/>
                  <a:pt x="254775" y="107156"/>
                </a:cubicBezTo>
                <a:cubicBezTo>
                  <a:pt x="251538" y="109020"/>
                  <a:pt x="247505" y="109952"/>
                  <a:pt x="242676" y="109952"/>
                </a:cubicBezTo>
                <a:cubicBezTo>
                  <a:pt x="237849" y="109952"/>
                  <a:pt x="233734" y="109048"/>
                  <a:pt x="230331" y="107239"/>
                </a:cubicBezTo>
                <a:cubicBezTo>
                  <a:pt x="226929" y="105429"/>
                  <a:pt x="224157" y="103045"/>
                  <a:pt x="222017" y="100086"/>
                </a:cubicBezTo>
                <a:cubicBezTo>
                  <a:pt x="219879" y="97125"/>
                  <a:pt x="218316" y="93700"/>
                  <a:pt x="217328" y="89808"/>
                </a:cubicBezTo>
                <a:cubicBezTo>
                  <a:pt x="216340" y="85915"/>
                  <a:pt x="215846" y="81885"/>
                  <a:pt x="215846" y="77719"/>
                </a:cubicBezTo>
                <a:cubicBezTo>
                  <a:pt x="215846" y="73773"/>
                  <a:pt x="216312" y="69881"/>
                  <a:pt x="217245" y="66045"/>
                </a:cubicBezTo>
                <a:cubicBezTo>
                  <a:pt x="218178" y="62207"/>
                  <a:pt x="219687" y="58781"/>
                  <a:pt x="221771" y="55767"/>
                </a:cubicBezTo>
                <a:cubicBezTo>
                  <a:pt x="223856" y="52751"/>
                  <a:pt x="226544" y="50312"/>
                  <a:pt x="229836" y="48448"/>
                </a:cubicBezTo>
                <a:cubicBezTo>
                  <a:pt x="233128" y="46584"/>
                  <a:pt x="237134" y="45653"/>
                  <a:pt x="241852" y="45653"/>
                </a:cubicBezTo>
                <a:cubicBezTo>
                  <a:pt x="246352" y="45653"/>
                  <a:pt x="250275" y="46530"/>
                  <a:pt x="253622" y="48285"/>
                </a:cubicBezTo>
                <a:cubicBezTo>
                  <a:pt x="256969" y="50038"/>
                  <a:pt x="259713" y="52395"/>
                  <a:pt x="261853" y="55355"/>
                </a:cubicBezTo>
                <a:cubicBezTo>
                  <a:pt x="263993" y="58316"/>
                  <a:pt x="265584" y="61687"/>
                  <a:pt x="266625" y="65470"/>
                </a:cubicBezTo>
                <a:cubicBezTo>
                  <a:pt x="267668" y="69251"/>
                  <a:pt x="268190" y="73115"/>
                  <a:pt x="268190" y="77061"/>
                </a:cubicBezTo>
                <a:close/>
                <a:moveTo>
                  <a:pt x="299094" y="35252"/>
                </a:moveTo>
                <a:lnTo>
                  <a:pt x="299094" y="120400"/>
                </a:lnTo>
                <a:lnTo>
                  <a:pt x="313087" y="120400"/>
                </a:lnTo>
                <a:lnTo>
                  <a:pt x="313087" y="67386"/>
                </a:lnTo>
                <a:cubicBezTo>
                  <a:pt x="313087" y="65739"/>
                  <a:pt x="313498" y="63681"/>
                  <a:pt x="314320" y="61212"/>
                </a:cubicBezTo>
                <a:cubicBezTo>
                  <a:pt x="315144" y="58743"/>
                  <a:pt x="316461" y="56356"/>
                  <a:pt x="318271" y="54052"/>
                </a:cubicBezTo>
                <a:cubicBezTo>
                  <a:pt x="320083" y="51746"/>
                  <a:pt x="322442" y="49770"/>
                  <a:pt x="325349" y="48124"/>
                </a:cubicBezTo>
                <a:cubicBezTo>
                  <a:pt x="328258" y="46476"/>
                  <a:pt x="331742" y="45653"/>
                  <a:pt x="335803" y="45653"/>
                </a:cubicBezTo>
                <a:cubicBezTo>
                  <a:pt x="338986" y="45653"/>
                  <a:pt x="341592" y="46119"/>
                  <a:pt x="343622" y="47052"/>
                </a:cubicBezTo>
                <a:cubicBezTo>
                  <a:pt x="345651" y="47984"/>
                  <a:pt x="347269" y="49301"/>
                  <a:pt x="348477" y="51002"/>
                </a:cubicBezTo>
                <a:cubicBezTo>
                  <a:pt x="349684" y="52704"/>
                  <a:pt x="350535" y="54707"/>
                  <a:pt x="351029" y="57013"/>
                </a:cubicBezTo>
                <a:cubicBezTo>
                  <a:pt x="351522" y="59319"/>
                  <a:pt x="351769" y="61843"/>
                  <a:pt x="351769" y="64586"/>
                </a:cubicBezTo>
                <a:lnTo>
                  <a:pt x="351769" y="120400"/>
                </a:lnTo>
                <a:lnTo>
                  <a:pt x="365760" y="120400"/>
                </a:lnTo>
                <a:lnTo>
                  <a:pt x="365760" y="67386"/>
                </a:lnTo>
                <a:cubicBezTo>
                  <a:pt x="365760" y="60801"/>
                  <a:pt x="367735" y="55532"/>
                  <a:pt x="371685" y="51580"/>
                </a:cubicBezTo>
                <a:cubicBezTo>
                  <a:pt x="375636" y="47628"/>
                  <a:pt x="381068" y="45653"/>
                  <a:pt x="387981" y="45653"/>
                </a:cubicBezTo>
                <a:cubicBezTo>
                  <a:pt x="391383" y="45653"/>
                  <a:pt x="394154" y="46146"/>
                  <a:pt x="396294" y="47134"/>
                </a:cubicBezTo>
                <a:cubicBezTo>
                  <a:pt x="398434" y="48122"/>
                  <a:pt x="400108" y="49467"/>
                  <a:pt x="401315" y="51168"/>
                </a:cubicBezTo>
                <a:cubicBezTo>
                  <a:pt x="402522" y="52869"/>
                  <a:pt x="403345" y="54873"/>
                  <a:pt x="403784" y="57179"/>
                </a:cubicBezTo>
                <a:cubicBezTo>
                  <a:pt x="404223" y="59483"/>
                  <a:pt x="404442" y="61952"/>
                  <a:pt x="404442" y="64586"/>
                </a:cubicBezTo>
                <a:lnTo>
                  <a:pt x="404442" y="120400"/>
                </a:lnTo>
                <a:lnTo>
                  <a:pt x="418435" y="120400"/>
                </a:lnTo>
                <a:lnTo>
                  <a:pt x="418435" y="57980"/>
                </a:lnTo>
                <a:cubicBezTo>
                  <a:pt x="418435" y="53588"/>
                  <a:pt x="417749" y="49827"/>
                  <a:pt x="416378" y="46697"/>
                </a:cubicBezTo>
                <a:cubicBezTo>
                  <a:pt x="415006" y="43568"/>
                  <a:pt x="413086" y="41015"/>
                  <a:pt x="410616" y="39039"/>
                </a:cubicBezTo>
                <a:cubicBezTo>
                  <a:pt x="408146" y="37063"/>
                  <a:pt x="405183" y="35609"/>
                  <a:pt x="401727" y="34676"/>
                </a:cubicBezTo>
                <a:cubicBezTo>
                  <a:pt x="398271" y="33742"/>
                  <a:pt x="394403" y="33275"/>
                  <a:pt x="390123" y="33275"/>
                </a:cubicBezTo>
                <a:cubicBezTo>
                  <a:pt x="384525" y="33275"/>
                  <a:pt x="379395" y="34537"/>
                  <a:pt x="374731" y="37063"/>
                </a:cubicBezTo>
                <a:cubicBezTo>
                  <a:pt x="370068" y="39586"/>
                  <a:pt x="366310" y="43153"/>
                  <a:pt x="363456" y="47762"/>
                </a:cubicBezTo>
                <a:cubicBezTo>
                  <a:pt x="361700" y="42494"/>
                  <a:pt x="358682" y="38763"/>
                  <a:pt x="354402" y="36568"/>
                </a:cubicBezTo>
                <a:cubicBezTo>
                  <a:pt x="350123" y="34373"/>
                  <a:pt x="345350" y="33275"/>
                  <a:pt x="340083" y="33275"/>
                </a:cubicBezTo>
                <a:cubicBezTo>
                  <a:pt x="328120" y="33275"/>
                  <a:pt x="318957" y="38106"/>
                  <a:pt x="312592" y="47767"/>
                </a:cubicBezTo>
                <a:lnTo>
                  <a:pt x="312263" y="47767"/>
                </a:lnTo>
                <a:lnTo>
                  <a:pt x="312263" y="35252"/>
                </a:lnTo>
                <a:lnTo>
                  <a:pt x="299094" y="35252"/>
                </a:lnTo>
                <a:close/>
                <a:moveTo>
                  <a:pt x="453914" y="20094"/>
                </a:moveTo>
                <a:lnTo>
                  <a:pt x="453914" y="2893"/>
                </a:lnTo>
                <a:lnTo>
                  <a:pt x="439921" y="2893"/>
                </a:lnTo>
                <a:lnTo>
                  <a:pt x="439921" y="20094"/>
                </a:lnTo>
                <a:lnTo>
                  <a:pt x="453914" y="20094"/>
                </a:lnTo>
                <a:moveTo>
                  <a:pt x="439921" y="35299"/>
                </a:moveTo>
                <a:lnTo>
                  <a:pt x="439921" y="120400"/>
                </a:lnTo>
                <a:lnTo>
                  <a:pt x="453914" y="120400"/>
                </a:lnTo>
                <a:lnTo>
                  <a:pt x="453914" y="35299"/>
                </a:lnTo>
                <a:lnTo>
                  <a:pt x="439921" y="35299"/>
                </a:lnTo>
                <a:close/>
                <a:moveTo>
                  <a:pt x="494842" y="35204"/>
                </a:moveTo>
                <a:lnTo>
                  <a:pt x="494842" y="9806"/>
                </a:lnTo>
                <a:lnTo>
                  <a:pt x="480849" y="9806"/>
                </a:lnTo>
                <a:lnTo>
                  <a:pt x="480849" y="35204"/>
                </a:lnTo>
                <a:lnTo>
                  <a:pt x="466364" y="35204"/>
                </a:lnTo>
                <a:lnTo>
                  <a:pt x="466364" y="47582"/>
                </a:lnTo>
                <a:lnTo>
                  <a:pt x="480849" y="47582"/>
                </a:lnTo>
                <a:lnTo>
                  <a:pt x="480849" y="101784"/>
                </a:lnTo>
                <a:cubicBezTo>
                  <a:pt x="480849" y="105737"/>
                  <a:pt x="481233" y="108922"/>
                  <a:pt x="482002" y="111338"/>
                </a:cubicBezTo>
                <a:cubicBezTo>
                  <a:pt x="482771" y="113755"/>
                  <a:pt x="483950" y="115622"/>
                  <a:pt x="485541" y="116942"/>
                </a:cubicBezTo>
                <a:cubicBezTo>
                  <a:pt x="487132" y="118260"/>
                  <a:pt x="489216" y="119166"/>
                  <a:pt x="491795" y="119660"/>
                </a:cubicBezTo>
                <a:cubicBezTo>
                  <a:pt x="494374" y="120154"/>
                  <a:pt x="497474" y="120400"/>
                  <a:pt x="501096" y="120400"/>
                </a:cubicBezTo>
                <a:lnTo>
                  <a:pt x="511796" y="120400"/>
                </a:lnTo>
                <a:lnTo>
                  <a:pt x="511796" y="108023"/>
                </a:lnTo>
                <a:lnTo>
                  <a:pt x="505376" y="108023"/>
                </a:lnTo>
                <a:cubicBezTo>
                  <a:pt x="503181" y="108023"/>
                  <a:pt x="501397" y="107941"/>
                  <a:pt x="500026" y="107777"/>
                </a:cubicBezTo>
                <a:cubicBezTo>
                  <a:pt x="498654" y="107611"/>
                  <a:pt x="497584" y="107254"/>
                  <a:pt x="496816" y="106707"/>
                </a:cubicBezTo>
                <a:cubicBezTo>
                  <a:pt x="496049" y="106158"/>
                  <a:pt x="495528" y="105389"/>
                  <a:pt x="495254" y="104401"/>
                </a:cubicBezTo>
                <a:cubicBezTo>
                  <a:pt x="494979" y="103411"/>
                  <a:pt x="494842" y="102094"/>
                  <a:pt x="494842" y="100448"/>
                </a:cubicBezTo>
                <a:lnTo>
                  <a:pt x="494842" y="47582"/>
                </a:lnTo>
                <a:lnTo>
                  <a:pt x="511796" y="47582"/>
                </a:lnTo>
                <a:lnTo>
                  <a:pt x="511796" y="35204"/>
                </a:lnTo>
                <a:lnTo>
                  <a:pt x="494842" y="35204"/>
                </a:lnTo>
                <a:close/>
                <a:moveTo>
                  <a:pt x="546391" y="35204"/>
                </a:moveTo>
                <a:lnTo>
                  <a:pt x="546391" y="9806"/>
                </a:lnTo>
                <a:lnTo>
                  <a:pt x="532398" y="9806"/>
                </a:lnTo>
                <a:lnTo>
                  <a:pt x="532398" y="35204"/>
                </a:lnTo>
                <a:lnTo>
                  <a:pt x="517913" y="35204"/>
                </a:lnTo>
                <a:lnTo>
                  <a:pt x="517913" y="47582"/>
                </a:lnTo>
                <a:lnTo>
                  <a:pt x="532398" y="47582"/>
                </a:lnTo>
                <a:lnTo>
                  <a:pt x="532398" y="101784"/>
                </a:lnTo>
                <a:cubicBezTo>
                  <a:pt x="532398" y="105737"/>
                  <a:pt x="532783" y="108922"/>
                  <a:pt x="533551" y="111338"/>
                </a:cubicBezTo>
                <a:cubicBezTo>
                  <a:pt x="534320" y="113755"/>
                  <a:pt x="535500" y="115622"/>
                  <a:pt x="537090" y="116942"/>
                </a:cubicBezTo>
                <a:cubicBezTo>
                  <a:pt x="538681" y="118260"/>
                  <a:pt x="540766" y="119166"/>
                  <a:pt x="543344" y="119660"/>
                </a:cubicBezTo>
                <a:cubicBezTo>
                  <a:pt x="545923" y="120154"/>
                  <a:pt x="549023" y="120400"/>
                  <a:pt x="552645" y="120400"/>
                </a:cubicBezTo>
                <a:lnTo>
                  <a:pt x="563345" y="120400"/>
                </a:lnTo>
                <a:lnTo>
                  <a:pt x="563345" y="108023"/>
                </a:lnTo>
                <a:lnTo>
                  <a:pt x="556925" y="108023"/>
                </a:lnTo>
                <a:cubicBezTo>
                  <a:pt x="554730" y="108023"/>
                  <a:pt x="552947" y="107941"/>
                  <a:pt x="551575" y="107777"/>
                </a:cubicBezTo>
                <a:cubicBezTo>
                  <a:pt x="550204" y="107611"/>
                  <a:pt x="549134" y="107254"/>
                  <a:pt x="548365" y="106707"/>
                </a:cubicBezTo>
                <a:cubicBezTo>
                  <a:pt x="547598" y="106158"/>
                  <a:pt x="547078" y="105389"/>
                  <a:pt x="546803" y="104401"/>
                </a:cubicBezTo>
                <a:cubicBezTo>
                  <a:pt x="546528" y="103411"/>
                  <a:pt x="546391" y="102094"/>
                  <a:pt x="546391" y="100448"/>
                </a:cubicBezTo>
                <a:lnTo>
                  <a:pt x="546391" y="47582"/>
                </a:lnTo>
                <a:lnTo>
                  <a:pt x="563345" y="47582"/>
                </a:lnTo>
                <a:lnTo>
                  <a:pt x="563345" y="35204"/>
                </a:lnTo>
                <a:lnTo>
                  <a:pt x="546391" y="35204"/>
                </a:lnTo>
                <a:close/>
                <a:moveTo>
                  <a:pt x="637610" y="69765"/>
                </a:moveTo>
                <a:lnTo>
                  <a:pt x="588722" y="69765"/>
                </a:lnTo>
                <a:cubicBezTo>
                  <a:pt x="588942" y="66461"/>
                  <a:pt x="589655" y="63351"/>
                  <a:pt x="590862" y="60434"/>
                </a:cubicBezTo>
                <a:cubicBezTo>
                  <a:pt x="592070" y="57515"/>
                  <a:pt x="593716" y="54955"/>
                  <a:pt x="595800" y="52753"/>
                </a:cubicBezTo>
                <a:cubicBezTo>
                  <a:pt x="597885" y="50551"/>
                  <a:pt x="600382" y="48817"/>
                  <a:pt x="603290" y="47551"/>
                </a:cubicBezTo>
                <a:cubicBezTo>
                  <a:pt x="606199" y="46285"/>
                  <a:pt x="609463" y="45653"/>
                  <a:pt x="613083" y="45653"/>
                </a:cubicBezTo>
                <a:cubicBezTo>
                  <a:pt x="616595" y="45653"/>
                  <a:pt x="619805" y="46285"/>
                  <a:pt x="622713" y="47551"/>
                </a:cubicBezTo>
                <a:cubicBezTo>
                  <a:pt x="625622" y="48817"/>
                  <a:pt x="628146" y="50524"/>
                  <a:pt x="630286" y="52673"/>
                </a:cubicBezTo>
                <a:cubicBezTo>
                  <a:pt x="632426" y="54819"/>
                  <a:pt x="634126" y="57379"/>
                  <a:pt x="635387" y="60351"/>
                </a:cubicBezTo>
                <a:cubicBezTo>
                  <a:pt x="636650" y="63323"/>
                  <a:pt x="637391" y="66461"/>
                  <a:pt x="637610" y="69765"/>
                </a:cubicBezTo>
                <a:moveTo>
                  <a:pt x="651108" y="93395"/>
                </a:moveTo>
                <a:lnTo>
                  <a:pt x="637281" y="93395"/>
                </a:lnTo>
                <a:cubicBezTo>
                  <a:pt x="636074" y="98969"/>
                  <a:pt x="633577" y="103123"/>
                  <a:pt x="629791" y="105855"/>
                </a:cubicBezTo>
                <a:cubicBezTo>
                  <a:pt x="626005" y="108586"/>
                  <a:pt x="621149" y="109952"/>
                  <a:pt x="615223" y="109952"/>
                </a:cubicBezTo>
                <a:cubicBezTo>
                  <a:pt x="610615" y="109952"/>
                  <a:pt x="606610" y="109188"/>
                  <a:pt x="603207" y="107661"/>
                </a:cubicBezTo>
                <a:cubicBezTo>
                  <a:pt x="599806" y="106134"/>
                  <a:pt x="597008" y="104090"/>
                  <a:pt x="594813" y="101528"/>
                </a:cubicBezTo>
                <a:cubicBezTo>
                  <a:pt x="592618" y="98964"/>
                  <a:pt x="591026" y="96019"/>
                  <a:pt x="590039" y="92694"/>
                </a:cubicBezTo>
                <a:cubicBezTo>
                  <a:pt x="589051" y="89367"/>
                  <a:pt x="588612" y="85850"/>
                  <a:pt x="588722" y="82142"/>
                </a:cubicBezTo>
                <a:lnTo>
                  <a:pt x="652424" y="82142"/>
                </a:lnTo>
                <a:cubicBezTo>
                  <a:pt x="652643" y="76970"/>
                  <a:pt x="652177" y="71522"/>
                  <a:pt x="651025" y="65799"/>
                </a:cubicBezTo>
                <a:cubicBezTo>
                  <a:pt x="649873" y="60076"/>
                  <a:pt x="647787" y="54793"/>
                  <a:pt x="644768" y="49950"/>
                </a:cubicBezTo>
                <a:cubicBezTo>
                  <a:pt x="641751" y="45107"/>
                  <a:pt x="637746" y="41118"/>
                  <a:pt x="632752" y="37982"/>
                </a:cubicBezTo>
                <a:cubicBezTo>
                  <a:pt x="627759" y="34844"/>
                  <a:pt x="621477" y="33275"/>
                  <a:pt x="613905" y="33275"/>
                </a:cubicBezTo>
                <a:cubicBezTo>
                  <a:pt x="608089" y="33275"/>
                  <a:pt x="602739" y="34373"/>
                  <a:pt x="597855" y="36568"/>
                </a:cubicBezTo>
                <a:cubicBezTo>
                  <a:pt x="592972" y="38763"/>
                  <a:pt x="588748" y="41836"/>
                  <a:pt x="585181" y="45788"/>
                </a:cubicBezTo>
                <a:cubicBezTo>
                  <a:pt x="581614" y="49738"/>
                  <a:pt x="578843" y="54402"/>
                  <a:pt x="576867" y="59781"/>
                </a:cubicBezTo>
                <a:cubicBezTo>
                  <a:pt x="574893" y="65157"/>
                  <a:pt x="573906" y="71083"/>
                  <a:pt x="573906" y="77556"/>
                </a:cubicBezTo>
                <a:cubicBezTo>
                  <a:pt x="574125" y="84031"/>
                  <a:pt x="575086" y="90012"/>
                  <a:pt x="576787" y="95500"/>
                </a:cubicBezTo>
                <a:cubicBezTo>
                  <a:pt x="578488" y="100987"/>
                  <a:pt x="581039" y="105706"/>
                  <a:pt x="584440" y="109658"/>
                </a:cubicBezTo>
                <a:cubicBezTo>
                  <a:pt x="587842" y="113608"/>
                  <a:pt x="592040" y="116681"/>
                  <a:pt x="597034" y="118876"/>
                </a:cubicBezTo>
                <a:cubicBezTo>
                  <a:pt x="602027" y="121071"/>
                  <a:pt x="607925" y="122169"/>
                  <a:pt x="614728" y="122169"/>
                </a:cubicBezTo>
                <a:cubicBezTo>
                  <a:pt x="624387" y="122169"/>
                  <a:pt x="632398" y="119758"/>
                  <a:pt x="638763" y="114935"/>
                </a:cubicBezTo>
                <a:cubicBezTo>
                  <a:pt x="645127" y="110111"/>
                  <a:pt x="649242" y="102931"/>
                  <a:pt x="651108" y="93395"/>
                </a:cubicBezTo>
                <a:close/>
                <a:moveTo>
                  <a:pt x="676591" y="78543"/>
                </a:moveTo>
                <a:cubicBezTo>
                  <a:pt x="676591" y="74377"/>
                  <a:pt x="677029" y="70321"/>
                  <a:pt x="677907" y="66374"/>
                </a:cubicBezTo>
                <a:cubicBezTo>
                  <a:pt x="678786" y="62427"/>
                  <a:pt x="680212" y="58919"/>
                  <a:pt x="682187" y="55850"/>
                </a:cubicBezTo>
                <a:cubicBezTo>
                  <a:pt x="684162" y="52779"/>
                  <a:pt x="686796" y="50312"/>
                  <a:pt x="690088" y="48448"/>
                </a:cubicBezTo>
                <a:cubicBezTo>
                  <a:pt x="693380" y="46584"/>
                  <a:pt x="697386" y="45653"/>
                  <a:pt x="702104" y="45653"/>
                </a:cubicBezTo>
                <a:cubicBezTo>
                  <a:pt x="706932" y="45653"/>
                  <a:pt x="711047" y="46558"/>
                  <a:pt x="714449" y="48368"/>
                </a:cubicBezTo>
                <a:cubicBezTo>
                  <a:pt x="717852" y="50176"/>
                  <a:pt x="720622" y="52561"/>
                  <a:pt x="722760" y="55521"/>
                </a:cubicBezTo>
                <a:cubicBezTo>
                  <a:pt x="724900" y="58480"/>
                  <a:pt x="726464" y="61906"/>
                  <a:pt x="727452" y="65799"/>
                </a:cubicBezTo>
                <a:cubicBezTo>
                  <a:pt x="728440" y="69690"/>
                  <a:pt x="728934" y="73719"/>
                  <a:pt x="728934" y="77885"/>
                </a:cubicBezTo>
                <a:cubicBezTo>
                  <a:pt x="728934" y="81832"/>
                  <a:pt x="728468" y="85724"/>
                  <a:pt x="727535" y="89562"/>
                </a:cubicBezTo>
                <a:cubicBezTo>
                  <a:pt x="726603" y="93398"/>
                  <a:pt x="725094" y="96824"/>
                  <a:pt x="723009" y="99840"/>
                </a:cubicBezTo>
                <a:cubicBezTo>
                  <a:pt x="720924" y="102854"/>
                  <a:pt x="718236" y="105293"/>
                  <a:pt x="714944" y="107156"/>
                </a:cubicBezTo>
                <a:cubicBezTo>
                  <a:pt x="711652" y="109020"/>
                  <a:pt x="707647" y="109952"/>
                  <a:pt x="702928" y="109952"/>
                </a:cubicBezTo>
                <a:cubicBezTo>
                  <a:pt x="698429" y="109952"/>
                  <a:pt x="694506" y="109075"/>
                  <a:pt x="691158" y="107322"/>
                </a:cubicBezTo>
                <a:cubicBezTo>
                  <a:pt x="687811" y="105567"/>
                  <a:pt x="685067" y="103210"/>
                  <a:pt x="682928" y="100249"/>
                </a:cubicBezTo>
                <a:cubicBezTo>
                  <a:pt x="680788" y="97289"/>
                  <a:pt x="679196" y="93918"/>
                  <a:pt x="678153" y="90137"/>
                </a:cubicBezTo>
                <a:cubicBezTo>
                  <a:pt x="677111" y="86355"/>
                  <a:pt x="676591" y="82490"/>
                  <a:pt x="676591" y="78543"/>
                </a:cubicBezTo>
                <a:moveTo>
                  <a:pt x="742432" y="120358"/>
                </a:moveTo>
                <a:lnTo>
                  <a:pt x="742432" y="2893"/>
                </a:lnTo>
                <a:lnTo>
                  <a:pt x="728439" y="2893"/>
                </a:lnTo>
                <a:lnTo>
                  <a:pt x="728439" y="46609"/>
                </a:lnTo>
                <a:lnTo>
                  <a:pt x="728110" y="46609"/>
                </a:lnTo>
                <a:cubicBezTo>
                  <a:pt x="726573" y="44086"/>
                  <a:pt x="724680" y="41974"/>
                  <a:pt x="722431" y="40272"/>
                </a:cubicBezTo>
                <a:cubicBezTo>
                  <a:pt x="720183" y="38571"/>
                  <a:pt x="717796" y="37200"/>
                  <a:pt x="715271" y="36158"/>
                </a:cubicBezTo>
                <a:cubicBezTo>
                  <a:pt x="712747" y="35115"/>
                  <a:pt x="710223" y="34374"/>
                  <a:pt x="707698" y="33935"/>
                </a:cubicBezTo>
                <a:cubicBezTo>
                  <a:pt x="705174" y="33495"/>
                  <a:pt x="702815" y="33275"/>
                  <a:pt x="700620" y="33275"/>
                </a:cubicBezTo>
                <a:cubicBezTo>
                  <a:pt x="694146" y="33275"/>
                  <a:pt x="688467" y="34455"/>
                  <a:pt x="683583" y="36814"/>
                </a:cubicBezTo>
                <a:cubicBezTo>
                  <a:pt x="678700" y="39173"/>
                  <a:pt x="674641" y="42356"/>
                  <a:pt x="671404" y="46363"/>
                </a:cubicBezTo>
                <a:cubicBezTo>
                  <a:pt x="668167" y="50369"/>
                  <a:pt x="665753" y="55060"/>
                  <a:pt x="664160" y="60439"/>
                </a:cubicBezTo>
                <a:cubicBezTo>
                  <a:pt x="662569" y="65816"/>
                  <a:pt x="661774" y="71521"/>
                  <a:pt x="661774" y="77556"/>
                </a:cubicBezTo>
                <a:cubicBezTo>
                  <a:pt x="661774" y="83592"/>
                  <a:pt x="662597" y="89300"/>
                  <a:pt x="664243" y="94678"/>
                </a:cubicBezTo>
                <a:cubicBezTo>
                  <a:pt x="665889" y="100055"/>
                  <a:pt x="668330" y="104774"/>
                  <a:pt x="671567" y="108834"/>
                </a:cubicBezTo>
                <a:cubicBezTo>
                  <a:pt x="674806" y="112895"/>
                  <a:pt x="678866" y="116132"/>
                  <a:pt x="683749" y="118547"/>
                </a:cubicBezTo>
                <a:cubicBezTo>
                  <a:pt x="688632" y="120961"/>
                  <a:pt x="694366" y="122169"/>
                  <a:pt x="700951" y="122169"/>
                </a:cubicBezTo>
                <a:cubicBezTo>
                  <a:pt x="706877" y="122169"/>
                  <a:pt x="712309" y="121127"/>
                  <a:pt x="717247" y="119044"/>
                </a:cubicBezTo>
                <a:cubicBezTo>
                  <a:pt x="722185" y="116959"/>
                  <a:pt x="725806" y="113559"/>
                  <a:pt x="728110" y="108842"/>
                </a:cubicBezTo>
                <a:lnTo>
                  <a:pt x="728439" y="108842"/>
                </a:lnTo>
                <a:lnTo>
                  <a:pt x="728439" y="120358"/>
                </a:lnTo>
                <a:lnTo>
                  <a:pt x="742432" y="120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Patch">
            <a:extLst xmlns:a="http://schemas.openxmlformats.org/drawingml/2006/main">
              <a:ext uri="{FF2B5EF4-FFF2-40B4-BE49-F238E27FC236}">
                <a16:creationId xmlns:a16="http://schemas.microsoft.com/office/drawing/2014/main" id="{CDF6F14B-FC4C-4379-B794-7137C19E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83" y="4870929"/>
            <a:ext cx="401460" cy="119275"/>
          </a:xfrm>
          <a:custGeom xmlns:a="http://schemas.openxmlformats.org/drawingml/2006/main">
            <a:pathLst>
              <a:path w="401460" h="119275">
                <a:moveTo>
                  <a:pt x="15638" y="56262"/>
                </a:moveTo>
                <a:lnTo>
                  <a:pt x="15638" y="13181"/>
                </a:lnTo>
                <a:lnTo>
                  <a:pt x="46255" y="13181"/>
                </a:lnTo>
                <a:cubicBezTo>
                  <a:pt x="55143" y="13181"/>
                  <a:pt x="61644" y="15017"/>
                  <a:pt x="65759" y="18690"/>
                </a:cubicBezTo>
                <a:cubicBezTo>
                  <a:pt x="69874" y="22362"/>
                  <a:pt x="71932" y="27706"/>
                  <a:pt x="71932" y="34722"/>
                </a:cubicBezTo>
                <a:cubicBezTo>
                  <a:pt x="71932" y="41738"/>
                  <a:pt x="69874" y="47109"/>
                  <a:pt x="65759" y="50837"/>
                </a:cubicBezTo>
                <a:cubicBezTo>
                  <a:pt x="61644" y="54562"/>
                  <a:pt x="55143" y="56371"/>
                  <a:pt x="46255" y="56262"/>
                </a:cubicBezTo>
                <a:lnTo>
                  <a:pt x="15638" y="56262"/>
                </a:lnTo>
                <a:moveTo>
                  <a:pt x="0" y="0"/>
                </a:moveTo>
                <a:lnTo>
                  <a:pt x="0" y="117507"/>
                </a:lnTo>
                <a:lnTo>
                  <a:pt x="15638" y="117507"/>
                </a:lnTo>
                <a:lnTo>
                  <a:pt x="15638" y="69443"/>
                </a:lnTo>
                <a:lnTo>
                  <a:pt x="51522" y="69443"/>
                </a:lnTo>
                <a:cubicBezTo>
                  <a:pt x="63374" y="69554"/>
                  <a:pt x="72345" y="66537"/>
                  <a:pt x="78435" y="60394"/>
                </a:cubicBezTo>
                <a:cubicBezTo>
                  <a:pt x="84525" y="54250"/>
                  <a:pt x="87570" y="45693"/>
                  <a:pt x="87570" y="34722"/>
                </a:cubicBezTo>
                <a:cubicBezTo>
                  <a:pt x="87570" y="23751"/>
                  <a:pt x="84525" y="15221"/>
                  <a:pt x="78435" y="9133"/>
                </a:cubicBezTo>
                <a:cubicBezTo>
                  <a:pt x="72345" y="3044"/>
                  <a:pt x="63374" y="0"/>
                  <a:pt x="51522" y="0"/>
                </a:cubicBezTo>
                <a:lnTo>
                  <a:pt x="0" y="0"/>
                </a:lnTo>
                <a:close/>
                <a:moveTo>
                  <a:pt x="179113" y="117135"/>
                </a:moveTo>
                <a:cubicBezTo>
                  <a:pt x="176698" y="118562"/>
                  <a:pt x="173351" y="119275"/>
                  <a:pt x="169071" y="119275"/>
                </a:cubicBezTo>
                <a:cubicBezTo>
                  <a:pt x="165451" y="119275"/>
                  <a:pt x="162571" y="118261"/>
                  <a:pt x="160431" y="116231"/>
                </a:cubicBezTo>
                <a:cubicBezTo>
                  <a:pt x="158291" y="114200"/>
                  <a:pt x="157221" y="110880"/>
                  <a:pt x="157221" y="106270"/>
                </a:cubicBezTo>
                <a:cubicBezTo>
                  <a:pt x="153380" y="110880"/>
                  <a:pt x="148907" y="114200"/>
                  <a:pt x="143803" y="116231"/>
                </a:cubicBezTo>
                <a:cubicBezTo>
                  <a:pt x="138701" y="118261"/>
                  <a:pt x="133187" y="119275"/>
                  <a:pt x="127261" y="119275"/>
                </a:cubicBezTo>
                <a:cubicBezTo>
                  <a:pt x="123420" y="119275"/>
                  <a:pt x="119771" y="118837"/>
                  <a:pt x="116313" y="117959"/>
                </a:cubicBezTo>
                <a:cubicBezTo>
                  <a:pt x="112857" y="117082"/>
                  <a:pt x="109867" y="115710"/>
                  <a:pt x="107344" y="113845"/>
                </a:cubicBezTo>
                <a:cubicBezTo>
                  <a:pt x="104820" y="111980"/>
                  <a:pt x="102818" y="109539"/>
                  <a:pt x="101336" y="106523"/>
                </a:cubicBezTo>
                <a:cubicBezTo>
                  <a:pt x="99854" y="103506"/>
                  <a:pt x="99113" y="99858"/>
                  <a:pt x="99113" y="95580"/>
                </a:cubicBezTo>
                <a:cubicBezTo>
                  <a:pt x="99113" y="90752"/>
                  <a:pt x="99936" y="86803"/>
                  <a:pt x="101582" y="83732"/>
                </a:cubicBezTo>
                <a:cubicBezTo>
                  <a:pt x="103228" y="80661"/>
                  <a:pt x="105395" y="78166"/>
                  <a:pt x="108082" y="76247"/>
                </a:cubicBezTo>
                <a:cubicBezTo>
                  <a:pt x="110771" y="74327"/>
                  <a:pt x="113844" y="72873"/>
                  <a:pt x="117300" y="71885"/>
                </a:cubicBezTo>
                <a:cubicBezTo>
                  <a:pt x="120758" y="70897"/>
                  <a:pt x="124298" y="70074"/>
                  <a:pt x="127920" y="69416"/>
                </a:cubicBezTo>
                <a:cubicBezTo>
                  <a:pt x="131761" y="68649"/>
                  <a:pt x="135409" y="68074"/>
                  <a:pt x="138865" y="67690"/>
                </a:cubicBezTo>
                <a:cubicBezTo>
                  <a:pt x="142322" y="67305"/>
                  <a:pt x="145367" y="66756"/>
                  <a:pt x="148000" y="66042"/>
                </a:cubicBezTo>
                <a:cubicBezTo>
                  <a:pt x="150634" y="65329"/>
                  <a:pt x="152719" y="64288"/>
                  <a:pt x="154255" y="62918"/>
                </a:cubicBezTo>
                <a:cubicBezTo>
                  <a:pt x="155792" y="61547"/>
                  <a:pt x="156560" y="59544"/>
                  <a:pt x="156560" y="56910"/>
                </a:cubicBezTo>
                <a:cubicBezTo>
                  <a:pt x="156560" y="53839"/>
                  <a:pt x="155984" y="51371"/>
                  <a:pt x="154832" y="49505"/>
                </a:cubicBezTo>
                <a:cubicBezTo>
                  <a:pt x="153680" y="47640"/>
                  <a:pt x="152198" y="46214"/>
                  <a:pt x="150387" y="45228"/>
                </a:cubicBezTo>
                <a:cubicBezTo>
                  <a:pt x="148577" y="44240"/>
                  <a:pt x="146546" y="43582"/>
                  <a:pt x="144296" y="43254"/>
                </a:cubicBezTo>
                <a:cubicBezTo>
                  <a:pt x="142047" y="42924"/>
                  <a:pt x="139826" y="42759"/>
                  <a:pt x="137632" y="42759"/>
                </a:cubicBezTo>
                <a:cubicBezTo>
                  <a:pt x="131706" y="42759"/>
                  <a:pt x="126768" y="43880"/>
                  <a:pt x="122818" y="46122"/>
                </a:cubicBezTo>
                <a:cubicBezTo>
                  <a:pt x="118868" y="48364"/>
                  <a:pt x="116728" y="52602"/>
                  <a:pt x="116398" y="58834"/>
                </a:cubicBezTo>
                <a:lnTo>
                  <a:pt x="102406" y="58834"/>
                </a:lnTo>
                <a:cubicBezTo>
                  <a:pt x="102625" y="53571"/>
                  <a:pt x="103722" y="49130"/>
                  <a:pt x="105696" y="45512"/>
                </a:cubicBezTo>
                <a:cubicBezTo>
                  <a:pt x="107672" y="41893"/>
                  <a:pt x="110306" y="38961"/>
                  <a:pt x="113598" y="36713"/>
                </a:cubicBezTo>
                <a:cubicBezTo>
                  <a:pt x="116890" y="34466"/>
                  <a:pt x="120648" y="32850"/>
                  <a:pt x="124873" y="31863"/>
                </a:cubicBezTo>
                <a:cubicBezTo>
                  <a:pt x="129099" y="30875"/>
                  <a:pt x="133626" y="30381"/>
                  <a:pt x="138454" y="30381"/>
                </a:cubicBezTo>
                <a:cubicBezTo>
                  <a:pt x="142295" y="30381"/>
                  <a:pt x="146108" y="30656"/>
                  <a:pt x="149894" y="31205"/>
                </a:cubicBezTo>
                <a:cubicBezTo>
                  <a:pt x="153680" y="31753"/>
                  <a:pt x="157110" y="32877"/>
                  <a:pt x="160182" y="34578"/>
                </a:cubicBezTo>
                <a:cubicBezTo>
                  <a:pt x="163255" y="36278"/>
                  <a:pt x="165724" y="38664"/>
                  <a:pt x="167589" y="41737"/>
                </a:cubicBezTo>
                <a:cubicBezTo>
                  <a:pt x="169455" y="44808"/>
                  <a:pt x="170387" y="48811"/>
                  <a:pt x="170387" y="53748"/>
                </a:cubicBezTo>
                <a:lnTo>
                  <a:pt x="170387" y="97514"/>
                </a:lnTo>
                <a:cubicBezTo>
                  <a:pt x="170387" y="100806"/>
                  <a:pt x="170579" y="103220"/>
                  <a:pt x="170962" y="104755"/>
                </a:cubicBezTo>
                <a:cubicBezTo>
                  <a:pt x="171348" y="106291"/>
                  <a:pt x="172638" y="107058"/>
                  <a:pt x="174833" y="107058"/>
                </a:cubicBezTo>
                <a:cubicBezTo>
                  <a:pt x="176040" y="107058"/>
                  <a:pt x="177467" y="106795"/>
                  <a:pt x="179113" y="106270"/>
                </a:cubicBezTo>
                <a:lnTo>
                  <a:pt x="179113" y="117135"/>
                </a:lnTo>
                <a:moveTo>
                  <a:pt x="156397" y="73512"/>
                </a:moveTo>
                <a:cubicBezTo>
                  <a:pt x="154641" y="74828"/>
                  <a:pt x="152336" y="75788"/>
                  <a:pt x="149482" y="76391"/>
                </a:cubicBezTo>
                <a:cubicBezTo>
                  <a:pt x="146631" y="76993"/>
                  <a:pt x="143641" y="77487"/>
                  <a:pt x="140513" y="77870"/>
                </a:cubicBezTo>
                <a:cubicBezTo>
                  <a:pt x="137385" y="78253"/>
                  <a:pt x="134230" y="78692"/>
                  <a:pt x="131047" y="79186"/>
                </a:cubicBezTo>
                <a:cubicBezTo>
                  <a:pt x="127865" y="79678"/>
                  <a:pt x="125013" y="80473"/>
                  <a:pt x="122489" y="81570"/>
                </a:cubicBezTo>
                <a:cubicBezTo>
                  <a:pt x="119966" y="82667"/>
                  <a:pt x="117908" y="84229"/>
                  <a:pt x="116315" y="86257"/>
                </a:cubicBezTo>
                <a:cubicBezTo>
                  <a:pt x="114725" y="88284"/>
                  <a:pt x="113929" y="91052"/>
                  <a:pt x="113929" y="94560"/>
                </a:cubicBezTo>
                <a:cubicBezTo>
                  <a:pt x="113929" y="96863"/>
                  <a:pt x="114396" y="98809"/>
                  <a:pt x="115328" y="100400"/>
                </a:cubicBezTo>
                <a:cubicBezTo>
                  <a:pt x="116261" y="101989"/>
                  <a:pt x="117468" y="103277"/>
                  <a:pt x="118950" y="104263"/>
                </a:cubicBezTo>
                <a:cubicBezTo>
                  <a:pt x="120432" y="105249"/>
                  <a:pt x="122160" y="105962"/>
                  <a:pt x="124134" y="106400"/>
                </a:cubicBezTo>
                <a:cubicBezTo>
                  <a:pt x="126110" y="106839"/>
                  <a:pt x="128195" y="107058"/>
                  <a:pt x="130389" y="107058"/>
                </a:cubicBezTo>
                <a:cubicBezTo>
                  <a:pt x="134998" y="107058"/>
                  <a:pt x="138949" y="106428"/>
                  <a:pt x="142241" y="105167"/>
                </a:cubicBezTo>
                <a:cubicBezTo>
                  <a:pt x="145533" y="103906"/>
                  <a:pt x="148222" y="102317"/>
                  <a:pt x="150306" y="100400"/>
                </a:cubicBezTo>
                <a:cubicBezTo>
                  <a:pt x="152391" y="98481"/>
                  <a:pt x="153927" y="96398"/>
                  <a:pt x="154915" y="94151"/>
                </a:cubicBezTo>
                <a:cubicBezTo>
                  <a:pt x="155903" y="91902"/>
                  <a:pt x="156397" y="89791"/>
                  <a:pt x="156397" y="87819"/>
                </a:cubicBezTo>
                <a:lnTo>
                  <a:pt x="156397" y="73512"/>
                </a:lnTo>
                <a:close/>
                <a:moveTo>
                  <a:pt x="211015" y="32310"/>
                </a:moveTo>
                <a:lnTo>
                  <a:pt x="211015" y="6912"/>
                </a:lnTo>
                <a:lnTo>
                  <a:pt x="197023" y="6912"/>
                </a:lnTo>
                <a:lnTo>
                  <a:pt x="197023" y="32310"/>
                </a:lnTo>
                <a:lnTo>
                  <a:pt x="182538" y="32310"/>
                </a:lnTo>
                <a:lnTo>
                  <a:pt x="182538" y="44688"/>
                </a:lnTo>
                <a:lnTo>
                  <a:pt x="197023" y="44688"/>
                </a:lnTo>
                <a:lnTo>
                  <a:pt x="197023" y="98890"/>
                </a:lnTo>
                <a:cubicBezTo>
                  <a:pt x="197023" y="102844"/>
                  <a:pt x="197407" y="106029"/>
                  <a:pt x="198176" y="108445"/>
                </a:cubicBezTo>
                <a:cubicBezTo>
                  <a:pt x="198944" y="110861"/>
                  <a:pt x="200124" y="112729"/>
                  <a:pt x="201715" y="114048"/>
                </a:cubicBezTo>
                <a:cubicBezTo>
                  <a:pt x="203305" y="115366"/>
                  <a:pt x="205390" y="116272"/>
                  <a:pt x="207969" y="116766"/>
                </a:cubicBezTo>
                <a:cubicBezTo>
                  <a:pt x="210547" y="117260"/>
                  <a:pt x="213648" y="117507"/>
                  <a:pt x="217269" y="117507"/>
                </a:cubicBezTo>
                <a:lnTo>
                  <a:pt x="227969" y="117507"/>
                </a:lnTo>
                <a:lnTo>
                  <a:pt x="227969" y="105129"/>
                </a:lnTo>
                <a:lnTo>
                  <a:pt x="221549" y="105129"/>
                </a:lnTo>
                <a:cubicBezTo>
                  <a:pt x="219354" y="105129"/>
                  <a:pt x="217571" y="105047"/>
                  <a:pt x="216199" y="104883"/>
                </a:cubicBezTo>
                <a:cubicBezTo>
                  <a:pt x="214828" y="104717"/>
                  <a:pt x="213758" y="104361"/>
                  <a:pt x="212990" y="103813"/>
                </a:cubicBezTo>
                <a:cubicBezTo>
                  <a:pt x="212223" y="103264"/>
                  <a:pt x="211702" y="102495"/>
                  <a:pt x="211427" y="101508"/>
                </a:cubicBezTo>
                <a:cubicBezTo>
                  <a:pt x="211153" y="100518"/>
                  <a:pt x="211015" y="99200"/>
                  <a:pt x="211015" y="97554"/>
                </a:cubicBezTo>
                <a:lnTo>
                  <a:pt x="211015" y="44688"/>
                </a:lnTo>
                <a:lnTo>
                  <a:pt x="227969" y="44688"/>
                </a:lnTo>
                <a:lnTo>
                  <a:pt x="227969" y="32310"/>
                </a:lnTo>
                <a:lnTo>
                  <a:pt x="211015" y="32310"/>
                </a:lnTo>
                <a:close/>
                <a:moveTo>
                  <a:pt x="300916" y="59638"/>
                </a:moveTo>
                <a:lnTo>
                  <a:pt x="315403" y="59638"/>
                </a:lnTo>
                <a:cubicBezTo>
                  <a:pt x="314854" y="54598"/>
                  <a:pt x="313537" y="50242"/>
                  <a:pt x="311452" y="46572"/>
                </a:cubicBezTo>
                <a:cubicBezTo>
                  <a:pt x="309368" y="42900"/>
                  <a:pt x="306706" y="39859"/>
                  <a:pt x="303468" y="37449"/>
                </a:cubicBezTo>
                <a:cubicBezTo>
                  <a:pt x="300231" y="35038"/>
                  <a:pt x="296500" y="33257"/>
                  <a:pt x="292276" y="32107"/>
                </a:cubicBezTo>
                <a:cubicBezTo>
                  <a:pt x="288051" y="30957"/>
                  <a:pt x="283524" y="30381"/>
                  <a:pt x="278695" y="30381"/>
                </a:cubicBezTo>
                <a:cubicBezTo>
                  <a:pt x="272000" y="30381"/>
                  <a:pt x="266129" y="31561"/>
                  <a:pt x="261080" y="33920"/>
                </a:cubicBezTo>
                <a:cubicBezTo>
                  <a:pt x="256033" y="36280"/>
                  <a:pt x="251836" y="39517"/>
                  <a:pt x="248489" y="43633"/>
                </a:cubicBezTo>
                <a:cubicBezTo>
                  <a:pt x="245142" y="47749"/>
                  <a:pt x="242645" y="52578"/>
                  <a:pt x="240999" y="58121"/>
                </a:cubicBezTo>
                <a:cubicBezTo>
                  <a:pt x="239353" y="63661"/>
                  <a:pt x="238530" y="69615"/>
                  <a:pt x="238530" y="75981"/>
                </a:cubicBezTo>
                <a:cubicBezTo>
                  <a:pt x="238530" y="82346"/>
                  <a:pt x="239381" y="88190"/>
                  <a:pt x="241082" y="93513"/>
                </a:cubicBezTo>
                <a:cubicBezTo>
                  <a:pt x="242783" y="98836"/>
                  <a:pt x="245308" y="103418"/>
                  <a:pt x="248655" y="107259"/>
                </a:cubicBezTo>
                <a:cubicBezTo>
                  <a:pt x="252002" y="111099"/>
                  <a:pt x="256172" y="114062"/>
                  <a:pt x="261163" y="116148"/>
                </a:cubicBezTo>
                <a:cubicBezTo>
                  <a:pt x="266156" y="118233"/>
                  <a:pt x="271891" y="119275"/>
                  <a:pt x="278366" y="119275"/>
                </a:cubicBezTo>
                <a:cubicBezTo>
                  <a:pt x="289230" y="119275"/>
                  <a:pt x="297816" y="116419"/>
                  <a:pt x="304126" y="110708"/>
                </a:cubicBezTo>
                <a:cubicBezTo>
                  <a:pt x="310437" y="104996"/>
                  <a:pt x="314360" y="96868"/>
                  <a:pt x="315895" y="86322"/>
                </a:cubicBezTo>
                <a:lnTo>
                  <a:pt x="301576" y="86322"/>
                </a:lnTo>
                <a:cubicBezTo>
                  <a:pt x="300697" y="92904"/>
                  <a:pt x="298309" y="98006"/>
                  <a:pt x="294413" y="101628"/>
                </a:cubicBezTo>
                <a:cubicBezTo>
                  <a:pt x="290518" y="105248"/>
                  <a:pt x="285114" y="107058"/>
                  <a:pt x="278200" y="107058"/>
                </a:cubicBezTo>
                <a:cubicBezTo>
                  <a:pt x="273811" y="107058"/>
                  <a:pt x="270025" y="106182"/>
                  <a:pt x="266842" y="104429"/>
                </a:cubicBezTo>
                <a:cubicBezTo>
                  <a:pt x="263661" y="102674"/>
                  <a:pt x="261082" y="100344"/>
                  <a:pt x="259106" y="97439"/>
                </a:cubicBezTo>
                <a:cubicBezTo>
                  <a:pt x="257132" y="94533"/>
                  <a:pt x="255678" y="91217"/>
                  <a:pt x="254746" y="87490"/>
                </a:cubicBezTo>
                <a:cubicBezTo>
                  <a:pt x="253813" y="83762"/>
                  <a:pt x="253347" y="79925"/>
                  <a:pt x="253347" y="75979"/>
                </a:cubicBezTo>
                <a:cubicBezTo>
                  <a:pt x="253347" y="71702"/>
                  <a:pt x="253786" y="67564"/>
                  <a:pt x="254663" y="63563"/>
                </a:cubicBezTo>
                <a:cubicBezTo>
                  <a:pt x="255540" y="59561"/>
                  <a:pt x="256994" y="56026"/>
                  <a:pt x="259023" y="52957"/>
                </a:cubicBezTo>
                <a:cubicBezTo>
                  <a:pt x="261054" y="49886"/>
                  <a:pt x="263770" y="47418"/>
                  <a:pt x="267171" y="45555"/>
                </a:cubicBezTo>
                <a:cubicBezTo>
                  <a:pt x="270574" y="43691"/>
                  <a:pt x="274799" y="42759"/>
                  <a:pt x="279848" y="42759"/>
                </a:cubicBezTo>
                <a:cubicBezTo>
                  <a:pt x="285774" y="42759"/>
                  <a:pt x="290492" y="44234"/>
                  <a:pt x="294004" y="47185"/>
                </a:cubicBezTo>
                <a:cubicBezTo>
                  <a:pt x="297515" y="50133"/>
                  <a:pt x="299819" y="54284"/>
                  <a:pt x="300916" y="59638"/>
                </a:cubicBezTo>
                <a:close/>
                <a:moveTo>
                  <a:pt x="331007" y="0"/>
                </a:moveTo>
                <a:lnTo>
                  <a:pt x="331007" y="117507"/>
                </a:lnTo>
                <a:lnTo>
                  <a:pt x="345000" y="117507"/>
                </a:lnTo>
                <a:lnTo>
                  <a:pt x="345000" y="69431"/>
                </a:lnTo>
                <a:cubicBezTo>
                  <a:pt x="345000" y="65590"/>
                  <a:pt x="345521" y="62050"/>
                  <a:pt x="346562" y="58811"/>
                </a:cubicBezTo>
                <a:cubicBezTo>
                  <a:pt x="347606" y="55573"/>
                  <a:pt x="349169" y="52746"/>
                  <a:pt x="351254" y="50332"/>
                </a:cubicBezTo>
                <a:cubicBezTo>
                  <a:pt x="353339" y="47917"/>
                  <a:pt x="355945" y="46052"/>
                  <a:pt x="359073" y="44736"/>
                </a:cubicBezTo>
                <a:cubicBezTo>
                  <a:pt x="362201" y="43418"/>
                  <a:pt x="365905" y="42759"/>
                  <a:pt x="370185" y="42759"/>
                </a:cubicBezTo>
                <a:cubicBezTo>
                  <a:pt x="375561" y="42759"/>
                  <a:pt x="379786" y="44296"/>
                  <a:pt x="382859" y="47371"/>
                </a:cubicBezTo>
                <a:cubicBezTo>
                  <a:pt x="385931" y="50443"/>
                  <a:pt x="387468" y="54613"/>
                  <a:pt x="387468" y="59881"/>
                </a:cubicBezTo>
                <a:lnTo>
                  <a:pt x="387468" y="117507"/>
                </a:lnTo>
                <a:lnTo>
                  <a:pt x="401460" y="117507"/>
                </a:lnTo>
                <a:lnTo>
                  <a:pt x="401460" y="61509"/>
                </a:lnTo>
                <a:cubicBezTo>
                  <a:pt x="401460" y="56897"/>
                  <a:pt x="400994" y="52698"/>
                  <a:pt x="400061" y="48910"/>
                </a:cubicBezTo>
                <a:cubicBezTo>
                  <a:pt x="399129" y="45123"/>
                  <a:pt x="397509" y="41857"/>
                  <a:pt x="395204" y="39112"/>
                </a:cubicBezTo>
                <a:cubicBezTo>
                  <a:pt x="392900" y="36366"/>
                  <a:pt x="389882" y="34224"/>
                  <a:pt x="386152" y="32687"/>
                </a:cubicBezTo>
                <a:cubicBezTo>
                  <a:pt x="382421" y="31150"/>
                  <a:pt x="377757" y="30381"/>
                  <a:pt x="372159" y="30381"/>
                </a:cubicBezTo>
                <a:cubicBezTo>
                  <a:pt x="369636" y="30381"/>
                  <a:pt x="367029" y="30657"/>
                  <a:pt x="364340" y="31208"/>
                </a:cubicBezTo>
                <a:cubicBezTo>
                  <a:pt x="361653" y="31759"/>
                  <a:pt x="359074" y="32613"/>
                  <a:pt x="356604" y="33770"/>
                </a:cubicBezTo>
                <a:cubicBezTo>
                  <a:pt x="354136" y="34927"/>
                  <a:pt x="351914" y="36415"/>
                  <a:pt x="349938" y="38233"/>
                </a:cubicBezTo>
                <a:cubicBezTo>
                  <a:pt x="347962" y="40051"/>
                  <a:pt x="346426" y="42284"/>
                  <a:pt x="345329" y="44929"/>
                </a:cubicBezTo>
                <a:lnTo>
                  <a:pt x="345000" y="44929"/>
                </a:lnTo>
                <a:lnTo>
                  <a:pt x="345000" y="0"/>
                </a:lnTo>
                <a:lnTo>
                  <a:pt x="3310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59313a2d44675"/>
          <a:stretch xmlns:a="http://schemas.openxmlformats.org/drawingml/2006/main"/>
        </p:blipFill>
        <p:spPr>
          <a:xfrm xmlns:a="http://schemas.openxmlformats.org/drawingml/2006/main">
            <a:off x="104460" y="1326960"/>
            <a:ext cx="1292800" cy="698188"/>
          </a:xfrm>
          <a:prstGeom xmlns:a="http://schemas.openxmlformats.org/drawingml/2006/main" prst="rect">
            <a:avLst/>
          </a:prstGeom>
        </p:spPr>
      </p:pic>
      <p:sp>
        <p:nvSpPr>
          <p:cNvPr id="18" name="Text Repository">
            <a:extLst xmlns:a="http://schemas.openxmlformats.org/drawingml/2006/main">
              <a:ext uri="{FF2B5EF4-FFF2-40B4-BE49-F238E27FC236}">
                <a16:creationId xmlns:a16="http://schemas.microsoft.com/office/drawing/2014/main" id="{1C6DA3B9-B3E9-428F-82E3-55FD0931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06" y="1515421"/>
            <a:ext cx="658439" cy="130292"/>
          </a:xfrm>
          <a:custGeom xmlns:a="http://schemas.openxmlformats.org/drawingml/2006/main">
            <a:pathLst>
              <a:path w="658439" h="130292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7" y="86151"/>
                  <a:pt x="156488" y="91957"/>
                  <a:pt x="151042" y="96089"/>
                </a:cubicBezTo>
                <a:cubicBezTo>
                  <a:pt x="145596" y="100219"/>
                  <a:pt x="138639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8" y="76656"/>
                  <a:pt x="95438" y="64803"/>
                </a:cubicBezTo>
                <a:cubicBezTo>
                  <a:pt x="95438" y="52538"/>
                  <a:pt x="98595" y="43019"/>
                  <a:pt x="104911" y="36246"/>
                </a:cubicBezTo>
                <a:cubicBezTo>
                  <a:pt x="111226" y="29472"/>
                  <a:pt x="119418" y="26086"/>
                  <a:pt x="129487" y="26086"/>
                </a:cubicBezTo>
                <a:cubicBezTo>
                  <a:pt x="139234" y="26086"/>
                  <a:pt x="147197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4" y="67274"/>
                </a:cubicBezTo>
                <a:lnTo>
                  <a:pt x="108206" y="67274"/>
                </a:lnTo>
                <a:cubicBezTo>
                  <a:pt x="108664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2" y="92124"/>
                </a:cubicBezTo>
                <a:cubicBezTo>
                  <a:pt x="134772" y="92124"/>
                  <a:pt x="138639" y="90924"/>
                  <a:pt x="141843" y="88522"/>
                </a:cubicBezTo>
                <a:cubicBezTo>
                  <a:pt x="145047" y="86120"/>
                  <a:pt x="147586" y="82286"/>
                  <a:pt x="149463" y="77022"/>
                </a:cubicBezTo>
                <a:moveTo>
                  <a:pt x="108892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6" y="38617"/>
                  <a:pt x="135894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4" y="50774"/>
                  <a:pt x="108892" y="57114"/>
                </a:cubicBezTo>
                <a:close/>
                <a:moveTo>
                  <a:pt x="177466" y="128644"/>
                </a:moveTo>
                <a:lnTo>
                  <a:pt x="177466" y="27733"/>
                </a:lnTo>
                <a:lnTo>
                  <a:pt x="188724" y="27733"/>
                </a:lnTo>
                <a:lnTo>
                  <a:pt x="188724" y="37273"/>
                </a:lnTo>
                <a:cubicBezTo>
                  <a:pt x="191379" y="33543"/>
                  <a:pt x="194376" y="30747"/>
                  <a:pt x="197717" y="28883"/>
                </a:cubicBezTo>
                <a:cubicBezTo>
                  <a:pt x="201058" y="27018"/>
                  <a:pt x="205108" y="26086"/>
                  <a:pt x="209868" y="26086"/>
                </a:cubicBezTo>
                <a:cubicBezTo>
                  <a:pt x="216092" y="26086"/>
                  <a:pt x="221583" y="27688"/>
                  <a:pt x="226343" y="30891"/>
                </a:cubicBezTo>
                <a:cubicBezTo>
                  <a:pt x="231102" y="34095"/>
                  <a:pt x="234695" y="38614"/>
                  <a:pt x="237120" y="44449"/>
                </a:cubicBezTo>
                <a:cubicBezTo>
                  <a:pt x="239546" y="50284"/>
                  <a:pt x="240759" y="56680"/>
                  <a:pt x="240759" y="63636"/>
                </a:cubicBezTo>
                <a:cubicBezTo>
                  <a:pt x="240759" y="71095"/>
                  <a:pt x="239420" y="77811"/>
                  <a:pt x="236743" y="83784"/>
                </a:cubicBezTo>
                <a:cubicBezTo>
                  <a:pt x="234066" y="89756"/>
                  <a:pt x="230176" y="94332"/>
                  <a:pt x="225073" y="97513"/>
                </a:cubicBezTo>
                <a:cubicBezTo>
                  <a:pt x="219970" y="100694"/>
                  <a:pt x="214604" y="102284"/>
                  <a:pt x="208975" y="102284"/>
                </a:cubicBezTo>
                <a:cubicBezTo>
                  <a:pt x="204856" y="102284"/>
                  <a:pt x="201161" y="101414"/>
                  <a:pt x="197889" y="99675"/>
                </a:cubicBezTo>
                <a:cubicBezTo>
                  <a:pt x="194617" y="97936"/>
                  <a:pt x="191928" y="95740"/>
                  <a:pt x="189823" y="93085"/>
                </a:cubicBezTo>
                <a:lnTo>
                  <a:pt x="189823" y="128644"/>
                </a:lnTo>
                <a:lnTo>
                  <a:pt x="177466" y="128644"/>
                </a:lnTo>
                <a:moveTo>
                  <a:pt x="188656" y="64631"/>
                </a:moveTo>
                <a:cubicBezTo>
                  <a:pt x="188656" y="74001"/>
                  <a:pt x="190555" y="80926"/>
                  <a:pt x="194353" y="85405"/>
                </a:cubicBezTo>
                <a:cubicBezTo>
                  <a:pt x="198152" y="89885"/>
                  <a:pt x="202751" y="92124"/>
                  <a:pt x="208151" y="92124"/>
                </a:cubicBezTo>
                <a:cubicBezTo>
                  <a:pt x="213643" y="92124"/>
                  <a:pt x="218346" y="89805"/>
                  <a:pt x="222258" y="85165"/>
                </a:cubicBezTo>
                <a:cubicBezTo>
                  <a:pt x="226171" y="80526"/>
                  <a:pt x="228128" y="73338"/>
                  <a:pt x="228128" y="63601"/>
                </a:cubicBezTo>
                <a:cubicBezTo>
                  <a:pt x="228128" y="54323"/>
                  <a:pt x="226217" y="47375"/>
                  <a:pt x="222396" y="42758"/>
                </a:cubicBezTo>
                <a:cubicBezTo>
                  <a:pt x="218574" y="38142"/>
                  <a:pt x="214009" y="35834"/>
                  <a:pt x="208701" y="35834"/>
                </a:cubicBezTo>
                <a:cubicBezTo>
                  <a:pt x="203438" y="35834"/>
                  <a:pt x="198781" y="38291"/>
                  <a:pt x="194731" y="43205"/>
                </a:cubicBezTo>
                <a:cubicBezTo>
                  <a:pt x="190681" y="48119"/>
                  <a:pt x="188656" y="55261"/>
                  <a:pt x="188656" y="64631"/>
                </a:cubicBezTo>
                <a:close/>
                <a:moveTo>
                  <a:pt x="250777" y="64185"/>
                </a:moveTo>
                <a:cubicBezTo>
                  <a:pt x="250777" y="50684"/>
                  <a:pt x="254529" y="40685"/>
                  <a:pt x="262035" y="34186"/>
                </a:cubicBezTo>
                <a:cubicBezTo>
                  <a:pt x="268304" y="28786"/>
                  <a:pt x="275947" y="26086"/>
                  <a:pt x="284963" y="26086"/>
                </a:cubicBezTo>
                <a:cubicBezTo>
                  <a:pt x="294985" y="26086"/>
                  <a:pt x="303177" y="29369"/>
                  <a:pt x="309538" y="35937"/>
                </a:cubicBezTo>
                <a:cubicBezTo>
                  <a:pt x="315900" y="42504"/>
                  <a:pt x="319080" y="51577"/>
                  <a:pt x="319080" y="63155"/>
                </a:cubicBezTo>
                <a:cubicBezTo>
                  <a:pt x="319080" y="72537"/>
                  <a:pt x="317673" y="79917"/>
                  <a:pt x="314859" y="85294"/>
                </a:cubicBezTo>
                <a:cubicBezTo>
                  <a:pt x="312044" y="90671"/>
                  <a:pt x="307948" y="94847"/>
                  <a:pt x="302571" y="97822"/>
                </a:cubicBezTo>
                <a:cubicBezTo>
                  <a:pt x="297193" y="100797"/>
                  <a:pt x="291324" y="102284"/>
                  <a:pt x="284963" y="102284"/>
                </a:cubicBezTo>
                <a:cubicBezTo>
                  <a:pt x="274757" y="102284"/>
                  <a:pt x="266508" y="99012"/>
                  <a:pt x="260216" y="92467"/>
                </a:cubicBezTo>
                <a:cubicBezTo>
                  <a:pt x="253923" y="85923"/>
                  <a:pt x="250777" y="76496"/>
                  <a:pt x="250777" y="64185"/>
                </a:cubicBezTo>
                <a:moveTo>
                  <a:pt x="263476" y="64219"/>
                </a:moveTo>
                <a:cubicBezTo>
                  <a:pt x="263476" y="73544"/>
                  <a:pt x="265513" y="80526"/>
                  <a:pt x="269586" y="85165"/>
                </a:cubicBezTo>
                <a:cubicBezTo>
                  <a:pt x="273659" y="89805"/>
                  <a:pt x="278785" y="92124"/>
                  <a:pt x="284963" y="92124"/>
                </a:cubicBezTo>
                <a:cubicBezTo>
                  <a:pt x="291095" y="92124"/>
                  <a:pt x="296198" y="89793"/>
                  <a:pt x="300271" y="85131"/>
                </a:cubicBezTo>
                <a:cubicBezTo>
                  <a:pt x="304344" y="80469"/>
                  <a:pt x="306381" y="73361"/>
                  <a:pt x="306381" y="63807"/>
                </a:cubicBezTo>
                <a:cubicBezTo>
                  <a:pt x="306381" y="54803"/>
                  <a:pt x="304333" y="47981"/>
                  <a:pt x="300237" y="43342"/>
                </a:cubicBezTo>
                <a:cubicBezTo>
                  <a:pt x="296141" y="38703"/>
                  <a:pt x="291049" y="36383"/>
                  <a:pt x="284963" y="36383"/>
                </a:cubicBezTo>
                <a:cubicBezTo>
                  <a:pt x="278785" y="36383"/>
                  <a:pt x="273659" y="38691"/>
                  <a:pt x="269586" y="43308"/>
                </a:cubicBezTo>
                <a:cubicBezTo>
                  <a:pt x="265513" y="47924"/>
                  <a:pt x="263476" y="54895"/>
                  <a:pt x="263476" y="64219"/>
                </a:cubicBezTo>
                <a:close/>
                <a:moveTo>
                  <a:pt x="328343" y="78807"/>
                </a:moveTo>
                <a:lnTo>
                  <a:pt x="340562" y="76885"/>
                </a:lnTo>
                <a:cubicBezTo>
                  <a:pt x="341249" y="81803"/>
                  <a:pt x="343159" y="85573"/>
                  <a:pt x="346294" y="88194"/>
                </a:cubicBezTo>
                <a:cubicBezTo>
                  <a:pt x="349429" y="90814"/>
                  <a:pt x="353811" y="92124"/>
                  <a:pt x="359440" y="92124"/>
                </a:cubicBezTo>
                <a:cubicBezTo>
                  <a:pt x="365115" y="92124"/>
                  <a:pt x="369325" y="90969"/>
                  <a:pt x="372071" y="88658"/>
                </a:cubicBezTo>
                <a:cubicBezTo>
                  <a:pt x="374817" y="86346"/>
                  <a:pt x="376190" y="83635"/>
                  <a:pt x="376190" y="80523"/>
                </a:cubicBezTo>
                <a:cubicBezTo>
                  <a:pt x="376190" y="77731"/>
                  <a:pt x="374977" y="75535"/>
                  <a:pt x="372552" y="73933"/>
                </a:cubicBezTo>
                <a:cubicBezTo>
                  <a:pt x="370859" y="72834"/>
                  <a:pt x="366648" y="71439"/>
                  <a:pt x="359921" y="69745"/>
                </a:cubicBezTo>
                <a:cubicBezTo>
                  <a:pt x="350859" y="67457"/>
                  <a:pt x="344578" y="65478"/>
                  <a:pt x="341077" y="63807"/>
                </a:cubicBezTo>
                <a:cubicBezTo>
                  <a:pt x="337576" y="62137"/>
                  <a:pt x="334922" y="59826"/>
                  <a:pt x="333114" y="56874"/>
                </a:cubicBezTo>
                <a:cubicBezTo>
                  <a:pt x="331306" y="53922"/>
                  <a:pt x="330403" y="50661"/>
                  <a:pt x="330403" y="47092"/>
                </a:cubicBezTo>
                <a:cubicBezTo>
                  <a:pt x="330403" y="43843"/>
                  <a:pt x="331146" y="40834"/>
                  <a:pt x="332634" y="38065"/>
                </a:cubicBezTo>
                <a:cubicBezTo>
                  <a:pt x="334121" y="35296"/>
                  <a:pt x="336146" y="32996"/>
                  <a:pt x="338709" y="31166"/>
                </a:cubicBezTo>
                <a:cubicBezTo>
                  <a:pt x="340631" y="29747"/>
                  <a:pt x="343251" y="28546"/>
                  <a:pt x="346569" y="27562"/>
                </a:cubicBezTo>
                <a:cubicBezTo>
                  <a:pt x="349887" y="26578"/>
                  <a:pt x="353445" y="26086"/>
                  <a:pt x="357244" y="26086"/>
                </a:cubicBezTo>
                <a:cubicBezTo>
                  <a:pt x="362964" y="26086"/>
                  <a:pt x="367987" y="26910"/>
                  <a:pt x="372312" y="28557"/>
                </a:cubicBezTo>
                <a:cubicBezTo>
                  <a:pt x="376636" y="30205"/>
                  <a:pt x="379828" y="32436"/>
                  <a:pt x="381888" y="35250"/>
                </a:cubicBezTo>
                <a:cubicBezTo>
                  <a:pt x="383947" y="38065"/>
                  <a:pt x="385366" y="41829"/>
                  <a:pt x="386144" y="46543"/>
                </a:cubicBezTo>
                <a:lnTo>
                  <a:pt x="374062" y="48190"/>
                </a:lnTo>
                <a:cubicBezTo>
                  <a:pt x="373513" y="44437"/>
                  <a:pt x="371923" y="41509"/>
                  <a:pt x="369291" y="39403"/>
                </a:cubicBezTo>
                <a:cubicBezTo>
                  <a:pt x="366660" y="37298"/>
                  <a:pt x="362941" y="36246"/>
                  <a:pt x="358136" y="36246"/>
                </a:cubicBezTo>
                <a:cubicBezTo>
                  <a:pt x="352461" y="36246"/>
                  <a:pt x="348411" y="37184"/>
                  <a:pt x="345985" y="39060"/>
                </a:cubicBezTo>
                <a:cubicBezTo>
                  <a:pt x="343560" y="40936"/>
                  <a:pt x="342347" y="43133"/>
                  <a:pt x="342347" y="45650"/>
                </a:cubicBezTo>
                <a:cubicBezTo>
                  <a:pt x="342347" y="47252"/>
                  <a:pt x="342851" y="48694"/>
                  <a:pt x="343857" y="49975"/>
                </a:cubicBezTo>
                <a:cubicBezTo>
                  <a:pt x="344864" y="51302"/>
                  <a:pt x="346443" y="52401"/>
                  <a:pt x="348594" y="53270"/>
                </a:cubicBezTo>
                <a:cubicBezTo>
                  <a:pt x="349830" y="53728"/>
                  <a:pt x="353468" y="54780"/>
                  <a:pt x="359509" y="56428"/>
                </a:cubicBezTo>
                <a:cubicBezTo>
                  <a:pt x="368250" y="58762"/>
                  <a:pt x="374348" y="60672"/>
                  <a:pt x="377803" y="62160"/>
                </a:cubicBezTo>
                <a:cubicBezTo>
                  <a:pt x="381259" y="63647"/>
                  <a:pt x="383970" y="65810"/>
                  <a:pt x="385938" y="68647"/>
                </a:cubicBezTo>
                <a:cubicBezTo>
                  <a:pt x="387906" y="71484"/>
                  <a:pt x="388890" y="75008"/>
                  <a:pt x="388890" y="79219"/>
                </a:cubicBezTo>
                <a:cubicBezTo>
                  <a:pt x="388890" y="83337"/>
                  <a:pt x="387688" y="87216"/>
                  <a:pt x="385286" y="90854"/>
                </a:cubicBezTo>
                <a:cubicBezTo>
                  <a:pt x="382883" y="94493"/>
                  <a:pt x="379417" y="97307"/>
                  <a:pt x="374886" y="99298"/>
                </a:cubicBezTo>
                <a:cubicBezTo>
                  <a:pt x="370355" y="101289"/>
                  <a:pt x="365229" y="102284"/>
                  <a:pt x="359509" y="102284"/>
                </a:cubicBezTo>
                <a:cubicBezTo>
                  <a:pt x="350036" y="102284"/>
                  <a:pt x="342816" y="100310"/>
                  <a:pt x="337851" y="96363"/>
                </a:cubicBezTo>
                <a:cubicBezTo>
                  <a:pt x="332885" y="92416"/>
                  <a:pt x="329716" y="86564"/>
                  <a:pt x="328343" y="78807"/>
                </a:cubicBezTo>
                <a:close/>
                <a:moveTo>
                  <a:pt x="403649" y="14141"/>
                </a:moveTo>
                <a:lnTo>
                  <a:pt x="403649" y="0"/>
                </a:lnTo>
                <a:lnTo>
                  <a:pt x="416005" y="0"/>
                </a:lnTo>
                <a:lnTo>
                  <a:pt x="416005" y="14141"/>
                </a:lnTo>
                <a:lnTo>
                  <a:pt x="403649" y="14141"/>
                </a:lnTo>
                <a:moveTo>
                  <a:pt x="403649" y="100636"/>
                </a:moveTo>
                <a:lnTo>
                  <a:pt x="403649" y="27733"/>
                </a:lnTo>
                <a:lnTo>
                  <a:pt x="416005" y="27733"/>
                </a:lnTo>
                <a:lnTo>
                  <a:pt x="416005" y="100636"/>
                </a:lnTo>
                <a:lnTo>
                  <a:pt x="403649" y="100636"/>
                </a:lnTo>
                <a:close/>
                <a:moveTo>
                  <a:pt x="461605" y="89584"/>
                </a:moveTo>
                <a:lnTo>
                  <a:pt x="463390" y="100499"/>
                </a:lnTo>
                <a:cubicBezTo>
                  <a:pt x="459912" y="101231"/>
                  <a:pt x="456800" y="101598"/>
                  <a:pt x="454054" y="101598"/>
                </a:cubicBezTo>
                <a:cubicBezTo>
                  <a:pt x="449569" y="101598"/>
                  <a:pt x="446091" y="100888"/>
                  <a:pt x="443620" y="99469"/>
                </a:cubicBezTo>
                <a:cubicBezTo>
                  <a:pt x="441148" y="98051"/>
                  <a:pt x="439409" y="96186"/>
                  <a:pt x="438403" y="93875"/>
                </a:cubicBezTo>
                <a:cubicBezTo>
                  <a:pt x="437396" y="91564"/>
                  <a:pt x="436892" y="86701"/>
                  <a:pt x="436892" y="79287"/>
                </a:cubicBezTo>
                <a:lnTo>
                  <a:pt x="436892" y="37344"/>
                </a:lnTo>
                <a:lnTo>
                  <a:pt x="427831" y="37344"/>
                </a:lnTo>
                <a:lnTo>
                  <a:pt x="427831" y="27733"/>
                </a:lnTo>
                <a:lnTo>
                  <a:pt x="436892" y="27733"/>
                </a:lnTo>
                <a:lnTo>
                  <a:pt x="436892" y="9679"/>
                </a:lnTo>
                <a:lnTo>
                  <a:pt x="449180" y="2265"/>
                </a:lnTo>
                <a:lnTo>
                  <a:pt x="449180" y="27733"/>
                </a:lnTo>
                <a:lnTo>
                  <a:pt x="461605" y="27733"/>
                </a:lnTo>
                <a:lnTo>
                  <a:pt x="461605" y="37344"/>
                </a:lnTo>
                <a:lnTo>
                  <a:pt x="449180" y="37344"/>
                </a:lnTo>
                <a:lnTo>
                  <a:pt x="449180" y="79974"/>
                </a:lnTo>
                <a:cubicBezTo>
                  <a:pt x="449180" y="83498"/>
                  <a:pt x="449398" y="85763"/>
                  <a:pt x="449832" y="86770"/>
                </a:cubicBezTo>
                <a:cubicBezTo>
                  <a:pt x="450267" y="87777"/>
                  <a:pt x="450976" y="88577"/>
                  <a:pt x="451960" y="89172"/>
                </a:cubicBezTo>
                <a:cubicBezTo>
                  <a:pt x="452944" y="89767"/>
                  <a:pt x="454352" y="90065"/>
                  <a:pt x="456182" y="90065"/>
                </a:cubicBezTo>
                <a:cubicBezTo>
                  <a:pt x="457555" y="90065"/>
                  <a:pt x="459363" y="89905"/>
                  <a:pt x="461605" y="89584"/>
                </a:cubicBezTo>
                <a:close/>
                <a:moveTo>
                  <a:pt x="469275" y="64185"/>
                </a:moveTo>
                <a:cubicBezTo>
                  <a:pt x="469275" y="50684"/>
                  <a:pt x="473028" y="40685"/>
                  <a:pt x="480534" y="34186"/>
                </a:cubicBezTo>
                <a:cubicBezTo>
                  <a:pt x="486803" y="28786"/>
                  <a:pt x="494446" y="26086"/>
                  <a:pt x="503462" y="26086"/>
                </a:cubicBezTo>
                <a:cubicBezTo>
                  <a:pt x="513484" y="26086"/>
                  <a:pt x="521676" y="29369"/>
                  <a:pt x="528037" y="35937"/>
                </a:cubicBezTo>
                <a:cubicBezTo>
                  <a:pt x="534399" y="42504"/>
                  <a:pt x="537579" y="51577"/>
                  <a:pt x="537579" y="63155"/>
                </a:cubicBezTo>
                <a:cubicBezTo>
                  <a:pt x="537579" y="72537"/>
                  <a:pt x="536172" y="79917"/>
                  <a:pt x="533357" y="85294"/>
                </a:cubicBezTo>
                <a:cubicBezTo>
                  <a:pt x="530543" y="90671"/>
                  <a:pt x="526447" y="94847"/>
                  <a:pt x="521070" y="97822"/>
                </a:cubicBezTo>
                <a:cubicBezTo>
                  <a:pt x="515692" y="100797"/>
                  <a:pt x="509823" y="102284"/>
                  <a:pt x="503462" y="102284"/>
                </a:cubicBezTo>
                <a:cubicBezTo>
                  <a:pt x="493256" y="102284"/>
                  <a:pt x="485007" y="99012"/>
                  <a:pt x="478714" y="92467"/>
                </a:cubicBezTo>
                <a:cubicBezTo>
                  <a:pt x="472422" y="85923"/>
                  <a:pt x="469275" y="76496"/>
                  <a:pt x="469275" y="64185"/>
                </a:cubicBezTo>
                <a:moveTo>
                  <a:pt x="481975" y="64219"/>
                </a:moveTo>
                <a:cubicBezTo>
                  <a:pt x="481975" y="73544"/>
                  <a:pt x="484012" y="80526"/>
                  <a:pt x="488085" y="85165"/>
                </a:cubicBezTo>
                <a:cubicBezTo>
                  <a:pt x="492158" y="89805"/>
                  <a:pt x="497283" y="92124"/>
                  <a:pt x="503462" y="92124"/>
                </a:cubicBezTo>
                <a:cubicBezTo>
                  <a:pt x="509594" y="92124"/>
                  <a:pt x="514697" y="89793"/>
                  <a:pt x="518770" y="85131"/>
                </a:cubicBezTo>
                <a:cubicBezTo>
                  <a:pt x="522843" y="80469"/>
                  <a:pt x="524880" y="73361"/>
                  <a:pt x="524880" y="63807"/>
                </a:cubicBezTo>
                <a:cubicBezTo>
                  <a:pt x="524880" y="54803"/>
                  <a:pt x="522832" y="47981"/>
                  <a:pt x="518736" y="43342"/>
                </a:cubicBezTo>
                <a:cubicBezTo>
                  <a:pt x="514640" y="38703"/>
                  <a:pt x="509548" y="36383"/>
                  <a:pt x="503462" y="36383"/>
                </a:cubicBezTo>
                <a:cubicBezTo>
                  <a:pt x="497283" y="36383"/>
                  <a:pt x="492158" y="38691"/>
                  <a:pt x="488085" y="43308"/>
                </a:cubicBezTo>
                <a:cubicBezTo>
                  <a:pt x="484012" y="47924"/>
                  <a:pt x="481975" y="54895"/>
                  <a:pt x="481975" y="64219"/>
                </a:cubicBezTo>
                <a:close/>
                <a:moveTo>
                  <a:pt x="551647" y="100636"/>
                </a:moveTo>
                <a:lnTo>
                  <a:pt x="551647" y="27733"/>
                </a:lnTo>
                <a:lnTo>
                  <a:pt x="562768" y="27733"/>
                </a:lnTo>
                <a:lnTo>
                  <a:pt x="562768" y="38786"/>
                </a:lnTo>
                <a:cubicBezTo>
                  <a:pt x="565605" y="33614"/>
                  <a:pt x="568225" y="30205"/>
                  <a:pt x="570628" y="28557"/>
                </a:cubicBezTo>
                <a:cubicBezTo>
                  <a:pt x="573031" y="26910"/>
                  <a:pt x="575674" y="26086"/>
                  <a:pt x="578557" y="26086"/>
                </a:cubicBezTo>
                <a:cubicBezTo>
                  <a:pt x="582721" y="26086"/>
                  <a:pt x="586955" y="27413"/>
                  <a:pt x="591256" y="30067"/>
                </a:cubicBezTo>
                <a:lnTo>
                  <a:pt x="587000" y="41523"/>
                </a:lnTo>
                <a:cubicBezTo>
                  <a:pt x="583980" y="39744"/>
                  <a:pt x="580959" y="38854"/>
                  <a:pt x="577939" y="38854"/>
                </a:cubicBezTo>
                <a:cubicBezTo>
                  <a:pt x="575239" y="38854"/>
                  <a:pt x="572813" y="39667"/>
                  <a:pt x="570662" y="41291"/>
                </a:cubicBezTo>
                <a:cubicBezTo>
                  <a:pt x="568511" y="42916"/>
                  <a:pt x="566978" y="45170"/>
                  <a:pt x="566063" y="48053"/>
                </a:cubicBezTo>
                <a:cubicBezTo>
                  <a:pt x="564690" y="52446"/>
                  <a:pt x="564004" y="57252"/>
                  <a:pt x="564004" y="62469"/>
                </a:cubicBezTo>
                <a:lnTo>
                  <a:pt x="564004" y="100636"/>
                </a:lnTo>
                <a:lnTo>
                  <a:pt x="551647" y="100636"/>
                </a:lnTo>
                <a:close/>
                <a:moveTo>
                  <a:pt x="598098" y="128790"/>
                </a:moveTo>
                <a:lnTo>
                  <a:pt x="596725" y="117249"/>
                </a:lnTo>
                <a:cubicBezTo>
                  <a:pt x="599425" y="117981"/>
                  <a:pt x="601782" y="118347"/>
                  <a:pt x="603796" y="118347"/>
                </a:cubicBezTo>
                <a:cubicBezTo>
                  <a:pt x="606542" y="118347"/>
                  <a:pt x="608739" y="117889"/>
                  <a:pt x="610386" y="116972"/>
                </a:cubicBezTo>
                <a:cubicBezTo>
                  <a:pt x="612034" y="116056"/>
                  <a:pt x="613384" y="114772"/>
                  <a:pt x="614436" y="113122"/>
                </a:cubicBezTo>
                <a:cubicBezTo>
                  <a:pt x="615214" y="111885"/>
                  <a:pt x="616473" y="108814"/>
                  <a:pt x="618212" y="103910"/>
                </a:cubicBezTo>
                <a:cubicBezTo>
                  <a:pt x="618441" y="103222"/>
                  <a:pt x="618807" y="102214"/>
                  <a:pt x="619310" y="100885"/>
                </a:cubicBezTo>
                <a:lnTo>
                  <a:pt x="591645" y="27733"/>
                </a:lnTo>
                <a:lnTo>
                  <a:pt x="604963" y="27733"/>
                </a:lnTo>
                <a:lnTo>
                  <a:pt x="620134" y="69964"/>
                </a:lnTo>
                <a:cubicBezTo>
                  <a:pt x="622102" y="75320"/>
                  <a:pt x="623864" y="80951"/>
                  <a:pt x="625420" y="86856"/>
                </a:cubicBezTo>
                <a:cubicBezTo>
                  <a:pt x="626839" y="81168"/>
                  <a:pt x="628532" y="75625"/>
                  <a:pt x="630500" y="70228"/>
                </a:cubicBezTo>
                <a:lnTo>
                  <a:pt x="646083" y="27733"/>
                </a:lnTo>
                <a:lnTo>
                  <a:pt x="658439" y="27733"/>
                </a:lnTo>
                <a:lnTo>
                  <a:pt x="630706" y="101864"/>
                </a:lnTo>
                <a:cubicBezTo>
                  <a:pt x="627731" y="109894"/>
                  <a:pt x="625420" y="115423"/>
                  <a:pt x="623772" y="118452"/>
                </a:cubicBezTo>
                <a:cubicBezTo>
                  <a:pt x="621576" y="122537"/>
                  <a:pt x="619059" y="125531"/>
                  <a:pt x="616221" y="127435"/>
                </a:cubicBezTo>
                <a:cubicBezTo>
                  <a:pt x="613384" y="129339"/>
                  <a:pt x="609997" y="130292"/>
                  <a:pt x="606061" y="130292"/>
                </a:cubicBezTo>
                <a:cubicBezTo>
                  <a:pt x="603682" y="130292"/>
                  <a:pt x="601027" y="129791"/>
                  <a:pt x="598098" y="128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Understander">
            <a:extLst xmlns:a="http://schemas.openxmlformats.org/drawingml/2006/main">
              <a:ext uri="{FF2B5EF4-FFF2-40B4-BE49-F238E27FC236}">
                <a16:creationId xmlns:a16="http://schemas.microsoft.com/office/drawing/2014/main" id="{9CE38513-EE0F-46EE-B5CB-9376D459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1" y="1684128"/>
            <a:ext cx="840802" cy="102284"/>
          </a:xfrm>
          <a:custGeom xmlns:a="http://schemas.openxmlformats.org/drawingml/2006/main">
            <a:pathLst>
              <a:path w="840802" h="102284">
                <a:moveTo>
                  <a:pt x="65832" y="0"/>
                </a:moveTo>
                <a:lnTo>
                  <a:pt x="79150" y="0"/>
                </a:lnTo>
                <a:lnTo>
                  <a:pt x="79150" y="58105"/>
                </a:lnTo>
                <a:cubicBezTo>
                  <a:pt x="79150" y="68212"/>
                  <a:pt x="78006" y="76238"/>
                  <a:pt x="75718" y="82183"/>
                </a:cubicBezTo>
                <a:cubicBezTo>
                  <a:pt x="73429" y="88128"/>
                  <a:pt x="69299" y="92965"/>
                  <a:pt x="63327" y="96694"/>
                </a:cubicBezTo>
                <a:cubicBezTo>
                  <a:pt x="57355" y="100421"/>
                  <a:pt x="49517" y="102284"/>
                  <a:pt x="39815" y="102284"/>
                </a:cubicBezTo>
                <a:cubicBezTo>
                  <a:pt x="30388" y="102284"/>
                  <a:pt x="22676" y="100661"/>
                  <a:pt x="16681" y="97414"/>
                </a:cubicBezTo>
                <a:cubicBezTo>
                  <a:pt x="10686" y="94166"/>
                  <a:pt x="6407" y="89467"/>
                  <a:pt x="3844" y="83316"/>
                </a:cubicBezTo>
                <a:cubicBezTo>
                  <a:pt x="1281" y="77165"/>
                  <a:pt x="0" y="68761"/>
                  <a:pt x="0" y="58105"/>
                </a:cubicBezTo>
                <a:lnTo>
                  <a:pt x="0" y="0"/>
                </a:lnTo>
                <a:lnTo>
                  <a:pt x="13318" y="0"/>
                </a:lnTo>
                <a:lnTo>
                  <a:pt x="13318" y="57987"/>
                </a:lnTo>
                <a:cubicBezTo>
                  <a:pt x="13318" y="66716"/>
                  <a:pt x="14130" y="73148"/>
                  <a:pt x="15754" y="77284"/>
                </a:cubicBezTo>
                <a:cubicBezTo>
                  <a:pt x="17379" y="81418"/>
                  <a:pt x="20171" y="84605"/>
                  <a:pt x="24129" y="86845"/>
                </a:cubicBezTo>
                <a:cubicBezTo>
                  <a:pt x="28088" y="89083"/>
                  <a:pt x="32928" y="90202"/>
                  <a:pt x="38648" y="90202"/>
                </a:cubicBezTo>
                <a:cubicBezTo>
                  <a:pt x="48442" y="90202"/>
                  <a:pt x="55421" y="87986"/>
                  <a:pt x="59586" y="83554"/>
                </a:cubicBezTo>
                <a:cubicBezTo>
                  <a:pt x="63750" y="79121"/>
                  <a:pt x="65832" y="70598"/>
                  <a:pt x="65832" y="57987"/>
                </a:cubicBezTo>
                <a:lnTo>
                  <a:pt x="65832" y="0"/>
                </a:lnTo>
                <a:close/>
                <a:moveTo>
                  <a:pt x="99556" y="100636"/>
                </a:moveTo>
                <a:lnTo>
                  <a:pt x="99556" y="27733"/>
                </a:lnTo>
                <a:lnTo>
                  <a:pt x="110677" y="27733"/>
                </a:lnTo>
                <a:lnTo>
                  <a:pt x="110677" y="38099"/>
                </a:lnTo>
                <a:cubicBezTo>
                  <a:pt x="116032" y="30090"/>
                  <a:pt x="123766" y="26086"/>
                  <a:pt x="133880" y="26086"/>
                </a:cubicBezTo>
                <a:cubicBezTo>
                  <a:pt x="138273" y="26086"/>
                  <a:pt x="142312" y="26875"/>
                  <a:pt x="145996" y="28454"/>
                </a:cubicBezTo>
                <a:cubicBezTo>
                  <a:pt x="149680" y="30033"/>
                  <a:pt x="152437" y="32104"/>
                  <a:pt x="154268" y="34667"/>
                </a:cubicBezTo>
                <a:cubicBezTo>
                  <a:pt x="156099" y="37230"/>
                  <a:pt x="157380" y="40273"/>
                  <a:pt x="158112" y="43797"/>
                </a:cubicBezTo>
                <a:cubicBezTo>
                  <a:pt x="158570" y="46085"/>
                  <a:pt x="158799" y="50089"/>
                  <a:pt x="158799" y="55810"/>
                </a:cubicBezTo>
                <a:lnTo>
                  <a:pt x="158799" y="100636"/>
                </a:lnTo>
                <a:lnTo>
                  <a:pt x="146442" y="100636"/>
                </a:lnTo>
                <a:lnTo>
                  <a:pt x="146442" y="56291"/>
                </a:lnTo>
                <a:cubicBezTo>
                  <a:pt x="146442" y="51256"/>
                  <a:pt x="145962" y="47492"/>
                  <a:pt x="145001" y="44998"/>
                </a:cubicBezTo>
                <a:cubicBezTo>
                  <a:pt x="144040" y="42504"/>
                  <a:pt x="142335" y="40513"/>
                  <a:pt x="139887" y="39026"/>
                </a:cubicBezTo>
                <a:cubicBezTo>
                  <a:pt x="137438" y="37538"/>
                  <a:pt x="134566" y="36795"/>
                  <a:pt x="131271" y="36795"/>
                </a:cubicBezTo>
                <a:cubicBezTo>
                  <a:pt x="126008" y="36795"/>
                  <a:pt x="121466" y="38465"/>
                  <a:pt x="117645" y="41806"/>
                </a:cubicBezTo>
                <a:cubicBezTo>
                  <a:pt x="113824" y="45147"/>
                  <a:pt x="111913" y="51485"/>
                  <a:pt x="111913" y="60821"/>
                </a:cubicBezTo>
                <a:lnTo>
                  <a:pt x="111913" y="100636"/>
                </a:lnTo>
                <a:lnTo>
                  <a:pt x="99556" y="100636"/>
                </a:lnTo>
                <a:close/>
                <a:moveTo>
                  <a:pt x="224764" y="100636"/>
                </a:moveTo>
                <a:lnTo>
                  <a:pt x="224764" y="91438"/>
                </a:lnTo>
                <a:cubicBezTo>
                  <a:pt x="220142" y="98669"/>
                  <a:pt x="213346" y="102284"/>
                  <a:pt x="204376" y="102284"/>
                </a:cubicBezTo>
                <a:cubicBezTo>
                  <a:pt x="198564" y="102284"/>
                  <a:pt x="193221" y="100682"/>
                  <a:pt x="188347" y="97479"/>
                </a:cubicBezTo>
                <a:cubicBezTo>
                  <a:pt x="183473" y="94275"/>
                  <a:pt x="179697" y="89802"/>
                  <a:pt x="177020" y="84058"/>
                </a:cubicBezTo>
                <a:cubicBezTo>
                  <a:pt x="174343" y="78315"/>
                  <a:pt x="173004" y="71713"/>
                  <a:pt x="173004" y="64254"/>
                </a:cubicBezTo>
                <a:cubicBezTo>
                  <a:pt x="173004" y="56977"/>
                  <a:pt x="174217" y="50375"/>
                  <a:pt x="176642" y="44449"/>
                </a:cubicBezTo>
                <a:cubicBezTo>
                  <a:pt x="179068" y="38522"/>
                  <a:pt x="182706" y="33980"/>
                  <a:pt x="187557" y="30822"/>
                </a:cubicBezTo>
                <a:cubicBezTo>
                  <a:pt x="192408" y="27665"/>
                  <a:pt x="197831" y="26086"/>
                  <a:pt x="203827" y="26086"/>
                </a:cubicBezTo>
                <a:cubicBezTo>
                  <a:pt x="208220" y="26086"/>
                  <a:pt x="212133" y="27019"/>
                  <a:pt x="215565" y="28885"/>
                </a:cubicBezTo>
                <a:cubicBezTo>
                  <a:pt x="218998" y="30750"/>
                  <a:pt x="221789" y="33180"/>
                  <a:pt x="223940" y="36175"/>
                </a:cubicBezTo>
                <a:lnTo>
                  <a:pt x="223940" y="0"/>
                </a:lnTo>
                <a:lnTo>
                  <a:pt x="236228" y="0"/>
                </a:lnTo>
                <a:lnTo>
                  <a:pt x="236228" y="100636"/>
                </a:lnTo>
                <a:lnTo>
                  <a:pt x="224764" y="100636"/>
                </a:lnTo>
                <a:moveTo>
                  <a:pt x="185704" y="64288"/>
                </a:moveTo>
                <a:cubicBezTo>
                  <a:pt x="185704" y="73612"/>
                  <a:pt x="187672" y="80583"/>
                  <a:pt x="191607" y="85199"/>
                </a:cubicBezTo>
                <a:cubicBezTo>
                  <a:pt x="195543" y="89816"/>
                  <a:pt x="200188" y="92124"/>
                  <a:pt x="205543" y="92124"/>
                </a:cubicBezTo>
                <a:cubicBezTo>
                  <a:pt x="210943" y="92124"/>
                  <a:pt x="215531" y="89919"/>
                  <a:pt x="219307" y="85508"/>
                </a:cubicBezTo>
                <a:cubicBezTo>
                  <a:pt x="223082" y="81098"/>
                  <a:pt x="224970" y="74367"/>
                  <a:pt x="224970" y="65315"/>
                </a:cubicBezTo>
                <a:cubicBezTo>
                  <a:pt x="224970" y="55352"/>
                  <a:pt x="223048" y="48039"/>
                  <a:pt x="219204" y="43376"/>
                </a:cubicBezTo>
                <a:cubicBezTo>
                  <a:pt x="215359" y="38714"/>
                  <a:pt x="210623" y="36383"/>
                  <a:pt x="204994" y="36383"/>
                </a:cubicBezTo>
                <a:cubicBezTo>
                  <a:pt x="199502" y="36383"/>
                  <a:pt x="194914" y="38623"/>
                  <a:pt x="191230" y="43102"/>
                </a:cubicBezTo>
                <a:cubicBezTo>
                  <a:pt x="187546" y="47581"/>
                  <a:pt x="185704" y="54643"/>
                  <a:pt x="185704" y="64288"/>
                </a:cubicBezTo>
                <a:close/>
                <a:moveTo>
                  <a:pt x="305282" y="77022"/>
                </a:moveTo>
                <a:lnTo>
                  <a:pt x="318051" y="78669"/>
                </a:lnTo>
                <a:cubicBezTo>
                  <a:pt x="316037" y="86151"/>
                  <a:pt x="312307" y="91957"/>
                  <a:pt x="306861" y="96089"/>
                </a:cubicBezTo>
                <a:cubicBezTo>
                  <a:pt x="301415" y="100219"/>
                  <a:pt x="294459" y="102284"/>
                  <a:pt x="285993" y="102284"/>
                </a:cubicBezTo>
                <a:cubicBezTo>
                  <a:pt x="275329" y="102284"/>
                  <a:pt x="266874" y="99000"/>
                  <a:pt x="260627" y="92433"/>
                </a:cubicBezTo>
                <a:cubicBezTo>
                  <a:pt x="254381" y="85866"/>
                  <a:pt x="251257" y="76656"/>
                  <a:pt x="251257" y="64803"/>
                </a:cubicBezTo>
                <a:cubicBezTo>
                  <a:pt x="251257" y="52538"/>
                  <a:pt x="254415" y="43019"/>
                  <a:pt x="260730" y="36246"/>
                </a:cubicBezTo>
                <a:cubicBezTo>
                  <a:pt x="267046" y="29472"/>
                  <a:pt x="275238" y="26086"/>
                  <a:pt x="285306" y="26086"/>
                </a:cubicBezTo>
                <a:cubicBezTo>
                  <a:pt x="295054" y="26086"/>
                  <a:pt x="303017" y="29399"/>
                  <a:pt x="309195" y="36025"/>
                </a:cubicBezTo>
                <a:cubicBezTo>
                  <a:pt x="315373" y="42649"/>
                  <a:pt x="318463" y="51969"/>
                  <a:pt x="318463" y="63985"/>
                </a:cubicBezTo>
                <a:cubicBezTo>
                  <a:pt x="318463" y="64716"/>
                  <a:pt x="318440" y="65812"/>
                  <a:pt x="318394" y="67274"/>
                </a:cubicBezTo>
                <a:lnTo>
                  <a:pt x="264025" y="67274"/>
                </a:lnTo>
                <a:cubicBezTo>
                  <a:pt x="264483" y="75306"/>
                  <a:pt x="266748" y="81455"/>
                  <a:pt x="270822" y="85723"/>
                </a:cubicBezTo>
                <a:cubicBezTo>
                  <a:pt x="274895" y="89990"/>
                  <a:pt x="279974" y="92124"/>
                  <a:pt x="286061" y="92124"/>
                </a:cubicBezTo>
                <a:cubicBezTo>
                  <a:pt x="290592" y="92124"/>
                  <a:pt x="294459" y="90924"/>
                  <a:pt x="297663" y="88522"/>
                </a:cubicBezTo>
                <a:cubicBezTo>
                  <a:pt x="300866" y="86120"/>
                  <a:pt x="303406" y="82286"/>
                  <a:pt x="305282" y="77022"/>
                </a:cubicBezTo>
                <a:moveTo>
                  <a:pt x="264712" y="57114"/>
                </a:moveTo>
                <a:lnTo>
                  <a:pt x="305420" y="57114"/>
                </a:lnTo>
                <a:cubicBezTo>
                  <a:pt x="304870" y="51002"/>
                  <a:pt x="303314" y="46418"/>
                  <a:pt x="300752" y="43361"/>
                </a:cubicBezTo>
                <a:cubicBezTo>
                  <a:pt x="296816" y="38617"/>
                  <a:pt x="291713" y="36246"/>
                  <a:pt x="285443" y="36246"/>
                </a:cubicBezTo>
                <a:cubicBezTo>
                  <a:pt x="279769" y="36246"/>
                  <a:pt x="274998" y="38139"/>
                  <a:pt x="271130" y="41926"/>
                </a:cubicBezTo>
                <a:cubicBezTo>
                  <a:pt x="267263" y="45712"/>
                  <a:pt x="265124" y="50774"/>
                  <a:pt x="264712" y="57114"/>
                </a:cubicBezTo>
                <a:close/>
                <a:moveTo>
                  <a:pt x="333148" y="100636"/>
                </a:moveTo>
                <a:lnTo>
                  <a:pt x="333148" y="27733"/>
                </a:lnTo>
                <a:lnTo>
                  <a:pt x="344269" y="27733"/>
                </a:lnTo>
                <a:lnTo>
                  <a:pt x="344269" y="38786"/>
                </a:lnTo>
                <a:cubicBezTo>
                  <a:pt x="347107" y="33614"/>
                  <a:pt x="349727" y="30205"/>
                  <a:pt x="352129" y="28557"/>
                </a:cubicBezTo>
                <a:cubicBezTo>
                  <a:pt x="354532" y="26910"/>
                  <a:pt x="357175" y="26086"/>
                  <a:pt x="360058" y="26086"/>
                </a:cubicBezTo>
                <a:cubicBezTo>
                  <a:pt x="364223" y="26086"/>
                  <a:pt x="368456" y="27413"/>
                  <a:pt x="372758" y="30067"/>
                </a:cubicBezTo>
                <a:lnTo>
                  <a:pt x="368502" y="41523"/>
                </a:lnTo>
                <a:cubicBezTo>
                  <a:pt x="365481" y="39744"/>
                  <a:pt x="362461" y="38854"/>
                  <a:pt x="359440" y="38854"/>
                </a:cubicBezTo>
                <a:cubicBezTo>
                  <a:pt x="356740" y="38854"/>
                  <a:pt x="354315" y="39667"/>
                  <a:pt x="352164" y="41291"/>
                </a:cubicBezTo>
                <a:cubicBezTo>
                  <a:pt x="350013" y="42916"/>
                  <a:pt x="348480" y="45170"/>
                  <a:pt x="347564" y="48053"/>
                </a:cubicBezTo>
                <a:cubicBezTo>
                  <a:pt x="346191" y="52446"/>
                  <a:pt x="345505" y="57252"/>
                  <a:pt x="345505" y="62469"/>
                </a:cubicBezTo>
                <a:lnTo>
                  <a:pt x="345505" y="100636"/>
                </a:lnTo>
                <a:lnTo>
                  <a:pt x="333148" y="100636"/>
                </a:lnTo>
                <a:close/>
                <a:moveTo>
                  <a:pt x="375206" y="78807"/>
                </a:moveTo>
                <a:lnTo>
                  <a:pt x="387425" y="76885"/>
                </a:lnTo>
                <a:cubicBezTo>
                  <a:pt x="388112" y="81803"/>
                  <a:pt x="390022" y="85573"/>
                  <a:pt x="393157" y="88194"/>
                </a:cubicBezTo>
                <a:cubicBezTo>
                  <a:pt x="396292" y="90814"/>
                  <a:pt x="400674" y="92124"/>
                  <a:pt x="406303" y="92124"/>
                </a:cubicBezTo>
                <a:cubicBezTo>
                  <a:pt x="411978" y="92124"/>
                  <a:pt x="416188" y="90969"/>
                  <a:pt x="418934" y="88658"/>
                </a:cubicBezTo>
                <a:cubicBezTo>
                  <a:pt x="421680" y="86346"/>
                  <a:pt x="423053" y="83635"/>
                  <a:pt x="423053" y="80523"/>
                </a:cubicBezTo>
                <a:cubicBezTo>
                  <a:pt x="423053" y="77731"/>
                  <a:pt x="421840" y="75535"/>
                  <a:pt x="419415" y="73933"/>
                </a:cubicBezTo>
                <a:cubicBezTo>
                  <a:pt x="417722" y="72834"/>
                  <a:pt x="413511" y="71439"/>
                  <a:pt x="406784" y="69745"/>
                </a:cubicBezTo>
                <a:cubicBezTo>
                  <a:pt x="397722" y="67457"/>
                  <a:pt x="391441" y="65478"/>
                  <a:pt x="387940" y="63807"/>
                </a:cubicBezTo>
                <a:cubicBezTo>
                  <a:pt x="384439" y="62137"/>
                  <a:pt x="381785" y="59826"/>
                  <a:pt x="379977" y="56874"/>
                </a:cubicBezTo>
                <a:cubicBezTo>
                  <a:pt x="378169" y="53922"/>
                  <a:pt x="377266" y="50661"/>
                  <a:pt x="377266" y="47092"/>
                </a:cubicBezTo>
                <a:cubicBezTo>
                  <a:pt x="377266" y="43843"/>
                  <a:pt x="378009" y="40834"/>
                  <a:pt x="379497" y="38065"/>
                </a:cubicBezTo>
                <a:cubicBezTo>
                  <a:pt x="380984" y="35296"/>
                  <a:pt x="383009" y="32996"/>
                  <a:pt x="385572" y="31166"/>
                </a:cubicBezTo>
                <a:cubicBezTo>
                  <a:pt x="387494" y="29747"/>
                  <a:pt x="390114" y="28546"/>
                  <a:pt x="393432" y="27562"/>
                </a:cubicBezTo>
                <a:cubicBezTo>
                  <a:pt x="396750" y="26578"/>
                  <a:pt x="400308" y="26086"/>
                  <a:pt x="404107" y="26086"/>
                </a:cubicBezTo>
                <a:cubicBezTo>
                  <a:pt x="409827" y="26086"/>
                  <a:pt x="414850" y="26910"/>
                  <a:pt x="419175" y="28557"/>
                </a:cubicBezTo>
                <a:cubicBezTo>
                  <a:pt x="423499" y="30205"/>
                  <a:pt x="426691" y="32436"/>
                  <a:pt x="428751" y="35250"/>
                </a:cubicBezTo>
                <a:cubicBezTo>
                  <a:pt x="430810" y="38065"/>
                  <a:pt x="432229" y="41829"/>
                  <a:pt x="433007" y="46543"/>
                </a:cubicBezTo>
                <a:lnTo>
                  <a:pt x="420925" y="48190"/>
                </a:lnTo>
                <a:cubicBezTo>
                  <a:pt x="420376" y="44437"/>
                  <a:pt x="418786" y="41509"/>
                  <a:pt x="416154" y="39403"/>
                </a:cubicBezTo>
                <a:cubicBezTo>
                  <a:pt x="413523" y="37298"/>
                  <a:pt x="409804" y="36246"/>
                  <a:pt x="404999" y="36246"/>
                </a:cubicBezTo>
                <a:cubicBezTo>
                  <a:pt x="399324" y="36246"/>
                  <a:pt x="395274" y="37184"/>
                  <a:pt x="392848" y="39060"/>
                </a:cubicBezTo>
                <a:cubicBezTo>
                  <a:pt x="390423" y="40936"/>
                  <a:pt x="389210" y="43133"/>
                  <a:pt x="389210" y="45650"/>
                </a:cubicBezTo>
                <a:cubicBezTo>
                  <a:pt x="389210" y="47252"/>
                  <a:pt x="389714" y="48694"/>
                  <a:pt x="390720" y="49975"/>
                </a:cubicBezTo>
                <a:cubicBezTo>
                  <a:pt x="391727" y="51302"/>
                  <a:pt x="393306" y="52401"/>
                  <a:pt x="395457" y="53270"/>
                </a:cubicBezTo>
                <a:cubicBezTo>
                  <a:pt x="396693" y="53728"/>
                  <a:pt x="400331" y="54780"/>
                  <a:pt x="406372" y="56428"/>
                </a:cubicBezTo>
                <a:cubicBezTo>
                  <a:pt x="415113" y="58762"/>
                  <a:pt x="421211" y="60672"/>
                  <a:pt x="424666" y="62160"/>
                </a:cubicBezTo>
                <a:cubicBezTo>
                  <a:pt x="428122" y="63647"/>
                  <a:pt x="430833" y="65810"/>
                  <a:pt x="432801" y="68647"/>
                </a:cubicBezTo>
                <a:cubicBezTo>
                  <a:pt x="434769" y="71484"/>
                  <a:pt x="435753" y="75008"/>
                  <a:pt x="435753" y="79219"/>
                </a:cubicBezTo>
                <a:cubicBezTo>
                  <a:pt x="435753" y="83337"/>
                  <a:pt x="434551" y="87216"/>
                  <a:pt x="432149" y="90854"/>
                </a:cubicBezTo>
                <a:cubicBezTo>
                  <a:pt x="429746" y="94493"/>
                  <a:pt x="426280" y="97307"/>
                  <a:pt x="421749" y="99298"/>
                </a:cubicBezTo>
                <a:cubicBezTo>
                  <a:pt x="417218" y="101289"/>
                  <a:pt x="412092" y="102284"/>
                  <a:pt x="406372" y="102284"/>
                </a:cubicBezTo>
                <a:cubicBezTo>
                  <a:pt x="396899" y="102284"/>
                  <a:pt x="389679" y="100310"/>
                  <a:pt x="384714" y="96363"/>
                </a:cubicBezTo>
                <a:cubicBezTo>
                  <a:pt x="379748" y="92416"/>
                  <a:pt x="376579" y="86564"/>
                  <a:pt x="375206" y="78807"/>
                </a:cubicBezTo>
                <a:close/>
                <a:moveTo>
                  <a:pt x="477421" y="89584"/>
                </a:moveTo>
                <a:lnTo>
                  <a:pt x="479206" y="100499"/>
                </a:lnTo>
                <a:cubicBezTo>
                  <a:pt x="475728" y="101231"/>
                  <a:pt x="472616" y="101598"/>
                  <a:pt x="469870" y="101598"/>
                </a:cubicBezTo>
                <a:cubicBezTo>
                  <a:pt x="465385" y="101598"/>
                  <a:pt x="461907" y="100888"/>
                  <a:pt x="459436" y="99469"/>
                </a:cubicBezTo>
                <a:cubicBezTo>
                  <a:pt x="456965" y="98051"/>
                  <a:pt x="455226" y="96186"/>
                  <a:pt x="454219" y="93875"/>
                </a:cubicBezTo>
                <a:cubicBezTo>
                  <a:pt x="453212" y="91564"/>
                  <a:pt x="452709" y="86701"/>
                  <a:pt x="452709" y="79287"/>
                </a:cubicBezTo>
                <a:lnTo>
                  <a:pt x="452709" y="37344"/>
                </a:lnTo>
                <a:lnTo>
                  <a:pt x="443647" y="37344"/>
                </a:lnTo>
                <a:lnTo>
                  <a:pt x="443647" y="27733"/>
                </a:lnTo>
                <a:lnTo>
                  <a:pt x="452709" y="27733"/>
                </a:lnTo>
                <a:lnTo>
                  <a:pt x="452709" y="9679"/>
                </a:lnTo>
                <a:lnTo>
                  <a:pt x="464996" y="2265"/>
                </a:lnTo>
                <a:lnTo>
                  <a:pt x="464996" y="27733"/>
                </a:lnTo>
                <a:lnTo>
                  <a:pt x="477421" y="27733"/>
                </a:lnTo>
                <a:lnTo>
                  <a:pt x="477421" y="37344"/>
                </a:lnTo>
                <a:lnTo>
                  <a:pt x="464996" y="37344"/>
                </a:lnTo>
                <a:lnTo>
                  <a:pt x="464996" y="79974"/>
                </a:lnTo>
                <a:cubicBezTo>
                  <a:pt x="464996" y="83498"/>
                  <a:pt x="465214" y="85763"/>
                  <a:pt x="465648" y="86770"/>
                </a:cubicBezTo>
                <a:cubicBezTo>
                  <a:pt x="466083" y="87777"/>
                  <a:pt x="466793" y="88577"/>
                  <a:pt x="467777" y="89172"/>
                </a:cubicBezTo>
                <a:cubicBezTo>
                  <a:pt x="468760" y="89767"/>
                  <a:pt x="470168" y="90065"/>
                  <a:pt x="471998" y="90065"/>
                </a:cubicBezTo>
                <a:cubicBezTo>
                  <a:pt x="473371" y="90065"/>
                  <a:pt x="475179" y="89905"/>
                  <a:pt x="477421" y="89584"/>
                </a:cubicBezTo>
                <a:close/>
                <a:moveTo>
                  <a:pt x="537263" y="91438"/>
                </a:moveTo>
                <a:cubicBezTo>
                  <a:pt x="532687" y="95404"/>
                  <a:pt x="528282" y="98203"/>
                  <a:pt x="524049" y="99836"/>
                </a:cubicBezTo>
                <a:cubicBezTo>
                  <a:pt x="519815" y="101468"/>
                  <a:pt x="515273" y="102284"/>
                  <a:pt x="510422" y="102284"/>
                </a:cubicBezTo>
                <a:cubicBezTo>
                  <a:pt x="502413" y="102284"/>
                  <a:pt x="496258" y="100328"/>
                  <a:pt x="491956" y="96415"/>
                </a:cubicBezTo>
                <a:cubicBezTo>
                  <a:pt x="487654" y="92502"/>
                  <a:pt x="485503" y="87502"/>
                  <a:pt x="485503" y="81415"/>
                </a:cubicBezTo>
                <a:cubicBezTo>
                  <a:pt x="485503" y="77846"/>
                  <a:pt x="486316" y="74585"/>
                  <a:pt x="487940" y="71633"/>
                </a:cubicBezTo>
                <a:cubicBezTo>
                  <a:pt x="489565" y="68681"/>
                  <a:pt x="491693" y="66313"/>
                  <a:pt x="494325" y="64528"/>
                </a:cubicBezTo>
                <a:cubicBezTo>
                  <a:pt x="496956" y="62743"/>
                  <a:pt x="499919" y="61393"/>
                  <a:pt x="503214" y="60478"/>
                </a:cubicBezTo>
                <a:cubicBezTo>
                  <a:pt x="505640" y="59837"/>
                  <a:pt x="509301" y="59219"/>
                  <a:pt x="514198" y="58625"/>
                </a:cubicBezTo>
                <a:cubicBezTo>
                  <a:pt x="524175" y="57435"/>
                  <a:pt x="531520" y="56016"/>
                  <a:pt x="536234" y="54368"/>
                </a:cubicBezTo>
                <a:cubicBezTo>
                  <a:pt x="536279" y="52682"/>
                  <a:pt x="536302" y="51611"/>
                  <a:pt x="536302" y="51155"/>
                </a:cubicBezTo>
                <a:cubicBezTo>
                  <a:pt x="536302" y="46139"/>
                  <a:pt x="535135" y="42606"/>
                  <a:pt x="532801" y="40555"/>
                </a:cubicBezTo>
                <a:cubicBezTo>
                  <a:pt x="529643" y="37774"/>
                  <a:pt x="524953" y="36383"/>
                  <a:pt x="518729" y="36383"/>
                </a:cubicBezTo>
                <a:cubicBezTo>
                  <a:pt x="512916" y="36383"/>
                  <a:pt x="508626" y="37401"/>
                  <a:pt x="505857" y="39438"/>
                </a:cubicBezTo>
                <a:cubicBezTo>
                  <a:pt x="503088" y="41474"/>
                  <a:pt x="501040" y="45078"/>
                  <a:pt x="499713" y="50250"/>
                </a:cubicBezTo>
                <a:lnTo>
                  <a:pt x="487631" y="48602"/>
                </a:lnTo>
                <a:cubicBezTo>
                  <a:pt x="488730" y="43415"/>
                  <a:pt x="490538" y="39226"/>
                  <a:pt x="493055" y="36035"/>
                </a:cubicBezTo>
                <a:cubicBezTo>
                  <a:pt x="495572" y="32845"/>
                  <a:pt x="499210" y="30389"/>
                  <a:pt x="503969" y="28669"/>
                </a:cubicBezTo>
                <a:cubicBezTo>
                  <a:pt x="508729" y="26947"/>
                  <a:pt x="514244" y="26086"/>
                  <a:pt x="520513" y="26086"/>
                </a:cubicBezTo>
                <a:cubicBezTo>
                  <a:pt x="526737" y="26086"/>
                  <a:pt x="531794" y="26821"/>
                  <a:pt x="535684" y="28291"/>
                </a:cubicBezTo>
                <a:cubicBezTo>
                  <a:pt x="539574" y="29760"/>
                  <a:pt x="542435" y="31608"/>
                  <a:pt x="544265" y="33837"/>
                </a:cubicBezTo>
                <a:cubicBezTo>
                  <a:pt x="546096" y="36063"/>
                  <a:pt x="547377" y="38876"/>
                  <a:pt x="548109" y="42276"/>
                </a:cubicBezTo>
                <a:cubicBezTo>
                  <a:pt x="548521" y="44388"/>
                  <a:pt x="548727" y="48182"/>
                  <a:pt x="548727" y="53658"/>
                </a:cubicBezTo>
                <a:lnTo>
                  <a:pt x="548727" y="70086"/>
                </a:lnTo>
                <a:cubicBezTo>
                  <a:pt x="548727" y="81540"/>
                  <a:pt x="548990" y="88795"/>
                  <a:pt x="549517" y="91850"/>
                </a:cubicBezTo>
                <a:cubicBezTo>
                  <a:pt x="550043" y="94904"/>
                  <a:pt x="551084" y="97833"/>
                  <a:pt x="552640" y="100636"/>
                </a:cubicBezTo>
                <a:lnTo>
                  <a:pt x="539735" y="100636"/>
                </a:lnTo>
                <a:cubicBezTo>
                  <a:pt x="538453" y="98015"/>
                  <a:pt x="537629" y="94949"/>
                  <a:pt x="537263" y="91438"/>
                </a:cubicBezTo>
                <a:moveTo>
                  <a:pt x="536234" y="64116"/>
                </a:moveTo>
                <a:cubicBezTo>
                  <a:pt x="531749" y="65938"/>
                  <a:pt x="525021" y="67487"/>
                  <a:pt x="516051" y="68763"/>
                </a:cubicBezTo>
                <a:cubicBezTo>
                  <a:pt x="510971" y="69491"/>
                  <a:pt x="507379" y="70310"/>
                  <a:pt x="505274" y="71221"/>
                </a:cubicBezTo>
                <a:cubicBezTo>
                  <a:pt x="503169" y="72132"/>
                  <a:pt x="501544" y="73464"/>
                  <a:pt x="500400" y="75218"/>
                </a:cubicBezTo>
                <a:cubicBezTo>
                  <a:pt x="499256" y="76971"/>
                  <a:pt x="498684" y="78918"/>
                  <a:pt x="498684" y="81059"/>
                </a:cubicBezTo>
                <a:cubicBezTo>
                  <a:pt x="498684" y="84339"/>
                  <a:pt x="499931" y="87072"/>
                  <a:pt x="502425" y="89258"/>
                </a:cubicBezTo>
                <a:cubicBezTo>
                  <a:pt x="504919" y="91443"/>
                  <a:pt x="508569" y="92536"/>
                  <a:pt x="513374" y="92536"/>
                </a:cubicBezTo>
                <a:cubicBezTo>
                  <a:pt x="518134" y="92536"/>
                  <a:pt x="522367" y="91499"/>
                  <a:pt x="526074" y="89423"/>
                </a:cubicBezTo>
                <a:cubicBezTo>
                  <a:pt x="529781" y="87347"/>
                  <a:pt x="532504" y="84510"/>
                  <a:pt x="534243" y="80913"/>
                </a:cubicBezTo>
                <a:cubicBezTo>
                  <a:pt x="535570" y="78137"/>
                  <a:pt x="536234" y="74041"/>
                  <a:pt x="536234" y="68623"/>
                </a:cubicBezTo>
                <a:lnTo>
                  <a:pt x="536234" y="64116"/>
                </a:lnTo>
                <a:close/>
                <a:moveTo>
                  <a:pt x="567601" y="100636"/>
                </a:moveTo>
                <a:lnTo>
                  <a:pt x="567601" y="27733"/>
                </a:lnTo>
                <a:lnTo>
                  <a:pt x="578721" y="27733"/>
                </a:lnTo>
                <a:lnTo>
                  <a:pt x="578721" y="38099"/>
                </a:lnTo>
                <a:cubicBezTo>
                  <a:pt x="584076" y="30090"/>
                  <a:pt x="591810" y="26086"/>
                  <a:pt x="601924" y="26086"/>
                </a:cubicBezTo>
                <a:cubicBezTo>
                  <a:pt x="606318" y="26086"/>
                  <a:pt x="610356" y="26875"/>
                  <a:pt x="614040" y="28454"/>
                </a:cubicBezTo>
                <a:cubicBezTo>
                  <a:pt x="617724" y="30033"/>
                  <a:pt x="620482" y="32104"/>
                  <a:pt x="622312" y="34667"/>
                </a:cubicBezTo>
                <a:cubicBezTo>
                  <a:pt x="624143" y="37230"/>
                  <a:pt x="625424" y="40273"/>
                  <a:pt x="626157" y="43797"/>
                </a:cubicBezTo>
                <a:cubicBezTo>
                  <a:pt x="626614" y="46085"/>
                  <a:pt x="626843" y="50089"/>
                  <a:pt x="626843" y="55810"/>
                </a:cubicBezTo>
                <a:lnTo>
                  <a:pt x="626843" y="100636"/>
                </a:lnTo>
                <a:lnTo>
                  <a:pt x="614487" y="100636"/>
                </a:lnTo>
                <a:lnTo>
                  <a:pt x="614487" y="56291"/>
                </a:lnTo>
                <a:cubicBezTo>
                  <a:pt x="614487" y="51256"/>
                  <a:pt x="614006" y="47492"/>
                  <a:pt x="613045" y="44998"/>
                </a:cubicBezTo>
                <a:cubicBezTo>
                  <a:pt x="612084" y="42504"/>
                  <a:pt x="610379" y="40513"/>
                  <a:pt x="607931" y="39026"/>
                </a:cubicBezTo>
                <a:cubicBezTo>
                  <a:pt x="605482" y="37538"/>
                  <a:pt x="602611" y="36795"/>
                  <a:pt x="599316" y="36795"/>
                </a:cubicBezTo>
                <a:cubicBezTo>
                  <a:pt x="594053" y="36795"/>
                  <a:pt x="589510" y="38465"/>
                  <a:pt x="585689" y="41806"/>
                </a:cubicBezTo>
                <a:cubicBezTo>
                  <a:pt x="581868" y="45147"/>
                  <a:pt x="579957" y="51485"/>
                  <a:pt x="579957" y="60821"/>
                </a:cubicBezTo>
                <a:lnTo>
                  <a:pt x="579957" y="100636"/>
                </a:lnTo>
                <a:lnTo>
                  <a:pt x="567601" y="100636"/>
                </a:lnTo>
                <a:close/>
                <a:moveTo>
                  <a:pt x="692808" y="100636"/>
                </a:moveTo>
                <a:lnTo>
                  <a:pt x="692808" y="91438"/>
                </a:lnTo>
                <a:cubicBezTo>
                  <a:pt x="688186" y="98669"/>
                  <a:pt x="681390" y="102284"/>
                  <a:pt x="672420" y="102284"/>
                </a:cubicBezTo>
                <a:cubicBezTo>
                  <a:pt x="666608" y="102284"/>
                  <a:pt x="661265" y="100682"/>
                  <a:pt x="656391" y="97479"/>
                </a:cubicBezTo>
                <a:cubicBezTo>
                  <a:pt x="651517" y="94275"/>
                  <a:pt x="647741" y="89802"/>
                  <a:pt x="645064" y="84058"/>
                </a:cubicBezTo>
                <a:cubicBezTo>
                  <a:pt x="642387" y="78315"/>
                  <a:pt x="641048" y="71713"/>
                  <a:pt x="641048" y="64254"/>
                </a:cubicBezTo>
                <a:cubicBezTo>
                  <a:pt x="641048" y="56977"/>
                  <a:pt x="642261" y="50375"/>
                  <a:pt x="644687" y="44449"/>
                </a:cubicBezTo>
                <a:cubicBezTo>
                  <a:pt x="647112" y="38522"/>
                  <a:pt x="650750" y="33980"/>
                  <a:pt x="655601" y="30822"/>
                </a:cubicBezTo>
                <a:cubicBezTo>
                  <a:pt x="660452" y="27665"/>
                  <a:pt x="665876" y="26086"/>
                  <a:pt x="671871" y="26086"/>
                </a:cubicBezTo>
                <a:cubicBezTo>
                  <a:pt x="676264" y="26086"/>
                  <a:pt x="680177" y="27019"/>
                  <a:pt x="683609" y="28885"/>
                </a:cubicBezTo>
                <a:cubicBezTo>
                  <a:pt x="687042" y="30750"/>
                  <a:pt x="689833" y="33180"/>
                  <a:pt x="691984" y="36175"/>
                </a:cubicBezTo>
                <a:lnTo>
                  <a:pt x="691984" y="0"/>
                </a:lnTo>
                <a:lnTo>
                  <a:pt x="704272" y="0"/>
                </a:lnTo>
                <a:lnTo>
                  <a:pt x="704272" y="100636"/>
                </a:lnTo>
                <a:lnTo>
                  <a:pt x="692808" y="100636"/>
                </a:lnTo>
                <a:moveTo>
                  <a:pt x="653748" y="64288"/>
                </a:moveTo>
                <a:cubicBezTo>
                  <a:pt x="653748" y="73612"/>
                  <a:pt x="655716" y="80583"/>
                  <a:pt x="659652" y="85199"/>
                </a:cubicBezTo>
                <a:cubicBezTo>
                  <a:pt x="663587" y="89816"/>
                  <a:pt x="668232" y="92124"/>
                  <a:pt x="673587" y="92124"/>
                </a:cubicBezTo>
                <a:cubicBezTo>
                  <a:pt x="678987" y="92124"/>
                  <a:pt x="683575" y="89919"/>
                  <a:pt x="687351" y="85508"/>
                </a:cubicBezTo>
                <a:cubicBezTo>
                  <a:pt x="691126" y="81098"/>
                  <a:pt x="693014" y="74367"/>
                  <a:pt x="693014" y="65315"/>
                </a:cubicBezTo>
                <a:cubicBezTo>
                  <a:pt x="693014" y="55352"/>
                  <a:pt x="691092" y="48039"/>
                  <a:pt x="687248" y="43376"/>
                </a:cubicBezTo>
                <a:cubicBezTo>
                  <a:pt x="683403" y="38714"/>
                  <a:pt x="678667" y="36383"/>
                  <a:pt x="673038" y="36383"/>
                </a:cubicBezTo>
                <a:cubicBezTo>
                  <a:pt x="667546" y="36383"/>
                  <a:pt x="662958" y="38623"/>
                  <a:pt x="659274" y="43102"/>
                </a:cubicBezTo>
                <a:cubicBezTo>
                  <a:pt x="655590" y="47581"/>
                  <a:pt x="653748" y="54643"/>
                  <a:pt x="653748" y="64288"/>
                </a:cubicBezTo>
                <a:close/>
                <a:moveTo>
                  <a:pt x="773327" y="77022"/>
                </a:moveTo>
                <a:lnTo>
                  <a:pt x="786095" y="78669"/>
                </a:lnTo>
                <a:cubicBezTo>
                  <a:pt x="784081" y="86151"/>
                  <a:pt x="780351" y="91957"/>
                  <a:pt x="774905" y="96089"/>
                </a:cubicBezTo>
                <a:cubicBezTo>
                  <a:pt x="769459" y="100219"/>
                  <a:pt x="762503" y="102284"/>
                  <a:pt x="754037" y="102284"/>
                </a:cubicBezTo>
                <a:cubicBezTo>
                  <a:pt x="743374" y="102284"/>
                  <a:pt x="734919" y="99000"/>
                  <a:pt x="728672" y="92433"/>
                </a:cubicBezTo>
                <a:cubicBezTo>
                  <a:pt x="722425" y="85866"/>
                  <a:pt x="719301" y="76656"/>
                  <a:pt x="719301" y="64803"/>
                </a:cubicBezTo>
                <a:cubicBezTo>
                  <a:pt x="719301" y="52538"/>
                  <a:pt x="722459" y="43019"/>
                  <a:pt x="728775" y="36246"/>
                </a:cubicBezTo>
                <a:cubicBezTo>
                  <a:pt x="735090" y="29472"/>
                  <a:pt x="743282" y="26086"/>
                  <a:pt x="753350" y="26086"/>
                </a:cubicBezTo>
                <a:cubicBezTo>
                  <a:pt x="763098" y="26086"/>
                  <a:pt x="771061" y="29399"/>
                  <a:pt x="777239" y="36025"/>
                </a:cubicBezTo>
                <a:cubicBezTo>
                  <a:pt x="783418" y="42649"/>
                  <a:pt x="786507" y="51969"/>
                  <a:pt x="786507" y="63985"/>
                </a:cubicBezTo>
                <a:cubicBezTo>
                  <a:pt x="786507" y="64716"/>
                  <a:pt x="786484" y="65812"/>
                  <a:pt x="786438" y="67274"/>
                </a:cubicBezTo>
                <a:lnTo>
                  <a:pt x="732070" y="67274"/>
                </a:lnTo>
                <a:cubicBezTo>
                  <a:pt x="732527" y="75306"/>
                  <a:pt x="734793" y="81455"/>
                  <a:pt x="738866" y="85723"/>
                </a:cubicBezTo>
                <a:cubicBezTo>
                  <a:pt x="742939" y="89990"/>
                  <a:pt x="748019" y="92124"/>
                  <a:pt x="754105" y="92124"/>
                </a:cubicBezTo>
                <a:cubicBezTo>
                  <a:pt x="758636" y="92124"/>
                  <a:pt x="762503" y="90924"/>
                  <a:pt x="765707" y="88522"/>
                </a:cubicBezTo>
                <a:cubicBezTo>
                  <a:pt x="768910" y="86120"/>
                  <a:pt x="771450" y="82286"/>
                  <a:pt x="773327" y="77022"/>
                </a:cubicBezTo>
                <a:moveTo>
                  <a:pt x="732756" y="57114"/>
                </a:moveTo>
                <a:lnTo>
                  <a:pt x="773464" y="57114"/>
                </a:lnTo>
                <a:cubicBezTo>
                  <a:pt x="772915" y="51002"/>
                  <a:pt x="771359" y="46418"/>
                  <a:pt x="768796" y="43361"/>
                </a:cubicBezTo>
                <a:cubicBezTo>
                  <a:pt x="764860" y="38617"/>
                  <a:pt x="759757" y="36246"/>
                  <a:pt x="753488" y="36246"/>
                </a:cubicBezTo>
                <a:cubicBezTo>
                  <a:pt x="747813" y="36246"/>
                  <a:pt x="743042" y="38139"/>
                  <a:pt x="739175" y="41926"/>
                </a:cubicBezTo>
                <a:cubicBezTo>
                  <a:pt x="735308" y="45712"/>
                  <a:pt x="733168" y="50774"/>
                  <a:pt x="732756" y="57114"/>
                </a:cubicBezTo>
                <a:close/>
                <a:moveTo>
                  <a:pt x="801193" y="100636"/>
                </a:moveTo>
                <a:lnTo>
                  <a:pt x="801193" y="27733"/>
                </a:lnTo>
                <a:lnTo>
                  <a:pt x="812313" y="27733"/>
                </a:lnTo>
                <a:lnTo>
                  <a:pt x="812313" y="38786"/>
                </a:lnTo>
                <a:cubicBezTo>
                  <a:pt x="815151" y="33614"/>
                  <a:pt x="817771" y="30205"/>
                  <a:pt x="820173" y="28557"/>
                </a:cubicBezTo>
                <a:cubicBezTo>
                  <a:pt x="822576" y="26910"/>
                  <a:pt x="825219" y="26086"/>
                  <a:pt x="828102" y="26086"/>
                </a:cubicBezTo>
                <a:cubicBezTo>
                  <a:pt x="832267" y="26086"/>
                  <a:pt x="836500" y="27413"/>
                  <a:pt x="840802" y="30067"/>
                </a:cubicBezTo>
                <a:lnTo>
                  <a:pt x="836546" y="41523"/>
                </a:lnTo>
                <a:cubicBezTo>
                  <a:pt x="833525" y="39744"/>
                  <a:pt x="830505" y="38854"/>
                  <a:pt x="827484" y="38854"/>
                </a:cubicBezTo>
                <a:cubicBezTo>
                  <a:pt x="824784" y="38854"/>
                  <a:pt x="822359" y="39667"/>
                  <a:pt x="820208" y="41291"/>
                </a:cubicBezTo>
                <a:cubicBezTo>
                  <a:pt x="818057" y="42916"/>
                  <a:pt x="816524" y="45170"/>
                  <a:pt x="815608" y="48053"/>
                </a:cubicBezTo>
                <a:cubicBezTo>
                  <a:pt x="814235" y="52446"/>
                  <a:pt x="813549" y="57252"/>
                  <a:pt x="813549" y="62469"/>
                </a:cubicBezTo>
                <a:lnTo>
                  <a:pt x="813549" y="100636"/>
                </a:lnTo>
                <a:lnTo>
                  <a:pt x="801193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2564A-58DF-46FE-8AEF-8AB3BDC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166" y="327325"/>
            <a:ext cx="1434008" cy="4767139"/>
          </a:xfrm>
          <a:custGeom xmlns:a="http://schemas.openxmlformats.org/drawingml/2006/main">
            <a:pathLst>
              <a:path w="1434008" h="4767139">
                <a:moveTo>
                  <a:pt x="3573" y="4681883"/>
                </a:moveTo>
                <a:lnTo>
                  <a:pt x="5108" y="4687284"/>
                </a:lnTo>
                <a:lnTo>
                  <a:pt x="6901" y="4692568"/>
                </a:lnTo>
                <a:lnTo>
                  <a:pt x="8927" y="4697723"/>
                </a:lnTo>
                <a:lnTo>
                  <a:pt x="11212" y="4702761"/>
                </a:lnTo>
                <a:lnTo>
                  <a:pt x="13719" y="4707658"/>
                </a:lnTo>
                <a:lnTo>
                  <a:pt x="16461" y="4712426"/>
                </a:lnTo>
                <a:lnTo>
                  <a:pt x="19413" y="4717030"/>
                </a:lnTo>
                <a:lnTo>
                  <a:pt x="22576" y="4721494"/>
                </a:lnTo>
                <a:lnTo>
                  <a:pt x="25950" y="4725782"/>
                </a:lnTo>
                <a:lnTo>
                  <a:pt x="29524" y="4729906"/>
                </a:lnTo>
                <a:lnTo>
                  <a:pt x="33284" y="4733854"/>
                </a:lnTo>
                <a:lnTo>
                  <a:pt x="37233" y="4737615"/>
                </a:lnTo>
                <a:lnTo>
                  <a:pt x="41357" y="4741188"/>
                </a:lnTo>
                <a:lnTo>
                  <a:pt x="45645" y="4744562"/>
                </a:lnTo>
                <a:lnTo>
                  <a:pt x="50108" y="4747726"/>
                </a:lnTo>
                <a:lnTo>
                  <a:pt x="54713" y="4750678"/>
                </a:lnTo>
                <a:lnTo>
                  <a:pt x="59469" y="4753420"/>
                </a:lnTo>
                <a:lnTo>
                  <a:pt x="64378" y="4755927"/>
                </a:lnTo>
                <a:lnTo>
                  <a:pt x="69416" y="4758211"/>
                </a:lnTo>
                <a:lnTo>
                  <a:pt x="74571" y="4760238"/>
                </a:lnTo>
                <a:lnTo>
                  <a:pt x="79855" y="4762031"/>
                </a:lnTo>
                <a:lnTo>
                  <a:pt x="85256" y="4763565"/>
                </a:lnTo>
                <a:lnTo>
                  <a:pt x="90750" y="4764831"/>
                </a:lnTo>
                <a:lnTo>
                  <a:pt x="96350" y="4765827"/>
                </a:lnTo>
                <a:lnTo>
                  <a:pt x="102044" y="4766553"/>
                </a:lnTo>
                <a:lnTo>
                  <a:pt x="107808" y="4766998"/>
                </a:lnTo>
                <a:lnTo>
                  <a:pt x="113584" y="4767139"/>
                </a:lnTo>
                <a:lnTo>
                  <a:pt x="1320424" y="4767139"/>
                </a:lnTo>
                <a:lnTo>
                  <a:pt x="1326199" y="4766998"/>
                </a:lnTo>
                <a:lnTo>
                  <a:pt x="1331964" y="4766553"/>
                </a:lnTo>
                <a:lnTo>
                  <a:pt x="1337657" y="4765827"/>
                </a:lnTo>
                <a:lnTo>
                  <a:pt x="1343258" y="4764831"/>
                </a:lnTo>
                <a:lnTo>
                  <a:pt x="1348752" y="4763565"/>
                </a:lnTo>
                <a:lnTo>
                  <a:pt x="1354153" y="4762031"/>
                </a:lnTo>
                <a:lnTo>
                  <a:pt x="1359437" y="4760238"/>
                </a:lnTo>
                <a:lnTo>
                  <a:pt x="1364592" y="4758211"/>
                </a:lnTo>
                <a:lnTo>
                  <a:pt x="1369630" y="4755927"/>
                </a:lnTo>
                <a:lnTo>
                  <a:pt x="1374527" y="4753420"/>
                </a:lnTo>
                <a:lnTo>
                  <a:pt x="1379295" y="4750678"/>
                </a:lnTo>
                <a:lnTo>
                  <a:pt x="1383900" y="4747726"/>
                </a:lnTo>
                <a:lnTo>
                  <a:pt x="1388363" y="4744562"/>
                </a:lnTo>
                <a:lnTo>
                  <a:pt x="1392651" y="4741188"/>
                </a:lnTo>
                <a:lnTo>
                  <a:pt x="1396775" y="4737615"/>
                </a:lnTo>
                <a:lnTo>
                  <a:pt x="1400723" y="4733854"/>
                </a:lnTo>
                <a:lnTo>
                  <a:pt x="1404484" y="4729906"/>
                </a:lnTo>
                <a:lnTo>
                  <a:pt x="1408057" y="4725782"/>
                </a:lnTo>
                <a:lnTo>
                  <a:pt x="1411432" y="4721494"/>
                </a:lnTo>
                <a:lnTo>
                  <a:pt x="1414595" y="4717030"/>
                </a:lnTo>
                <a:lnTo>
                  <a:pt x="1417547" y="4712426"/>
                </a:lnTo>
                <a:lnTo>
                  <a:pt x="1420289" y="4707658"/>
                </a:lnTo>
                <a:lnTo>
                  <a:pt x="1422796" y="4702761"/>
                </a:lnTo>
                <a:lnTo>
                  <a:pt x="1425080" y="4697723"/>
                </a:lnTo>
                <a:lnTo>
                  <a:pt x="1427107" y="4692568"/>
                </a:lnTo>
                <a:lnTo>
                  <a:pt x="1428900" y="4687284"/>
                </a:lnTo>
                <a:lnTo>
                  <a:pt x="1430434" y="4681883"/>
                </a:lnTo>
                <a:lnTo>
                  <a:pt x="1431700" y="4676388"/>
                </a:lnTo>
                <a:lnTo>
                  <a:pt x="1432696" y="4670788"/>
                </a:lnTo>
                <a:lnTo>
                  <a:pt x="1433422" y="4665094"/>
                </a:lnTo>
                <a:lnTo>
                  <a:pt x="1433855" y="4659330"/>
                </a:lnTo>
                <a:lnTo>
                  <a:pt x="1434008" y="4653554"/>
                </a:lnTo>
                <a:lnTo>
                  <a:pt x="1434008" y="113584"/>
                </a:lnTo>
                <a:lnTo>
                  <a:pt x="1433855" y="107808"/>
                </a:lnTo>
                <a:lnTo>
                  <a:pt x="1433422" y="102044"/>
                </a:lnTo>
                <a:lnTo>
                  <a:pt x="1432696" y="96350"/>
                </a:lnTo>
                <a:lnTo>
                  <a:pt x="1431700" y="90750"/>
                </a:lnTo>
                <a:lnTo>
                  <a:pt x="1430434" y="85256"/>
                </a:lnTo>
                <a:lnTo>
                  <a:pt x="1428900" y="79855"/>
                </a:lnTo>
                <a:lnTo>
                  <a:pt x="1427107" y="74571"/>
                </a:lnTo>
                <a:lnTo>
                  <a:pt x="1425080" y="69416"/>
                </a:lnTo>
                <a:lnTo>
                  <a:pt x="1422796" y="64378"/>
                </a:lnTo>
                <a:lnTo>
                  <a:pt x="1420289" y="59469"/>
                </a:lnTo>
                <a:lnTo>
                  <a:pt x="1417547" y="54713"/>
                </a:lnTo>
                <a:lnTo>
                  <a:pt x="1414595" y="50108"/>
                </a:lnTo>
                <a:lnTo>
                  <a:pt x="1411432" y="45645"/>
                </a:lnTo>
                <a:lnTo>
                  <a:pt x="1408057" y="41357"/>
                </a:lnTo>
                <a:lnTo>
                  <a:pt x="1404484" y="37233"/>
                </a:lnTo>
                <a:lnTo>
                  <a:pt x="1400723" y="33284"/>
                </a:lnTo>
                <a:lnTo>
                  <a:pt x="1396775" y="29524"/>
                </a:lnTo>
                <a:lnTo>
                  <a:pt x="1392651" y="25950"/>
                </a:lnTo>
                <a:lnTo>
                  <a:pt x="1388363" y="22576"/>
                </a:lnTo>
                <a:lnTo>
                  <a:pt x="1383900" y="19413"/>
                </a:lnTo>
                <a:lnTo>
                  <a:pt x="1379295" y="16461"/>
                </a:lnTo>
                <a:lnTo>
                  <a:pt x="1374527" y="13719"/>
                </a:lnTo>
                <a:lnTo>
                  <a:pt x="1369630" y="11212"/>
                </a:lnTo>
                <a:lnTo>
                  <a:pt x="1364592" y="8927"/>
                </a:lnTo>
                <a:lnTo>
                  <a:pt x="1359437" y="6901"/>
                </a:lnTo>
                <a:lnTo>
                  <a:pt x="1354153" y="5108"/>
                </a:lnTo>
                <a:lnTo>
                  <a:pt x="1348752" y="3573"/>
                </a:lnTo>
                <a:lnTo>
                  <a:pt x="1343258" y="2308"/>
                </a:lnTo>
                <a:lnTo>
                  <a:pt x="1337657" y="1312"/>
                </a:lnTo>
                <a:lnTo>
                  <a:pt x="1331964" y="586"/>
                </a:lnTo>
                <a:lnTo>
                  <a:pt x="1326199" y="141"/>
                </a:lnTo>
                <a:lnTo>
                  <a:pt x="1320424" y="0"/>
                </a:lnTo>
                <a:lnTo>
                  <a:pt x="113584" y="0"/>
                </a:lnTo>
                <a:lnTo>
                  <a:pt x="107808" y="141"/>
                </a:lnTo>
                <a:lnTo>
                  <a:pt x="102044" y="586"/>
                </a:lnTo>
                <a:lnTo>
                  <a:pt x="96350" y="1312"/>
                </a:lnTo>
                <a:lnTo>
                  <a:pt x="90750" y="2308"/>
                </a:lnTo>
                <a:lnTo>
                  <a:pt x="85256" y="3573"/>
                </a:lnTo>
                <a:lnTo>
                  <a:pt x="79855" y="5108"/>
                </a:lnTo>
                <a:lnTo>
                  <a:pt x="74571" y="6901"/>
                </a:lnTo>
                <a:lnTo>
                  <a:pt x="69416" y="8927"/>
                </a:lnTo>
                <a:lnTo>
                  <a:pt x="64378" y="11212"/>
                </a:lnTo>
                <a:lnTo>
                  <a:pt x="59469" y="13719"/>
                </a:lnTo>
                <a:lnTo>
                  <a:pt x="54713" y="16461"/>
                </a:lnTo>
                <a:lnTo>
                  <a:pt x="50108" y="19413"/>
                </a:lnTo>
                <a:lnTo>
                  <a:pt x="45645" y="22576"/>
                </a:lnTo>
                <a:lnTo>
                  <a:pt x="41357" y="25950"/>
                </a:lnTo>
                <a:lnTo>
                  <a:pt x="37233" y="29524"/>
                </a:lnTo>
                <a:lnTo>
                  <a:pt x="33284" y="33284"/>
                </a:lnTo>
                <a:lnTo>
                  <a:pt x="29524" y="37233"/>
                </a:lnTo>
                <a:lnTo>
                  <a:pt x="25950" y="41357"/>
                </a:lnTo>
                <a:lnTo>
                  <a:pt x="22576" y="45645"/>
                </a:lnTo>
                <a:lnTo>
                  <a:pt x="19413" y="50108"/>
                </a:lnTo>
                <a:lnTo>
                  <a:pt x="16461" y="54713"/>
                </a:lnTo>
                <a:lnTo>
                  <a:pt x="13719" y="59469"/>
                </a:lnTo>
                <a:lnTo>
                  <a:pt x="11212" y="64378"/>
                </a:lnTo>
                <a:lnTo>
                  <a:pt x="8927" y="69416"/>
                </a:lnTo>
                <a:lnTo>
                  <a:pt x="6901" y="74571"/>
                </a:lnTo>
                <a:lnTo>
                  <a:pt x="5108" y="79855"/>
                </a:lnTo>
                <a:lnTo>
                  <a:pt x="3573" y="85256"/>
                </a:lnTo>
                <a:lnTo>
                  <a:pt x="2308" y="90750"/>
                </a:lnTo>
                <a:lnTo>
                  <a:pt x="1312" y="96350"/>
                </a:lnTo>
                <a:lnTo>
                  <a:pt x="586" y="102044"/>
                </a:lnTo>
                <a:lnTo>
                  <a:pt x="141" y="107808"/>
                </a:lnTo>
                <a:lnTo>
                  <a:pt x="0" y="113584"/>
                </a:lnTo>
                <a:lnTo>
                  <a:pt x="0" y="4653554"/>
                </a:lnTo>
                <a:lnTo>
                  <a:pt x="141" y="4659330"/>
                </a:lnTo>
                <a:lnTo>
                  <a:pt x="586" y="4665094"/>
                </a:lnTo>
                <a:lnTo>
                  <a:pt x="1312" y="4670788"/>
                </a:lnTo>
                <a:lnTo>
                  <a:pt x="2308" y="4676388"/>
                </a:lnTo>
                <a:lnTo>
                  <a:pt x="3573" y="4681883"/>
                </a:lnTo>
                <a:close/>
                <a:moveTo>
                  <a:pt x="16335" y="83225"/>
                </a:moveTo>
                <a:lnTo>
                  <a:pt x="17943" y="78489"/>
                </a:lnTo>
                <a:lnTo>
                  <a:pt x="19700" y="74038"/>
                </a:lnTo>
                <a:lnTo>
                  <a:pt x="21800" y="69392"/>
                </a:lnTo>
                <a:lnTo>
                  <a:pt x="24082" y="64951"/>
                </a:lnTo>
                <a:lnTo>
                  <a:pt x="26536" y="60676"/>
                </a:lnTo>
                <a:lnTo>
                  <a:pt x="26396" y="60922"/>
                </a:lnTo>
                <a:lnTo>
                  <a:pt x="29069" y="56739"/>
                </a:lnTo>
                <a:lnTo>
                  <a:pt x="31940" y="52701"/>
                </a:lnTo>
                <a:lnTo>
                  <a:pt x="34913" y="48911"/>
                </a:lnTo>
                <a:lnTo>
                  <a:pt x="38259" y="45045"/>
                </a:lnTo>
                <a:lnTo>
                  <a:pt x="41576" y="41576"/>
                </a:lnTo>
                <a:lnTo>
                  <a:pt x="45045" y="38259"/>
                </a:lnTo>
                <a:lnTo>
                  <a:pt x="48911" y="34913"/>
                </a:lnTo>
                <a:lnTo>
                  <a:pt x="52701" y="31940"/>
                </a:lnTo>
                <a:lnTo>
                  <a:pt x="56739" y="29069"/>
                </a:lnTo>
                <a:lnTo>
                  <a:pt x="60755" y="26502"/>
                </a:lnTo>
                <a:lnTo>
                  <a:pt x="64961" y="24077"/>
                </a:lnTo>
                <a:lnTo>
                  <a:pt x="69392" y="21800"/>
                </a:lnTo>
                <a:lnTo>
                  <a:pt x="74038" y="19700"/>
                </a:lnTo>
                <a:lnTo>
                  <a:pt x="78489" y="17943"/>
                </a:lnTo>
                <a:lnTo>
                  <a:pt x="83225" y="16335"/>
                </a:lnTo>
                <a:lnTo>
                  <a:pt x="88214" y="14919"/>
                </a:lnTo>
                <a:lnTo>
                  <a:pt x="93126" y="13782"/>
                </a:lnTo>
                <a:lnTo>
                  <a:pt x="98082" y="12898"/>
                </a:lnTo>
                <a:lnTo>
                  <a:pt x="103339" y="12235"/>
                </a:lnTo>
                <a:lnTo>
                  <a:pt x="108460" y="11851"/>
                </a:lnTo>
                <a:lnTo>
                  <a:pt x="113807" y="11716"/>
                </a:lnTo>
                <a:lnTo>
                  <a:pt x="1320201" y="11716"/>
                </a:lnTo>
                <a:lnTo>
                  <a:pt x="1325548" y="11851"/>
                </a:lnTo>
                <a:lnTo>
                  <a:pt x="1330669" y="12235"/>
                </a:lnTo>
                <a:lnTo>
                  <a:pt x="1335924" y="12898"/>
                </a:lnTo>
                <a:lnTo>
                  <a:pt x="1340920" y="13791"/>
                </a:lnTo>
                <a:lnTo>
                  <a:pt x="1345794" y="14919"/>
                </a:lnTo>
                <a:lnTo>
                  <a:pt x="1350783" y="16335"/>
                </a:lnTo>
                <a:lnTo>
                  <a:pt x="1355519" y="17943"/>
                </a:lnTo>
                <a:lnTo>
                  <a:pt x="1360163" y="19776"/>
                </a:lnTo>
                <a:lnTo>
                  <a:pt x="1359894" y="19671"/>
                </a:lnTo>
                <a:lnTo>
                  <a:pt x="1364617" y="21801"/>
                </a:lnTo>
                <a:lnTo>
                  <a:pt x="1369047" y="24077"/>
                </a:lnTo>
                <a:lnTo>
                  <a:pt x="1373253" y="26502"/>
                </a:lnTo>
                <a:lnTo>
                  <a:pt x="1377269" y="29069"/>
                </a:lnTo>
                <a:lnTo>
                  <a:pt x="1381306" y="31940"/>
                </a:lnTo>
                <a:lnTo>
                  <a:pt x="1385097" y="34913"/>
                </a:lnTo>
                <a:lnTo>
                  <a:pt x="1388842" y="38154"/>
                </a:lnTo>
                <a:lnTo>
                  <a:pt x="1392436" y="41579"/>
                </a:lnTo>
                <a:lnTo>
                  <a:pt x="1395749" y="45045"/>
                </a:lnTo>
                <a:lnTo>
                  <a:pt x="1399095" y="48911"/>
                </a:lnTo>
                <a:lnTo>
                  <a:pt x="1402068" y="52701"/>
                </a:lnTo>
                <a:lnTo>
                  <a:pt x="1404939" y="56739"/>
                </a:lnTo>
                <a:lnTo>
                  <a:pt x="1407505" y="60755"/>
                </a:lnTo>
                <a:lnTo>
                  <a:pt x="1409931" y="64961"/>
                </a:lnTo>
                <a:lnTo>
                  <a:pt x="1412207" y="69392"/>
                </a:lnTo>
                <a:lnTo>
                  <a:pt x="1414304" y="74030"/>
                </a:lnTo>
                <a:lnTo>
                  <a:pt x="1416136" y="78699"/>
                </a:lnTo>
                <a:lnTo>
                  <a:pt x="1417673" y="83225"/>
                </a:lnTo>
                <a:lnTo>
                  <a:pt x="1419089" y="88214"/>
                </a:lnTo>
                <a:lnTo>
                  <a:pt x="1420217" y="93088"/>
                </a:lnTo>
                <a:lnTo>
                  <a:pt x="1421110" y="98083"/>
                </a:lnTo>
                <a:lnTo>
                  <a:pt x="1421773" y="103339"/>
                </a:lnTo>
                <a:lnTo>
                  <a:pt x="1422157" y="108460"/>
                </a:lnTo>
                <a:lnTo>
                  <a:pt x="1422292" y="113807"/>
                </a:lnTo>
                <a:lnTo>
                  <a:pt x="1422292" y="4653332"/>
                </a:lnTo>
                <a:lnTo>
                  <a:pt x="1422157" y="4658679"/>
                </a:lnTo>
                <a:lnTo>
                  <a:pt x="1421773" y="4663800"/>
                </a:lnTo>
                <a:lnTo>
                  <a:pt x="1421110" y="4669055"/>
                </a:lnTo>
                <a:lnTo>
                  <a:pt x="1420217" y="4674051"/>
                </a:lnTo>
                <a:lnTo>
                  <a:pt x="1419089" y="4678925"/>
                </a:lnTo>
                <a:lnTo>
                  <a:pt x="1417673" y="4683914"/>
                </a:lnTo>
                <a:lnTo>
                  <a:pt x="1416136" y="4688439"/>
                </a:lnTo>
                <a:lnTo>
                  <a:pt x="1414304" y="4693109"/>
                </a:lnTo>
                <a:lnTo>
                  <a:pt x="1412207" y="4697747"/>
                </a:lnTo>
                <a:lnTo>
                  <a:pt x="1409931" y="4702178"/>
                </a:lnTo>
                <a:lnTo>
                  <a:pt x="1407505" y="4706384"/>
                </a:lnTo>
                <a:lnTo>
                  <a:pt x="1404939" y="4710400"/>
                </a:lnTo>
                <a:lnTo>
                  <a:pt x="1402068" y="4714437"/>
                </a:lnTo>
                <a:lnTo>
                  <a:pt x="1399095" y="4718227"/>
                </a:lnTo>
                <a:lnTo>
                  <a:pt x="1395749" y="4722094"/>
                </a:lnTo>
                <a:lnTo>
                  <a:pt x="1392436" y="4725560"/>
                </a:lnTo>
                <a:lnTo>
                  <a:pt x="1388842" y="4728985"/>
                </a:lnTo>
                <a:lnTo>
                  <a:pt x="1385097" y="4732226"/>
                </a:lnTo>
                <a:lnTo>
                  <a:pt x="1381306" y="4735199"/>
                </a:lnTo>
                <a:lnTo>
                  <a:pt x="1377269" y="4738070"/>
                </a:lnTo>
                <a:lnTo>
                  <a:pt x="1373253" y="4740636"/>
                </a:lnTo>
                <a:lnTo>
                  <a:pt x="1369047" y="4743062"/>
                </a:lnTo>
                <a:lnTo>
                  <a:pt x="1364617" y="4745338"/>
                </a:lnTo>
                <a:lnTo>
                  <a:pt x="1359894" y="4747468"/>
                </a:lnTo>
                <a:lnTo>
                  <a:pt x="1360163" y="4747362"/>
                </a:lnTo>
                <a:lnTo>
                  <a:pt x="1355519" y="4749196"/>
                </a:lnTo>
                <a:lnTo>
                  <a:pt x="1350783" y="4750804"/>
                </a:lnTo>
                <a:lnTo>
                  <a:pt x="1345794" y="4752220"/>
                </a:lnTo>
                <a:lnTo>
                  <a:pt x="1340920" y="4753348"/>
                </a:lnTo>
                <a:lnTo>
                  <a:pt x="1335924" y="4754241"/>
                </a:lnTo>
                <a:lnTo>
                  <a:pt x="1330669" y="4754904"/>
                </a:lnTo>
                <a:lnTo>
                  <a:pt x="1325548" y="4755288"/>
                </a:lnTo>
                <a:lnTo>
                  <a:pt x="1320201" y="4755423"/>
                </a:lnTo>
                <a:lnTo>
                  <a:pt x="113807" y="4755423"/>
                </a:lnTo>
                <a:lnTo>
                  <a:pt x="108460" y="4755288"/>
                </a:lnTo>
                <a:lnTo>
                  <a:pt x="103339" y="4754904"/>
                </a:lnTo>
                <a:lnTo>
                  <a:pt x="98082" y="4754241"/>
                </a:lnTo>
                <a:lnTo>
                  <a:pt x="93126" y="4753357"/>
                </a:lnTo>
                <a:lnTo>
                  <a:pt x="88214" y="4752220"/>
                </a:lnTo>
                <a:lnTo>
                  <a:pt x="83225" y="4750804"/>
                </a:lnTo>
                <a:lnTo>
                  <a:pt x="78489" y="4749196"/>
                </a:lnTo>
                <a:lnTo>
                  <a:pt x="74038" y="4747439"/>
                </a:lnTo>
                <a:lnTo>
                  <a:pt x="69392" y="4745338"/>
                </a:lnTo>
                <a:lnTo>
                  <a:pt x="64961" y="4743062"/>
                </a:lnTo>
                <a:lnTo>
                  <a:pt x="60755" y="4740636"/>
                </a:lnTo>
                <a:lnTo>
                  <a:pt x="56739" y="4738070"/>
                </a:lnTo>
                <a:lnTo>
                  <a:pt x="52701" y="4735199"/>
                </a:lnTo>
                <a:lnTo>
                  <a:pt x="48911" y="4732226"/>
                </a:lnTo>
                <a:lnTo>
                  <a:pt x="45045" y="4728880"/>
                </a:lnTo>
                <a:lnTo>
                  <a:pt x="41576" y="4725563"/>
                </a:lnTo>
                <a:lnTo>
                  <a:pt x="38259" y="4722094"/>
                </a:lnTo>
                <a:lnTo>
                  <a:pt x="34913" y="4718227"/>
                </a:lnTo>
                <a:lnTo>
                  <a:pt x="31940" y="4714437"/>
                </a:lnTo>
                <a:lnTo>
                  <a:pt x="29069" y="4710400"/>
                </a:lnTo>
                <a:lnTo>
                  <a:pt x="26396" y="4706217"/>
                </a:lnTo>
                <a:lnTo>
                  <a:pt x="26536" y="4706463"/>
                </a:lnTo>
                <a:lnTo>
                  <a:pt x="24082" y="4702188"/>
                </a:lnTo>
                <a:lnTo>
                  <a:pt x="21800" y="4697747"/>
                </a:lnTo>
                <a:lnTo>
                  <a:pt x="19700" y="4693101"/>
                </a:lnTo>
                <a:lnTo>
                  <a:pt x="17943" y="4688650"/>
                </a:lnTo>
                <a:lnTo>
                  <a:pt x="16335" y="4683914"/>
                </a:lnTo>
                <a:lnTo>
                  <a:pt x="14919" y="4678925"/>
                </a:lnTo>
                <a:lnTo>
                  <a:pt x="13791" y="4674051"/>
                </a:lnTo>
                <a:lnTo>
                  <a:pt x="12897" y="4669051"/>
                </a:lnTo>
                <a:lnTo>
                  <a:pt x="12251" y="4664018"/>
                </a:lnTo>
                <a:lnTo>
                  <a:pt x="11851" y="4658679"/>
                </a:lnTo>
                <a:lnTo>
                  <a:pt x="11716" y="4653332"/>
                </a:lnTo>
                <a:lnTo>
                  <a:pt x="11716" y="113807"/>
                </a:lnTo>
                <a:lnTo>
                  <a:pt x="11851" y="108460"/>
                </a:lnTo>
                <a:lnTo>
                  <a:pt x="12251" y="103121"/>
                </a:lnTo>
                <a:lnTo>
                  <a:pt x="12897" y="98088"/>
                </a:lnTo>
                <a:lnTo>
                  <a:pt x="13791" y="93088"/>
                </a:lnTo>
                <a:lnTo>
                  <a:pt x="14919" y="88214"/>
                </a:lnTo>
                <a:lnTo>
                  <a:pt x="16335" y="83225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RepositoryEnvironment">
            <a:extLst xmlns:a="http://schemas.openxmlformats.org/drawingml/2006/main">
              <a:ext uri="{FF2B5EF4-FFF2-40B4-BE49-F238E27FC236}">
                <a16:creationId xmlns:a16="http://schemas.microsoft.com/office/drawing/2014/main" id="{435477B8-76A1-4B2C-8DFF-8C13DF14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89" y="5437064"/>
            <a:ext cx="1737399" cy="152550"/>
          </a:xfrm>
          <a:custGeom xmlns:a="http://schemas.openxmlformats.org/drawingml/2006/main">
            <a:pathLst>
              <a:path w="1737399" h="152550">
                <a:moveTo>
                  <a:pt x="0" y="117829"/>
                </a:moveTo>
                <a:lnTo>
                  <a:pt x="0" y="0"/>
                </a:lnTo>
                <a:lnTo>
                  <a:pt x="52243" y="0"/>
                </a:lnTo>
                <a:cubicBezTo>
                  <a:pt x="62745" y="0"/>
                  <a:pt x="70729" y="1057"/>
                  <a:pt x="76195" y="3172"/>
                </a:cubicBezTo>
                <a:cubicBezTo>
                  <a:pt x="81660" y="5285"/>
                  <a:pt x="86027" y="9018"/>
                  <a:pt x="89296" y="14369"/>
                </a:cubicBezTo>
                <a:cubicBezTo>
                  <a:pt x="92564" y="19721"/>
                  <a:pt x="94199" y="25634"/>
                  <a:pt x="94199" y="32109"/>
                </a:cubicBezTo>
                <a:cubicBezTo>
                  <a:pt x="94199" y="40458"/>
                  <a:pt x="91493" y="47496"/>
                  <a:pt x="86081" y="53223"/>
                </a:cubicBezTo>
                <a:cubicBezTo>
                  <a:pt x="80669" y="58948"/>
                  <a:pt x="72310" y="62586"/>
                  <a:pt x="61004" y="64139"/>
                </a:cubicBezTo>
                <a:cubicBezTo>
                  <a:pt x="65130" y="66124"/>
                  <a:pt x="68264" y="68084"/>
                  <a:pt x="70408" y="70016"/>
                </a:cubicBezTo>
                <a:cubicBezTo>
                  <a:pt x="74962" y="74204"/>
                  <a:pt x="79276" y="79436"/>
                  <a:pt x="83348" y="85712"/>
                </a:cubicBezTo>
                <a:lnTo>
                  <a:pt x="103843" y="117829"/>
                </a:lnTo>
                <a:lnTo>
                  <a:pt x="84232" y="117829"/>
                </a:lnTo>
                <a:lnTo>
                  <a:pt x="68640" y="93277"/>
                </a:lnTo>
                <a:cubicBezTo>
                  <a:pt x="64085" y="86194"/>
                  <a:pt x="60334" y="80774"/>
                  <a:pt x="57387" y="77019"/>
                </a:cubicBezTo>
                <a:cubicBezTo>
                  <a:pt x="54440" y="73261"/>
                  <a:pt x="51801" y="70631"/>
                  <a:pt x="49470" y="69129"/>
                </a:cubicBezTo>
                <a:cubicBezTo>
                  <a:pt x="47139" y="67626"/>
                  <a:pt x="44768" y="66578"/>
                  <a:pt x="42357" y="65987"/>
                </a:cubicBezTo>
                <a:cubicBezTo>
                  <a:pt x="40589" y="65612"/>
                  <a:pt x="37695" y="65425"/>
                  <a:pt x="33677" y="65425"/>
                </a:cubicBezTo>
                <a:lnTo>
                  <a:pt x="15593" y="65425"/>
                </a:lnTo>
                <a:lnTo>
                  <a:pt x="15593" y="117829"/>
                </a:lnTo>
                <a:lnTo>
                  <a:pt x="0" y="117829"/>
                </a:lnTo>
                <a:moveTo>
                  <a:pt x="15593" y="51922"/>
                </a:moveTo>
                <a:lnTo>
                  <a:pt x="49109" y="51922"/>
                </a:lnTo>
                <a:cubicBezTo>
                  <a:pt x="56235" y="51922"/>
                  <a:pt x="61808" y="51187"/>
                  <a:pt x="65826" y="49716"/>
                </a:cubicBezTo>
                <a:cubicBezTo>
                  <a:pt x="69845" y="48246"/>
                  <a:pt x="72899" y="45894"/>
                  <a:pt x="74989" y="42659"/>
                </a:cubicBezTo>
                <a:cubicBezTo>
                  <a:pt x="77079" y="39424"/>
                  <a:pt x="78124" y="35907"/>
                  <a:pt x="78124" y="32109"/>
                </a:cubicBezTo>
                <a:cubicBezTo>
                  <a:pt x="78124" y="26549"/>
                  <a:pt x="76101" y="21977"/>
                  <a:pt x="72055" y="18396"/>
                </a:cubicBezTo>
                <a:cubicBezTo>
                  <a:pt x="68010" y="14812"/>
                  <a:pt x="61620" y="13021"/>
                  <a:pt x="52886" y="13021"/>
                </a:cubicBezTo>
                <a:lnTo>
                  <a:pt x="15593" y="13021"/>
                </a:lnTo>
                <a:lnTo>
                  <a:pt x="15593" y="51922"/>
                </a:lnTo>
                <a:close/>
                <a:moveTo>
                  <a:pt x="174671" y="90180"/>
                </a:moveTo>
                <a:lnTo>
                  <a:pt x="189621" y="92109"/>
                </a:lnTo>
                <a:cubicBezTo>
                  <a:pt x="187263" y="100868"/>
                  <a:pt x="182896" y="107666"/>
                  <a:pt x="176520" y="112504"/>
                </a:cubicBezTo>
                <a:cubicBezTo>
                  <a:pt x="170143" y="117340"/>
                  <a:pt x="161999" y="119758"/>
                  <a:pt x="152086" y="119758"/>
                </a:cubicBezTo>
                <a:cubicBezTo>
                  <a:pt x="139601" y="119758"/>
                  <a:pt x="129702" y="115913"/>
                  <a:pt x="122388" y="108224"/>
                </a:cubicBezTo>
                <a:cubicBezTo>
                  <a:pt x="115074" y="100535"/>
                  <a:pt x="111417" y="89751"/>
                  <a:pt x="111417" y="75873"/>
                </a:cubicBezTo>
                <a:cubicBezTo>
                  <a:pt x="111417" y="61513"/>
                  <a:pt x="115114" y="50368"/>
                  <a:pt x="122508" y="42438"/>
                </a:cubicBezTo>
                <a:cubicBezTo>
                  <a:pt x="129903" y="34507"/>
                  <a:pt x="139494" y="30542"/>
                  <a:pt x="151282" y="30542"/>
                </a:cubicBezTo>
                <a:cubicBezTo>
                  <a:pt x="162695" y="30542"/>
                  <a:pt x="172019" y="34421"/>
                  <a:pt x="179252" y="42179"/>
                </a:cubicBezTo>
                <a:cubicBezTo>
                  <a:pt x="186486" y="49935"/>
                  <a:pt x="190103" y="60847"/>
                  <a:pt x="190103" y="74916"/>
                </a:cubicBezTo>
                <a:cubicBezTo>
                  <a:pt x="190103" y="75772"/>
                  <a:pt x="190076" y="77055"/>
                  <a:pt x="190023" y="78767"/>
                </a:cubicBezTo>
                <a:lnTo>
                  <a:pt x="126366" y="78767"/>
                </a:lnTo>
                <a:cubicBezTo>
                  <a:pt x="126902" y="88170"/>
                  <a:pt x="129554" y="95371"/>
                  <a:pt x="134323" y="100367"/>
                </a:cubicBezTo>
                <a:cubicBezTo>
                  <a:pt x="139092" y="105364"/>
                  <a:pt x="145040" y="107862"/>
                  <a:pt x="152166" y="107862"/>
                </a:cubicBezTo>
                <a:cubicBezTo>
                  <a:pt x="157471" y="107862"/>
                  <a:pt x="161999" y="106456"/>
                  <a:pt x="165750" y="103645"/>
                </a:cubicBezTo>
                <a:cubicBezTo>
                  <a:pt x="169500" y="100832"/>
                  <a:pt x="172474" y="96344"/>
                  <a:pt x="174671" y="90180"/>
                </a:cubicBezTo>
                <a:moveTo>
                  <a:pt x="127170" y="66871"/>
                </a:moveTo>
                <a:lnTo>
                  <a:pt x="174832" y="66871"/>
                </a:lnTo>
                <a:cubicBezTo>
                  <a:pt x="174189" y="59715"/>
                  <a:pt x="172367" y="54347"/>
                  <a:pt x="169366" y="50769"/>
                </a:cubicBezTo>
                <a:cubicBezTo>
                  <a:pt x="164758" y="45215"/>
                  <a:pt x="158784" y="42438"/>
                  <a:pt x="151443" y="42438"/>
                </a:cubicBezTo>
                <a:cubicBezTo>
                  <a:pt x="144799" y="42438"/>
                  <a:pt x="139213" y="44655"/>
                  <a:pt x="134685" y="49089"/>
                </a:cubicBezTo>
                <a:cubicBezTo>
                  <a:pt x="130157" y="53521"/>
                  <a:pt x="127652" y="59448"/>
                  <a:pt x="127170" y="66871"/>
                </a:cubicBezTo>
                <a:close/>
                <a:moveTo>
                  <a:pt x="207622" y="150621"/>
                </a:moveTo>
                <a:lnTo>
                  <a:pt x="207622" y="32471"/>
                </a:lnTo>
                <a:lnTo>
                  <a:pt x="220803" y="32471"/>
                </a:lnTo>
                <a:lnTo>
                  <a:pt x="220803" y="43641"/>
                </a:lnTo>
                <a:cubicBezTo>
                  <a:pt x="223911" y="39274"/>
                  <a:pt x="227421" y="35999"/>
                  <a:pt x="231332" y="33817"/>
                </a:cubicBezTo>
                <a:cubicBezTo>
                  <a:pt x="235244" y="31634"/>
                  <a:pt x="239986" y="30542"/>
                  <a:pt x="245559" y="30542"/>
                </a:cubicBezTo>
                <a:cubicBezTo>
                  <a:pt x="252846" y="30542"/>
                  <a:pt x="259276" y="32418"/>
                  <a:pt x="264848" y="36168"/>
                </a:cubicBezTo>
                <a:cubicBezTo>
                  <a:pt x="270421" y="39919"/>
                  <a:pt x="274627" y="45210"/>
                  <a:pt x="277467" y="52042"/>
                </a:cubicBezTo>
                <a:cubicBezTo>
                  <a:pt x="280307" y="58874"/>
                  <a:pt x="281727" y="66362"/>
                  <a:pt x="281727" y="74507"/>
                </a:cubicBezTo>
                <a:cubicBezTo>
                  <a:pt x="281727" y="83241"/>
                  <a:pt x="280160" y="91104"/>
                  <a:pt x="277025" y="98097"/>
                </a:cubicBezTo>
                <a:cubicBezTo>
                  <a:pt x="273890" y="105089"/>
                  <a:pt x="269336" y="110447"/>
                  <a:pt x="263361" y="114171"/>
                </a:cubicBezTo>
                <a:cubicBezTo>
                  <a:pt x="257387" y="117896"/>
                  <a:pt x="251104" y="119758"/>
                  <a:pt x="244514" y="119758"/>
                </a:cubicBezTo>
                <a:cubicBezTo>
                  <a:pt x="239691" y="119758"/>
                  <a:pt x="235364" y="118739"/>
                  <a:pt x="231533" y="116703"/>
                </a:cubicBezTo>
                <a:cubicBezTo>
                  <a:pt x="227702" y="114667"/>
                  <a:pt x="224554" y="112095"/>
                  <a:pt x="222089" y="108987"/>
                </a:cubicBezTo>
                <a:lnTo>
                  <a:pt x="222089" y="150621"/>
                </a:lnTo>
                <a:lnTo>
                  <a:pt x="207622" y="150621"/>
                </a:lnTo>
                <a:moveTo>
                  <a:pt x="220723" y="75672"/>
                </a:moveTo>
                <a:cubicBezTo>
                  <a:pt x="220723" y="86643"/>
                  <a:pt x="222947" y="94751"/>
                  <a:pt x="227394" y="99996"/>
                </a:cubicBezTo>
                <a:cubicBezTo>
                  <a:pt x="231841" y="105240"/>
                  <a:pt x="237226" y="107862"/>
                  <a:pt x="243549" y="107862"/>
                </a:cubicBezTo>
                <a:cubicBezTo>
                  <a:pt x="249979" y="107862"/>
                  <a:pt x="255485" y="105146"/>
                  <a:pt x="260066" y="99714"/>
                </a:cubicBezTo>
                <a:cubicBezTo>
                  <a:pt x="264647" y="94282"/>
                  <a:pt x="266938" y="85866"/>
                  <a:pt x="266938" y="74467"/>
                </a:cubicBezTo>
                <a:cubicBezTo>
                  <a:pt x="266938" y="63603"/>
                  <a:pt x="264701" y="55468"/>
                  <a:pt x="260227" y="50063"/>
                </a:cubicBezTo>
                <a:cubicBezTo>
                  <a:pt x="255753" y="44658"/>
                  <a:pt x="250408" y="41955"/>
                  <a:pt x="244192" y="41955"/>
                </a:cubicBezTo>
                <a:cubicBezTo>
                  <a:pt x="238030" y="41955"/>
                  <a:pt x="232578" y="44832"/>
                  <a:pt x="227836" y="50585"/>
                </a:cubicBezTo>
                <a:cubicBezTo>
                  <a:pt x="223094" y="56339"/>
                  <a:pt x="220723" y="64701"/>
                  <a:pt x="220723" y="75672"/>
                </a:cubicBezTo>
                <a:close/>
                <a:moveTo>
                  <a:pt x="293619" y="75150"/>
                </a:moveTo>
                <a:cubicBezTo>
                  <a:pt x="293619" y="59343"/>
                  <a:pt x="298013" y="47635"/>
                  <a:pt x="306801" y="40026"/>
                </a:cubicBezTo>
                <a:cubicBezTo>
                  <a:pt x="314142" y="33704"/>
                  <a:pt x="323090" y="30542"/>
                  <a:pt x="333646" y="30542"/>
                </a:cubicBezTo>
                <a:cubicBezTo>
                  <a:pt x="345380" y="30542"/>
                  <a:pt x="354972" y="34387"/>
                  <a:pt x="362420" y="42076"/>
                </a:cubicBezTo>
                <a:cubicBezTo>
                  <a:pt x="369868" y="49765"/>
                  <a:pt x="373592" y="60388"/>
                  <a:pt x="373592" y="73944"/>
                </a:cubicBezTo>
                <a:cubicBezTo>
                  <a:pt x="373592" y="84929"/>
                  <a:pt x="371944" y="93569"/>
                  <a:pt x="368649" y="99865"/>
                </a:cubicBezTo>
                <a:cubicBezTo>
                  <a:pt x="365353" y="106161"/>
                  <a:pt x="360558" y="111050"/>
                  <a:pt x="354262" y="114533"/>
                </a:cubicBezTo>
                <a:cubicBezTo>
                  <a:pt x="347966" y="118016"/>
                  <a:pt x="341094" y="119758"/>
                  <a:pt x="333646" y="119758"/>
                </a:cubicBezTo>
                <a:cubicBezTo>
                  <a:pt x="321697" y="119758"/>
                  <a:pt x="312038" y="115926"/>
                  <a:pt x="304671" y="108264"/>
                </a:cubicBezTo>
                <a:cubicBezTo>
                  <a:pt x="297303" y="100602"/>
                  <a:pt x="293619" y="89564"/>
                  <a:pt x="293619" y="75150"/>
                </a:cubicBezTo>
                <a:moveTo>
                  <a:pt x="308489" y="75190"/>
                </a:moveTo>
                <a:cubicBezTo>
                  <a:pt x="308489" y="86108"/>
                  <a:pt x="310873" y="94282"/>
                  <a:pt x="315642" y="99714"/>
                </a:cubicBezTo>
                <a:cubicBezTo>
                  <a:pt x="320411" y="105146"/>
                  <a:pt x="326412" y="107862"/>
                  <a:pt x="333646" y="107862"/>
                </a:cubicBezTo>
                <a:cubicBezTo>
                  <a:pt x="340826" y="107862"/>
                  <a:pt x="346800" y="105133"/>
                  <a:pt x="351569" y="99674"/>
                </a:cubicBezTo>
                <a:cubicBezTo>
                  <a:pt x="356338" y="94215"/>
                  <a:pt x="358722" y="85893"/>
                  <a:pt x="358722" y="74708"/>
                </a:cubicBezTo>
                <a:cubicBezTo>
                  <a:pt x="358722" y="64165"/>
                  <a:pt x="356325" y="56178"/>
                  <a:pt x="351529" y="50746"/>
                </a:cubicBezTo>
                <a:cubicBezTo>
                  <a:pt x="346733" y="45314"/>
                  <a:pt x="340772" y="42598"/>
                  <a:pt x="333646" y="42598"/>
                </a:cubicBezTo>
                <a:cubicBezTo>
                  <a:pt x="326412" y="42598"/>
                  <a:pt x="320411" y="45301"/>
                  <a:pt x="315642" y="50706"/>
                </a:cubicBezTo>
                <a:cubicBezTo>
                  <a:pt x="310873" y="56111"/>
                  <a:pt x="308489" y="64273"/>
                  <a:pt x="308489" y="75190"/>
                </a:cubicBezTo>
                <a:close/>
                <a:moveTo>
                  <a:pt x="384600" y="92270"/>
                </a:moveTo>
                <a:lnTo>
                  <a:pt x="398907" y="90019"/>
                </a:lnTo>
                <a:cubicBezTo>
                  <a:pt x="399711" y="95778"/>
                  <a:pt x="401948" y="100191"/>
                  <a:pt x="405618" y="103261"/>
                </a:cubicBezTo>
                <a:cubicBezTo>
                  <a:pt x="409289" y="106328"/>
                  <a:pt x="414419" y="107862"/>
                  <a:pt x="421010" y="107862"/>
                </a:cubicBezTo>
                <a:cubicBezTo>
                  <a:pt x="427654" y="107862"/>
                  <a:pt x="432584" y="106509"/>
                  <a:pt x="435799" y="103803"/>
                </a:cubicBezTo>
                <a:cubicBezTo>
                  <a:pt x="439014" y="101097"/>
                  <a:pt x="440621" y="97923"/>
                  <a:pt x="440621" y="94279"/>
                </a:cubicBezTo>
                <a:cubicBezTo>
                  <a:pt x="440621" y="91010"/>
                  <a:pt x="439201" y="88438"/>
                  <a:pt x="436361" y="86563"/>
                </a:cubicBezTo>
                <a:cubicBezTo>
                  <a:pt x="434379" y="85277"/>
                  <a:pt x="429449" y="83643"/>
                  <a:pt x="421573" y="81660"/>
                </a:cubicBezTo>
                <a:cubicBezTo>
                  <a:pt x="410963" y="78981"/>
                  <a:pt x="403609" y="76664"/>
                  <a:pt x="399510" y="74708"/>
                </a:cubicBezTo>
                <a:cubicBezTo>
                  <a:pt x="395411" y="72752"/>
                  <a:pt x="392303" y="70046"/>
                  <a:pt x="390186" y="66590"/>
                </a:cubicBezTo>
                <a:cubicBezTo>
                  <a:pt x="388070" y="63134"/>
                  <a:pt x="387012" y="59316"/>
                  <a:pt x="387012" y="55137"/>
                </a:cubicBezTo>
                <a:cubicBezTo>
                  <a:pt x="387012" y="51332"/>
                  <a:pt x="387882" y="47809"/>
                  <a:pt x="389624" y="44567"/>
                </a:cubicBezTo>
                <a:cubicBezTo>
                  <a:pt x="391365" y="41326"/>
                  <a:pt x="393736" y="38633"/>
                  <a:pt x="396737" y="36490"/>
                </a:cubicBezTo>
                <a:cubicBezTo>
                  <a:pt x="398987" y="34829"/>
                  <a:pt x="402055" y="33422"/>
                  <a:pt x="405940" y="32270"/>
                </a:cubicBezTo>
                <a:cubicBezTo>
                  <a:pt x="409824" y="31118"/>
                  <a:pt x="413991" y="30542"/>
                  <a:pt x="418438" y="30542"/>
                </a:cubicBezTo>
                <a:cubicBezTo>
                  <a:pt x="425136" y="30542"/>
                  <a:pt x="431016" y="31507"/>
                  <a:pt x="436080" y="33436"/>
                </a:cubicBezTo>
                <a:cubicBezTo>
                  <a:pt x="441144" y="35365"/>
                  <a:pt x="444881" y="37977"/>
                  <a:pt x="447292" y="41272"/>
                </a:cubicBezTo>
                <a:cubicBezTo>
                  <a:pt x="449703" y="44567"/>
                  <a:pt x="451365" y="48975"/>
                  <a:pt x="452275" y="54494"/>
                </a:cubicBezTo>
                <a:lnTo>
                  <a:pt x="438130" y="56423"/>
                </a:lnTo>
                <a:cubicBezTo>
                  <a:pt x="437487" y="52029"/>
                  <a:pt x="435625" y="48600"/>
                  <a:pt x="432544" y="46135"/>
                </a:cubicBezTo>
                <a:cubicBezTo>
                  <a:pt x="429463" y="43670"/>
                  <a:pt x="425109" y="42438"/>
                  <a:pt x="419483" y="42438"/>
                </a:cubicBezTo>
                <a:cubicBezTo>
                  <a:pt x="412839" y="42438"/>
                  <a:pt x="408096" y="43536"/>
                  <a:pt x="405257" y="45733"/>
                </a:cubicBezTo>
                <a:cubicBezTo>
                  <a:pt x="402417" y="47930"/>
                  <a:pt x="400997" y="50502"/>
                  <a:pt x="400997" y="53449"/>
                </a:cubicBezTo>
                <a:cubicBezTo>
                  <a:pt x="400997" y="55324"/>
                  <a:pt x="401586" y="57012"/>
                  <a:pt x="402765" y="58512"/>
                </a:cubicBezTo>
                <a:cubicBezTo>
                  <a:pt x="403944" y="60066"/>
                  <a:pt x="405792" y="61352"/>
                  <a:pt x="408311" y="62370"/>
                </a:cubicBezTo>
                <a:cubicBezTo>
                  <a:pt x="409757" y="62906"/>
                  <a:pt x="414017" y="64139"/>
                  <a:pt x="421090" y="66068"/>
                </a:cubicBezTo>
                <a:cubicBezTo>
                  <a:pt x="431325" y="68800"/>
                  <a:pt x="438464" y="71037"/>
                  <a:pt x="442510" y="72779"/>
                </a:cubicBezTo>
                <a:cubicBezTo>
                  <a:pt x="446555" y="74520"/>
                  <a:pt x="449730" y="77052"/>
                  <a:pt x="452034" y="80374"/>
                </a:cubicBezTo>
                <a:cubicBezTo>
                  <a:pt x="454338" y="83696"/>
                  <a:pt x="455490" y="87822"/>
                  <a:pt x="455490" y="92752"/>
                </a:cubicBezTo>
                <a:cubicBezTo>
                  <a:pt x="455490" y="97574"/>
                  <a:pt x="454084" y="102115"/>
                  <a:pt x="451271" y="106375"/>
                </a:cubicBezTo>
                <a:cubicBezTo>
                  <a:pt x="448458" y="110635"/>
                  <a:pt x="444399" y="113930"/>
                  <a:pt x="439094" y="116261"/>
                </a:cubicBezTo>
                <a:cubicBezTo>
                  <a:pt x="433789" y="118592"/>
                  <a:pt x="427788" y="119758"/>
                  <a:pt x="421090" y="119758"/>
                </a:cubicBezTo>
                <a:cubicBezTo>
                  <a:pt x="409999" y="119758"/>
                  <a:pt x="401546" y="117447"/>
                  <a:pt x="395732" y="112825"/>
                </a:cubicBezTo>
                <a:cubicBezTo>
                  <a:pt x="389918" y="108204"/>
                  <a:pt x="386208" y="101352"/>
                  <a:pt x="384600" y="92270"/>
                </a:cubicBezTo>
                <a:close/>
                <a:moveTo>
                  <a:pt x="472478" y="16557"/>
                </a:moveTo>
                <a:lnTo>
                  <a:pt x="472478" y="0"/>
                </a:lnTo>
                <a:lnTo>
                  <a:pt x="486945" y="0"/>
                </a:lnTo>
                <a:lnTo>
                  <a:pt x="486945" y="16557"/>
                </a:lnTo>
                <a:lnTo>
                  <a:pt x="472478" y="16557"/>
                </a:lnTo>
                <a:moveTo>
                  <a:pt x="472478" y="117829"/>
                </a:moveTo>
                <a:lnTo>
                  <a:pt x="472478" y="32471"/>
                </a:lnTo>
                <a:lnTo>
                  <a:pt x="486945" y="32471"/>
                </a:lnTo>
                <a:lnTo>
                  <a:pt x="486945" y="117829"/>
                </a:lnTo>
                <a:lnTo>
                  <a:pt x="472478" y="117829"/>
                </a:lnTo>
                <a:close/>
                <a:moveTo>
                  <a:pt x="540304" y="104888"/>
                </a:moveTo>
                <a:lnTo>
                  <a:pt x="542393" y="117668"/>
                </a:lnTo>
                <a:cubicBezTo>
                  <a:pt x="538321" y="118525"/>
                  <a:pt x="534678" y="118954"/>
                  <a:pt x="531463" y="118954"/>
                </a:cubicBezTo>
                <a:cubicBezTo>
                  <a:pt x="526211" y="118954"/>
                  <a:pt x="522139" y="118123"/>
                  <a:pt x="519246" y="116462"/>
                </a:cubicBezTo>
                <a:cubicBezTo>
                  <a:pt x="516352" y="114801"/>
                  <a:pt x="514316" y="112618"/>
                  <a:pt x="513137" y="109912"/>
                </a:cubicBezTo>
                <a:cubicBezTo>
                  <a:pt x="511958" y="107206"/>
                  <a:pt x="511369" y="101513"/>
                  <a:pt x="511369" y="92832"/>
                </a:cubicBezTo>
                <a:lnTo>
                  <a:pt x="511369" y="43724"/>
                </a:lnTo>
                <a:lnTo>
                  <a:pt x="500760" y="43724"/>
                </a:lnTo>
                <a:lnTo>
                  <a:pt x="500760" y="32471"/>
                </a:lnTo>
                <a:lnTo>
                  <a:pt x="511369" y="32471"/>
                </a:lnTo>
                <a:lnTo>
                  <a:pt x="511369" y="11333"/>
                </a:lnTo>
                <a:lnTo>
                  <a:pt x="525756" y="2652"/>
                </a:lnTo>
                <a:lnTo>
                  <a:pt x="525756" y="32471"/>
                </a:lnTo>
                <a:lnTo>
                  <a:pt x="540304" y="32471"/>
                </a:lnTo>
                <a:lnTo>
                  <a:pt x="540304" y="43724"/>
                </a:lnTo>
                <a:lnTo>
                  <a:pt x="525756" y="43724"/>
                </a:lnTo>
                <a:lnTo>
                  <a:pt x="525756" y="93636"/>
                </a:lnTo>
                <a:cubicBezTo>
                  <a:pt x="525756" y="97762"/>
                  <a:pt x="526011" y="100414"/>
                  <a:pt x="526520" y="101593"/>
                </a:cubicBezTo>
                <a:cubicBezTo>
                  <a:pt x="527029" y="102772"/>
                  <a:pt x="527859" y="103709"/>
                  <a:pt x="529011" y="104406"/>
                </a:cubicBezTo>
                <a:cubicBezTo>
                  <a:pt x="530163" y="105103"/>
                  <a:pt x="531811" y="105451"/>
                  <a:pt x="533954" y="105451"/>
                </a:cubicBezTo>
                <a:cubicBezTo>
                  <a:pt x="535562" y="105451"/>
                  <a:pt x="537678" y="105263"/>
                  <a:pt x="540304" y="104888"/>
                </a:cubicBezTo>
                <a:close/>
                <a:moveTo>
                  <a:pt x="549023" y="75150"/>
                </a:moveTo>
                <a:cubicBezTo>
                  <a:pt x="549023" y="59343"/>
                  <a:pt x="553417" y="47635"/>
                  <a:pt x="562204" y="40026"/>
                </a:cubicBezTo>
                <a:cubicBezTo>
                  <a:pt x="569545" y="33704"/>
                  <a:pt x="578494" y="30542"/>
                  <a:pt x="589049" y="30542"/>
                </a:cubicBezTo>
                <a:cubicBezTo>
                  <a:pt x="600784" y="30542"/>
                  <a:pt x="610375" y="34387"/>
                  <a:pt x="617823" y="42076"/>
                </a:cubicBezTo>
                <a:cubicBezTo>
                  <a:pt x="625271" y="49765"/>
                  <a:pt x="628995" y="60388"/>
                  <a:pt x="628995" y="73944"/>
                </a:cubicBezTo>
                <a:cubicBezTo>
                  <a:pt x="628995" y="84929"/>
                  <a:pt x="627348" y="93569"/>
                  <a:pt x="624052" y="99865"/>
                </a:cubicBezTo>
                <a:cubicBezTo>
                  <a:pt x="620757" y="106161"/>
                  <a:pt x="615961" y="111050"/>
                  <a:pt x="609665" y="114533"/>
                </a:cubicBezTo>
                <a:cubicBezTo>
                  <a:pt x="603369" y="118016"/>
                  <a:pt x="596497" y="119758"/>
                  <a:pt x="589049" y="119758"/>
                </a:cubicBezTo>
                <a:cubicBezTo>
                  <a:pt x="577100" y="119758"/>
                  <a:pt x="567442" y="115926"/>
                  <a:pt x="560074" y="108264"/>
                </a:cubicBezTo>
                <a:cubicBezTo>
                  <a:pt x="552707" y="100602"/>
                  <a:pt x="549023" y="89564"/>
                  <a:pt x="549023" y="75150"/>
                </a:cubicBezTo>
                <a:moveTo>
                  <a:pt x="563892" y="75190"/>
                </a:moveTo>
                <a:cubicBezTo>
                  <a:pt x="563892" y="86108"/>
                  <a:pt x="566277" y="94282"/>
                  <a:pt x="571046" y="99714"/>
                </a:cubicBezTo>
                <a:cubicBezTo>
                  <a:pt x="575814" y="105146"/>
                  <a:pt x="581816" y="107862"/>
                  <a:pt x="589049" y="107862"/>
                </a:cubicBezTo>
                <a:cubicBezTo>
                  <a:pt x="596229" y="107862"/>
                  <a:pt x="602204" y="105133"/>
                  <a:pt x="606973" y="99674"/>
                </a:cubicBezTo>
                <a:cubicBezTo>
                  <a:pt x="611742" y="94215"/>
                  <a:pt x="614126" y="85893"/>
                  <a:pt x="614126" y="74708"/>
                </a:cubicBezTo>
                <a:cubicBezTo>
                  <a:pt x="614126" y="64165"/>
                  <a:pt x="611728" y="56178"/>
                  <a:pt x="606933" y="50746"/>
                </a:cubicBezTo>
                <a:cubicBezTo>
                  <a:pt x="602137" y="45314"/>
                  <a:pt x="596176" y="42598"/>
                  <a:pt x="589049" y="42598"/>
                </a:cubicBezTo>
                <a:cubicBezTo>
                  <a:pt x="581816" y="42598"/>
                  <a:pt x="575814" y="45301"/>
                  <a:pt x="571046" y="50706"/>
                </a:cubicBezTo>
                <a:cubicBezTo>
                  <a:pt x="566277" y="56111"/>
                  <a:pt x="563892" y="64273"/>
                  <a:pt x="563892" y="75190"/>
                </a:cubicBezTo>
                <a:close/>
                <a:moveTo>
                  <a:pt x="645630" y="117829"/>
                </a:moveTo>
                <a:lnTo>
                  <a:pt x="645630" y="32471"/>
                </a:lnTo>
                <a:lnTo>
                  <a:pt x="658650" y="32471"/>
                </a:lnTo>
                <a:lnTo>
                  <a:pt x="658650" y="45411"/>
                </a:lnTo>
                <a:cubicBezTo>
                  <a:pt x="661972" y="39357"/>
                  <a:pt x="665040" y="35365"/>
                  <a:pt x="667853" y="33436"/>
                </a:cubicBezTo>
                <a:cubicBezTo>
                  <a:pt x="670666" y="31507"/>
                  <a:pt x="673761" y="30542"/>
                  <a:pt x="677136" y="30542"/>
                </a:cubicBezTo>
                <a:cubicBezTo>
                  <a:pt x="682012" y="30542"/>
                  <a:pt x="686969" y="32096"/>
                  <a:pt x="692006" y="35204"/>
                </a:cubicBezTo>
                <a:lnTo>
                  <a:pt x="687022" y="48616"/>
                </a:lnTo>
                <a:cubicBezTo>
                  <a:pt x="683486" y="46533"/>
                  <a:pt x="679949" y="45492"/>
                  <a:pt x="676413" y="45492"/>
                </a:cubicBezTo>
                <a:cubicBezTo>
                  <a:pt x="673252" y="45492"/>
                  <a:pt x="670412" y="46443"/>
                  <a:pt x="667893" y="48345"/>
                </a:cubicBezTo>
                <a:cubicBezTo>
                  <a:pt x="665375" y="50247"/>
                  <a:pt x="663580" y="52886"/>
                  <a:pt x="662508" y="56262"/>
                </a:cubicBezTo>
                <a:cubicBezTo>
                  <a:pt x="660901" y="61406"/>
                  <a:pt x="660097" y="67032"/>
                  <a:pt x="660097" y="73140"/>
                </a:cubicBezTo>
                <a:lnTo>
                  <a:pt x="660097" y="117829"/>
                </a:lnTo>
                <a:lnTo>
                  <a:pt x="645630" y="117829"/>
                </a:lnTo>
                <a:close/>
                <a:moveTo>
                  <a:pt x="699626" y="150792"/>
                </a:moveTo>
                <a:lnTo>
                  <a:pt x="698018" y="137279"/>
                </a:lnTo>
                <a:cubicBezTo>
                  <a:pt x="701180" y="138136"/>
                  <a:pt x="703939" y="138565"/>
                  <a:pt x="706297" y="138565"/>
                </a:cubicBezTo>
                <a:cubicBezTo>
                  <a:pt x="709512" y="138565"/>
                  <a:pt x="712084" y="138028"/>
                  <a:pt x="714013" y="136955"/>
                </a:cubicBezTo>
                <a:cubicBezTo>
                  <a:pt x="715942" y="135882"/>
                  <a:pt x="717523" y="134379"/>
                  <a:pt x="718755" y="132447"/>
                </a:cubicBezTo>
                <a:cubicBezTo>
                  <a:pt x="719666" y="130998"/>
                  <a:pt x="721139" y="127403"/>
                  <a:pt x="723176" y="121661"/>
                </a:cubicBezTo>
                <a:cubicBezTo>
                  <a:pt x="723443" y="120856"/>
                  <a:pt x="723872" y="119675"/>
                  <a:pt x="724462" y="118120"/>
                </a:cubicBezTo>
                <a:lnTo>
                  <a:pt x="692071" y="32471"/>
                </a:lnTo>
                <a:lnTo>
                  <a:pt x="707663" y="32471"/>
                </a:lnTo>
                <a:lnTo>
                  <a:pt x="725426" y="81916"/>
                </a:lnTo>
                <a:cubicBezTo>
                  <a:pt x="727730" y="88187"/>
                  <a:pt x="729793" y="94780"/>
                  <a:pt x="731615" y="101693"/>
                </a:cubicBezTo>
                <a:cubicBezTo>
                  <a:pt x="733276" y="95034"/>
                  <a:pt x="735258" y="88545"/>
                  <a:pt x="737563" y="82225"/>
                </a:cubicBezTo>
                <a:lnTo>
                  <a:pt x="755807" y="32471"/>
                </a:lnTo>
                <a:lnTo>
                  <a:pt x="770275" y="32471"/>
                </a:lnTo>
                <a:lnTo>
                  <a:pt x="737804" y="119265"/>
                </a:lnTo>
                <a:cubicBezTo>
                  <a:pt x="734321" y="128667"/>
                  <a:pt x="731615" y="135142"/>
                  <a:pt x="729686" y="138688"/>
                </a:cubicBezTo>
                <a:cubicBezTo>
                  <a:pt x="727114" y="143470"/>
                  <a:pt x="724167" y="146976"/>
                  <a:pt x="720845" y="149205"/>
                </a:cubicBezTo>
                <a:cubicBezTo>
                  <a:pt x="717523" y="151435"/>
                  <a:pt x="713557" y="152550"/>
                  <a:pt x="708949" y="152550"/>
                </a:cubicBezTo>
                <a:cubicBezTo>
                  <a:pt x="706163" y="152550"/>
                  <a:pt x="703055" y="151964"/>
                  <a:pt x="699626" y="150792"/>
                </a:cubicBezTo>
                <a:close/>
                <a:moveTo>
                  <a:pt x="830140" y="117829"/>
                </a:moveTo>
                <a:lnTo>
                  <a:pt x="830140" y="0"/>
                </a:lnTo>
                <a:lnTo>
                  <a:pt x="915337" y="0"/>
                </a:lnTo>
                <a:lnTo>
                  <a:pt x="915337" y="13985"/>
                </a:lnTo>
                <a:lnTo>
                  <a:pt x="845733" y="13985"/>
                </a:lnTo>
                <a:lnTo>
                  <a:pt x="845733" y="49832"/>
                </a:lnTo>
                <a:lnTo>
                  <a:pt x="910916" y="49832"/>
                </a:lnTo>
                <a:lnTo>
                  <a:pt x="910916" y="63817"/>
                </a:lnTo>
                <a:lnTo>
                  <a:pt x="845733" y="63817"/>
                </a:lnTo>
                <a:lnTo>
                  <a:pt x="845733" y="103843"/>
                </a:lnTo>
                <a:lnTo>
                  <a:pt x="918070" y="103843"/>
                </a:lnTo>
                <a:lnTo>
                  <a:pt x="918070" y="117829"/>
                </a:lnTo>
                <a:lnTo>
                  <a:pt x="830140" y="117829"/>
                </a:lnTo>
                <a:close/>
                <a:moveTo>
                  <a:pt x="937513" y="117829"/>
                </a:moveTo>
                <a:lnTo>
                  <a:pt x="937513" y="32471"/>
                </a:lnTo>
                <a:lnTo>
                  <a:pt x="950533" y="32471"/>
                </a:lnTo>
                <a:lnTo>
                  <a:pt x="950533" y="44608"/>
                </a:lnTo>
                <a:cubicBezTo>
                  <a:pt x="956802" y="35231"/>
                  <a:pt x="965858" y="30542"/>
                  <a:pt x="977700" y="30542"/>
                </a:cubicBezTo>
                <a:cubicBezTo>
                  <a:pt x="982844" y="30542"/>
                  <a:pt x="987572" y="31466"/>
                  <a:pt x="991886" y="33315"/>
                </a:cubicBezTo>
                <a:cubicBezTo>
                  <a:pt x="996199" y="35164"/>
                  <a:pt x="999427" y="37588"/>
                  <a:pt x="1001571" y="40589"/>
                </a:cubicBezTo>
                <a:cubicBezTo>
                  <a:pt x="1003714" y="43590"/>
                  <a:pt x="1005214" y="47153"/>
                  <a:pt x="1006072" y="51279"/>
                </a:cubicBezTo>
                <a:cubicBezTo>
                  <a:pt x="1006608" y="53958"/>
                  <a:pt x="1006875" y="58646"/>
                  <a:pt x="1006875" y="65344"/>
                </a:cubicBezTo>
                <a:lnTo>
                  <a:pt x="1006875" y="117829"/>
                </a:lnTo>
                <a:lnTo>
                  <a:pt x="992408" y="117829"/>
                </a:lnTo>
                <a:lnTo>
                  <a:pt x="992408" y="65907"/>
                </a:lnTo>
                <a:cubicBezTo>
                  <a:pt x="992408" y="60013"/>
                  <a:pt x="991846" y="55606"/>
                  <a:pt x="990720" y="52685"/>
                </a:cubicBezTo>
                <a:cubicBezTo>
                  <a:pt x="989595" y="49765"/>
                  <a:pt x="987599" y="47434"/>
                  <a:pt x="984732" y="45693"/>
                </a:cubicBezTo>
                <a:cubicBezTo>
                  <a:pt x="981866" y="43951"/>
                  <a:pt x="978503" y="43081"/>
                  <a:pt x="974645" y="43081"/>
                </a:cubicBezTo>
                <a:cubicBezTo>
                  <a:pt x="968483" y="43081"/>
                  <a:pt x="963165" y="45036"/>
                  <a:pt x="958691" y="48948"/>
                </a:cubicBezTo>
                <a:cubicBezTo>
                  <a:pt x="954217" y="52859"/>
                  <a:pt x="951980" y="60281"/>
                  <a:pt x="951980" y="71212"/>
                </a:cubicBezTo>
                <a:lnTo>
                  <a:pt x="951980" y="117829"/>
                </a:lnTo>
                <a:lnTo>
                  <a:pt x="937513" y="117829"/>
                </a:lnTo>
                <a:close/>
                <a:moveTo>
                  <a:pt x="1052606" y="117829"/>
                </a:moveTo>
                <a:lnTo>
                  <a:pt x="1020135" y="32471"/>
                </a:lnTo>
                <a:lnTo>
                  <a:pt x="1035406" y="32471"/>
                </a:lnTo>
                <a:lnTo>
                  <a:pt x="1053731" y="83589"/>
                </a:lnTo>
                <a:cubicBezTo>
                  <a:pt x="1055714" y="89108"/>
                  <a:pt x="1057535" y="94842"/>
                  <a:pt x="1059196" y="100789"/>
                </a:cubicBezTo>
                <a:cubicBezTo>
                  <a:pt x="1060482" y="96288"/>
                  <a:pt x="1062277" y="90876"/>
                  <a:pt x="1064582" y="84554"/>
                </a:cubicBezTo>
                <a:lnTo>
                  <a:pt x="1083550" y="32471"/>
                </a:lnTo>
                <a:lnTo>
                  <a:pt x="1098419" y="32471"/>
                </a:lnTo>
                <a:lnTo>
                  <a:pt x="1066109" y="117829"/>
                </a:lnTo>
                <a:lnTo>
                  <a:pt x="1052606" y="117829"/>
                </a:lnTo>
                <a:close/>
                <a:moveTo>
                  <a:pt x="1110986" y="16557"/>
                </a:moveTo>
                <a:lnTo>
                  <a:pt x="1110986" y="0"/>
                </a:lnTo>
                <a:lnTo>
                  <a:pt x="1125453" y="0"/>
                </a:lnTo>
                <a:lnTo>
                  <a:pt x="1125453" y="16557"/>
                </a:lnTo>
                <a:lnTo>
                  <a:pt x="1110986" y="16557"/>
                </a:lnTo>
                <a:moveTo>
                  <a:pt x="1110986" y="117829"/>
                </a:moveTo>
                <a:lnTo>
                  <a:pt x="1110986" y="32471"/>
                </a:lnTo>
                <a:lnTo>
                  <a:pt x="1125453" y="32471"/>
                </a:lnTo>
                <a:lnTo>
                  <a:pt x="1125453" y="117829"/>
                </a:lnTo>
                <a:lnTo>
                  <a:pt x="1110986" y="117829"/>
                </a:lnTo>
                <a:close/>
                <a:moveTo>
                  <a:pt x="1147063" y="117829"/>
                </a:moveTo>
                <a:lnTo>
                  <a:pt x="1147063" y="32471"/>
                </a:lnTo>
                <a:lnTo>
                  <a:pt x="1160084" y="32471"/>
                </a:lnTo>
                <a:lnTo>
                  <a:pt x="1160084" y="45411"/>
                </a:lnTo>
                <a:cubicBezTo>
                  <a:pt x="1163406" y="39357"/>
                  <a:pt x="1166474" y="35365"/>
                  <a:pt x="1169287" y="33436"/>
                </a:cubicBezTo>
                <a:cubicBezTo>
                  <a:pt x="1172100" y="31507"/>
                  <a:pt x="1175194" y="30542"/>
                  <a:pt x="1178570" y="30542"/>
                </a:cubicBezTo>
                <a:cubicBezTo>
                  <a:pt x="1183446" y="30542"/>
                  <a:pt x="1188403" y="32096"/>
                  <a:pt x="1193439" y="35204"/>
                </a:cubicBezTo>
                <a:lnTo>
                  <a:pt x="1188456" y="48616"/>
                </a:lnTo>
                <a:cubicBezTo>
                  <a:pt x="1184920" y="46533"/>
                  <a:pt x="1181383" y="45492"/>
                  <a:pt x="1177847" y="45492"/>
                </a:cubicBezTo>
                <a:cubicBezTo>
                  <a:pt x="1174685" y="45492"/>
                  <a:pt x="1171845" y="46443"/>
                  <a:pt x="1169327" y="48345"/>
                </a:cubicBezTo>
                <a:cubicBezTo>
                  <a:pt x="1166809" y="50247"/>
                  <a:pt x="1165014" y="52886"/>
                  <a:pt x="1163942" y="56262"/>
                </a:cubicBezTo>
                <a:cubicBezTo>
                  <a:pt x="1162335" y="61406"/>
                  <a:pt x="1161531" y="67032"/>
                  <a:pt x="1161531" y="73140"/>
                </a:cubicBezTo>
                <a:lnTo>
                  <a:pt x="1161531" y="117829"/>
                </a:lnTo>
                <a:lnTo>
                  <a:pt x="1147063" y="117829"/>
                </a:lnTo>
                <a:close/>
                <a:moveTo>
                  <a:pt x="1196318" y="75150"/>
                </a:moveTo>
                <a:cubicBezTo>
                  <a:pt x="1196318" y="59343"/>
                  <a:pt x="1200711" y="47635"/>
                  <a:pt x="1209499" y="40026"/>
                </a:cubicBezTo>
                <a:cubicBezTo>
                  <a:pt x="1216840" y="33704"/>
                  <a:pt x="1225788" y="30542"/>
                  <a:pt x="1236344" y="30542"/>
                </a:cubicBezTo>
                <a:cubicBezTo>
                  <a:pt x="1248079" y="30542"/>
                  <a:pt x="1257670" y="34387"/>
                  <a:pt x="1265118" y="42076"/>
                </a:cubicBezTo>
                <a:cubicBezTo>
                  <a:pt x="1272566" y="49765"/>
                  <a:pt x="1276290" y="60388"/>
                  <a:pt x="1276290" y="73944"/>
                </a:cubicBezTo>
                <a:cubicBezTo>
                  <a:pt x="1276290" y="84929"/>
                  <a:pt x="1274642" y="93569"/>
                  <a:pt x="1271347" y="99865"/>
                </a:cubicBezTo>
                <a:cubicBezTo>
                  <a:pt x="1268052" y="106161"/>
                  <a:pt x="1263256" y="111050"/>
                  <a:pt x="1256960" y="114533"/>
                </a:cubicBezTo>
                <a:cubicBezTo>
                  <a:pt x="1250664" y="118016"/>
                  <a:pt x="1243792" y="119758"/>
                  <a:pt x="1236344" y="119758"/>
                </a:cubicBezTo>
                <a:cubicBezTo>
                  <a:pt x="1224395" y="119758"/>
                  <a:pt x="1214737" y="115926"/>
                  <a:pt x="1207369" y="108264"/>
                </a:cubicBezTo>
                <a:cubicBezTo>
                  <a:pt x="1200001" y="100602"/>
                  <a:pt x="1196318" y="89564"/>
                  <a:pt x="1196318" y="75150"/>
                </a:cubicBezTo>
                <a:moveTo>
                  <a:pt x="1211187" y="75190"/>
                </a:moveTo>
                <a:cubicBezTo>
                  <a:pt x="1211187" y="86108"/>
                  <a:pt x="1213571" y="94282"/>
                  <a:pt x="1218340" y="99714"/>
                </a:cubicBezTo>
                <a:cubicBezTo>
                  <a:pt x="1223109" y="105146"/>
                  <a:pt x="1229110" y="107862"/>
                  <a:pt x="1236344" y="107862"/>
                </a:cubicBezTo>
                <a:cubicBezTo>
                  <a:pt x="1243524" y="107862"/>
                  <a:pt x="1249499" y="105133"/>
                  <a:pt x="1254267" y="99674"/>
                </a:cubicBezTo>
                <a:cubicBezTo>
                  <a:pt x="1259036" y="94215"/>
                  <a:pt x="1261421" y="85893"/>
                  <a:pt x="1261421" y="74708"/>
                </a:cubicBezTo>
                <a:cubicBezTo>
                  <a:pt x="1261421" y="64165"/>
                  <a:pt x="1259023" y="56178"/>
                  <a:pt x="1254227" y="50746"/>
                </a:cubicBezTo>
                <a:cubicBezTo>
                  <a:pt x="1249432" y="45314"/>
                  <a:pt x="1243471" y="42598"/>
                  <a:pt x="1236344" y="42598"/>
                </a:cubicBezTo>
                <a:cubicBezTo>
                  <a:pt x="1229110" y="42598"/>
                  <a:pt x="1223109" y="45301"/>
                  <a:pt x="1218340" y="50706"/>
                </a:cubicBezTo>
                <a:cubicBezTo>
                  <a:pt x="1213571" y="56111"/>
                  <a:pt x="1211187" y="64273"/>
                  <a:pt x="1211187" y="75190"/>
                </a:cubicBezTo>
                <a:close/>
                <a:moveTo>
                  <a:pt x="1293086" y="117829"/>
                </a:moveTo>
                <a:lnTo>
                  <a:pt x="1293086" y="32471"/>
                </a:lnTo>
                <a:lnTo>
                  <a:pt x="1306106" y="32471"/>
                </a:lnTo>
                <a:lnTo>
                  <a:pt x="1306106" y="44608"/>
                </a:lnTo>
                <a:cubicBezTo>
                  <a:pt x="1312375" y="35231"/>
                  <a:pt x="1321431" y="30542"/>
                  <a:pt x="1333273" y="30542"/>
                </a:cubicBezTo>
                <a:cubicBezTo>
                  <a:pt x="1338417" y="30542"/>
                  <a:pt x="1343145" y="31466"/>
                  <a:pt x="1347459" y="33315"/>
                </a:cubicBezTo>
                <a:cubicBezTo>
                  <a:pt x="1351772" y="35164"/>
                  <a:pt x="1355000" y="37588"/>
                  <a:pt x="1357144" y="40589"/>
                </a:cubicBezTo>
                <a:cubicBezTo>
                  <a:pt x="1359287" y="43590"/>
                  <a:pt x="1360787" y="47153"/>
                  <a:pt x="1361645" y="51279"/>
                </a:cubicBezTo>
                <a:cubicBezTo>
                  <a:pt x="1362181" y="53958"/>
                  <a:pt x="1362448" y="58646"/>
                  <a:pt x="1362448" y="65344"/>
                </a:cubicBezTo>
                <a:lnTo>
                  <a:pt x="1362448" y="117829"/>
                </a:lnTo>
                <a:lnTo>
                  <a:pt x="1347981" y="117829"/>
                </a:lnTo>
                <a:lnTo>
                  <a:pt x="1347981" y="65907"/>
                </a:lnTo>
                <a:cubicBezTo>
                  <a:pt x="1347981" y="60013"/>
                  <a:pt x="1347419" y="55606"/>
                  <a:pt x="1346293" y="52685"/>
                </a:cubicBezTo>
                <a:cubicBezTo>
                  <a:pt x="1345168" y="49765"/>
                  <a:pt x="1343172" y="47434"/>
                  <a:pt x="1340305" y="45693"/>
                </a:cubicBezTo>
                <a:cubicBezTo>
                  <a:pt x="1337439" y="43951"/>
                  <a:pt x="1334076" y="43081"/>
                  <a:pt x="1330218" y="43081"/>
                </a:cubicBezTo>
                <a:cubicBezTo>
                  <a:pt x="1324056" y="43081"/>
                  <a:pt x="1318738" y="45036"/>
                  <a:pt x="1314264" y="48948"/>
                </a:cubicBezTo>
                <a:cubicBezTo>
                  <a:pt x="1309790" y="52859"/>
                  <a:pt x="1307553" y="60281"/>
                  <a:pt x="1307553" y="71212"/>
                </a:cubicBezTo>
                <a:lnTo>
                  <a:pt x="1307553" y="117829"/>
                </a:lnTo>
                <a:lnTo>
                  <a:pt x="1293086" y="117829"/>
                </a:lnTo>
                <a:close/>
                <a:moveTo>
                  <a:pt x="1384468" y="117829"/>
                </a:moveTo>
                <a:lnTo>
                  <a:pt x="1384468" y="32471"/>
                </a:lnTo>
                <a:lnTo>
                  <a:pt x="1397408" y="32471"/>
                </a:lnTo>
                <a:lnTo>
                  <a:pt x="1397408" y="44447"/>
                </a:lnTo>
                <a:cubicBezTo>
                  <a:pt x="1400088" y="40267"/>
                  <a:pt x="1403651" y="36905"/>
                  <a:pt x="1408098" y="34360"/>
                </a:cubicBezTo>
                <a:cubicBezTo>
                  <a:pt x="1412546" y="31815"/>
                  <a:pt x="1417609" y="30542"/>
                  <a:pt x="1423289" y="30542"/>
                </a:cubicBezTo>
                <a:cubicBezTo>
                  <a:pt x="1429612" y="30542"/>
                  <a:pt x="1434796" y="31855"/>
                  <a:pt x="1438841" y="34481"/>
                </a:cubicBezTo>
                <a:cubicBezTo>
                  <a:pt x="1442887" y="37106"/>
                  <a:pt x="1445740" y="40776"/>
                  <a:pt x="1447401" y="45492"/>
                </a:cubicBezTo>
                <a:cubicBezTo>
                  <a:pt x="1454153" y="35525"/>
                  <a:pt x="1462940" y="30542"/>
                  <a:pt x="1473764" y="30542"/>
                </a:cubicBezTo>
                <a:cubicBezTo>
                  <a:pt x="1482230" y="30542"/>
                  <a:pt x="1488740" y="32886"/>
                  <a:pt x="1493295" y="37575"/>
                </a:cubicBezTo>
                <a:cubicBezTo>
                  <a:pt x="1497849" y="42263"/>
                  <a:pt x="1500127" y="49484"/>
                  <a:pt x="1500127" y="59236"/>
                </a:cubicBezTo>
                <a:lnTo>
                  <a:pt x="1500127" y="117829"/>
                </a:lnTo>
                <a:lnTo>
                  <a:pt x="1485740" y="117829"/>
                </a:lnTo>
                <a:lnTo>
                  <a:pt x="1485740" y="64058"/>
                </a:lnTo>
                <a:cubicBezTo>
                  <a:pt x="1485740" y="58271"/>
                  <a:pt x="1485271" y="54105"/>
                  <a:pt x="1484333" y="51560"/>
                </a:cubicBezTo>
                <a:cubicBezTo>
                  <a:pt x="1483395" y="49015"/>
                  <a:pt x="1481694" y="46965"/>
                  <a:pt x="1479229" y="45411"/>
                </a:cubicBezTo>
                <a:cubicBezTo>
                  <a:pt x="1476764" y="43858"/>
                  <a:pt x="1473871" y="43081"/>
                  <a:pt x="1470549" y="43081"/>
                </a:cubicBezTo>
                <a:cubicBezTo>
                  <a:pt x="1464548" y="43081"/>
                  <a:pt x="1459564" y="45077"/>
                  <a:pt x="1455599" y="49068"/>
                </a:cubicBezTo>
                <a:cubicBezTo>
                  <a:pt x="1451634" y="53060"/>
                  <a:pt x="1449652" y="59450"/>
                  <a:pt x="1449652" y="68238"/>
                </a:cubicBezTo>
                <a:lnTo>
                  <a:pt x="1449652" y="117829"/>
                </a:lnTo>
                <a:lnTo>
                  <a:pt x="1435184" y="117829"/>
                </a:lnTo>
                <a:lnTo>
                  <a:pt x="1435184" y="62370"/>
                </a:lnTo>
                <a:cubicBezTo>
                  <a:pt x="1435184" y="55940"/>
                  <a:pt x="1434005" y="51118"/>
                  <a:pt x="1431648" y="47903"/>
                </a:cubicBezTo>
                <a:cubicBezTo>
                  <a:pt x="1429290" y="44688"/>
                  <a:pt x="1425432" y="43081"/>
                  <a:pt x="1420074" y="43081"/>
                </a:cubicBezTo>
                <a:cubicBezTo>
                  <a:pt x="1416002" y="43081"/>
                  <a:pt x="1412237" y="44152"/>
                  <a:pt x="1408781" y="46296"/>
                </a:cubicBezTo>
                <a:cubicBezTo>
                  <a:pt x="1405325" y="48439"/>
                  <a:pt x="1402820" y="51573"/>
                  <a:pt x="1401266" y="55699"/>
                </a:cubicBezTo>
                <a:cubicBezTo>
                  <a:pt x="1399712" y="59825"/>
                  <a:pt x="1398935" y="65773"/>
                  <a:pt x="1398935" y="73542"/>
                </a:cubicBezTo>
                <a:lnTo>
                  <a:pt x="1398935" y="117829"/>
                </a:lnTo>
                <a:lnTo>
                  <a:pt x="1384468" y="117829"/>
                </a:lnTo>
                <a:close/>
                <a:moveTo>
                  <a:pt x="1579389" y="90180"/>
                </a:moveTo>
                <a:lnTo>
                  <a:pt x="1594339" y="92109"/>
                </a:lnTo>
                <a:cubicBezTo>
                  <a:pt x="1591981" y="100868"/>
                  <a:pt x="1587614" y="107666"/>
                  <a:pt x="1581238" y="112504"/>
                </a:cubicBezTo>
                <a:cubicBezTo>
                  <a:pt x="1574861" y="117340"/>
                  <a:pt x="1566717" y="119758"/>
                  <a:pt x="1556804" y="119758"/>
                </a:cubicBezTo>
                <a:cubicBezTo>
                  <a:pt x="1544319" y="119758"/>
                  <a:pt x="1534420" y="115913"/>
                  <a:pt x="1527106" y="108224"/>
                </a:cubicBezTo>
                <a:cubicBezTo>
                  <a:pt x="1519791" y="100535"/>
                  <a:pt x="1516134" y="89751"/>
                  <a:pt x="1516134" y="75873"/>
                </a:cubicBezTo>
                <a:cubicBezTo>
                  <a:pt x="1516134" y="61513"/>
                  <a:pt x="1519832" y="50368"/>
                  <a:pt x="1527226" y="42438"/>
                </a:cubicBezTo>
                <a:cubicBezTo>
                  <a:pt x="1534621" y="34507"/>
                  <a:pt x="1544212" y="30542"/>
                  <a:pt x="1556000" y="30542"/>
                </a:cubicBezTo>
                <a:cubicBezTo>
                  <a:pt x="1567413" y="30542"/>
                  <a:pt x="1576737" y="34421"/>
                  <a:pt x="1583970" y="42179"/>
                </a:cubicBezTo>
                <a:cubicBezTo>
                  <a:pt x="1591204" y="49935"/>
                  <a:pt x="1594821" y="60847"/>
                  <a:pt x="1594821" y="74916"/>
                </a:cubicBezTo>
                <a:cubicBezTo>
                  <a:pt x="1594821" y="75772"/>
                  <a:pt x="1594794" y="77055"/>
                  <a:pt x="1594740" y="78767"/>
                </a:cubicBezTo>
                <a:lnTo>
                  <a:pt x="1531084" y="78767"/>
                </a:lnTo>
                <a:cubicBezTo>
                  <a:pt x="1531620" y="88170"/>
                  <a:pt x="1534272" y="95371"/>
                  <a:pt x="1539041" y="100367"/>
                </a:cubicBezTo>
                <a:cubicBezTo>
                  <a:pt x="1543810" y="105364"/>
                  <a:pt x="1549758" y="107862"/>
                  <a:pt x="1556884" y="107862"/>
                </a:cubicBezTo>
                <a:cubicBezTo>
                  <a:pt x="1562189" y="107862"/>
                  <a:pt x="1566717" y="106456"/>
                  <a:pt x="1570467" y="103645"/>
                </a:cubicBezTo>
                <a:cubicBezTo>
                  <a:pt x="1574218" y="100832"/>
                  <a:pt x="1577192" y="96344"/>
                  <a:pt x="1579389" y="90180"/>
                </a:cubicBezTo>
                <a:moveTo>
                  <a:pt x="1531888" y="66871"/>
                </a:moveTo>
                <a:lnTo>
                  <a:pt x="1579550" y="66871"/>
                </a:lnTo>
                <a:cubicBezTo>
                  <a:pt x="1578907" y="59715"/>
                  <a:pt x="1577085" y="54347"/>
                  <a:pt x="1574084" y="50769"/>
                </a:cubicBezTo>
                <a:cubicBezTo>
                  <a:pt x="1569476" y="45215"/>
                  <a:pt x="1563502" y="42438"/>
                  <a:pt x="1556161" y="42438"/>
                </a:cubicBezTo>
                <a:cubicBezTo>
                  <a:pt x="1549517" y="42438"/>
                  <a:pt x="1543931" y="44655"/>
                  <a:pt x="1539403" y="49089"/>
                </a:cubicBezTo>
                <a:cubicBezTo>
                  <a:pt x="1534875" y="53521"/>
                  <a:pt x="1532370" y="59448"/>
                  <a:pt x="1531888" y="66871"/>
                </a:cubicBezTo>
                <a:close/>
                <a:moveTo>
                  <a:pt x="1612340" y="117829"/>
                </a:moveTo>
                <a:lnTo>
                  <a:pt x="1612340" y="32471"/>
                </a:lnTo>
                <a:lnTo>
                  <a:pt x="1625360" y="32471"/>
                </a:lnTo>
                <a:lnTo>
                  <a:pt x="1625360" y="44608"/>
                </a:lnTo>
                <a:cubicBezTo>
                  <a:pt x="1631630" y="35231"/>
                  <a:pt x="1640685" y="30542"/>
                  <a:pt x="1652527" y="30542"/>
                </a:cubicBezTo>
                <a:cubicBezTo>
                  <a:pt x="1657671" y="30542"/>
                  <a:pt x="1662399" y="31466"/>
                  <a:pt x="1666713" y="33315"/>
                </a:cubicBezTo>
                <a:cubicBezTo>
                  <a:pt x="1671026" y="35164"/>
                  <a:pt x="1674255" y="37588"/>
                  <a:pt x="1676398" y="40589"/>
                </a:cubicBezTo>
                <a:cubicBezTo>
                  <a:pt x="1678541" y="43590"/>
                  <a:pt x="1680042" y="47153"/>
                  <a:pt x="1680899" y="51279"/>
                </a:cubicBezTo>
                <a:cubicBezTo>
                  <a:pt x="1681435" y="53958"/>
                  <a:pt x="1681703" y="58646"/>
                  <a:pt x="1681703" y="65344"/>
                </a:cubicBezTo>
                <a:lnTo>
                  <a:pt x="1681703" y="117829"/>
                </a:lnTo>
                <a:lnTo>
                  <a:pt x="1667235" y="117829"/>
                </a:lnTo>
                <a:lnTo>
                  <a:pt x="1667235" y="65907"/>
                </a:lnTo>
                <a:cubicBezTo>
                  <a:pt x="1667235" y="60013"/>
                  <a:pt x="1666673" y="55606"/>
                  <a:pt x="1665547" y="52685"/>
                </a:cubicBezTo>
                <a:cubicBezTo>
                  <a:pt x="1664422" y="49765"/>
                  <a:pt x="1662426" y="47434"/>
                  <a:pt x="1659560" y="45693"/>
                </a:cubicBezTo>
                <a:cubicBezTo>
                  <a:pt x="1656693" y="43951"/>
                  <a:pt x="1653331" y="43081"/>
                  <a:pt x="1649473" y="43081"/>
                </a:cubicBezTo>
                <a:cubicBezTo>
                  <a:pt x="1643311" y="43081"/>
                  <a:pt x="1637993" y="45036"/>
                  <a:pt x="1633518" y="48948"/>
                </a:cubicBezTo>
                <a:cubicBezTo>
                  <a:pt x="1629044" y="52859"/>
                  <a:pt x="1626807" y="60281"/>
                  <a:pt x="1626807" y="71212"/>
                </a:cubicBezTo>
                <a:lnTo>
                  <a:pt x="1626807" y="117829"/>
                </a:lnTo>
                <a:lnTo>
                  <a:pt x="1612340" y="117829"/>
                </a:lnTo>
                <a:close/>
                <a:moveTo>
                  <a:pt x="1735309" y="104888"/>
                </a:moveTo>
                <a:lnTo>
                  <a:pt x="1737399" y="117668"/>
                </a:lnTo>
                <a:cubicBezTo>
                  <a:pt x="1733327" y="118525"/>
                  <a:pt x="1729683" y="118954"/>
                  <a:pt x="1726468" y="118954"/>
                </a:cubicBezTo>
                <a:cubicBezTo>
                  <a:pt x="1721217" y="118954"/>
                  <a:pt x="1717145" y="118123"/>
                  <a:pt x="1714251" y="116462"/>
                </a:cubicBezTo>
                <a:cubicBezTo>
                  <a:pt x="1711358" y="114801"/>
                  <a:pt x="1709321" y="112618"/>
                  <a:pt x="1708143" y="109912"/>
                </a:cubicBezTo>
                <a:cubicBezTo>
                  <a:pt x="1706964" y="107206"/>
                  <a:pt x="1706374" y="101513"/>
                  <a:pt x="1706374" y="92832"/>
                </a:cubicBezTo>
                <a:lnTo>
                  <a:pt x="1706374" y="43724"/>
                </a:lnTo>
                <a:lnTo>
                  <a:pt x="1695765" y="43724"/>
                </a:lnTo>
                <a:lnTo>
                  <a:pt x="1695765" y="32471"/>
                </a:lnTo>
                <a:lnTo>
                  <a:pt x="1706374" y="32471"/>
                </a:lnTo>
                <a:lnTo>
                  <a:pt x="1706374" y="11333"/>
                </a:lnTo>
                <a:lnTo>
                  <a:pt x="1720761" y="2652"/>
                </a:lnTo>
                <a:lnTo>
                  <a:pt x="1720761" y="32471"/>
                </a:lnTo>
                <a:lnTo>
                  <a:pt x="1735309" y="32471"/>
                </a:lnTo>
                <a:lnTo>
                  <a:pt x="1735309" y="43724"/>
                </a:lnTo>
                <a:lnTo>
                  <a:pt x="1720761" y="43724"/>
                </a:lnTo>
                <a:lnTo>
                  <a:pt x="1720761" y="93636"/>
                </a:lnTo>
                <a:cubicBezTo>
                  <a:pt x="1720761" y="97762"/>
                  <a:pt x="1721016" y="100414"/>
                  <a:pt x="1721525" y="101593"/>
                </a:cubicBezTo>
                <a:cubicBezTo>
                  <a:pt x="1722034" y="102772"/>
                  <a:pt x="1722864" y="103709"/>
                  <a:pt x="1724017" y="104406"/>
                </a:cubicBezTo>
                <a:cubicBezTo>
                  <a:pt x="1725169" y="105103"/>
                  <a:pt x="1726816" y="105451"/>
                  <a:pt x="1728960" y="105451"/>
                </a:cubicBezTo>
                <a:cubicBezTo>
                  <a:pt x="1730567" y="105451"/>
                  <a:pt x="1732684" y="105263"/>
                  <a:pt x="1735309" y="104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68338cde34146"/>
          <a:stretch xmlns:a="http://schemas.openxmlformats.org/drawingml/2006/main"/>
        </p:blipFill>
        <p:spPr>
          <a:xfrm xmlns:a="http://schemas.openxmlformats.org/drawingml/2006/main">
            <a:off x="4740371" y="5384428"/>
            <a:ext cx="214480" cy="230566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7345410a54421"/>
          <a:stretch xmlns:a="http://schemas.openxmlformats.org/drawingml/2006/main"/>
        </p:blipFill>
        <p:spPr>
          <a:xfrm xmlns:a="http://schemas.openxmlformats.org/drawingml/2006/main">
            <a:off x="120276" y="2410081"/>
            <a:ext cx="1292800" cy="698188"/>
          </a:xfrm>
          <a:prstGeom xmlns:a="http://schemas.openxmlformats.org/drawingml/2006/main" prst="rect">
            <a:avLst/>
          </a:prstGeom>
        </p:spPr>
      </p:pic>
      <p:sp>
        <p:nvSpPr>
          <p:cNvPr id="24" name="Text Fault">
            <a:extLst xmlns:a="http://schemas.openxmlformats.org/drawingml/2006/main">
              <a:ext uri="{FF2B5EF4-FFF2-40B4-BE49-F238E27FC236}">
                <a16:creationId xmlns:a16="http://schemas.microsoft.com/office/drawing/2014/main" id="{61C740FC-F811-444E-9202-F26B0390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64" y="2575492"/>
            <a:ext cx="350279" cy="119758"/>
          </a:xfrm>
          <a:custGeom xmlns:a="http://schemas.openxmlformats.org/drawingml/2006/main">
            <a:pathLst>
              <a:path w="350279" h="119758">
                <a:moveTo>
                  <a:pt x="0" y="117829"/>
                </a:moveTo>
                <a:lnTo>
                  <a:pt x="0" y="0"/>
                </a:lnTo>
                <a:lnTo>
                  <a:pt x="79490" y="0"/>
                </a:lnTo>
                <a:lnTo>
                  <a:pt x="79490" y="13985"/>
                </a:lnTo>
                <a:lnTo>
                  <a:pt x="15593" y="13985"/>
                </a:lnTo>
                <a:lnTo>
                  <a:pt x="15593" y="50314"/>
                </a:lnTo>
                <a:lnTo>
                  <a:pt x="70890" y="50314"/>
                </a:lnTo>
                <a:lnTo>
                  <a:pt x="70890" y="64299"/>
                </a:lnTo>
                <a:lnTo>
                  <a:pt x="15593" y="64299"/>
                </a:lnTo>
                <a:lnTo>
                  <a:pt x="15593" y="117829"/>
                </a:lnTo>
                <a:lnTo>
                  <a:pt x="0" y="117829"/>
                </a:lnTo>
                <a:close/>
                <a:moveTo>
                  <a:pt x="153217" y="107058"/>
                </a:moveTo>
                <a:cubicBezTo>
                  <a:pt x="147858" y="111702"/>
                  <a:pt x="142701" y="114979"/>
                  <a:pt x="137745" y="116892"/>
                </a:cubicBezTo>
                <a:cubicBezTo>
                  <a:pt x="132788" y="118802"/>
                  <a:pt x="127470" y="119758"/>
                  <a:pt x="121790" y="119758"/>
                </a:cubicBezTo>
                <a:cubicBezTo>
                  <a:pt x="112413" y="119758"/>
                  <a:pt x="105206" y="117467"/>
                  <a:pt x="100170" y="112886"/>
                </a:cubicBezTo>
                <a:cubicBezTo>
                  <a:pt x="95133" y="108304"/>
                  <a:pt x="92615" y="102450"/>
                  <a:pt x="92615" y="95324"/>
                </a:cubicBezTo>
                <a:cubicBezTo>
                  <a:pt x="92615" y="91144"/>
                  <a:pt x="93566" y="87327"/>
                  <a:pt x="95468" y="83870"/>
                </a:cubicBezTo>
                <a:cubicBezTo>
                  <a:pt x="97370" y="80414"/>
                  <a:pt x="99862" y="77641"/>
                  <a:pt x="102943" y="75552"/>
                </a:cubicBezTo>
                <a:cubicBezTo>
                  <a:pt x="106024" y="73462"/>
                  <a:pt x="109493" y="71881"/>
                  <a:pt x="113351" y="70810"/>
                </a:cubicBezTo>
                <a:cubicBezTo>
                  <a:pt x="116191" y="70059"/>
                  <a:pt x="120478" y="69336"/>
                  <a:pt x="126211" y="68640"/>
                </a:cubicBezTo>
                <a:cubicBezTo>
                  <a:pt x="137892" y="67246"/>
                  <a:pt x="146492" y="65585"/>
                  <a:pt x="152011" y="63656"/>
                </a:cubicBezTo>
                <a:cubicBezTo>
                  <a:pt x="152065" y="61682"/>
                  <a:pt x="152091" y="60428"/>
                  <a:pt x="152091" y="59894"/>
                </a:cubicBezTo>
                <a:cubicBezTo>
                  <a:pt x="152091" y="54021"/>
                  <a:pt x="150725" y="49885"/>
                  <a:pt x="147992" y="47484"/>
                </a:cubicBezTo>
                <a:cubicBezTo>
                  <a:pt x="144295" y="44227"/>
                  <a:pt x="138803" y="42598"/>
                  <a:pt x="131516" y="42598"/>
                </a:cubicBezTo>
                <a:cubicBezTo>
                  <a:pt x="124711" y="42598"/>
                  <a:pt x="119687" y="43791"/>
                  <a:pt x="116445" y="46175"/>
                </a:cubicBezTo>
                <a:cubicBezTo>
                  <a:pt x="113204" y="48559"/>
                  <a:pt x="110806" y="52779"/>
                  <a:pt x="109252" y="58834"/>
                </a:cubicBezTo>
                <a:lnTo>
                  <a:pt x="95106" y="56905"/>
                </a:lnTo>
                <a:cubicBezTo>
                  <a:pt x="96392" y="50832"/>
                  <a:pt x="98509" y="45927"/>
                  <a:pt x="101456" y="42191"/>
                </a:cubicBezTo>
                <a:cubicBezTo>
                  <a:pt x="104403" y="38456"/>
                  <a:pt x="108663" y="35581"/>
                  <a:pt x="114235" y="33566"/>
                </a:cubicBezTo>
                <a:cubicBezTo>
                  <a:pt x="119808" y="31550"/>
                  <a:pt x="126265" y="30542"/>
                  <a:pt x="133605" y="30542"/>
                </a:cubicBezTo>
                <a:cubicBezTo>
                  <a:pt x="140893" y="30542"/>
                  <a:pt x="146813" y="31403"/>
                  <a:pt x="151368" y="33124"/>
                </a:cubicBezTo>
                <a:cubicBezTo>
                  <a:pt x="155923" y="34844"/>
                  <a:pt x="159271" y="37008"/>
                  <a:pt x="161415" y="39617"/>
                </a:cubicBezTo>
                <a:cubicBezTo>
                  <a:pt x="163558" y="42224"/>
                  <a:pt x="165058" y="45518"/>
                  <a:pt x="165916" y="49498"/>
                </a:cubicBezTo>
                <a:cubicBezTo>
                  <a:pt x="166398" y="51971"/>
                  <a:pt x="166639" y="56413"/>
                  <a:pt x="166639" y="62825"/>
                </a:cubicBezTo>
                <a:lnTo>
                  <a:pt x="166639" y="82060"/>
                </a:lnTo>
                <a:cubicBezTo>
                  <a:pt x="166639" y="95470"/>
                  <a:pt x="166947" y="103964"/>
                  <a:pt x="167563" y="107541"/>
                </a:cubicBezTo>
                <a:cubicBezTo>
                  <a:pt x="168180" y="111117"/>
                  <a:pt x="169399" y="114547"/>
                  <a:pt x="171220" y="117829"/>
                </a:cubicBezTo>
                <a:lnTo>
                  <a:pt x="156110" y="117829"/>
                </a:lnTo>
                <a:cubicBezTo>
                  <a:pt x="154610" y="114759"/>
                  <a:pt x="153645" y="111169"/>
                  <a:pt x="153217" y="107058"/>
                </a:cubicBezTo>
                <a:moveTo>
                  <a:pt x="152011" y="75069"/>
                </a:moveTo>
                <a:cubicBezTo>
                  <a:pt x="146760" y="77203"/>
                  <a:pt x="138883" y="79016"/>
                  <a:pt x="128381" y="80510"/>
                </a:cubicBezTo>
                <a:cubicBezTo>
                  <a:pt x="122433" y="81362"/>
                  <a:pt x="118227" y="82322"/>
                  <a:pt x="115762" y="83388"/>
                </a:cubicBezTo>
                <a:cubicBezTo>
                  <a:pt x="113297" y="84455"/>
                  <a:pt x="111395" y="86015"/>
                  <a:pt x="110056" y="88067"/>
                </a:cubicBezTo>
                <a:cubicBezTo>
                  <a:pt x="108716" y="90120"/>
                  <a:pt x="108046" y="92400"/>
                  <a:pt x="108046" y="94907"/>
                </a:cubicBezTo>
                <a:cubicBezTo>
                  <a:pt x="108046" y="98746"/>
                  <a:pt x="109506" y="101946"/>
                  <a:pt x="112427" y="104507"/>
                </a:cubicBezTo>
                <a:cubicBezTo>
                  <a:pt x="115347" y="107065"/>
                  <a:pt x="119620" y="108344"/>
                  <a:pt x="125246" y="108344"/>
                </a:cubicBezTo>
                <a:cubicBezTo>
                  <a:pt x="130819" y="108344"/>
                  <a:pt x="135775" y="107130"/>
                  <a:pt x="140116" y="104700"/>
                </a:cubicBezTo>
                <a:cubicBezTo>
                  <a:pt x="144456" y="102269"/>
                  <a:pt x="147644" y="98947"/>
                  <a:pt x="149680" y="94736"/>
                </a:cubicBezTo>
                <a:cubicBezTo>
                  <a:pt x="151234" y="91486"/>
                  <a:pt x="152011" y="86689"/>
                  <a:pt x="152011" y="80347"/>
                </a:cubicBezTo>
                <a:lnTo>
                  <a:pt x="152011" y="75069"/>
                </a:lnTo>
                <a:close/>
                <a:moveTo>
                  <a:pt x="244841" y="117829"/>
                </a:moveTo>
                <a:lnTo>
                  <a:pt x="244841" y="105212"/>
                </a:lnTo>
                <a:cubicBezTo>
                  <a:pt x="238196" y="114909"/>
                  <a:pt x="229168" y="119758"/>
                  <a:pt x="217755" y="119758"/>
                </a:cubicBezTo>
                <a:cubicBezTo>
                  <a:pt x="212718" y="119758"/>
                  <a:pt x="208016" y="118793"/>
                  <a:pt x="203649" y="116864"/>
                </a:cubicBezTo>
                <a:cubicBezTo>
                  <a:pt x="199282" y="114935"/>
                  <a:pt x="196040" y="112510"/>
                  <a:pt x="193924" y="109590"/>
                </a:cubicBezTo>
                <a:cubicBezTo>
                  <a:pt x="191807" y="106670"/>
                  <a:pt x="190320" y="103093"/>
                  <a:pt x="189463" y="98860"/>
                </a:cubicBezTo>
                <a:cubicBezTo>
                  <a:pt x="188873" y="96020"/>
                  <a:pt x="188579" y="91519"/>
                  <a:pt x="188579" y="85357"/>
                </a:cubicBezTo>
                <a:lnTo>
                  <a:pt x="188579" y="32471"/>
                </a:lnTo>
                <a:lnTo>
                  <a:pt x="203046" y="32471"/>
                </a:lnTo>
                <a:lnTo>
                  <a:pt x="203046" y="79761"/>
                </a:lnTo>
                <a:cubicBezTo>
                  <a:pt x="203046" y="87308"/>
                  <a:pt x="203341" y="92393"/>
                  <a:pt x="203930" y="95015"/>
                </a:cubicBezTo>
                <a:cubicBezTo>
                  <a:pt x="204841" y="98816"/>
                  <a:pt x="206770" y="101801"/>
                  <a:pt x="209717" y="103969"/>
                </a:cubicBezTo>
                <a:cubicBezTo>
                  <a:pt x="212664" y="106136"/>
                  <a:pt x="216308" y="107219"/>
                  <a:pt x="220648" y="107219"/>
                </a:cubicBezTo>
                <a:cubicBezTo>
                  <a:pt x="224988" y="107219"/>
                  <a:pt x="229060" y="106109"/>
                  <a:pt x="232865" y="103889"/>
                </a:cubicBezTo>
                <a:cubicBezTo>
                  <a:pt x="236669" y="101667"/>
                  <a:pt x="239362" y="98643"/>
                  <a:pt x="240942" y="94816"/>
                </a:cubicBezTo>
                <a:cubicBezTo>
                  <a:pt x="242523" y="90989"/>
                  <a:pt x="243314" y="85435"/>
                  <a:pt x="243314" y="78156"/>
                </a:cubicBezTo>
                <a:lnTo>
                  <a:pt x="243314" y="32471"/>
                </a:lnTo>
                <a:lnTo>
                  <a:pt x="257781" y="32471"/>
                </a:lnTo>
                <a:lnTo>
                  <a:pt x="257781" y="117829"/>
                </a:lnTo>
                <a:lnTo>
                  <a:pt x="244841" y="117829"/>
                </a:lnTo>
                <a:close/>
                <a:moveTo>
                  <a:pt x="279962" y="117829"/>
                </a:moveTo>
                <a:lnTo>
                  <a:pt x="279962" y="0"/>
                </a:lnTo>
                <a:lnTo>
                  <a:pt x="294429" y="0"/>
                </a:lnTo>
                <a:lnTo>
                  <a:pt x="294429" y="117829"/>
                </a:lnTo>
                <a:lnTo>
                  <a:pt x="279962" y="117829"/>
                </a:lnTo>
                <a:close/>
                <a:moveTo>
                  <a:pt x="348189" y="104888"/>
                </a:moveTo>
                <a:lnTo>
                  <a:pt x="350279" y="117668"/>
                </a:lnTo>
                <a:cubicBezTo>
                  <a:pt x="346206" y="118525"/>
                  <a:pt x="342563" y="118954"/>
                  <a:pt x="339348" y="118954"/>
                </a:cubicBezTo>
                <a:cubicBezTo>
                  <a:pt x="334097" y="118954"/>
                  <a:pt x="330024" y="118123"/>
                  <a:pt x="327131" y="116462"/>
                </a:cubicBezTo>
                <a:cubicBezTo>
                  <a:pt x="324237" y="114801"/>
                  <a:pt x="322201" y="112618"/>
                  <a:pt x="321023" y="109912"/>
                </a:cubicBezTo>
                <a:cubicBezTo>
                  <a:pt x="319844" y="107206"/>
                  <a:pt x="319254" y="101513"/>
                  <a:pt x="319254" y="92832"/>
                </a:cubicBezTo>
                <a:lnTo>
                  <a:pt x="319254" y="43724"/>
                </a:lnTo>
                <a:lnTo>
                  <a:pt x="308645" y="43724"/>
                </a:lnTo>
                <a:lnTo>
                  <a:pt x="308645" y="32471"/>
                </a:lnTo>
                <a:lnTo>
                  <a:pt x="319254" y="32471"/>
                </a:lnTo>
                <a:lnTo>
                  <a:pt x="319254" y="11333"/>
                </a:lnTo>
                <a:lnTo>
                  <a:pt x="333641" y="2652"/>
                </a:lnTo>
                <a:lnTo>
                  <a:pt x="333641" y="32471"/>
                </a:lnTo>
                <a:lnTo>
                  <a:pt x="348189" y="32471"/>
                </a:lnTo>
                <a:lnTo>
                  <a:pt x="348189" y="43724"/>
                </a:lnTo>
                <a:lnTo>
                  <a:pt x="333641" y="43724"/>
                </a:lnTo>
                <a:lnTo>
                  <a:pt x="333641" y="93636"/>
                </a:lnTo>
                <a:cubicBezTo>
                  <a:pt x="333641" y="97762"/>
                  <a:pt x="333896" y="100414"/>
                  <a:pt x="334405" y="101593"/>
                </a:cubicBezTo>
                <a:cubicBezTo>
                  <a:pt x="334914" y="102772"/>
                  <a:pt x="335744" y="103709"/>
                  <a:pt x="336896" y="104406"/>
                </a:cubicBezTo>
                <a:cubicBezTo>
                  <a:pt x="338048" y="105103"/>
                  <a:pt x="339696" y="105451"/>
                  <a:pt x="341839" y="105451"/>
                </a:cubicBezTo>
                <a:cubicBezTo>
                  <a:pt x="343447" y="105451"/>
                  <a:pt x="345563" y="105263"/>
                  <a:pt x="348189" y="104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Localizer">
            <a:extLst xmlns:a="http://schemas.openxmlformats.org/drawingml/2006/main">
              <a:ext uri="{FF2B5EF4-FFF2-40B4-BE49-F238E27FC236}">
                <a16:creationId xmlns:a16="http://schemas.microsoft.com/office/drawing/2014/main" id="{5307F884-8306-4731-95F5-9FA1A125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56" y="2772317"/>
            <a:ext cx="647199" cy="119758"/>
          </a:xfrm>
          <a:custGeom xmlns:a="http://schemas.openxmlformats.org/drawingml/2006/main">
            <a:pathLst>
              <a:path w="647199" h="119758">
                <a:moveTo>
                  <a:pt x="0" y="117829"/>
                </a:moveTo>
                <a:lnTo>
                  <a:pt x="0" y="0"/>
                </a:lnTo>
                <a:lnTo>
                  <a:pt x="15593" y="0"/>
                </a:lnTo>
                <a:lnTo>
                  <a:pt x="15593" y="103843"/>
                </a:lnTo>
                <a:lnTo>
                  <a:pt x="73623" y="103843"/>
                </a:lnTo>
                <a:lnTo>
                  <a:pt x="73623" y="117829"/>
                </a:lnTo>
                <a:lnTo>
                  <a:pt x="0" y="117829"/>
                </a:lnTo>
                <a:close/>
                <a:moveTo>
                  <a:pt x="84792" y="75150"/>
                </a:moveTo>
                <a:cubicBezTo>
                  <a:pt x="84792" y="59343"/>
                  <a:pt x="89186" y="47635"/>
                  <a:pt x="97974" y="40026"/>
                </a:cubicBezTo>
                <a:cubicBezTo>
                  <a:pt x="105314" y="33704"/>
                  <a:pt x="114263" y="30542"/>
                  <a:pt x="124819" y="30542"/>
                </a:cubicBezTo>
                <a:cubicBezTo>
                  <a:pt x="136553" y="30542"/>
                  <a:pt x="146144" y="34387"/>
                  <a:pt x="153592" y="42076"/>
                </a:cubicBezTo>
                <a:cubicBezTo>
                  <a:pt x="161040" y="49765"/>
                  <a:pt x="164764" y="60388"/>
                  <a:pt x="164764" y="73944"/>
                </a:cubicBezTo>
                <a:cubicBezTo>
                  <a:pt x="164764" y="84929"/>
                  <a:pt x="163117" y="93569"/>
                  <a:pt x="159821" y="99865"/>
                </a:cubicBezTo>
                <a:cubicBezTo>
                  <a:pt x="156526" y="106161"/>
                  <a:pt x="151730" y="111050"/>
                  <a:pt x="145435" y="114533"/>
                </a:cubicBezTo>
                <a:cubicBezTo>
                  <a:pt x="139139" y="118016"/>
                  <a:pt x="132267" y="119758"/>
                  <a:pt x="124819" y="119758"/>
                </a:cubicBezTo>
                <a:cubicBezTo>
                  <a:pt x="112870" y="119758"/>
                  <a:pt x="103211" y="115926"/>
                  <a:pt x="95844" y="108264"/>
                </a:cubicBezTo>
                <a:cubicBezTo>
                  <a:pt x="88476" y="100602"/>
                  <a:pt x="84792" y="89564"/>
                  <a:pt x="84792" y="75150"/>
                </a:cubicBezTo>
                <a:moveTo>
                  <a:pt x="99661" y="75190"/>
                </a:moveTo>
                <a:cubicBezTo>
                  <a:pt x="99661" y="86108"/>
                  <a:pt x="102046" y="94282"/>
                  <a:pt x="106815" y="99714"/>
                </a:cubicBezTo>
                <a:cubicBezTo>
                  <a:pt x="111584" y="105146"/>
                  <a:pt x="117585" y="107862"/>
                  <a:pt x="124819" y="107862"/>
                </a:cubicBezTo>
                <a:cubicBezTo>
                  <a:pt x="131999" y="107862"/>
                  <a:pt x="137973" y="105133"/>
                  <a:pt x="142742" y="99674"/>
                </a:cubicBezTo>
                <a:cubicBezTo>
                  <a:pt x="147511" y="94215"/>
                  <a:pt x="149895" y="85893"/>
                  <a:pt x="149895" y="74708"/>
                </a:cubicBezTo>
                <a:cubicBezTo>
                  <a:pt x="149895" y="64165"/>
                  <a:pt x="147497" y="56178"/>
                  <a:pt x="142702" y="50746"/>
                </a:cubicBezTo>
                <a:cubicBezTo>
                  <a:pt x="137906" y="45314"/>
                  <a:pt x="131945" y="42598"/>
                  <a:pt x="124819" y="42598"/>
                </a:cubicBezTo>
                <a:cubicBezTo>
                  <a:pt x="117585" y="42598"/>
                  <a:pt x="111584" y="45301"/>
                  <a:pt x="106815" y="50706"/>
                </a:cubicBezTo>
                <a:cubicBezTo>
                  <a:pt x="102046" y="56111"/>
                  <a:pt x="99661" y="64273"/>
                  <a:pt x="99661" y="75190"/>
                </a:cubicBezTo>
                <a:close/>
                <a:moveTo>
                  <a:pt x="237259" y="86483"/>
                </a:moveTo>
                <a:lnTo>
                  <a:pt x="251486" y="88412"/>
                </a:lnTo>
                <a:cubicBezTo>
                  <a:pt x="249932" y="98217"/>
                  <a:pt x="245953" y="105893"/>
                  <a:pt x="239550" y="111439"/>
                </a:cubicBezTo>
                <a:cubicBezTo>
                  <a:pt x="233147" y="116985"/>
                  <a:pt x="225284" y="119758"/>
                  <a:pt x="215960" y="119758"/>
                </a:cubicBezTo>
                <a:cubicBezTo>
                  <a:pt x="204279" y="119758"/>
                  <a:pt x="194889" y="115940"/>
                  <a:pt x="187789" y="108304"/>
                </a:cubicBezTo>
                <a:cubicBezTo>
                  <a:pt x="180689" y="100669"/>
                  <a:pt x="177140" y="89724"/>
                  <a:pt x="177140" y="75471"/>
                </a:cubicBezTo>
                <a:cubicBezTo>
                  <a:pt x="177140" y="66255"/>
                  <a:pt x="178667" y="58191"/>
                  <a:pt x="181721" y="51279"/>
                </a:cubicBezTo>
                <a:cubicBezTo>
                  <a:pt x="184775" y="44367"/>
                  <a:pt x="189423" y="39182"/>
                  <a:pt x="195666" y="35726"/>
                </a:cubicBezTo>
                <a:cubicBezTo>
                  <a:pt x="201908" y="32270"/>
                  <a:pt x="208700" y="30542"/>
                  <a:pt x="216041" y="30542"/>
                </a:cubicBezTo>
                <a:cubicBezTo>
                  <a:pt x="225310" y="30542"/>
                  <a:pt x="232892" y="32873"/>
                  <a:pt x="238787" y="37535"/>
                </a:cubicBezTo>
                <a:cubicBezTo>
                  <a:pt x="244681" y="42195"/>
                  <a:pt x="248458" y="48812"/>
                  <a:pt x="250119" y="57387"/>
                </a:cubicBezTo>
                <a:lnTo>
                  <a:pt x="236054" y="59638"/>
                </a:lnTo>
                <a:cubicBezTo>
                  <a:pt x="234714" y="53931"/>
                  <a:pt x="232343" y="49638"/>
                  <a:pt x="228941" y="46758"/>
                </a:cubicBezTo>
                <a:cubicBezTo>
                  <a:pt x="225538" y="43878"/>
                  <a:pt x="221426" y="42438"/>
                  <a:pt x="216603" y="42438"/>
                </a:cubicBezTo>
                <a:cubicBezTo>
                  <a:pt x="209316" y="42438"/>
                  <a:pt x="203395" y="45050"/>
                  <a:pt x="198841" y="50274"/>
                </a:cubicBezTo>
                <a:cubicBezTo>
                  <a:pt x="194286" y="55498"/>
                  <a:pt x="192009" y="63763"/>
                  <a:pt x="192009" y="75069"/>
                </a:cubicBezTo>
                <a:cubicBezTo>
                  <a:pt x="192009" y="86536"/>
                  <a:pt x="194206" y="94868"/>
                  <a:pt x="198599" y="100066"/>
                </a:cubicBezTo>
                <a:cubicBezTo>
                  <a:pt x="202993" y="105263"/>
                  <a:pt x="208727" y="107862"/>
                  <a:pt x="215800" y="107862"/>
                </a:cubicBezTo>
                <a:cubicBezTo>
                  <a:pt x="221479" y="107862"/>
                  <a:pt x="226221" y="106114"/>
                  <a:pt x="230026" y="102618"/>
                </a:cubicBezTo>
                <a:cubicBezTo>
                  <a:pt x="233830" y="99121"/>
                  <a:pt x="236241" y="93743"/>
                  <a:pt x="237259" y="86483"/>
                </a:cubicBezTo>
                <a:close/>
                <a:moveTo>
                  <a:pt x="319270" y="107058"/>
                </a:moveTo>
                <a:cubicBezTo>
                  <a:pt x="313911" y="111702"/>
                  <a:pt x="308754" y="114979"/>
                  <a:pt x="303798" y="116892"/>
                </a:cubicBezTo>
                <a:cubicBezTo>
                  <a:pt x="298841" y="118802"/>
                  <a:pt x="293523" y="119758"/>
                  <a:pt x="287843" y="119758"/>
                </a:cubicBezTo>
                <a:cubicBezTo>
                  <a:pt x="278466" y="119758"/>
                  <a:pt x="271259" y="117467"/>
                  <a:pt x="266223" y="112886"/>
                </a:cubicBezTo>
                <a:cubicBezTo>
                  <a:pt x="261186" y="108304"/>
                  <a:pt x="258667" y="102450"/>
                  <a:pt x="258667" y="95324"/>
                </a:cubicBezTo>
                <a:cubicBezTo>
                  <a:pt x="258667" y="91144"/>
                  <a:pt x="259619" y="87327"/>
                  <a:pt x="261521" y="83870"/>
                </a:cubicBezTo>
                <a:cubicBezTo>
                  <a:pt x="263423" y="80414"/>
                  <a:pt x="265915" y="77641"/>
                  <a:pt x="268996" y="75552"/>
                </a:cubicBezTo>
                <a:cubicBezTo>
                  <a:pt x="272077" y="73462"/>
                  <a:pt x="275546" y="71881"/>
                  <a:pt x="279404" y="70810"/>
                </a:cubicBezTo>
                <a:cubicBezTo>
                  <a:pt x="282244" y="70059"/>
                  <a:pt x="286531" y="69336"/>
                  <a:pt x="292264" y="68640"/>
                </a:cubicBezTo>
                <a:cubicBezTo>
                  <a:pt x="303945" y="67246"/>
                  <a:pt x="312545" y="65585"/>
                  <a:pt x="318064" y="63656"/>
                </a:cubicBezTo>
                <a:cubicBezTo>
                  <a:pt x="318118" y="61682"/>
                  <a:pt x="318144" y="60428"/>
                  <a:pt x="318144" y="59894"/>
                </a:cubicBezTo>
                <a:cubicBezTo>
                  <a:pt x="318144" y="54021"/>
                  <a:pt x="316778" y="49885"/>
                  <a:pt x="314045" y="47484"/>
                </a:cubicBezTo>
                <a:cubicBezTo>
                  <a:pt x="310348" y="44227"/>
                  <a:pt x="304856" y="42598"/>
                  <a:pt x="297569" y="42598"/>
                </a:cubicBezTo>
                <a:cubicBezTo>
                  <a:pt x="290764" y="42598"/>
                  <a:pt x="285740" y="43791"/>
                  <a:pt x="282498" y="46175"/>
                </a:cubicBezTo>
                <a:cubicBezTo>
                  <a:pt x="279257" y="48559"/>
                  <a:pt x="276859" y="52779"/>
                  <a:pt x="275305" y="58834"/>
                </a:cubicBezTo>
                <a:lnTo>
                  <a:pt x="261159" y="56905"/>
                </a:lnTo>
                <a:cubicBezTo>
                  <a:pt x="262445" y="50832"/>
                  <a:pt x="264562" y="45927"/>
                  <a:pt x="267509" y="42191"/>
                </a:cubicBezTo>
                <a:cubicBezTo>
                  <a:pt x="270456" y="38456"/>
                  <a:pt x="274716" y="35581"/>
                  <a:pt x="280288" y="33566"/>
                </a:cubicBezTo>
                <a:cubicBezTo>
                  <a:pt x="285861" y="31550"/>
                  <a:pt x="292317" y="30542"/>
                  <a:pt x="299658" y="30542"/>
                </a:cubicBezTo>
                <a:cubicBezTo>
                  <a:pt x="306946" y="30542"/>
                  <a:pt x="312866" y="31403"/>
                  <a:pt x="317421" y="33124"/>
                </a:cubicBezTo>
                <a:cubicBezTo>
                  <a:pt x="321976" y="34844"/>
                  <a:pt x="325324" y="37008"/>
                  <a:pt x="327468" y="39617"/>
                </a:cubicBezTo>
                <a:cubicBezTo>
                  <a:pt x="329611" y="42224"/>
                  <a:pt x="331111" y="45518"/>
                  <a:pt x="331969" y="49498"/>
                </a:cubicBezTo>
                <a:cubicBezTo>
                  <a:pt x="332451" y="51971"/>
                  <a:pt x="332692" y="56413"/>
                  <a:pt x="332692" y="62825"/>
                </a:cubicBezTo>
                <a:lnTo>
                  <a:pt x="332692" y="82060"/>
                </a:lnTo>
                <a:cubicBezTo>
                  <a:pt x="332692" y="95470"/>
                  <a:pt x="333000" y="103964"/>
                  <a:pt x="333616" y="107541"/>
                </a:cubicBezTo>
                <a:cubicBezTo>
                  <a:pt x="334233" y="111117"/>
                  <a:pt x="335452" y="114547"/>
                  <a:pt x="337273" y="117829"/>
                </a:cubicBezTo>
                <a:lnTo>
                  <a:pt x="322163" y="117829"/>
                </a:lnTo>
                <a:cubicBezTo>
                  <a:pt x="320663" y="114759"/>
                  <a:pt x="319698" y="111169"/>
                  <a:pt x="319270" y="107058"/>
                </a:cubicBezTo>
                <a:moveTo>
                  <a:pt x="318064" y="75069"/>
                </a:moveTo>
                <a:cubicBezTo>
                  <a:pt x="312813" y="77203"/>
                  <a:pt x="304936" y="79016"/>
                  <a:pt x="294434" y="80510"/>
                </a:cubicBezTo>
                <a:cubicBezTo>
                  <a:pt x="288486" y="81362"/>
                  <a:pt x="284280" y="82322"/>
                  <a:pt x="281815" y="83388"/>
                </a:cubicBezTo>
                <a:cubicBezTo>
                  <a:pt x="279350" y="84455"/>
                  <a:pt x="277448" y="86015"/>
                  <a:pt x="276109" y="88067"/>
                </a:cubicBezTo>
                <a:cubicBezTo>
                  <a:pt x="274769" y="90120"/>
                  <a:pt x="274099" y="92400"/>
                  <a:pt x="274099" y="94907"/>
                </a:cubicBezTo>
                <a:cubicBezTo>
                  <a:pt x="274099" y="98746"/>
                  <a:pt x="275559" y="101946"/>
                  <a:pt x="278480" y="104507"/>
                </a:cubicBezTo>
                <a:cubicBezTo>
                  <a:pt x="281400" y="107065"/>
                  <a:pt x="285673" y="108344"/>
                  <a:pt x="291299" y="108344"/>
                </a:cubicBezTo>
                <a:cubicBezTo>
                  <a:pt x="296872" y="108344"/>
                  <a:pt x="301828" y="107130"/>
                  <a:pt x="306169" y="104700"/>
                </a:cubicBezTo>
                <a:cubicBezTo>
                  <a:pt x="310509" y="102269"/>
                  <a:pt x="313697" y="98947"/>
                  <a:pt x="315733" y="94736"/>
                </a:cubicBezTo>
                <a:cubicBezTo>
                  <a:pt x="317287" y="91486"/>
                  <a:pt x="318064" y="86689"/>
                  <a:pt x="318064" y="80347"/>
                </a:cubicBezTo>
                <a:lnTo>
                  <a:pt x="318064" y="75069"/>
                </a:lnTo>
                <a:close/>
                <a:moveTo>
                  <a:pt x="354632" y="117829"/>
                </a:moveTo>
                <a:lnTo>
                  <a:pt x="354632" y="0"/>
                </a:lnTo>
                <a:lnTo>
                  <a:pt x="369099" y="0"/>
                </a:lnTo>
                <a:lnTo>
                  <a:pt x="369099" y="117829"/>
                </a:lnTo>
                <a:lnTo>
                  <a:pt x="354632" y="117829"/>
                </a:lnTo>
                <a:close/>
                <a:moveTo>
                  <a:pt x="391352" y="16557"/>
                </a:moveTo>
                <a:lnTo>
                  <a:pt x="391352" y="0"/>
                </a:lnTo>
                <a:lnTo>
                  <a:pt x="405820" y="0"/>
                </a:lnTo>
                <a:lnTo>
                  <a:pt x="405820" y="16557"/>
                </a:lnTo>
                <a:lnTo>
                  <a:pt x="391352" y="16557"/>
                </a:lnTo>
                <a:moveTo>
                  <a:pt x="391352" y="117829"/>
                </a:moveTo>
                <a:lnTo>
                  <a:pt x="391352" y="32471"/>
                </a:lnTo>
                <a:lnTo>
                  <a:pt x="405820" y="32471"/>
                </a:lnTo>
                <a:lnTo>
                  <a:pt x="405820" y="117829"/>
                </a:lnTo>
                <a:lnTo>
                  <a:pt x="391352" y="117829"/>
                </a:lnTo>
                <a:close/>
                <a:moveTo>
                  <a:pt x="419955" y="117829"/>
                </a:moveTo>
                <a:lnTo>
                  <a:pt x="419955" y="106019"/>
                </a:lnTo>
                <a:lnTo>
                  <a:pt x="474288" y="43724"/>
                </a:lnTo>
                <a:cubicBezTo>
                  <a:pt x="468126" y="44045"/>
                  <a:pt x="462688" y="44206"/>
                  <a:pt x="457972" y="44206"/>
                </a:cubicBezTo>
                <a:lnTo>
                  <a:pt x="423170" y="44206"/>
                </a:lnTo>
                <a:lnTo>
                  <a:pt x="423170" y="32471"/>
                </a:lnTo>
                <a:lnTo>
                  <a:pt x="492935" y="32471"/>
                </a:lnTo>
                <a:lnTo>
                  <a:pt x="492935" y="42036"/>
                </a:lnTo>
                <a:lnTo>
                  <a:pt x="446720" y="96271"/>
                </a:lnTo>
                <a:lnTo>
                  <a:pt x="437798" y="106255"/>
                </a:lnTo>
                <a:cubicBezTo>
                  <a:pt x="444282" y="105612"/>
                  <a:pt x="450363" y="105290"/>
                  <a:pt x="456043" y="105290"/>
                </a:cubicBezTo>
                <a:lnTo>
                  <a:pt x="495507" y="105290"/>
                </a:lnTo>
                <a:lnTo>
                  <a:pt x="495507" y="117829"/>
                </a:lnTo>
                <a:lnTo>
                  <a:pt x="419955" y="117829"/>
                </a:lnTo>
                <a:close/>
                <a:moveTo>
                  <a:pt x="568033" y="90180"/>
                </a:moveTo>
                <a:lnTo>
                  <a:pt x="582983" y="92109"/>
                </a:lnTo>
                <a:cubicBezTo>
                  <a:pt x="580625" y="100868"/>
                  <a:pt x="576258" y="107666"/>
                  <a:pt x="569882" y="112504"/>
                </a:cubicBezTo>
                <a:cubicBezTo>
                  <a:pt x="563505" y="117340"/>
                  <a:pt x="555361" y="119758"/>
                  <a:pt x="545448" y="119758"/>
                </a:cubicBezTo>
                <a:cubicBezTo>
                  <a:pt x="532963" y="119758"/>
                  <a:pt x="523064" y="115913"/>
                  <a:pt x="515750" y="108224"/>
                </a:cubicBezTo>
                <a:cubicBezTo>
                  <a:pt x="508436" y="100535"/>
                  <a:pt x="504779" y="89751"/>
                  <a:pt x="504779" y="75873"/>
                </a:cubicBezTo>
                <a:cubicBezTo>
                  <a:pt x="504779" y="61513"/>
                  <a:pt x="508476" y="50368"/>
                  <a:pt x="515870" y="42438"/>
                </a:cubicBezTo>
                <a:cubicBezTo>
                  <a:pt x="523265" y="34507"/>
                  <a:pt x="532856" y="30542"/>
                  <a:pt x="544644" y="30542"/>
                </a:cubicBezTo>
                <a:cubicBezTo>
                  <a:pt x="556057" y="30542"/>
                  <a:pt x="565381" y="34421"/>
                  <a:pt x="572614" y="42179"/>
                </a:cubicBezTo>
                <a:cubicBezTo>
                  <a:pt x="579848" y="49935"/>
                  <a:pt x="583465" y="60847"/>
                  <a:pt x="583465" y="74916"/>
                </a:cubicBezTo>
                <a:cubicBezTo>
                  <a:pt x="583465" y="75772"/>
                  <a:pt x="583438" y="77055"/>
                  <a:pt x="583384" y="78767"/>
                </a:cubicBezTo>
                <a:lnTo>
                  <a:pt x="519728" y="78767"/>
                </a:lnTo>
                <a:cubicBezTo>
                  <a:pt x="520264" y="88170"/>
                  <a:pt x="522916" y="95371"/>
                  <a:pt x="527685" y="100367"/>
                </a:cubicBezTo>
                <a:cubicBezTo>
                  <a:pt x="532454" y="105364"/>
                  <a:pt x="538402" y="107862"/>
                  <a:pt x="545528" y="107862"/>
                </a:cubicBezTo>
                <a:cubicBezTo>
                  <a:pt x="550833" y="107862"/>
                  <a:pt x="555361" y="106456"/>
                  <a:pt x="559111" y="103645"/>
                </a:cubicBezTo>
                <a:cubicBezTo>
                  <a:pt x="562862" y="100832"/>
                  <a:pt x="565836" y="96344"/>
                  <a:pt x="568033" y="90180"/>
                </a:cubicBezTo>
                <a:moveTo>
                  <a:pt x="520532" y="66871"/>
                </a:moveTo>
                <a:lnTo>
                  <a:pt x="568194" y="66871"/>
                </a:lnTo>
                <a:cubicBezTo>
                  <a:pt x="567551" y="59715"/>
                  <a:pt x="565729" y="54347"/>
                  <a:pt x="562728" y="50769"/>
                </a:cubicBezTo>
                <a:cubicBezTo>
                  <a:pt x="558120" y="45215"/>
                  <a:pt x="552146" y="42438"/>
                  <a:pt x="544805" y="42438"/>
                </a:cubicBezTo>
                <a:cubicBezTo>
                  <a:pt x="538161" y="42438"/>
                  <a:pt x="532575" y="44655"/>
                  <a:pt x="528047" y="49089"/>
                </a:cubicBezTo>
                <a:cubicBezTo>
                  <a:pt x="523519" y="53521"/>
                  <a:pt x="521014" y="59448"/>
                  <a:pt x="520532" y="66871"/>
                </a:cubicBezTo>
                <a:close/>
                <a:moveTo>
                  <a:pt x="600823" y="117829"/>
                </a:moveTo>
                <a:lnTo>
                  <a:pt x="600823" y="32471"/>
                </a:lnTo>
                <a:lnTo>
                  <a:pt x="613844" y="32471"/>
                </a:lnTo>
                <a:lnTo>
                  <a:pt x="613844" y="45411"/>
                </a:lnTo>
                <a:cubicBezTo>
                  <a:pt x="617166" y="39357"/>
                  <a:pt x="620233" y="35365"/>
                  <a:pt x="623047" y="33436"/>
                </a:cubicBezTo>
                <a:cubicBezTo>
                  <a:pt x="625860" y="31507"/>
                  <a:pt x="628954" y="30542"/>
                  <a:pt x="632330" y="30542"/>
                </a:cubicBezTo>
                <a:cubicBezTo>
                  <a:pt x="637206" y="30542"/>
                  <a:pt x="642162" y="32096"/>
                  <a:pt x="647199" y="35204"/>
                </a:cubicBezTo>
                <a:lnTo>
                  <a:pt x="642216" y="48616"/>
                </a:lnTo>
                <a:cubicBezTo>
                  <a:pt x="638679" y="46533"/>
                  <a:pt x="635143" y="45492"/>
                  <a:pt x="631606" y="45492"/>
                </a:cubicBezTo>
                <a:cubicBezTo>
                  <a:pt x="628445" y="45492"/>
                  <a:pt x="625605" y="46443"/>
                  <a:pt x="623087" y="48345"/>
                </a:cubicBezTo>
                <a:cubicBezTo>
                  <a:pt x="620568" y="50247"/>
                  <a:pt x="618773" y="52886"/>
                  <a:pt x="617702" y="56262"/>
                </a:cubicBezTo>
                <a:cubicBezTo>
                  <a:pt x="616094" y="61406"/>
                  <a:pt x="615290" y="67032"/>
                  <a:pt x="615290" y="73140"/>
                </a:cubicBezTo>
                <a:lnTo>
                  <a:pt x="615290" y="117829"/>
                </a:lnTo>
                <a:lnTo>
                  <a:pt x="600823" y="11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368e49738445e"/>
          <a:stretch xmlns:a="http://schemas.openxmlformats.org/drawingml/2006/main"/>
        </p:blipFill>
        <p:spPr>
          <a:xfrm xmlns:a="http://schemas.openxmlformats.org/drawingml/2006/main">
            <a:off x="123161" y="3475628"/>
            <a:ext cx="1291715" cy="697603"/>
          </a:xfrm>
          <a:prstGeom xmlns:a="http://schemas.openxmlformats.org/drawingml/2006/main" prst="rect">
            <a:avLst/>
          </a:prstGeom>
        </p:spPr>
      </p:pic>
      <p:sp>
        <p:nvSpPr>
          <p:cNvPr id="27" name="Text Coder">
            <a:extLst xmlns:a="http://schemas.openxmlformats.org/drawingml/2006/main">
              <a:ext uri="{FF2B5EF4-FFF2-40B4-BE49-F238E27FC236}">
                <a16:creationId xmlns:a16="http://schemas.microsoft.com/office/drawing/2014/main" id="{C5793614-55FC-4AB5-8C1A-6CBE023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97" y="3736777"/>
            <a:ext cx="441345" cy="121847"/>
          </a:xfrm>
          <a:custGeom xmlns:a="http://schemas.openxmlformats.org/drawingml/2006/main">
            <a:pathLst>
              <a:path w="441345" h="121847">
                <a:moveTo>
                  <a:pt x="88572" y="78526"/>
                </a:moveTo>
                <a:lnTo>
                  <a:pt x="104165" y="82464"/>
                </a:lnTo>
                <a:cubicBezTo>
                  <a:pt x="100896" y="95270"/>
                  <a:pt x="95016" y="105036"/>
                  <a:pt x="86523" y="111760"/>
                </a:cubicBezTo>
                <a:cubicBezTo>
                  <a:pt x="78030" y="118485"/>
                  <a:pt x="67648" y="121847"/>
                  <a:pt x="55378" y="121847"/>
                </a:cubicBezTo>
                <a:cubicBezTo>
                  <a:pt x="42679" y="121847"/>
                  <a:pt x="32351" y="119262"/>
                  <a:pt x="24394" y="114091"/>
                </a:cubicBezTo>
                <a:cubicBezTo>
                  <a:pt x="16437" y="108920"/>
                  <a:pt x="10382" y="101432"/>
                  <a:pt x="6229" y="91627"/>
                </a:cubicBezTo>
                <a:cubicBezTo>
                  <a:pt x="2076" y="81821"/>
                  <a:pt x="0" y="71292"/>
                  <a:pt x="0" y="60039"/>
                </a:cubicBezTo>
                <a:cubicBezTo>
                  <a:pt x="0" y="47769"/>
                  <a:pt x="2344" y="37066"/>
                  <a:pt x="7033" y="27930"/>
                </a:cubicBezTo>
                <a:cubicBezTo>
                  <a:pt x="11721" y="18794"/>
                  <a:pt x="18392" y="11855"/>
                  <a:pt x="27046" y="7113"/>
                </a:cubicBezTo>
                <a:cubicBezTo>
                  <a:pt x="35700" y="2371"/>
                  <a:pt x="45224" y="0"/>
                  <a:pt x="55619" y="0"/>
                </a:cubicBezTo>
                <a:cubicBezTo>
                  <a:pt x="67407" y="0"/>
                  <a:pt x="77320" y="3001"/>
                  <a:pt x="85357" y="9002"/>
                </a:cubicBezTo>
                <a:cubicBezTo>
                  <a:pt x="93395" y="15003"/>
                  <a:pt x="98994" y="23442"/>
                  <a:pt x="102156" y="34320"/>
                </a:cubicBezTo>
                <a:lnTo>
                  <a:pt x="86804" y="37937"/>
                </a:lnTo>
                <a:cubicBezTo>
                  <a:pt x="84071" y="29363"/>
                  <a:pt x="80106" y="23121"/>
                  <a:pt x="74909" y="19209"/>
                </a:cubicBezTo>
                <a:cubicBezTo>
                  <a:pt x="69711" y="15298"/>
                  <a:pt x="63174" y="13342"/>
                  <a:pt x="55297" y="13342"/>
                </a:cubicBezTo>
                <a:cubicBezTo>
                  <a:pt x="46242" y="13342"/>
                  <a:pt x="38673" y="15512"/>
                  <a:pt x="32592" y="19852"/>
                </a:cubicBezTo>
                <a:cubicBezTo>
                  <a:pt x="26510" y="24193"/>
                  <a:pt x="22237" y="30020"/>
                  <a:pt x="19772" y="37334"/>
                </a:cubicBezTo>
                <a:cubicBezTo>
                  <a:pt x="17307" y="44648"/>
                  <a:pt x="16075" y="52190"/>
                  <a:pt x="16075" y="59959"/>
                </a:cubicBezTo>
                <a:cubicBezTo>
                  <a:pt x="16075" y="69979"/>
                  <a:pt x="17535" y="78726"/>
                  <a:pt x="20455" y="86201"/>
                </a:cubicBezTo>
                <a:cubicBezTo>
                  <a:pt x="23375" y="93676"/>
                  <a:pt x="27917" y="99262"/>
                  <a:pt x="34079" y="102959"/>
                </a:cubicBezTo>
                <a:cubicBezTo>
                  <a:pt x="40241" y="106657"/>
                  <a:pt x="46912" y="108505"/>
                  <a:pt x="54092" y="108505"/>
                </a:cubicBezTo>
                <a:cubicBezTo>
                  <a:pt x="62826" y="108505"/>
                  <a:pt x="70220" y="105987"/>
                  <a:pt x="76275" y="100950"/>
                </a:cubicBezTo>
                <a:cubicBezTo>
                  <a:pt x="82330" y="95913"/>
                  <a:pt x="86429" y="88438"/>
                  <a:pt x="88572" y="78526"/>
                </a:cubicBezTo>
                <a:close/>
                <a:moveTo>
                  <a:pt x="115596" y="77240"/>
                </a:moveTo>
                <a:cubicBezTo>
                  <a:pt x="115596" y="61433"/>
                  <a:pt x="119990" y="49725"/>
                  <a:pt x="128778" y="42116"/>
                </a:cubicBezTo>
                <a:cubicBezTo>
                  <a:pt x="136119" y="35793"/>
                  <a:pt x="145067" y="32632"/>
                  <a:pt x="155623" y="32632"/>
                </a:cubicBezTo>
                <a:cubicBezTo>
                  <a:pt x="167357" y="32632"/>
                  <a:pt x="176949" y="36476"/>
                  <a:pt x="184397" y="44166"/>
                </a:cubicBezTo>
                <a:cubicBezTo>
                  <a:pt x="191845" y="51855"/>
                  <a:pt x="195569" y="62478"/>
                  <a:pt x="195569" y="76034"/>
                </a:cubicBezTo>
                <a:cubicBezTo>
                  <a:pt x="195569" y="87018"/>
                  <a:pt x="193921" y="95659"/>
                  <a:pt x="190626" y="101955"/>
                </a:cubicBezTo>
                <a:cubicBezTo>
                  <a:pt x="187330" y="108251"/>
                  <a:pt x="182535" y="113140"/>
                  <a:pt x="176239" y="116623"/>
                </a:cubicBezTo>
                <a:cubicBezTo>
                  <a:pt x="169943" y="120106"/>
                  <a:pt x="163071" y="121847"/>
                  <a:pt x="155623" y="121847"/>
                </a:cubicBezTo>
                <a:cubicBezTo>
                  <a:pt x="143674" y="121847"/>
                  <a:pt x="134015" y="118016"/>
                  <a:pt x="126648" y="110354"/>
                </a:cubicBezTo>
                <a:cubicBezTo>
                  <a:pt x="119280" y="102691"/>
                  <a:pt x="115596" y="91653"/>
                  <a:pt x="115596" y="77240"/>
                </a:cubicBezTo>
                <a:moveTo>
                  <a:pt x="130466" y="77280"/>
                </a:moveTo>
                <a:cubicBezTo>
                  <a:pt x="130466" y="88197"/>
                  <a:pt x="132850" y="96372"/>
                  <a:pt x="137619" y="101804"/>
                </a:cubicBezTo>
                <a:cubicBezTo>
                  <a:pt x="142388" y="107236"/>
                  <a:pt x="148389" y="109952"/>
                  <a:pt x="155623" y="109952"/>
                </a:cubicBezTo>
                <a:cubicBezTo>
                  <a:pt x="162803" y="109952"/>
                  <a:pt x="168777" y="107222"/>
                  <a:pt x="173546" y="101764"/>
                </a:cubicBezTo>
                <a:cubicBezTo>
                  <a:pt x="178315" y="96305"/>
                  <a:pt x="180699" y="87983"/>
                  <a:pt x="180699" y="76798"/>
                </a:cubicBezTo>
                <a:cubicBezTo>
                  <a:pt x="180699" y="66255"/>
                  <a:pt x="178302" y="58268"/>
                  <a:pt x="173506" y="52836"/>
                </a:cubicBezTo>
                <a:cubicBezTo>
                  <a:pt x="168710" y="47404"/>
                  <a:pt x="162749" y="44688"/>
                  <a:pt x="155623" y="44688"/>
                </a:cubicBezTo>
                <a:cubicBezTo>
                  <a:pt x="148389" y="44688"/>
                  <a:pt x="142388" y="47391"/>
                  <a:pt x="137619" y="52796"/>
                </a:cubicBezTo>
                <a:cubicBezTo>
                  <a:pt x="132850" y="58201"/>
                  <a:pt x="130466" y="66362"/>
                  <a:pt x="130466" y="77280"/>
                </a:cubicBezTo>
                <a:close/>
                <a:moveTo>
                  <a:pt x="267742" y="119918"/>
                </a:moveTo>
                <a:lnTo>
                  <a:pt x="267742" y="109148"/>
                </a:lnTo>
                <a:cubicBezTo>
                  <a:pt x="262330" y="117614"/>
                  <a:pt x="254373" y="121847"/>
                  <a:pt x="243871" y="121847"/>
                </a:cubicBezTo>
                <a:cubicBezTo>
                  <a:pt x="237066" y="121847"/>
                  <a:pt x="230810" y="119972"/>
                  <a:pt x="225104" y="116221"/>
                </a:cubicBezTo>
                <a:cubicBezTo>
                  <a:pt x="219397" y="112470"/>
                  <a:pt x="214976" y="107233"/>
                  <a:pt x="211842" y="100508"/>
                </a:cubicBezTo>
                <a:cubicBezTo>
                  <a:pt x="208707" y="93783"/>
                  <a:pt x="207140" y="86054"/>
                  <a:pt x="207140" y="77320"/>
                </a:cubicBezTo>
                <a:cubicBezTo>
                  <a:pt x="207140" y="68800"/>
                  <a:pt x="208560" y="61071"/>
                  <a:pt x="211400" y="54132"/>
                </a:cubicBezTo>
                <a:cubicBezTo>
                  <a:pt x="214240" y="47193"/>
                  <a:pt x="218499" y="41875"/>
                  <a:pt x="224179" y="38178"/>
                </a:cubicBezTo>
                <a:cubicBezTo>
                  <a:pt x="229859" y="34481"/>
                  <a:pt x="236209" y="32632"/>
                  <a:pt x="243228" y="32632"/>
                </a:cubicBezTo>
                <a:cubicBezTo>
                  <a:pt x="248372" y="32632"/>
                  <a:pt x="252953" y="33724"/>
                  <a:pt x="256972" y="35910"/>
                </a:cubicBezTo>
                <a:cubicBezTo>
                  <a:pt x="260991" y="38093"/>
                  <a:pt x="264259" y="40938"/>
                  <a:pt x="266778" y="44444"/>
                </a:cubicBezTo>
                <a:lnTo>
                  <a:pt x="266778" y="2090"/>
                </a:lnTo>
                <a:lnTo>
                  <a:pt x="281165" y="2090"/>
                </a:lnTo>
                <a:lnTo>
                  <a:pt x="281165" y="119918"/>
                </a:lnTo>
                <a:lnTo>
                  <a:pt x="267742" y="119918"/>
                </a:lnTo>
                <a:moveTo>
                  <a:pt x="222009" y="77360"/>
                </a:moveTo>
                <a:cubicBezTo>
                  <a:pt x="222009" y="88278"/>
                  <a:pt x="224313" y="96439"/>
                  <a:pt x="228921" y="101844"/>
                </a:cubicBezTo>
                <a:cubicBezTo>
                  <a:pt x="233529" y="107249"/>
                  <a:pt x="238968" y="109952"/>
                  <a:pt x="245237" y="109952"/>
                </a:cubicBezTo>
                <a:cubicBezTo>
                  <a:pt x="251560" y="109952"/>
                  <a:pt x="256932" y="107370"/>
                  <a:pt x="261352" y="102206"/>
                </a:cubicBezTo>
                <a:cubicBezTo>
                  <a:pt x="265773" y="97042"/>
                  <a:pt x="267983" y="89161"/>
                  <a:pt x="267983" y="78563"/>
                </a:cubicBezTo>
                <a:cubicBezTo>
                  <a:pt x="267983" y="66897"/>
                  <a:pt x="265733" y="58335"/>
                  <a:pt x="261232" y="52876"/>
                </a:cubicBezTo>
                <a:cubicBezTo>
                  <a:pt x="256731" y="47417"/>
                  <a:pt x="251185" y="44688"/>
                  <a:pt x="244594" y="44688"/>
                </a:cubicBezTo>
                <a:cubicBezTo>
                  <a:pt x="238164" y="44688"/>
                  <a:pt x="232793" y="47310"/>
                  <a:pt x="228479" y="52555"/>
                </a:cubicBezTo>
                <a:cubicBezTo>
                  <a:pt x="224166" y="57799"/>
                  <a:pt x="222009" y="66068"/>
                  <a:pt x="222009" y="77360"/>
                </a:cubicBezTo>
                <a:close/>
                <a:moveTo>
                  <a:pt x="362179" y="92270"/>
                </a:moveTo>
                <a:lnTo>
                  <a:pt x="377129" y="94199"/>
                </a:lnTo>
                <a:cubicBezTo>
                  <a:pt x="374771" y="102958"/>
                  <a:pt x="370404" y="109756"/>
                  <a:pt x="364028" y="114593"/>
                </a:cubicBezTo>
                <a:cubicBezTo>
                  <a:pt x="357651" y="119429"/>
                  <a:pt x="349507" y="121847"/>
                  <a:pt x="339594" y="121847"/>
                </a:cubicBezTo>
                <a:cubicBezTo>
                  <a:pt x="327109" y="121847"/>
                  <a:pt x="317210" y="118003"/>
                  <a:pt x="309896" y="110314"/>
                </a:cubicBezTo>
                <a:cubicBezTo>
                  <a:pt x="302582" y="102624"/>
                  <a:pt x="298925" y="91841"/>
                  <a:pt x="298925" y="77963"/>
                </a:cubicBezTo>
                <a:cubicBezTo>
                  <a:pt x="298925" y="63603"/>
                  <a:pt x="302622" y="52458"/>
                  <a:pt x="310016" y="44527"/>
                </a:cubicBezTo>
                <a:cubicBezTo>
                  <a:pt x="317411" y="36597"/>
                  <a:pt x="327002" y="32632"/>
                  <a:pt x="338790" y="32632"/>
                </a:cubicBezTo>
                <a:cubicBezTo>
                  <a:pt x="350203" y="32632"/>
                  <a:pt x="359527" y="36511"/>
                  <a:pt x="366760" y="44269"/>
                </a:cubicBezTo>
                <a:cubicBezTo>
                  <a:pt x="373994" y="52025"/>
                  <a:pt x="377611" y="62937"/>
                  <a:pt x="377611" y="77006"/>
                </a:cubicBezTo>
                <a:cubicBezTo>
                  <a:pt x="377611" y="77862"/>
                  <a:pt x="377584" y="79145"/>
                  <a:pt x="377531" y="80856"/>
                </a:cubicBezTo>
                <a:lnTo>
                  <a:pt x="313874" y="80856"/>
                </a:lnTo>
                <a:cubicBezTo>
                  <a:pt x="314410" y="90260"/>
                  <a:pt x="317062" y="97460"/>
                  <a:pt x="321831" y="102457"/>
                </a:cubicBezTo>
                <a:cubicBezTo>
                  <a:pt x="326600" y="107454"/>
                  <a:pt x="332548" y="109952"/>
                  <a:pt x="339674" y="109952"/>
                </a:cubicBezTo>
                <a:cubicBezTo>
                  <a:pt x="344979" y="109952"/>
                  <a:pt x="349507" y="108546"/>
                  <a:pt x="353258" y="105735"/>
                </a:cubicBezTo>
                <a:cubicBezTo>
                  <a:pt x="357008" y="102922"/>
                  <a:pt x="359982" y="98433"/>
                  <a:pt x="362179" y="92270"/>
                </a:cubicBezTo>
                <a:moveTo>
                  <a:pt x="314678" y="68961"/>
                </a:moveTo>
                <a:lnTo>
                  <a:pt x="362340" y="68961"/>
                </a:lnTo>
                <a:cubicBezTo>
                  <a:pt x="361697" y="61804"/>
                  <a:pt x="359875" y="56437"/>
                  <a:pt x="356874" y="52859"/>
                </a:cubicBezTo>
                <a:cubicBezTo>
                  <a:pt x="352266" y="47304"/>
                  <a:pt x="346292" y="44527"/>
                  <a:pt x="338951" y="44527"/>
                </a:cubicBezTo>
                <a:cubicBezTo>
                  <a:pt x="332307" y="44527"/>
                  <a:pt x="326721" y="46744"/>
                  <a:pt x="322193" y="51178"/>
                </a:cubicBezTo>
                <a:cubicBezTo>
                  <a:pt x="317665" y="55611"/>
                  <a:pt x="315160" y="61538"/>
                  <a:pt x="314678" y="68961"/>
                </a:cubicBezTo>
                <a:close/>
                <a:moveTo>
                  <a:pt x="394969" y="119918"/>
                </a:moveTo>
                <a:lnTo>
                  <a:pt x="394969" y="34561"/>
                </a:lnTo>
                <a:lnTo>
                  <a:pt x="407990" y="34561"/>
                </a:lnTo>
                <a:lnTo>
                  <a:pt x="407990" y="47501"/>
                </a:lnTo>
                <a:cubicBezTo>
                  <a:pt x="411312" y="41446"/>
                  <a:pt x="414380" y="37454"/>
                  <a:pt x="417193" y="35525"/>
                </a:cubicBezTo>
                <a:cubicBezTo>
                  <a:pt x="420006" y="33596"/>
                  <a:pt x="423100" y="32632"/>
                  <a:pt x="426476" y="32632"/>
                </a:cubicBezTo>
                <a:cubicBezTo>
                  <a:pt x="431352" y="32632"/>
                  <a:pt x="436308" y="34186"/>
                  <a:pt x="441345" y="37294"/>
                </a:cubicBezTo>
                <a:lnTo>
                  <a:pt x="436362" y="50706"/>
                </a:lnTo>
                <a:cubicBezTo>
                  <a:pt x="432825" y="48623"/>
                  <a:pt x="429289" y="47582"/>
                  <a:pt x="425753" y="47582"/>
                </a:cubicBezTo>
                <a:cubicBezTo>
                  <a:pt x="422591" y="47582"/>
                  <a:pt x="419751" y="48533"/>
                  <a:pt x="417233" y="50435"/>
                </a:cubicBezTo>
                <a:cubicBezTo>
                  <a:pt x="414714" y="52337"/>
                  <a:pt x="412919" y="54976"/>
                  <a:pt x="411848" y="58352"/>
                </a:cubicBezTo>
                <a:cubicBezTo>
                  <a:pt x="410240" y="63496"/>
                  <a:pt x="409437" y="69122"/>
                  <a:pt x="409437" y="75230"/>
                </a:cubicBezTo>
                <a:lnTo>
                  <a:pt x="409437" y="119918"/>
                </a:lnTo>
                <a:lnTo>
                  <a:pt x="394969" y="119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View">
            <a:extLst xmlns:a="http://schemas.openxmlformats.org/drawingml/2006/main">
              <a:ext uri="{FF2B5EF4-FFF2-40B4-BE49-F238E27FC236}">
                <a16:creationId xmlns:a16="http://schemas.microsoft.com/office/drawing/2014/main" id="{5A516FB2-4DD4-44F3-BFB2-096A9305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53" y="591253"/>
            <a:ext cx="251468" cy="84810"/>
          </a:xfrm>
          <a:custGeom xmlns:a="http://schemas.openxmlformats.org/drawingml/2006/main">
            <a:pathLst>
              <a:path w="251468" h="84810">
                <a:moveTo>
                  <a:pt x="32330" y="83444"/>
                </a:moveTo>
                <a:lnTo>
                  <a:pt x="0" y="0"/>
                </a:lnTo>
                <a:lnTo>
                  <a:pt x="11953" y="0"/>
                </a:lnTo>
                <a:lnTo>
                  <a:pt x="33640" y="60620"/>
                </a:lnTo>
                <a:cubicBezTo>
                  <a:pt x="35385" y="65477"/>
                  <a:pt x="36846" y="70030"/>
                  <a:pt x="38022" y="74280"/>
                </a:cubicBezTo>
                <a:cubicBezTo>
                  <a:pt x="39313" y="69727"/>
                  <a:pt x="40811" y="65173"/>
                  <a:pt x="42519" y="60620"/>
                </a:cubicBezTo>
                <a:lnTo>
                  <a:pt x="65059" y="0"/>
                </a:lnTo>
                <a:lnTo>
                  <a:pt x="76329" y="0"/>
                </a:lnTo>
                <a:lnTo>
                  <a:pt x="43657" y="83444"/>
                </a:lnTo>
                <a:lnTo>
                  <a:pt x="32330" y="83444"/>
                </a:lnTo>
                <a:close/>
                <a:moveTo>
                  <a:pt x="85138" y="11725"/>
                </a:moveTo>
                <a:lnTo>
                  <a:pt x="85138" y="0"/>
                </a:lnTo>
                <a:lnTo>
                  <a:pt x="95384" y="0"/>
                </a:lnTo>
                <a:lnTo>
                  <a:pt x="95384" y="11725"/>
                </a:lnTo>
                <a:lnTo>
                  <a:pt x="85138" y="11725"/>
                </a:lnTo>
                <a:moveTo>
                  <a:pt x="85138" y="83444"/>
                </a:moveTo>
                <a:lnTo>
                  <a:pt x="85138" y="22996"/>
                </a:lnTo>
                <a:lnTo>
                  <a:pt x="95384" y="22996"/>
                </a:lnTo>
                <a:lnTo>
                  <a:pt x="95384" y="83444"/>
                </a:lnTo>
                <a:lnTo>
                  <a:pt x="85138" y="83444"/>
                </a:lnTo>
                <a:close/>
                <a:moveTo>
                  <a:pt x="152237" y="63864"/>
                </a:moveTo>
                <a:lnTo>
                  <a:pt x="162824" y="65230"/>
                </a:lnTo>
                <a:cubicBezTo>
                  <a:pt x="161154" y="71433"/>
                  <a:pt x="158062" y="76248"/>
                  <a:pt x="153546" y="79673"/>
                </a:cubicBezTo>
                <a:cubicBezTo>
                  <a:pt x="149031" y="83098"/>
                  <a:pt x="143263" y="84810"/>
                  <a:pt x="136243" y="84810"/>
                </a:cubicBezTo>
                <a:cubicBezTo>
                  <a:pt x="127401" y="84810"/>
                  <a:pt x="120390" y="82088"/>
                  <a:pt x="115211" y="76642"/>
                </a:cubicBezTo>
                <a:cubicBezTo>
                  <a:pt x="110031" y="71197"/>
                  <a:pt x="107441" y="63560"/>
                  <a:pt x="107441" y="53732"/>
                </a:cubicBezTo>
                <a:cubicBezTo>
                  <a:pt x="107441" y="43563"/>
                  <a:pt x="110059" y="35670"/>
                  <a:pt x="115296" y="30054"/>
                </a:cubicBezTo>
                <a:cubicBezTo>
                  <a:pt x="120533" y="24438"/>
                  <a:pt x="127325" y="21630"/>
                  <a:pt x="135673" y="21630"/>
                </a:cubicBezTo>
                <a:cubicBezTo>
                  <a:pt x="143756" y="21630"/>
                  <a:pt x="150359" y="24376"/>
                  <a:pt x="155481" y="29870"/>
                </a:cubicBezTo>
                <a:cubicBezTo>
                  <a:pt x="160604" y="35363"/>
                  <a:pt x="163166" y="43091"/>
                  <a:pt x="163166" y="53055"/>
                </a:cubicBezTo>
                <a:cubicBezTo>
                  <a:pt x="163166" y="53661"/>
                  <a:pt x="163147" y="54569"/>
                  <a:pt x="163109" y="55781"/>
                </a:cubicBezTo>
                <a:lnTo>
                  <a:pt x="118028" y="55781"/>
                </a:lnTo>
                <a:cubicBezTo>
                  <a:pt x="118408" y="62441"/>
                  <a:pt x="120286" y="67540"/>
                  <a:pt x="123663" y="71079"/>
                </a:cubicBezTo>
                <a:cubicBezTo>
                  <a:pt x="127041" y="74617"/>
                  <a:pt x="131253" y="76386"/>
                  <a:pt x="136299" y="76386"/>
                </a:cubicBezTo>
                <a:cubicBezTo>
                  <a:pt x="140056" y="76386"/>
                  <a:pt x="143263" y="75391"/>
                  <a:pt x="145919" y="73400"/>
                </a:cubicBezTo>
                <a:cubicBezTo>
                  <a:pt x="148575" y="71408"/>
                  <a:pt x="150681" y="68229"/>
                  <a:pt x="152237" y="63864"/>
                </a:cubicBezTo>
                <a:moveTo>
                  <a:pt x="118597" y="47357"/>
                </a:moveTo>
                <a:lnTo>
                  <a:pt x="152351" y="47357"/>
                </a:lnTo>
                <a:cubicBezTo>
                  <a:pt x="151895" y="42289"/>
                  <a:pt x="150605" y="38488"/>
                  <a:pt x="148480" y="35954"/>
                </a:cubicBezTo>
                <a:cubicBezTo>
                  <a:pt x="145217" y="32020"/>
                  <a:pt x="140986" y="30054"/>
                  <a:pt x="135787" y="30054"/>
                </a:cubicBezTo>
                <a:cubicBezTo>
                  <a:pt x="131082" y="30054"/>
                  <a:pt x="127126" y="31624"/>
                  <a:pt x="123919" y="34764"/>
                </a:cubicBezTo>
                <a:cubicBezTo>
                  <a:pt x="120713" y="37903"/>
                  <a:pt x="118939" y="42100"/>
                  <a:pt x="118597" y="47357"/>
                </a:cubicBezTo>
                <a:close/>
                <a:moveTo>
                  <a:pt x="187035" y="83444"/>
                </a:moveTo>
                <a:lnTo>
                  <a:pt x="168536" y="22996"/>
                </a:lnTo>
                <a:lnTo>
                  <a:pt x="179123" y="22996"/>
                </a:lnTo>
                <a:lnTo>
                  <a:pt x="188742" y="57882"/>
                </a:lnTo>
                <a:lnTo>
                  <a:pt x="192328" y="70865"/>
                </a:lnTo>
                <a:cubicBezTo>
                  <a:pt x="192480" y="70221"/>
                  <a:pt x="193524" y="66070"/>
                  <a:pt x="195459" y="58412"/>
                </a:cubicBezTo>
                <a:lnTo>
                  <a:pt x="205078" y="22996"/>
                </a:lnTo>
                <a:lnTo>
                  <a:pt x="215608" y="22996"/>
                </a:lnTo>
                <a:lnTo>
                  <a:pt x="224659" y="58051"/>
                </a:lnTo>
                <a:lnTo>
                  <a:pt x="227675" y="69613"/>
                </a:lnTo>
                <a:lnTo>
                  <a:pt x="231148" y="57943"/>
                </a:lnTo>
                <a:lnTo>
                  <a:pt x="241507" y="22996"/>
                </a:lnTo>
                <a:lnTo>
                  <a:pt x="251468" y="22996"/>
                </a:lnTo>
                <a:lnTo>
                  <a:pt x="232571" y="83444"/>
                </a:lnTo>
                <a:lnTo>
                  <a:pt x="221927" y="83444"/>
                </a:lnTo>
                <a:lnTo>
                  <a:pt x="212307" y="47224"/>
                </a:lnTo>
                <a:lnTo>
                  <a:pt x="209973" y="36941"/>
                </a:lnTo>
                <a:lnTo>
                  <a:pt x="197736" y="83444"/>
                </a:lnTo>
                <a:lnTo>
                  <a:pt x="187035" y="83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RelatedFiles">
            <a:extLst xmlns:a="http://schemas.openxmlformats.org/drawingml/2006/main">
              <a:ext uri="{FF2B5EF4-FFF2-40B4-BE49-F238E27FC236}">
                <a16:creationId xmlns:a16="http://schemas.microsoft.com/office/drawing/2014/main" id="{B904F637-9CBA-4CB3-B101-E6DB67A4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504" y="731842"/>
            <a:ext cx="668488" cy="84810"/>
          </a:xfrm>
          <a:custGeom xmlns:a="http://schemas.openxmlformats.org/drawingml/2006/main">
            <a:pathLst>
              <a:path w="668488" h="84810">
                <a:moveTo>
                  <a:pt x="0" y="83444"/>
                </a:moveTo>
                <a:lnTo>
                  <a:pt x="0" y="0"/>
                </a:lnTo>
                <a:lnTo>
                  <a:pt x="36998" y="0"/>
                </a:lnTo>
                <a:cubicBezTo>
                  <a:pt x="44435" y="0"/>
                  <a:pt x="50089" y="749"/>
                  <a:pt x="53960" y="2247"/>
                </a:cubicBezTo>
                <a:cubicBezTo>
                  <a:pt x="57831" y="3743"/>
                  <a:pt x="60923" y="6386"/>
                  <a:pt x="63238" y="10176"/>
                </a:cubicBezTo>
                <a:cubicBezTo>
                  <a:pt x="65553" y="13966"/>
                  <a:pt x="66710" y="18154"/>
                  <a:pt x="66710" y="22739"/>
                </a:cubicBezTo>
                <a:cubicBezTo>
                  <a:pt x="66710" y="28652"/>
                  <a:pt x="64794" y="33636"/>
                  <a:pt x="60961" y="37692"/>
                </a:cubicBezTo>
                <a:cubicBezTo>
                  <a:pt x="57128" y="41746"/>
                  <a:pt x="51209" y="44323"/>
                  <a:pt x="43202" y="45422"/>
                </a:cubicBezTo>
                <a:cubicBezTo>
                  <a:pt x="46124" y="46828"/>
                  <a:pt x="48344" y="48216"/>
                  <a:pt x="49862" y="49584"/>
                </a:cubicBezTo>
                <a:cubicBezTo>
                  <a:pt x="53087" y="52550"/>
                  <a:pt x="56142" y="56255"/>
                  <a:pt x="59026" y="60700"/>
                </a:cubicBezTo>
                <a:lnTo>
                  <a:pt x="73540" y="83444"/>
                </a:lnTo>
                <a:lnTo>
                  <a:pt x="59652" y="83444"/>
                </a:lnTo>
                <a:lnTo>
                  <a:pt x="48609" y="66057"/>
                </a:lnTo>
                <a:cubicBezTo>
                  <a:pt x="45384" y="61041"/>
                  <a:pt x="42728" y="57203"/>
                  <a:pt x="40641" y="54543"/>
                </a:cubicBezTo>
                <a:cubicBezTo>
                  <a:pt x="38554" y="51882"/>
                  <a:pt x="36685" y="50020"/>
                  <a:pt x="35034" y="48956"/>
                </a:cubicBezTo>
                <a:cubicBezTo>
                  <a:pt x="33383" y="47891"/>
                  <a:pt x="31704" y="47150"/>
                  <a:pt x="29997" y="46731"/>
                </a:cubicBezTo>
                <a:cubicBezTo>
                  <a:pt x="28744" y="46466"/>
                  <a:pt x="26695" y="46333"/>
                  <a:pt x="23849" y="46333"/>
                </a:cubicBezTo>
                <a:lnTo>
                  <a:pt x="11042" y="46333"/>
                </a:lnTo>
                <a:lnTo>
                  <a:pt x="11042" y="83444"/>
                </a:lnTo>
                <a:lnTo>
                  <a:pt x="0" y="83444"/>
                </a:lnTo>
                <a:moveTo>
                  <a:pt x="11042" y="36770"/>
                </a:moveTo>
                <a:lnTo>
                  <a:pt x="34778" y="36770"/>
                </a:lnTo>
                <a:cubicBezTo>
                  <a:pt x="39825" y="36770"/>
                  <a:pt x="43771" y="36250"/>
                  <a:pt x="46617" y="35208"/>
                </a:cubicBezTo>
                <a:cubicBezTo>
                  <a:pt x="49463" y="34167"/>
                  <a:pt x="51626" y="32501"/>
                  <a:pt x="53106" y="30210"/>
                </a:cubicBezTo>
                <a:cubicBezTo>
                  <a:pt x="54586" y="27919"/>
                  <a:pt x="55326" y="25429"/>
                  <a:pt x="55326" y="22739"/>
                </a:cubicBezTo>
                <a:cubicBezTo>
                  <a:pt x="55326" y="18801"/>
                  <a:pt x="53894" y="15564"/>
                  <a:pt x="51029" y="13028"/>
                </a:cubicBezTo>
                <a:cubicBezTo>
                  <a:pt x="48164" y="10490"/>
                  <a:pt x="43639" y="9221"/>
                  <a:pt x="37453" y="9221"/>
                </a:cubicBezTo>
                <a:lnTo>
                  <a:pt x="11042" y="9221"/>
                </a:lnTo>
                <a:lnTo>
                  <a:pt x="11042" y="36770"/>
                </a:lnTo>
                <a:close/>
                <a:moveTo>
                  <a:pt x="124254" y="63864"/>
                </a:moveTo>
                <a:lnTo>
                  <a:pt x="134841" y="65230"/>
                </a:lnTo>
                <a:cubicBezTo>
                  <a:pt x="133172" y="71433"/>
                  <a:pt x="130079" y="76248"/>
                  <a:pt x="125563" y="79673"/>
                </a:cubicBezTo>
                <a:cubicBezTo>
                  <a:pt x="121048" y="83098"/>
                  <a:pt x="115280" y="84810"/>
                  <a:pt x="108260" y="84810"/>
                </a:cubicBezTo>
                <a:cubicBezTo>
                  <a:pt x="99418" y="84810"/>
                  <a:pt x="92408" y="82088"/>
                  <a:pt x="87228" y="76642"/>
                </a:cubicBezTo>
                <a:cubicBezTo>
                  <a:pt x="82048" y="71197"/>
                  <a:pt x="79458" y="63560"/>
                  <a:pt x="79458" y="53732"/>
                </a:cubicBezTo>
                <a:cubicBezTo>
                  <a:pt x="79458" y="43563"/>
                  <a:pt x="82077" y="35670"/>
                  <a:pt x="87313" y="30054"/>
                </a:cubicBezTo>
                <a:cubicBezTo>
                  <a:pt x="92550" y="24438"/>
                  <a:pt x="99342" y="21630"/>
                  <a:pt x="107691" y="21630"/>
                </a:cubicBezTo>
                <a:cubicBezTo>
                  <a:pt x="115773" y="21630"/>
                  <a:pt x="122376" y="24376"/>
                  <a:pt x="127499" y="29870"/>
                </a:cubicBezTo>
                <a:cubicBezTo>
                  <a:pt x="132621" y="35363"/>
                  <a:pt x="135183" y="43091"/>
                  <a:pt x="135183" y="53055"/>
                </a:cubicBezTo>
                <a:cubicBezTo>
                  <a:pt x="135183" y="53661"/>
                  <a:pt x="135164" y="54569"/>
                  <a:pt x="135126" y="55781"/>
                </a:cubicBezTo>
                <a:lnTo>
                  <a:pt x="90045" y="55781"/>
                </a:lnTo>
                <a:cubicBezTo>
                  <a:pt x="90425" y="62441"/>
                  <a:pt x="92303" y="67540"/>
                  <a:pt x="95680" y="71079"/>
                </a:cubicBezTo>
                <a:cubicBezTo>
                  <a:pt x="99058" y="74617"/>
                  <a:pt x="103270" y="76386"/>
                  <a:pt x="108317" y="76386"/>
                </a:cubicBezTo>
                <a:cubicBezTo>
                  <a:pt x="112073" y="76386"/>
                  <a:pt x="115280" y="75391"/>
                  <a:pt x="117936" y="73400"/>
                </a:cubicBezTo>
                <a:cubicBezTo>
                  <a:pt x="120592" y="71408"/>
                  <a:pt x="122698" y="68229"/>
                  <a:pt x="124254" y="63864"/>
                </a:cubicBezTo>
                <a:moveTo>
                  <a:pt x="90615" y="47357"/>
                </a:moveTo>
                <a:lnTo>
                  <a:pt x="124368" y="47357"/>
                </a:lnTo>
                <a:cubicBezTo>
                  <a:pt x="123913" y="42289"/>
                  <a:pt x="122623" y="38488"/>
                  <a:pt x="120498" y="35954"/>
                </a:cubicBezTo>
                <a:cubicBezTo>
                  <a:pt x="117234" y="32020"/>
                  <a:pt x="113003" y="30054"/>
                  <a:pt x="107804" y="30054"/>
                </a:cubicBezTo>
                <a:cubicBezTo>
                  <a:pt x="103099" y="30054"/>
                  <a:pt x="99143" y="31624"/>
                  <a:pt x="95937" y="34764"/>
                </a:cubicBezTo>
                <a:cubicBezTo>
                  <a:pt x="92730" y="37903"/>
                  <a:pt x="90956" y="42100"/>
                  <a:pt x="90615" y="47357"/>
                </a:cubicBezTo>
                <a:close/>
                <a:moveTo>
                  <a:pt x="147668" y="83444"/>
                </a:moveTo>
                <a:lnTo>
                  <a:pt x="147668" y="0"/>
                </a:lnTo>
                <a:lnTo>
                  <a:pt x="157914" y="0"/>
                </a:lnTo>
                <a:lnTo>
                  <a:pt x="157914" y="83444"/>
                </a:lnTo>
                <a:lnTo>
                  <a:pt x="147668" y="83444"/>
                </a:lnTo>
                <a:close/>
                <a:moveTo>
                  <a:pt x="213116" y="75817"/>
                </a:moveTo>
                <a:cubicBezTo>
                  <a:pt x="209321" y="79105"/>
                  <a:pt x="205669" y="81427"/>
                  <a:pt x="202159" y="82781"/>
                </a:cubicBezTo>
                <a:cubicBezTo>
                  <a:pt x="198649" y="84134"/>
                  <a:pt x="194883" y="84810"/>
                  <a:pt x="190860" y="84810"/>
                </a:cubicBezTo>
                <a:cubicBezTo>
                  <a:pt x="184220" y="84810"/>
                  <a:pt x="179116" y="83188"/>
                  <a:pt x="175549" y="79944"/>
                </a:cubicBezTo>
                <a:cubicBezTo>
                  <a:pt x="171982" y="76699"/>
                  <a:pt x="170198" y="72554"/>
                  <a:pt x="170198" y="67507"/>
                </a:cubicBezTo>
                <a:cubicBezTo>
                  <a:pt x="170198" y="64547"/>
                  <a:pt x="170872" y="61843"/>
                  <a:pt x="172219" y="59396"/>
                </a:cubicBezTo>
                <a:cubicBezTo>
                  <a:pt x="173566" y="56948"/>
                  <a:pt x="175331" y="54985"/>
                  <a:pt x="177513" y="53505"/>
                </a:cubicBezTo>
                <a:cubicBezTo>
                  <a:pt x="179695" y="52025"/>
                  <a:pt x="182152" y="50905"/>
                  <a:pt x="184884" y="50146"/>
                </a:cubicBezTo>
                <a:cubicBezTo>
                  <a:pt x="186895" y="49615"/>
                  <a:pt x="189931" y="49103"/>
                  <a:pt x="193991" y="48609"/>
                </a:cubicBezTo>
                <a:cubicBezTo>
                  <a:pt x="202263" y="47623"/>
                  <a:pt x="208354" y="46447"/>
                  <a:pt x="212262" y="45080"/>
                </a:cubicBezTo>
                <a:cubicBezTo>
                  <a:pt x="212300" y="43682"/>
                  <a:pt x="212319" y="42794"/>
                  <a:pt x="212319" y="42416"/>
                </a:cubicBezTo>
                <a:cubicBezTo>
                  <a:pt x="212319" y="38257"/>
                  <a:pt x="211351" y="35328"/>
                  <a:pt x="209416" y="33627"/>
                </a:cubicBezTo>
                <a:cubicBezTo>
                  <a:pt x="206798" y="31321"/>
                  <a:pt x="202908" y="30167"/>
                  <a:pt x="197748" y="30167"/>
                </a:cubicBezTo>
                <a:cubicBezTo>
                  <a:pt x="192928" y="30167"/>
                  <a:pt x="189371" y="31012"/>
                  <a:pt x="187075" y="32700"/>
                </a:cubicBezTo>
                <a:cubicBezTo>
                  <a:pt x="184779" y="34389"/>
                  <a:pt x="183081" y="37377"/>
                  <a:pt x="181981" y="41665"/>
                </a:cubicBezTo>
                <a:lnTo>
                  <a:pt x="171963" y="40299"/>
                </a:lnTo>
                <a:cubicBezTo>
                  <a:pt x="172874" y="35998"/>
                  <a:pt x="174373" y="32525"/>
                  <a:pt x="176460" y="29879"/>
                </a:cubicBezTo>
                <a:cubicBezTo>
                  <a:pt x="178547" y="27234"/>
                  <a:pt x="181563" y="25198"/>
                  <a:pt x="185510" y="23771"/>
                </a:cubicBezTo>
                <a:cubicBezTo>
                  <a:pt x="189456" y="22343"/>
                  <a:pt x="194029" y="21630"/>
                  <a:pt x="199228" y="21630"/>
                </a:cubicBezTo>
                <a:cubicBezTo>
                  <a:pt x="204388" y="21630"/>
                  <a:pt x="208581" y="22239"/>
                  <a:pt x="211807" y="23458"/>
                </a:cubicBezTo>
                <a:cubicBezTo>
                  <a:pt x="215032" y="24676"/>
                  <a:pt x="217404" y="26209"/>
                  <a:pt x="218922" y="28056"/>
                </a:cubicBezTo>
                <a:cubicBezTo>
                  <a:pt x="220440" y="29902"/>
                  <a:pt x="221502" y="32235"/>
                  <a:pt x="222109" y="35054"/>
                </a:cubicBezTo>
                <a:cubicBezTo>
                  <a:pt x="222451" y="36805"/>
                  <a:pt x="222622" y="39951"/>
                  <a:pt x="222622" y="44492"/>
                </a:cubicBezTo>
                <a:lnTo>
                  <a:pt x="222622" y="58113"/>
                </a:lnTo>
                <a:cubicBezTo>
                  <a:pt x="222622" y="67611"/>
                  <a:pt x="222840" y="73626"/>
                  <a:pt x="223276" y="76159"/>
                </a:cubicBezTo>
                <a:cubicBezTo>
                  <a:pt x="223713" y="78692"/>
                  <a:pt x="224576" y="81120"/>
                  <a:pt x="225866" y="83444"/>
                </a:cubicBezTo>
                <a:lnTo>
                  <a:pt x="215165" y="83444"/>
                </a:lnTo>
                <a:cubicBezTo>
                  <a:pt x="214103" y="81271"/>
                  <a:pt x="213420" y="78728"/>
                  <a:pt x="213116" y="75817"/>
                </a:cubicBezTo>
                <a:moveTo>
                  <a:pt x="212262" y="53163"/>
                </a:moveTo>
                <a:cubicBezTo>
                  <a:pt x="208543" y="54674"/>
                  <a:pt x="202965" y="55958"/>
                  <a:pt x="195528" y="57016"/>
                </a:cubicBezTo>
                <a:cubicBezTo>
                  <a:pt x="191316" y="57619"/>
                  <a:pt x="188337" y="58299"/>
                  <a:pt x="186591" y="59054"/>
                </a:cubicBezTo>
                <a:cubicBezTo>
                  <a:pt x="184846" y="59810"/>
                  <a:pt x="183499" y="60914"/>
                  <a:pt x="182550" y="62368"/>
                </a:cubicBezTo>
                <a:cubicBezTo>
                  <a:pt x="181601" y="63822"/>
                  <a:pt x="181127" y="65436"/>
                  <a:pt x="181127" y="67212"/>
                </a:cubicBezTo>
                <a:cubicBezTo>
                  <a:pt x="181127" y="69931"/>
                  <a:pt x="182161" y="72197"/>
                  <a:pt x="184229" y="74010"/>
                </a:cubicBezTo>
                <a:cubicBezTo>
                  <a:pt x="186297" y="75822"/>
                  <a:pt x="189324" y="76728"/>
                  <a:pt x="193308" y="76728"/>
                </a:cubicBezTo>
                <a:cubicBezTo>
                  <a:pt x="197254" y="76728"/>
                  <a:pt x="200764" y="75868"/>
                  <a:pt x="203838" y="74147"/>
                </a:cubicBezTo>
                <a:cubicBezTo>
                  <a:pt x="206912" y="72425"/>
                  <a:pt x="209170" y="70073"/>
                  <a:pt x="210612" y="67091"/>
                </a:cubicBezTo>
                <a:cubicBezTo>
                  <a:pt x="211712" y="64789"/>
                  <a:pt x="212262" y="61392"/>
                  <a:pt x="212262" y="56900"/>
                </a:cubicBezTo>
                <a:lnTo>
                  <a:pt x="212262" y="53163"/>
                </a:lnTo>
                <a:close/>
                <a:moveTo>
                  <a:pt x="261062" y="74280"/>
                </a:moveTo>
                <a:lnTo>
                  <a:pt x="262542" y="83331"/>
                </a:lnTo>
                <a:cubicBezTo>
                  <a:pt x="259658" y="83938"/>
                  <a:pt x="257078" y="84241"/>
                  <a:pt x="254801" y="84241"/>
                </a:cubicBezTo>
                <a:cubicBezTo>
                  <a:pt x="251082" y="84241"/>
                  <a:pt x="248198" y="83653"/>
                  <a:pt x="246149" y="82477"/>
                </a:cubicBezTo>
                <a:cubicBezTo>
                  <a:pt x="244100" y="81300"/>
                  <a:pt x="242658" y="79754"/>
                  <a:pt x="241823" y="77838"/>
                </a:cubicBezTo>
                <a:cubicBezTo>
                  <a:pt x="240988" y="75921"/>
                  <a:pt x="240571" y="71890"/>
                  <a:pt x="240571" y="65742"/>
                </a:cubicBezTo>
                <a:lnTo>
                  <a:pt x="240571" y="30964"/>
                </a:lnTo>
                <a:lnTo>
                  <a:pt x="233058" y="30964"/>
                </a:lnTo>
                <a:lnTo>
                  <a:pt x="233058" y="22996"/>
                </a:lnTo>
                <a:lnTo>
                  <a:pt x="240571" y="22996"/>
                </a:lnTo>
                <a:lnTo>
                  <a:pt x="240571" y="8026"/>
                </a:lnTo>
                <a:lnTo>
                  <a:pt x="250760" y="1878"/>
                </a:lnTo>
                <a:lnTo>
                  <a:pt x="250760" y="22996"/>
                </a:lnTo>
                <a:lnTo>
                  <a:pt x="261062" y="22996"/>
                </a:lnTo>
                <a:lnTo>
                  <a:pt x="261062" y="30964"/>
                </a:lnTo>
                <a:lnTo>
                  <a:pt x="250760" y="30964"/>
                </a:lnTo>
                <a:lnTo>
                  <a:pt x="250760" y="66312"/>
                </a:lnTo>
                <a:cubicBezTo>
                  <a:pt x="250760" y="69233"/>
                  <a:pt x="250940" y="71112"/>
                  <a:pt x="251300" y="71947"/>
                </a:cubicBezTo>
                <a:cubicBezTo>
                  <a:pt x="251661" y="72781"/>
                  <a:pt x="252249" y="73445"/>
                  <a:pt x="253065" y="73939"/>
                </a:cubicBezTo>
                <a:cubicBezTo>
                  <a:pt x="253881" y="74432"/>
                  <a:pt x="255048" y="74679"/>
                  <a:pt x="256566" y="74679"/>
                </a:cubicBezTo>
                <a:cubicBezTo>
                  <a:pt x="257704" y="74679"/>
                  <a:pt x="259203" y="74546"/>
                  <a:pt x="261062" y="74280"/>
                </a:cubicBezTo>
                <a:close/>
                <a:moveTo>
                  <a:pt x="312878" y="63864"/>
                </a:moveTo>
                <a:lnTo>
                  <a:pt x="323465" y="65230"/>
                </a:lnTo>
                <a:cubicBezTo>
                  <a:pt x="321795" y="71433"/>
                  <a:pt x="318702" y="76248"/>
                  <a:pt x="314187" y="79673"/>
                </a:cubicBezTo>
                <a:cubicBezTo>
                  <a:pt x="309671" y="83098"/>
                  <a:pt x="303903" y="84810"/>
                  <a:pt x="296883" y="84810"/>
                </a:cubicBezTo>
                <a:cubicBezTo>
                  <a:pt x="288042" y="84810"/>
                  <a:pt x="281031" y="82088"/>
                  <a:pt x="275851" y="76642"/>
                </a:cubicBezTo>
                <a:cubicBezTo>
                  <a:pt x="270671" y="71197"/>
                  <a:pt x="268082" y="63560"/>
                  <a:pt x="268082" y="53732"/>
                </a:cubicBezTo>
                <a:cubicBezTo>
                  <a:pt x="268082" y="43563"/>
                  <a:pt x="270700" y="35670"/>
                  <a:pt x="275937" y="30054"/>
                </a:cubicBezTo>
                <a:cubicBezTo>
                  <a:pt x="281173" y="24438"/>
                  <a:pt x="287966" y="21630"/>
                  <a:pt x="296314" y="21630"/>
                </a:cubicBezTo>
                <a:cubicBezTo>
                  <a:pt x="304396" y="21630"/>
                  <a:pt x="310999" y="24376"/>
                  <a:pt x="316122" y="29870"/>
                </a:cubicBezTo>
                <a:cubicBezTo>
                  <a:pt x="321245" y="35363"/>
                  <a:pt x="323806" y="43091"/>
                  <a:pt x="323806" y="53055"/>
                </a:cubicBezTo>
                <a:cubicBezTo>
                  <a:pt x="323806" y="53661"/>
                  <a:pt x="323787" y="54569"/>
                  <a:pt x="323749" y="55781"/>
                </a:cubicBezTo>
                <a:lnTo>
                  <a:pt x="278669" y="55781"/>
                </a:lnTo>
                <a:cubicBezTo>
                  <a:pt x="279048" y="62441"/>
                  <a:pt x="280927" y="67540"/>
                  <a:pt x="284304" y="71079"/>
                </a:cubicBezTo>
                <a:cubicBezTo>
                  <a:pt x="287681" y="74617"/>
                  <a:pt x="291893" y="76386"/>
                  <a:pt x="296940" y="76386"/>
                </a:cubicBezTo>
                <a:cubicBezTo>
                  <a:pt x="300697" y="76386"/>
                  <a:pt x="303903" y="75391"/>
                  <a:pt x="306559" y="73400"/>
                </a:cubicBezTo>
                <a:cubicBezTo>
                  <a:pt x="309216" y="71408"/>
                  <a:pt x="311322" y="68229"/>
                  <a:pt x="312878" y="63864"/>
                </a:cubicBezTo>
                <a:moveTo>
                  <a:pt x="279238" y="47357"/>
                </a:moveTo>
                <a:lnTo>
                  <a:pt x="312991" y="47357"/>
                </a:lnTo>
                <a:cubicBezTo>
                  <a:pt x="312536" y="42289"/>
                  <a:pt x="311246" y="38488"/>
                  <a:pt x="309121" y="35954"/>
                </a:cubicBezTo>
                <a:cubicBezTo>
                  <a:pt x="305857" y="32020"/>
                  <a:pt x="301626" y="30054"/>
                  <a:pt x="296428" y="30054"/>
                </a:cubicBezTo>
                <a:cubicBezTo>
                  <a:pt x="291722" y="30054"/>
                  <a:pt x="287766" y="31624"/>
                  <a:pt x="284560" y="34764"/>
                </a:cubicBezTo>
                <a:cubicBezTo>
                  <a:pt x="281353" y="37903"/>
                  <a:pt x="279579" y="42100"/>
                  <a:pt x="279238" y="47357"/>
                </a:cubicBezTo>
                <a:close/>
                <a:moveTo>
                  <a:pt x="375737" y="83444"/>
                </a:moveTo>
                <a:lnTo>
                  <a:pt x="375737" y="75817"/>
                </a:lnTo>
                <a:cubicBezTo>
                  <a:pt x="371904" y="81813"/>
                  <a:pt x="366269" y="84810"/>
                  <a:pt x="358832" y="84810"/>
                </a:cubicBezTo>
                <a:cubicBezTo>
                  <a:pt x="354013" y="84810"/>
                  <a:pt x="349582" y="83482"/>
                  <a:pt x="345541" y="80826"/>
                </a:cubicBezTo>
                <a:cubicBezTo>
                  <a:pt x="341500" y="78170"/>
                  <a:pt x="338369" y="74461"/>
                  <a:pt x="336149" y="69698"/>
                </a:cubicBezTo>
                <a:cubicBezTo>
                  <a:pt x="333929" y="64936"/>
                  <a:pt x="332819" y="59462"/>
                  <a:pt x="332819" y="53277"/>
                </a:cubicBezTo>
                <a:cubicBezTo>
                  <a:pt x="332819" y="47243"/>
                  <a:pt x="333825" y="41770"/>
                  <a:pt x="335836" y="36856"/>
                </a:cubicBezTo>
                <a:cubicBezTo>
                  <a:pt x="337847" y="31941"/>
                  <a:pt x="340864" y="28175"/>
                  <a:pt x="344886" y="25557"/>
                </a:cubicBezTo>
                <a:cubicBezTo>
                  <a:pt x="348909" y="22939"/>
                  <a:pt x="353405" y="21630"/>
                  <a:pt x="358376" y="21630"/>
                </a:cubicBezTo>
                <a:cubicBezTo>
                  <a:pt x="362019" y="21630"/>
                  <a:pt x="365264" y="22403"/>
                  <a:pt x="368110" y="23951"/>
                </a:cubicBezTo>
                <a:cubicBezTo>
                  <a:pt x="370956" y="25497"/>
                  <a:pt x="373270" y="27512"/>
                  <a:pt x="375054" y="29995"/>
                </a:cubicBezTo>
                <a:lnTo>
                  <a:pt x="375054" y="0"/>
                </a:lnTo>
                <a:lnTo>
                  <a:pt x="385243" y="0"/>
                </a:lnTo>
                <a:lnTo>
                  <a:pt x="385243" y="83444"/>
                </a:lnTo>
                <a:lnTo>
                  <a:pt x="375737" y="83444"/>
                </a:lnTo>
                <a:moveTo>
                  <a:pt x="343350" y="53305"/>
                </a:moveTo>
                <a:cubicBezTo>
                  <a:pt x="343350" y="61037"/>
                  <a:pt x="344981" y="66817"/>
                  <a:pt x="348245" y="70645"/>
                </a:cubicBezTo>
                <a:cubicBezTo>
                  <a:pt x="351508" y="74472"/>
                  <a:pt x="355360" y="76386"/>
                  <a:pt x="359799" y="76386"/>
                </a:cubicBezTo>
                <a:cubicBezTo>
                  <a:pt x="364277" y="76386"/>
                  <a:pt x="368081" y="74558"/>
                  <a:pt x="371212" y="70901"/>
                </a:cubicBezTo>
                <a:cubicBezTo>
                  <a:pt x="374342" y="67244"/>
                  <a:pt x="375908" y="61663"/>
                  <a:pt x="375908" y="54157"/>
                </a:cubicBezTo>
                <a:cubicBezTo>
                  <a:pt x="375908" y="45896"/>
                  <a:pt x="374314" y="39832"/>
                  <a:pt x="371126" y="35966"/>
                </a:cubicBezTo>
                <a:cubicBezTo>
                  <a:pt x="367939" y="32100"/>
                  <a:pt x="364011" y="30167"/>
                  <a:pt x="359344" y="30167"/>
                </a:cubicBezTo>
                <a:cubicBezTo>
                  <a:pt x="354790" y="30167"/>
                  <a:pt x="350986" y="32024"/>
                  <a:pt x="347932" y="35739"/>
                </a:cubicBezTo>
                <a:cubicBezTo>
                  <a:pt x="344877" y="39453"/>
                  <a:pt x="343350" y="45308"/>
                  <a:pt x="343350" y="53305"/>
                </a:cubicBezTo>
                <a:close/>
                <a:moveTo>
                  <a:pt x="436224" y="83444"/>
                </a:moveTo>
                <a:lnTo>
                  <a:pt x="436224" y="0"/>
                </a:lnTo>
                <a:lnTo>
                  <a:pt x="492517" y="0"/>
                </a:lnTo>
                <a:lnTo>
                  <a:pt x="492517" y="9904"/>
                </a:lnTo>
                <a:lnTo>
                  <a:pt x="447266" y="9904"/>
                </a:lnTo>
                <a:lnTo>
                  <a:pt x="447266" y="35632"/>
                </a:lnTo>
                <a:lnTo>
                  <a:pt x="486427" y="35632"/>
                </a:lnTo>
                <a:lnTo>
                  <a:pt x="486427" y="45536"/>
                </a:lnTo>
                <a:lnTo>
                  <a:pt x="447266" y="45536"/>
                </a:lnTo>
                <a:lnTo>
                  <a:pt x="447266" y="83444"/>
                </a:lnTo>
                <a:lnTo>
                  <a:pt x="436224" y="83444"/>
                </a:lnTo>
                <a:close/>
                <a:moveTo>
                  <a:pt x="505868" y="11725"/>
                </a:moveTo>
                <a:lnTo>
                  <a:pt x="505868" y="0"/>
                </a:lnTo>
                <a:lnTo>
                  <a:pt x="516114" y="0"/>
                </a:lnTo>
                <a:lnTo>
                  <a:pt x="516114" y="11725"/>
                </a:lnTo>
                <a:lnTo>
                  <a:pt x="505868" y="11725"/>
                </a:lnTo>
                <a:moveTo>
                  <a:pt x="505868" y="83444"/>
                </a:moveTo>
                <a:lnTo>
                  <a:pt x="505868" y="22996"/>
                </a:lnTo>
                <a:lnTo>
                  <a:pt x="516114" y="22996"/>
                </a:lnTo>
                <a:lnTo>
                  <a:pt x="516114" y="83444"/>
                </a:lnTo>
                <a:lnTo>
                  <a:pt x="505868" y="83444"/>
                </a:lnTo>
                <a:close/>
                <a:moveTo>
                  <a:pt x="531359" y="83444"/>
                </a:moveTo>
                <a:lnTo>
                  <a:pt x="531359" y="0"/>
                </a:lnTo>
                <a:lnTo>
                  <a:pt x="541604" y="0"/>
                </a:lnTo>
                <a:lnTo>
                  <a:pt x="541604" y="83444"/>
                </a:lnTo>
                <a:lnTo>
                  <a:pt x="531359" y="83444"/>
                </a:lnTo>
                <a:close/>
                <a:moveTo>
                  <a:pt x="598741" y="63864"/>
                </a:moveTo>
                <a:lnTo>
                  <a:pt x="609328" y="65230"/>
                </a:lnTo>
                <a:cubicBezTo>
                  <a:pt x="607659" y="71433"/>
                  <a:pt x="604566" y="76248"/>
                  <a:pt x="600050" y="79673"/>
                </a:cubicBezTo>
                <a:cubicBezTo>
                  <a:pt x="595535" y="83098"/>
                  <a:pt x="589767" y="84810"/>
                  <a:pt x="582747" y="84810"/>
                </a:cubicBezTo>
                <a:cubicBezTo>
                  <a:pt x="573905" y="84810"/>
                  <a:pt x="566895" y="82088"/>
                  <a:pt x="561715" y="76642"/>
                </a:cubicBezTo>
                <a:cubicBezTo>
                  <a:pt x="556535" y="71197"/>
                  <a:pt x="553945" y="63560"/>
                  <a:pt x="553945" y="53732"/>
                </a:cubicBezTo>
                <a:cubicBezTo>
                  <a:pt x="553945" y="43563"/>
                  <a:pt x="556564" y="35670"/>
                  <a:pt x="561800" y="30054"/>
                </a:cubicBezTo>
                <a:cubicBezTo>
                  <a:pt x="567037" y="24438"/>
                  <a:pt x="573829" y="21630"/>
                  <a:pt x="582178" y="21630"/>
                </a:cubicBezTo>
                <a:cubicBezTo>
                  <a:pt x="590260" y="21630"/>
                  <a:pt x="596863" y="24376"/>
                  <a:pt x="601986" y="29870"/>
                </a:cubicBezTo>
                <a:cubicBezTo>
                  <a:pt x="607108" y="35363"/>
                  <a:pt x="609670" y="43091"/>
                  <a:pt x="609670" y="53055"/>
                </a:cubicBezTo>
                <a:cubicBezTo>
                  <a:pt x="609670" y="53661"/>
                  <a:pt x="609651" y="54569"/>
                  <a:pt x="609613" y="55781"/>
                </a:cubicBezTo>
                <a:lnTo>
                  <a:pt x="564532" y="55781"/>
                </a:lnTo>
                <a:cubicBezTo>
                  <a:pt x="564912" y="62441"/>
                  <a:pt x="566790" y="67540"/>
                  <a:pt x="570168" y="71079"/>
                </a:cubicBezTo>
                <a:cubicBezTo>
                  <a:pt x="573545" y="74617"/>
                  <a:pt x="577757" y="76386"/>
                  <a:pt x="582804" y="76386"/>
                </a:cubicBezTo>
                <a:cubicBezTo>
                  <a:pt x="586560" y="76386"/>
                  <a:pt x="589767" y="75391"/>
                  <a:pt x="592423" y="73400"/>
                </a:cubicBezTo>
                <a:cubicBezTo>
                  <a:pt x="595079" y="71408"/>
                  <a:pt x="597185" y="68229"/>
                  <a:pt x="598741" y="63864"/>
                </a:cubicBezTo>
                <a:moveTo>
                  <a:pt x="565102" y="47357"/>
                </a:moveTo>
                <a:lnTo>
                  <a:pt x="598855" y="47357"/>
                </a:lnTo>
                <a:cubicBezTo>
                  <a:pt x="598400" y="42289"/>
                  <a:pt x="597110" y="38488"/>
                  <a:pt x="594985" y="35954"/>
                </a:cubicBezTo>
                <a:cubicBezTo>
                  <a:pt x="591721" y="32020"/>
                  <a:pt x="587490" y="30054"/>
                  <a:pt x="582291" y="30054"/>
                </a:cubicBezTo>
                <a:cubicBezTo>
                  <a:pt x="577586" y="30054"/>
                  <a:pt x="573630" y="31624"/>
                  <a:pt x="570424" y="34764"/>
                </a:cubicBezTo>
                <a:cubicBezTo>
                  <a:pt x="567217" y="37903"/>
                  <a:pt x="565443" y="42100"/>
                  <a:pt x="565102" y="47357"/>
                </a:cubicBezTo>
                <a:close/>
                <a:moveTo>
                  <a:pt x="618285" y="65344"/>
                </a:moveTo>
                <a:lnTo>
                  <a:pt x="628416" y="63750"/>
                </a:lnTo>
                <a:cubicBezTo>
                  <a:pt x="628986" y="67828"/>
                  <a:pt x="630570" y="70954"/>
                  <a:pt x="633169" y="73128"/>
                </a:cubicBezTo>
                <a:cubicBezTo>
                  <a:pt x="635769" y="75300"/>
                  <a:pt x="639402" y="76386"/>
                  <a:pt x="644069" y="76386"/>
                </a:cubicBezTo>
                <a:cubicBezTo>
                  <a:pt x="648775" y="76386"/>
                  <a:pt x="652266" y="75428"/>
                  <a:pt x="654543" y="73512"/>
                </a:cubicBezTo>
                <a:cubicBezTo>
                  <a:pt x="656819" y="71596"/>
                  <a:pt x="657958" y="69347"/>
                  <a:pt x="657958" y="66767"/>
                </a:cubicBezTo>
                <a:cubicBezTo>
                  <a:pt x="657958" y="64452"/>
                  <a:pt x="656952" y="62631"/>
                  <a:pt x="654941" y="61303"/>
                </a:cubicBezTo>
                <a:cubicBezTo>
                  <a:pt x="653537" y="60392"/>
                  <a:pt x="650046" y="59235"/>
                  <a:pt x="644468" y="57830"/>
                </a:cubicBezTo>
                <a:cubicBezTo>
                  <a:pt x="636954" y="55933"/>
                  <a:pt x="631746" y="54292"/>
                  <a:pt x="628843" y="52907"/>
                </a:cubicBezTo>
                <a:cubicBezTo>
                  <a:pt x="625940" y="51522"/>
                  <a:pt x="623740" y="49606"/>
                  <a:pt x="622241" y="47158"/>
                </a:cubicBezTo>
                <a:cubicBezTo>
                  <a:pt x="620742" y="44710"/>
                  <a:pt x="619992" y="42007"/>
                  <a:pt x="619992" y="39047"/>
                </a:cubicBezTo>
                <a:cubicBezTo>
                  <a:pt x="619992" y="36353"/>
                  <a:pt x="620609" y="33858"/>
                  <a:pt x="621842" y="31562"/>
                </a:cubicBezTo>
                <a:cubicBezTo>
                  <a:pt x="623075" y="29266"/>
                  <a:pt x="624755" y="27359"/>
                  <a:pt x="626880" y="25842"/>
                </a:cubicBezTo>
                <a:cubicBezTo>
                  <a:pt x="628473" y="24665"/>
                  <a:pt x="630646" y="23669"/>
                  <a:pt x="633397" y="22853"/>
                </a:cubicBezTo>
                <a:cubicBezTo>
                  <a:pt x="636148" y="22037"/>
                  <a:pt x="639098" y="21630"/>
                  <a:pt x="642248" y="21630"/>
                </a:cubicBezTo>
                <a:cubicBezTo>
                  <a:pt x="646991" y="21630"/>
                  <a:pt x="651156" y="22313"/>
                  <a:pt x="654742" y="23679"/>
                </a:cubicBezTo>
                <a:cubicBezTo>
                  <a:pt x="658328" y="25045"/>
                  <a:pt x="660975" y="26895"/>
                  <a:pt x="662682" y="29228"/>
                </a:cubicBezTo>
                <a:cubicBezTo>
                  <a:pt x="664390" y="31562"/>
                  <a:pt x="665566" y="34683"/>
                  <a:pt x="666211" y="38592"/>
                </a:cubicBezTo>
                <a:lnTo>
                  <a:pt x="656193" y="39958"/>
                </a:lnTo>
                <a:cubicBezTo>
                  <a:pt x="655738" y="36846"/>
                  <a:pt x="654419" y="34417"/>
                  <a:pt x="652237" y="32672"/>
                </a:cubicBezTo>
                <a:cubicBezTo>
                  <a:pt x="650055" y="30926"/>
                  <a:pt x="646972" y="30054"/>
                  <a:pt x="642988" y="30054"/>
                </a:cubicBezTo>
                <a:cubicBezTo>
                  <a:pt x="638283" y="30054"/>
                  <a:pt x="634924" y="30832"/>
                  <a:pt x="632913" y="32387"/>
                </a:cubicBezTo>
                <a:cubicBezTo>
                  <a:pt x="630902" y="33943"/>
                  <a:pt x="629896" y="35765"/>
                  <a:pt x="629896" y="37852"/>
                </a:cubicBezTo>
                <a:cubicBezTo>
                  <a:pt x="629896" y="39180"/>
                  <a:pt x="630314" y="40375"/>
                  <a:pt x="631149" y="41438"/>
                </a:cubicBezTo>
                <a:cubicBezTo>
                  <a:pt x="631983" y="42538"/>
                  <a:pt x="633293" y="43449"/>
                  <a:pt x="635076" y="44170"/>
                </a:cubicBezTo>
                <a:cubicBezTo>
                  <a:pt x="636101" y="44549"/>
                  <a:pt x="639117" y="45422"/>
                  <a:pt x="644126" y="46788"/>
                </a:cubicBezTo>
                <a:cubicBezTo>
                  <a:pt x="651374" y="48723"/>
                  <a:pt x="656430" y="50308"/>
                  <a:pt x="659295" y="51541"/>
                </a:cubicBezTo>
                <a:cubicBezTo>
                  <a:pt x="662160" y="52774"/>
                  <a:pt x="664409" y="54567"/>
                  <a:pt x="666040" y="56920"/>
                </a:cubicBezTo>
                <a:cubicBezTo>
                  <a:pt x="667672" y="59272"/>
                  <a:pt x="668488" y="62194"/>
                  <a:pt x="668488" y="65685"/>
                </a:cubicBezTo>
                <a:cubicBezTo>
                  <a:pt x="668488" y="69101"/>
                  <a:pt x="667492" y="72317"/>
                  <a:pt x="665500" y="75333"/>
                </a:cubicBezTo>
                <a:cubicBezTo>
                  <a:pt x="663508" y="78350"/>
                  <a:pt x="660633" y="80684"/>
                  <a:pt x="656876" y="82334"/>
                </a:cubicBezTo>
                <a:cubicBezTo>
                  <a:pt x="653120" y="83985"/>
                  <a:pt x="648870" y="84810"/>
                  <a:pt x="644126" y="84810"/>
                </a:cubicBezTo>
                <a:cubicBezTo>
                  <a:pt x="636271" y="84810"/>
                  <a:pt x="630285" y="83174"/>
                  <a:pt x="626168" y="79901"/>
                </a:cubicBezTo>
                <a:cubicBezTo>
                  <a:pt x="622051" y="76628"/>
                  <a:pt x="619423" y="71776"/>
                  <a:pt x="618285" y="653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46BB8-5690-4DF4-A299-B1BF205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081" y="592687"/>
            <a:ext cx="1231560" cy="994667"/>
          </a:xfrm>
          <a:custGeom xmlns:a="http://schemas.openxmlformats.org/drawingml/2006/main">
            <a:pathLst>
              <a:path w="1231560" h="994667">
                <a:moveTo>
                  <a:pt x="0" y="74981"/>
                </a:moveTo>
                <a:cubicBezTo>
                  <a:pt x="0" y="33753"/>
                  <a:pt x="33753" y="0"/>
                  <a:pt x="75918" y="469"/>
                </a:cubicBezTo>
                <a:lnTo>
                  <a:pt x="1155642" y="469"/>
                </a:lnTo>
                <a:cubicBezTo>
                  <a:pt x="1197572" y="0"/>
                  <a:pt x="1231325" y="33753"/>
                  <a:pt x="1231560" y="74981"/>
                </a:cubicBezTo>
                <a:lnTo>
                  <a:pt x="1231560" y="919921"/>
                </a:lnTo>
                <a:cubicBezTo>
                  <a:pt x="1231325" y="960914"/>
                  <a:pt x="1197572" y="994667"/>
                  <a:pt x="1155642" y="994433"/>
                </a:cubicBezTo>
                <a:lnTo>
                  <a:pt x="75918" y="994433"/>
                </a:lnTo>
                <a:cubicBezTo>
                  <a:pt x="33753" y="994667"/>
                  <a:pt x="0" y="960914"/>
                  <a:pt x="0" y="919921"/>
                </a:cubicBezTo>
                <a:lnTo>
                  <a:pt x="0" y="7498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1C68A-7B14-46E0-A669-4D1985CE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223" y="586829"/>
            <a:ext cx="1243041" cy="1006383"/>
          </a:xfrm>
          <a:custGeom xmlns:a="http://schemas.openxmlformats.org/drawingml/2006/main">
            <a:pathLst>
              <a:path w="1243041" h="1006383">
                <a:moveTo>
                  <a:pt x="2554" y="945438"/>
                </a:moveTo>
                <a:lnTo>
                  <a:pt x="3655" y="949292"/>
                </a:lnTo>
                <a:lnTo>
                  <a:pt x="4932" y="953076"/>
                </a:lnTo>
                <a:lnTo>
                  <a:pt x="6385" y="956767"/>
                </a:lnTo>
                <a:lnTo>
                  <a:pt x="8014" y="960363"/>
                </a:lnTo>
                <a:lnTo>
                  <a:pt x="9806" y="963866"/>
                </a:lnTo>
                <a:lnTo>
                  <a:pt x="11763" y="967276"/>
                </a:lnTo>
                <a:lnTo>
                  <a:pt x="13871" y="970568"/>
                </a:lnTo>
                <a:lnTo>
                  <a:pt x="16144" y="973755"/>
                </a:lnTo>
                <a:lnTo>
                  <a:pt x="18558" y="976824"/>
                </a:lnTo>
                <a:lnTo>
                  <a:pt x="21100" y="979765"/>
                </a:lnTo>
                <a:lnTo>
                  <a:pt x="23795" y="982588"/>
                </a:lnTo>
                <a:lnTo>
                  <a:pt x="26618" y="985283"/>
                </a:lnTo>
                <a:lnTo>
                  <a:pt x="29559" y="987825"/>
                </a:lnTo>
                <a:lnTo>
                  <a:pt x="32628" y="990239"/>
                </a:lnTo>
                <a:lnTo>
                  <a:pt x="35815" y="992511"/>
                </a:lnTo>
                <a:lnTo>
                  <a:pt x="39107" y="994620"/>
                </a:lnTo>
                <a:lnTo>
                  <a:pt x="42516" y="996577"/>
                </a:lnTo>
                <a:lnTo>
                  <a:pt x="46019" y="998369"/>
                </a:lnTo>
                <a:lnTo>
                  <a:pt x="49616" y="999998"/>
                </a:lnTo>
                <a:lnTo>
                  <a:pt x="53307" y="1001451"/>
                </a:lnTo>
                <a:lnTo>
                  <a:pt x="57091" y="1002728"/>
                </a:lnTo>
                <a:lnTo>
                  <a:pt x="60945" y="1003829"/>
                </a:lnTo>
                <a:lnTo>
                  <a:pt x="64882" y="1004731"/>
                </a:lnTo>
                <a:lnTo>
                  <a:pt x="68877" y="1005446"/>
                </a:lnTo>
                <a:lnTo>
                  <a:pt x="72942" y="1005961"/>
                </a:lnTo>
                <a:lnTo>
                  <a:pt x="77066" y="1006277"/>
                </a:lnTo>
                <a:lnTo>
                  <a:pt x="81167" y="1006383"/>
                </a:lnTo>
                <a:lnTo>
                  <a:pt x="1161874" y="1006383"/>
                </a:lnTo>
                <a:lnTo>
                  <a:pt x="1165975" y="1006277"/>
                </a:lnTo>
                <a:lnTo>
                  <a:pt x="1170099" y="1005961"/>
                </a:lnTo>
                <a:lnTo>
                  <a:pt x="1174164" y="1005446"/>
                </a:lnTo>
                <a:lnTo>
                  <a:pt x="1178159" y="1004731"/>
                </a:lnTo>
                <a:lnTo>
                  <a:pt x="1182096" y="1003829"/>
                </a:lnTo>
                <a:lnTo>
                  <a:pt x="1185950" y="1002728"/>
                </a:lnTo>
                <a:lnTo>
                  <a:pt x="1189734" y="1001451"/>
                </a:lnTo>
                <a:lnTo>
                  <a:pt x="1193425" y="999998"/>
                </a:lnTo>
                <a:lnTo>
                  <a:pt x="1197022" y="998369"/>
                </a:lnTo>
                <a:lnTo>
                  <a:pt x="1200525" y="996577"/>
                </a:lnTo>
                <a:lnTo>
                  <a:pt x="1203934" y="994620"/>
                </a:lnTo>
                <a:lnTo>
                  <a:pt x="1207226" y="992511"/>
                </a:lnTo>
                <a:lnTo>
                  <a:pt x="1210413" y="990239"/>
                </a:lnTo>
                <a:lnTo>
                  <a:pt x="1213482" y="987825"/>
                </a:lnTo>
                <a:lnTo>
                  <a:pt x="1216423" y="985283"/>
                </a:lnTo>
                <a:lnTo>
                  <a:pt x="1219246" y="982588"/>
                </a:lnTo>
                <a:lnTo>
                  <a:pt x="1221941" y="979765"/>
                </a:lnTo>
                <a:lnTo>
                  <a:pt x="1224483" y="976824"/>
                </a:lnTo>
                <a:lnTo>
                  <a:pt x="1226897" y="973755"/>
                </a:lnTo>
                <a:lnTo>
                  <a:pt x="1229158" y="970568"/>
                </a:lnTo>
                <a:lnTo>
                  <a:pt x="1231278" y="967276"/>
                </a:lnTo>
                <a:lnTo>
                  <a:pt x="1233235" y="963866"/>
                </a:lnTo>
                <a:lnTo>
                  <a:pt x="1235028" y="960363"/>
                </a:lnTo>
                <a:lnTo>
                  <a:pt x="1236656" y="956767"/>
                </a:lnTo>
                <a:lnTo>
                  <a:pt x="1238109" y="953076"/>
                </a:lnTo>
                <a:lnTo>
                  <a:pt x="1239386" y="949292"/>
                </a:lnTo>
                <a:lnTo>
                  <a:pt x="1240487" y="945438"/>
                </a:lnTo>
                <a:lnTo>
                  <a:pt x="1241389" y="941501"/>
                </a:lnTo>
                <a:lnTo>
                  <a:pt x="1242104" y="937506"/>
                </a:lnTo>
                <a:lnTo>
                  <a:pt x="1242619" y="933441"/>
                </a:lnTo>
                <a:lnTo>
                  <a:pt x="1242936" y="929317"/>
                </a:lnTo>
                <a:lnTo>
                  <a:pt x="1243041" y="925216"/>
                </a:lnTo>
                <a:lnTo>
                  <a:pt x="1243041" y="81167"/>
                </a:lnTo>
                <a:lnTo>
                  <a:pt x="1242936" y="77066"/>
                </a:lnTo>
                <a:lnTo>
                  <a:pt x="1242619" y="72942"/>
                </a:lnTo>
                <a:lnTo>
                  <a:pt x="1242104" y="68877"/>
                </a:lnTo>
                <a:lnTo>
                  <a:pt x="1241389" y="64882"/>
                </a:lnTo>
                <a:lnTo>
                  <a:pt x="1240487" y="60945"/>
                </a:lnTo>
                <a:lnTo>
                  <a:pt x="1239386" y="57091"/>
                </a:lnTo>
                <a:lnTo>
                  <a:pt x="1238109" y="53307"/>
                </a:lnTo>
                <a:lnTo>
                  <a:pt x="1236656" y="49616"/>
                </a:lnTo>
                <a:lnTo>
                  <a:pt x="1235028" y="46019"/>
                </a:lnTo>
                <a:lnTo>
                  <a:pt x="1233235" y="42516"/>
                </a:lnTo>
                <a:lnTo>
                  <a:pt x="1231278" y="39107"/>
                </a:lnTo>
                <a:lnTo>
                  <a:pt x="1229158" y="35815"/>
                </a:lnTo>
                <a:lnTo>
                  <a:pt x="1226897" y="32628"/>
                </a:lnTo>
                <a:lnTo>
                  <a:pt x="1224483" y="29559"/>
                </a:lnTo>
                <a:lnTo>
                  <a:pt x="1221941" y="26618"/>
                </a:lnTo>
                <a:lnTo>
                  <a:pt x="1219246" y="23795"/>
                </a:lnTo>
                <a:lnTo>
                  <a:pt x="1216423" y="21100"/>
                </a:lnTo>
                <a:lnTo>
                  <a:pt x="1213482" y="18558"/>
                </a:lnTo>
                <a:lnTo>
                  <a:pt x="1210413" y="16144"/>
                </a:lnTo>
                <a:lnTo>
                  <a:pt x="1207226" y="13871"/>
                </a:lnTo>
                <a:lnTo>
                  <a:pt x="1203934" y="11763"/>
                </a:lnTo>
                <a:lnTo>
                  <a:pt x="1200525" y="9806"/>
                </a:lnTo>
                <a:lnTo>
                  <a:pt x="1197022" y="8014"/>
                </a:lnTo>
                <a:lnTo>
                  <a:pt x="1193425" y="6385"/>
                </a:lnTo>
                <a:lnTo>
                  <a:pt x="1189734" y="4932"/>
                </a:lnTo>
                <a:lnTo>
                  <a:pt x="1185950" y="3655"/>
                </a:lnTo>
                <a:lnTo>
                  <a:pt x="1182096" y="2554"/>
                </a:lnTo>
                <a:lnTo>
                  <a:pt x="1178159" y="1652"/>
                </a:lnTo>
                <a:lnTo>
                  <a:pt x="1174164" y="937"/>
                </a:lnTo>
                <a:lnTo>
                  <a:pt x="1170099" y="422"/>
                </a:lnTo>
                <a:lnTo>
                  <a:pt x="1165975" y="105"/>
                </a:lnTo>
                <a:lnTo>
                  <a:pt x="1161874" y="0"/>
                </a:lnTo>
                <a:lnTo>
                  <a:pt x="81167" y="0"/>
                </a:lnTo>
                <a:lnTo>
                  <a:pt x="77066" y="105"/>
                </a:lnTo>
                <a:lnTo>
                  <a:pt x="72942" y="422"/>
                </a:lnTo>
                <a:lnTo>
                  <a:pt x="68877" y="937"/>
                </a:lnTo>
                <a:lnTo>
                  <a:pt x="64882" y="1652"/>
                </a:lnTo>
                <a:lnTo>
                  <a:pt x="60945" y="2554"/>
                </a:lnTo>
                <a:lnTo>
                  <a:pt x="57091" y="3655"/>
                </a:lnTo>
                <a:lnTo>
                  <a:pt x="53307" y="4932"/>
                </a:lnTo>
                <a:lnTo>
                  <a:pt x="49616" y="6385"/>
                </a:lnTo>
                <a:lnTo>
                  <a:pt x="46019" y="8014"/>
                </a:lnTo>
                <a:lnTo>
                  <a:pt x="42516" y="9806"/>
                </a:lnTo>
                <a:lnTo>
                  <a:pt x="39107" y="11763"/>
                </a:lnTo>
                <a:lnTo>
                  <a:pt x="35815" y="13871"/>
                </a:lnTo>
                <a:lnTo>
                  <a:pt x="32628" y="16144"/>
                </a:lnTo>
                <a:lnTo>
                  <a:pt x="29559" y="18558"/>
                </a:lnTo>
                <a:lnTo>
                  <a:pt x="26618" y="21100"/>
                </a:lnTo>
                <a:lnTo>
                  <a:pt x="23795" y="23795"/>
                </a:lnTo>
                <a:lnTo>
                  <a:pt x="21100" y="26618"/>
                </a:lnTo>
                <a:lnTo>
                  <a:pt x="18558" y="29559"/>
                </a:lnTo>
                <a:lnTo>
                  <a:pt x="16144" y="32628"/>
                </a:lnTo>
                <a:lnTo>
                  <a:pt x="13871" y="35815"/>
                </a:lnTo>
                <a:lnTo>
                  <a:pt x="11763" y="39107"/>
                </a:lnTo>
                <a:lnTo>
                  <a:pt x="9806" y="42516"/>
                </a:lnTo>
                <a:lnTo>
                  <a:pt x="8014" y="46019"/>
                </a:lnTo>
                <a:lnTo>
                  <a:pt x="6385" y="49616"/>
                </a:lnTo>
                <a:lnTo>
                  <a:pt x="4932" y="53307"/>
                </a:lnTo>
                <a:lnTo>
                  <a:pt x="3655" y="57091"/>
                </a:lnTo>
                <a:lnTo>
                  <a:pt x="2554" y="60945"/>
                </a:lnTo>
                <a:lnTo>
                  <a:pt x="1652" y="64882"/>
                </a:lnTo>
                <a:lnTo>
                  <a:pt x="937" y="68877"/>
                </a:lnTo>
                <a:lnTo>
                  <a:pt x="422" y="72942"/>
                </a:lnTo>
                <a:lnTo>
                  <a:pt x="105" y="77066"/>
                </a:lnTo>
                <a:lnTo>
                  <a:pt x="0" y="81167"/>
                </a:lnTo>
                <a:lnTo>
                  <a:pt x="0" y="925216"/>
                </a:lnTo>
                <a:lnTo>
                  <a:pt x="105" y="929317"/>
                </a:lnTo>
                <a:lnTo>
                  <a:pt x="422" y="933441"/>
                </a:lnTo>
                <a:lnTo>
                  <a:pt x="937" y="937506"/>
                </a:lnTo>
                <a:lnTo>
                  <a:pt x="1652" y="941501"/>
                </a:lnTo>
                <a:lnTo>
                  <a:pt x="2554" y="945438"/>
                </a:lnTo>
                <a:close/>
                <a:moveTo>
                  <a:pt x="14833" y="60591"/>
                </a:moveTo>
                <a:lnTo>
                  <a:pt x="15980" y="57196"/>
                </a:lnTo>
                <a:lnTo>
                  <a:pt x="15887" y="57477"/>
                </a:lnTo>
                <a:lnTo>
                  <a:pt x="17202" y="54125"/>
                </a:lnTo>
                <a:lnTo>
                  <a:pt x="18515" y="51224"/>
                </a:lnTo>
                <a:lnTo>
                  <a:pt x="20115" y="48093"/>
                </a:lnTo>
                <a:lnTo>
                  <a:pt x="21800" y="45158"/>
                </a:lnTo>
                <a:lnTo>
                  <a:pt x="23640" y="42298"/>
                </a:lnTo>
                <a:lnTo>
                  <a:pt x="25530" y="39642"/>
                </a:lnTo>
                <a:lnTo>
                  <a:pt x="27603" y="37005"/>
                </a:lnTo>
                <a:lnTo>
                  <a:pt x="29845" y="34421"/>
                </a:lnTo>
                <a:lnTo>
                  <a:pt x="32086" y="32086"/>
                </a:lnTo>
                <a:lnTo>
                  <a:pt x="34421" y="29845"/>
                </a:lnTo>
                <a:lnTo>
                  <a:pt x="37005" y="27603"/>
                </a:lnTo>
                <a:lnTo>
                  <a:pt x="39642" y="25530"/>
                </a:lnTo>
                <a:lnTo>
                  <a:pt x="42298" y="23640"/>
                </a:lnTo>
                <a:lnTo>
                  <a:pt x="45158" y="21800"/>
                </a:lnTo>
                <a:lnTo>
                  <a:pt x="48093" y="20115"/>
                </a:lnTo>
                <a:lnTo>
                  <a:pt x="51224" y="18515"/>
                </a:lnTo>
                <a:lnTo>
                  <a:pt x="54125" y="17202"/>
                </a:lnTo>
                <a:lnTo>
                  <a:pt x="57477" y="15887"/>
                </a:lnTo>
                <a:lnTo>
                  <a:pt x="57196" y="15980"/>
                </a:lnTo>
                <a:lnTo>
                  <a:pt x="60591" y="14833"/>
                </a:lnTo>
                <a:lnTo>
                  <a:pt x="63900" y="13900"/>
                </a:lnTo>
                <a:lnTo>
                  <a:pt x="67210" y="13134"/>
                </a:lnTo>
                <a:lnTo>
                  <a:pt x="70616" y="12522"/>
                </a:lnTo>
                <a:lnTo>
                  <a:pt x="74027" y="12087"/>
                </a:lnTo>
                <a:lnTo>
                  <a:pt x="77716" y="11805"/>
                </a:lnTo>
                <a:lnTo>
                  <a:pt x="81389" y="11716"/>
                </a:lnTo>
                <a:lnTo>
                  <a:pt x="1161652" y="11716"/>
                </a:lnTo>
                <a:lnTo>
                  <a:pt x="1165325" y="11805"/>
                </a:lnTo>
                <a:lnTo>
                  <a:pt x="1169014" y="12087"/>
                </a:lnTo>
                <a:lnTo>
                  <a:pt x="1172425" y="12522"/>
                </a:lnTo>
                <a:lnTo>
                  <a:pt x="1175831" y="13134"/>
                </a:lnTo>
                <a:lnTo>
                  <a:pt x="1179141" y="13900"/>
                </a:lnTo>
                <a:lnTo>
                  <a:pt x="1182450" y="14833"/>
                </a:lnTo>
                <a:lnTo>
                  <a:pt x="1185845" y="15980"/>
                </a:lnTo>
                <a:lnTo>
                  <a:pt x="1185564" y="15887"/>
                </a:lnTo>
                <a:lnTo>
                  <a:pt x="1188916" y="17202"/>
                </a:lnTo>
                <a:lnTo>
                  <a:pt x="1191817" y="18515"/>
                </a:lnTo>
                <a:lnTo>
                  <a:pt x="1194949" y="20115"/>
                </a:lnTo>
                <a:lnTo>
                  <a:pt x="1197884" y="21800"/>
                </a:lnTo>
                <a:lnTo>
                  <a:pt x="1200743" y="23640"/>
                </a:lnTo>
                <a:lnTo>
                  <a:pt x="1203399" y="25530"/>
                </a:lnTo>
                <a:lnTo>
                  <a:pt x="1206036" y="27603"/>
                </a:lnTo>
                <a:lnTo>
                  <a:pt x="1208621" y="29845"/>
                </a:lnTo>
                <a:lnTo>
                  <a:pt x="1210955" y="32086"/>
                </a:lnTo>
                <a:lnTo>
                  <a:pt x="1213196" y="34421"/>
                </a:lnTo>
                <a:lnTo>
                  <a:pt x="1215438" y="37005"/>
                </a:lnTo>
                <a:lnTo>
                  <a:pt x="1217511" y="39642"/>
                </a:lnTo>
                <a:lnTo>
                  <a:pt x="1219401" y="42298"/>
                </a:lnTo>
                <a:lnTo>
                  <a:pt x="1221241" y="45158"/>
                </a:lnTo>
                <a:lnTo>
                  <a:pt x="1222926" y="48093"/>
                </a:lnTo>
                <a:lnTo>
                  <a:pt x="1224526" y="51224"/>
                </a:lnTo>
                <a:lnTo>
                  <a:pt x="1225839" y="54125"/>
                </a:lnTo>
                <a:lnTo>
                  <a:pt x="1227155" y="57477"/>
                </a:lnTo>
                <a:lnTo>
                  <a:pt x="1227061" y="57196"/>
                </a:lnTo>
                <a:lnTo>
                  <a:pt x="1228208" y="60591"/>
                </a:lnTo>
                <a:lnTo>
                  <a:pt x="1229141" y="63900"/>
                </a:lnTo>
                <a:lnTo>
                  <a:pt x="1229907" y="67210"/>
                </a:lnTo>
                <a:lnTo>
                  <a:pt x="1230519" y="70616"/>
                </a:lnTo>
                <a:lnTo>
                  <a:pt x="1230954" y="74027"/>
                </a:lnTo>
                <a:lnTo>
                  <a:pt x="1231237" y="77716"/>
                </a:lnTo>
                <a:lnTo>
                  <a:pt x="1231325" y="81389"/>
                </a:lnTo>
                <a:lnTo>
                  <a:pt x="1231325" y="924994"/>
                </a:lnTo>
                <a:lnTo>
                  <a:pt x="1231237" y="928667"/>
                </a:lnTo>
                <a:lnTo>
                  <a:pt x="1230954" y="932356"/>
                </a:lnTo>
                <a:lnTo>
                  <a:pt x="1230519" y="935767"/>
                </a:lnTo>
                <a:lnTo>
                  <a:pt x="1229907" y="939172"/>
                </a:lnTo>
                <a:lnTo>
                  <a:pt x="1229141" y="942483"/>
                </a:lnTo>
                <a:lnTo>
                  <a:pt x="1228208" y="945792"/>
                </a:lnTo>
                <a:lnTo>
                  <a:pt x="1227061" y="949187"/>
                </a:lnTo>
                <a:lnTo>
                  <a:pt x="1227155" y="948905"/>
                </a:lnTo>
                <a:lnTo>
                  <a:pt x="1225839" y="952258"/>
                </a:lnTo>
                <a:lnTo>
                  <a:pt x="1224526" y="955158"/>
                </a:lnTo>
                <a:lnTo>
                  <a:pt x="1222926" y="958290"/>
                </a:lnTo>
                <a:lnTo>
                  <a:pt x="1221241" y="961225"/>
                </a:lnTo>
                <a:lnTo>
                  <a:pt x="1219401" y="964085"/>
                </a:lnTo>
                <a:lnTo>
                  <a:pt x="1217511" y="966741"/>
                </a:lnTo>
                <a:lnTo>
                  <a:pt x="1215438" y="969378"/>
                </a:lnTo>
                <a:lnTo>
                  <a:pt x="1213196" y="971962"/>
                </a:lnTo>
                <a:lnTo>
                  <a:pt x="1210955" y="974297"/>
                </a:lnTo>
                <a:lnTo>
                  <a:pt x="1208621" y="976538"/>
                </a:lnTo>
                <a:lnTo>
                  <a:pt x="1206036" y="978780"/>
                </a:lnTo>
                <a:lnTo>
                  <a:pt x="1203399" y="980853"/>
                </a:lnTo>
                <a:lnTo>
                  <a:pt x="1200743" y="982743"/>
                </a:lnTo>
                <a:lnTo>
                  <a:pt x="1197884" y="984583"/>
                </a:lnTo>
                <a:lnTo>
                  <a:pt x="1194949" y="986268"/>
                </a:lnTo>
                <a:lnTo>
                  <a:pt x="1191817" y="987868"/>
                </a:lnTo>
                <a:lnTo>
                  <a:pt x="1188916" y="989180"/>
                </a:lnTo>
                <a:lnTo>
                  <a:pt x="1185564" y="990496"/>
                </a:lnTo>
                <a:lnTo>
                  <a:pt x="1185845" y="990403"/>
                </a:lnTo>
                <a:lnTo>
                  <a:pt x="1182450" y="991549"/>
                </a:lnTo>
                <a:lnTo>
                  <a:pt x="1179141" y="992482"/>
                </a:lnTo>
                <a:lnTo>
                  <a:pt x="1175831" y="993249"/>
                </a:lnTo>
                <a:lnTo>
                  <a:pt x="1172425" y="993861"/>
                </a:lnTo>
                <a:lnTo>
                  <a:pt x="1169014" y="994296"/>
                </a:lnTo>
                <a:lnTo>
                  <a:pt x="1165325" y="994578"/>
                </a:lnTo>
                <a:lnTo>
                  <a:pt x="1161652" y="994667"/>
                </a:lnTo>
                <a:lnTo>
                  <a:pt x="81389" y="994667"/>
                </a:lnTo>
                <a:lnTo>
                  <a:pt x="77716" y="994578"/>
                </a:lnTo>
                <a:lnTo>
                  <a:pt x="74027" y="994296"/>
                </a:lnTo>
                <a:lnTo>
                  <a:pt x="70616" y="993861"/>
                </a:lnTo>
                <a:lnTo>
                  <a:pt x="67210" y="993249"/>
                </a:lnTo>
                <a:lnTo>
                  <a:pt x="63900" y="992482"/>
                </a:lnTo>
                <a:lnTo>
                  <a:pt x="60591" y="991549"/>
                </a:lnTo>
                <a:lnTo>
                  <a:pt x="57196" y="990403"/>
                </a:lnTo>
                <a:lnTo>
                  <a:pt x="57477" y="990496"/>
                </a:lnTo>
                <a:lnTo>
                  <a:pt x="54125" y="989180"/>
                </a:lnTo>
                <a:lnTo>
                  <a:pt x="51224" y="987868"/>
                </a:lnTo>
                <a:lnTo>
                  <a:pt x="48093" y="986268"/>
                </a:lnTo>
                <a:lnTo>
                  <a:pt x="45158" y="984583"/>
                </a:lnTo>
                <a:lnTo>
                  <a:pt x="42298" y="982743"/>
                </a:lnTo>
                <a:lnTo>
                  <a:pt x="39642" y="980853"/>
                </a:lnTo>
                <a:lnTo>
                  <a:pt x="37005" y="978780"/>
                </a:lnTo>
                <a:lnTo>
                  <a:pt x="34421" y="976538"/>
                </a:lnTo>
                <a:lnTo>
                  <a:pt x="32086" y="974297"/>
                </a:lnTo>
                <a:lnTo>
                  <a:pt x="29845" y="971962"/>
                </a:lnTo>
                <a:lnTo>
                  <a:pt x="27603" y="969378"/>
                </a:lnTo>
                <a:lnTo>
                  <a:pt x="25530" y="966741"/>
                </a:lnTo>
                <a:lnTo>
                  <a:pt x="23640" y="964085"/>
                </a:lnTo>
                <a:lnTo>
                  <a:pt x="21800" y="961225"/>
                </a:lnTo>
                <a:lnTo>
                  <a:pt x="20115" y="958290"/>
                </a:lnTo>
                <a:lnTo>
                  <a:pt x="18515" y="955158"/>
                </a:lnTo>
                <a:lnTo>
                  <a:pt x="17202" y="952258"/>
                </a:lnTo>
                <a:lnTo>
                  <a:pt x="15887" y="948905"/>
                </a:lnTo>
                <a:lnTo>
                  <a:pt x="15980" y="949187"/>
                </a:lnTo>
                <a:lnTo>
                  <a:pt x="14833" y="945792"/>
                </a:lnTo>
                <a:lnTo>
                  <a:pt x="13900" y="942483"/>
                </a:lnTo>
                <a:lnTo>
                  <a:pt x="13134" y="939172"/>
                </a:lnTo>
                <a:lnTo>
                  <a:pt x="12522" y="935767"/>
                </a:lnTo>
                <a:lnTo>
                  <a:pt x="12087" y="932356"/>
                </a:lnTo>
                <a:lnTo>
                  <a:pt x="11805" y="928667"/>
                </a:lnTo>
                <a:lnTo>
                  <a:pt x="11716" y="924994"/>
                </a:lnTo>
                <a:lnTo>
                  <a:pt x="11716" y="81389"/>
                </a:lnTo>
                <a:lnTo>
                  <a:pt x="11805" y="77716"/>
                </a:lnTo>
                <a:lnTo>
                  <a:pt x="12087" y="74027"/>
                </a:lnTo>
                <a:lnTo>
                  <a:pt x="12522" y="70616"/>
                </a:lnTo>
                <a:lnTo>
                  <a:pt x="13134" y="67210"/>
                </a:lnTo>
                <a:lnTo>
                  <a:pt x="13900" y="63900"/>
                </a:lnTo>
                <a:lnTo>
                  <a:pt x="14833" y="60591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d557e397844cb"/>
          <a:stretch xmlns:a="http://schemas.openxmlformats.org/drawingml/2006/main"/>
        </p:blipFill>
        <p:spPr>
          <a:xfrm xmlns:a="http://schemas.openxmlformats.org/drawingml/2006/main">
            <a:off x="2037940" y="597373"/>
            <a:ext cx="269931" cy="269931"/>
          </a:xfrm>
          <a:prstGeom xmlns:a="http://schemas.openxmlformats.org/drawingml/2006/main" prst="rect">
            <a:avLst/>
          </a:prstGeom>
        </p:spPr>
      </p:pic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A2026-0585-4E25-B0BB-6BB0D366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553" y="636035"/>
            <a:ext cx="524866" cy="171636"/>
          </a:xfrm>
          <a:custGeom xmlns:a="http://schemas.openxmlformats.org/drawingml/2006/main">
            <a:pathLst>
              <a:path w="524866" h="171636">
                <a:moveTo>
                  <a:pt x="0" y="0"/>
                </a:moveTo>
                <a:lnTo>
                  <a:pt x="524866" y="0"/>
                </a:lnTo>
                <a:lnTo>
                  <a:pt x="524866" y="171636"/>
                </a:lnTo>
                <a:lnTo>
                  <a:pt x="0" y="1716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Codebase">
            <a:extLst xmlns:a="http://schemas.openxmlformats.org/drawingml/2006/main">
              <a:ext uri="{FF2B5EF4-FFF2-40B4-BE49-F238E27FC236}">
                <a16:creationId xmlns:a16="http://schemas.microsoft.com/office/drawing/2014/main" id="{77CECB55-770C-47C3-A2CB-E05115DE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463" y="683551"/>
            <a:ext cx="508164" cy="94487"/>
          </a:xfrm>
          <a:custGeom xmlns:a="http://schemas.openxmlformats.org/drawingml/2006/main">
            <a:pathLst>
              <a:path w="508164" h="94487">
                <a:moveTo>
                  <a:pt x="57717" y="26866"/>
                </a:moveTo>
                <a:cubicBezTo>
                  <a:pt x="55288" y="26866"/>
                  <a:pt x="53467" y="25443"/>
                  <a:pt x="52252" y="22597"/>
                </a:cubicBezTo>
                <a:cubicBezTo>
                  <a:pt x="51190" y="20169"/>
                  <a:pt x="50203" y="18689"/>
                  <a:pt x="49293" y="18157"/>
                </a:cubicBezTo>
                <a:cubicBezTo>
                  <a:pt x="48496" y="17740"/>
                  <a:pt x="46522" y="17531"/>
                  <a:pt x="43373" y="17531"/>
                </a:cubicBezTo>
                <a:cubicBezTo>
                  <a:pt x="37871" y="17531"/>
                  <a:pt x="31761" y="21740"/>
                  <a:pt x="25045" y="30157"/>
                </a:cubicBezTo>
                <a:cubicBezTo>
                  <a:pt x="15938" y="41454"/>
                  <a:pt x="11384" y="52164"/>
                  <a:pt x="11384" y="62286"/>
                </a:cubicBezTo>
                <a:cubicBezTo>
                  <a:pt x="11384" y="67177"/>
                  <a:pt x="12959" y="71385"/>
                  <a:pt x="16108" y="74912"/>
                </a:cubicBezTo>
                <a:cubicBezTo>
                  <a:pt x="19334" y="78551"/>
                  <a:pt x="23223" y="80371"/>
                  <a:pt x="27777" y="80371"/>
                </a:cubicBezTo>
                <a:cubicBezTo>
                  <a:pt x="31685" y="80371"/>
                  <a:pt x="35613" y="79360"/>
                  <a:pt x="39559" y="77340"/>
                </a:cubicBezTo>
                <a:cubicBezTo>
                  <a:pt x="41760" y="76197"/>
                  <a:pt x="45137" y="73947"/>
                  <a:pt x="49691" y="70591"/>
                </a:cubicBezTo>
                <a:cubicBezTo>
                  <a:pt x="51854" y="68990"/>
                  <a:pt x="53486" y="68190"/>
                  <a:pt x="54586" y="68190"/>
                </a:cubicBezTo>
                <a:cubicBezTo>
                  <a:pt x="56218" y="68190"/>
                  <a:pt x="57584" y="68809"/>
                  <a:pt x="58684" y="70049"/>
                </a:cubicBezTo>
                <a:cubicBezTo>
                  <a:pt x="59785" y="71288"/>
                  <a:pt x="60335" y="72670"/>
                  <a:pt x="60335" y="74195"/>
                </a:cubicBezTo>
                <a:cubicBezTo>
                  <a:pt x="60335" y="75911"/>
                  <a:pt x="59614" y="77417"/>
                  <a:pt x="58172" y="78713"/>
                </a:cubicBezTo>
                <a:cubicBezTo>
                  <a:pt x="48154" y="87635"/>
                  <a:pt x="38022" y="92096"/>
                  <a:pt x="27777" y="92096"/>
                </a:cubicBezTo>
                <a:cubicBezTo>
                  <a:pt x="19922" y="92096"/>
                  <a:pt x="13281" y="89078"/>
                  <a:pt x="7855" y="83041"/>
                </a:cubicBezTo>
                <a:cubicBezTo>
                  <a:pt x="2618" y="77192"/>
                  <a:pt x="0" y="70281"/>
                  <a:pt x="0" y="62308"/>
                </a:cubicBezTo>
                <a:cubicBezTo>
                  <a:pt x="0" y="49435"/>
                  <a:pt x="5388" y="36240"/>
                  <a:pt x="16165" y="22722"/>
                </a:cubicBezTo>
                <a:cubicBezTo>
                  <a:pt x="25159" y="11444"/>
                  <a:pt x="34228" y="5806"/>
                  <a:pt x="43373" y="5806"/>
                </a:cubicBezTo>
                <a:cubicBezTo>
                  <a:pt x="45232" y="5806"/>
                  <a:pt x="46902" y="5891"/>
                  <a:pt x="48382" y="6062"/>
                </a:cubicBezTo>
                <a:cubicBezTo>
                  <a:pt x="49862" y="6233"/>
                  <a:pt x="51171" y="6508"/>
                  <a:pt x="52309" y="6887"/>
                </a:cubicBezTo>
                <a:cubicBezTo>
                  <a:pt x="53637" y="4952"/>
                  <a:pt x="55364" y="3984"/>
                  <a:pt x="57489" y="3984"/>
                </a:cubicBezTo>
                <a:cubicBezTo>
                  <a:pt x="60107" y="3984"/>
                  <a:pt x="61758" y="5715"/>
                  <a:pt x="62441" y="9177"/>
                </a:cubicBezTo>
                <a:cubicBezTo>
                  <a:pt x="63048" y="12259"/>
                  <a:pt x="63352" y="16044"/>
                  <a:pt x="63352" y="20532"/>
                </a:cubicBezTo>
                <a:cubicBezTo>
                  <a:pt x="63352" y="22091"/>
                  <a:pt x="62934" y="23461"/>
                  <a:pt x="62099" y="24641"/>
                </a:cubicBezTo>
                <a:cubicBezTo>
                  <a:pt x="61075" y="26124"/>
                  <a:pt x="59614" y="26866"/>
                  <a:pt x="57717" y="26866"/>
                </a:cubicBezTo>
                <a:close/>
                <a:moveTo>
                  <a:pt x="95014" y="94145"/>
                </a:moveTo>
                <a:cubicBezTo>
                  <a:pt x="88639" y="94145"/>
                  <a:pt x="83156" y="91788"/>
                  <a:pt x="78564" y="87075"/>
                </a:cubicBezTo>
                <a:cubicBezTo>
                  <a:pt x="73442" y="81829"/>
                  <a:pt x="70747" y="74777"/>
                  <a:pt x="70482" y="65918"/>
                </a:cubicBezTo>
                <a:cubicBezTo>
                  <a:pt x="70254" y="57327"/>
                  <a:pt x="72417" y="49762"/>
                  <a:pt x="76971" y="43223"/>
                </a:cubicBezTo>
                <a:cubicBezTo>
                  <a:pt x="82283" y="35506"/>
                  <a:pt x="89683" y="31647"/>
                  <a:pt x="99169" y="31647"/>
                </a:cubicBezTo>
                <a:cubicBezTo>
                  <a:pt x="106759" y="31647"/>
                  <a:pt x="112508" y="35126"/>
                  <a:pt x="116416" y="42083"/>
                </a:cubicBezTo>
                <a:cubicBezTo>
                  <a:pt x="119528" y="47709"/>
                  <a:pt x="121027" y="54475"/>
                  <a:pt x="120913" y="62382"/>
                </a:cubicBezTo>
                <a:cubicBezTo>
                  <a:pt x="120799" y="70822"/>
                  <a:pt x="118598" y="78026"/>
                  <a:pt x="114310" y="83996"/>
                </a:cubicBezTo>
                <a:cubicBezTo>
                  <a:pt x="109453" y="90762"/>
                  <a:pt x="103021" y="94145"/>
                  <a:pt x="95014" y="94145"/>
                </a:cubicBezTo>
                <a:moveTo>
                  <a:pt x="98429" y="43259"/>
                </a:moveTo>
                <a:cubicBezTo>
                  <a:pt x="92851" y="43221"/>
                  <a:pt x="88506" y="45881"/>
                  <a:pt x="85395" y="51238"/>
                </a:cubicBezTo>
                <a:cubicBezTo>
                  <a:pt x="82928" y="55534"/>
                  <a:pt x="81695" y="60436"/>
                  <a:pt x="81695" y="65945"/>
                </a:cubicBezTo>
                <a:cubicBezTo>
                  <a:pt x="81695" y="71456"/>
                  <a:pt x="83194" y="75750"/>
                  <a:pt x="86192" y="78829"/>
                </a:cubicBezTo>
                <a:cubicBezTo>
                  <a:pt x="88696" y="81375"/>
                  <a:pt x="91637" y="82648"/>
                  <a:pt x="95014" y="82648"/>
                </a:cubicBezTo>
                <a:cubicBezTo>
                  <a:pt x="98961" y="82648"/>
                  <a:pt x="102357" y="81203"/>
                  <a:pt x="105203" y="78315"/>
                </a:cubicBezTo>
                <a:cubicBezTo>
                  <a:pt x="108428" y="75123"/>
                  <a:pt x="110136" y="70811"/>
                  <a:pt x="110326" y="65376"/>
                </a:cubicBezTo>
                <a:cubicBezTo>
                  <a:pt x="110857" y="50669"/>
                  <a:pt x="106892" y="43297"/>
                  <a:pt x="98429" y="43259"/>
                </a:cubicBezTo>
                <a:close/>
                <a:moveTo>
                  <a:pt x="187600" y="40445"/>
                </a:moveTo>
                <a:cubicBezTo>
                  <a:pt x="187145" y="46020"/>
                  <a:pt x="186917" y="51594"/>
                  <a:pt x="186917" y="57169"/>
                </a:cubicBezTo>
                <a:cubicBezTo>
                  <a:pt x="186917" y="69798"/>
                  <a:pt x="187506" y="79335"/>
                  <a:pt x="188682" y="85782"/>
                </a:cubicBezTo>
                <a:cubicBezTo>
                  <a:pt x="188758" y="86313"/>
                  <a:pt x="188796" y="86749"/>
                  <a:pt x="188796" y="87091"/>
                </a:cubicBezTo>
                <a:cubicBezTo>
                  <a:pt x="188796" y="88607"/>
                  <a:pt x="188264" y="89859"/>
                  <a:pt x="187202" y="90844"/>
                </a:cubicBezTo>
                <a:cubicBezTo>
                  <a:pt x="186139" y="91831"/>
                  <a:pt x="184906" y="92324"/>
                  <a:pt x="183502" y="92324"/>
                </a:cubicBezTo>
                <a:cubicBezTo>
                  <a:pt x="181149" y="92324"/>
                  <a:pt x="179423" y="90616"/>
                  <a:pt x="178322" y="87201"/>
                </a:cubicBezTo>
                <a:cubicBezTo>
                  <a:pt x="175590" y="89212"/>
                  <a:pt x="172754" y="90740"/>
                  <a:pt x="169813" y="91783"/>
                </a:cubicBezTo>
                <a:cubicBezTo>
                  <a:pt x="166872" y="92827"/>
                  <a:pt x="163808" y="93348"/>
                  <a:pt x="160620" y="93348"/>
                </a:cubicBezTo>
                <a:cubicBezTo>
                  <a:pt x="152765" y="93348"/>
                  <a:pt x="146258" y="90728"/>
                  <a:pt x="141097" y="85486"/>
                </a:cubicBezTo>
                <a:cubicBezTo>
                  <a:pt x="135784" y="80131"/>
                  <a:pt x="133128" y="73256"/>
                  <a:pt x="133128" y="64862"/>
                </a:cubicBezTo>
                <a:cubicBezTo>
                  <a:pt x="133128" y="54721"/>
                  <a:pt x="135813" y="46593"/>
                  <a:pt x="141182" y="40479"/>
                </a:cubicBezTo>
                <a:cubicBezTo>
                  <a:pt x="146552" y="34364"/>
                  <a:pt x="153524" y="31306"/>
                  <a:pt x="162100" y="31306"/>
                </a:cubicBezTo>
                <a:cubicBezTo>
                  <a:pt x="166502" y="31306"/>
                  <a:pt x="169898" y="31989"/>
                  <a:pt x="172289" y="33355"/>
                </a:cubicBezTo>
                <a:lnTo>
                  <a:pt x="177639" y="37282"/>
                </a:lnTo>
                <a:cubicBezTo>
                  <a:pt x="178171" y="21328"/>
                  <a:pt x="178797" y="10586"/>
                  <a:pt x="179518" y="5057"/>
                </a:cubicBezTo>
                <a:cubicBezTo>
                  <a:pt x="180011" y="1686"/>
                  <a:pt x="181738" y="0"/>
                  <a:pt x="184697" y="0"/>
                </a:cubicBezTo>
                <a:cubicBezTo>
                  <a:pt x="188151" y="0"/>
                  <a:pt x="189877" y="1839"/>
                  <a:pt x="189877" y="5518"/>
                </a:cubicBezTo>
                <a:cubicBezTo>
                  <a:pt x="189877" y="10789"/>
                  <a:pt x="189118" y="22431"/>
                  <a:pt x="187600" y="40445"/>
                </a:cubicBezTo>
                <a:moveTo>
                  <a:pt x="162328" y="41893"/>
                </a:moveTo>
                <a:cubicBezTo>
                  <a:pt x="155953" y="41893"/>
                  <a:pt x="151172" y="43781"/>
                  <a:pt x="147984" y="47556"/>
                </a:cubicBezTo>
                <a:cubicBezTo>
                  <a:pt x="144797" y="51332"/>
                  <a:pt x="143203" y="57015"/>
                  <a:pt x="143203" y="64604"/>
                </a:cubicBezTo>
                <a:cubicBezTo>
                  <a:pt x="143203" y="69499"/>
                  <a:pt x="144939" y="73711"/>
                  <a:pt x="148411" y="77240"/>
                </a:cubicBezTo>
                <a:cubicBezTo>
                  <a:pt x="151883" y="80769"/>
                  <a:pt x="155953" y="82534"/>
                  <a:pt x="160620" y="82534"/>
                </a:cubicBezTo>
                <a:cubicBezTo>
                  <a:pt x="163808" y="82534"/>
                  <a:pt x="166502" y="81946"/>
                  <a:pt x="168703" y="80769"/>
                </a:cubicBezTo>
                <a:cubicBezTo>
                  <a:pt x="169993" y="80086"/>
                  <a:pt x="172099" y="78511"/>
                  <a:pt x="175021" y="76045"/>
                </a:cubicBezTo>
                <a:cubicBezTo>
                  <a:pt x="175590" y="75552"/>
                  <a:pt x="176141" y="74963"/>
                  <a:pt x="176672" y="74280"/>
                </a:cubicBezTo>
                <a:lnTo>
                  <a:pt x="176501" y="64433"/>
                </a:lnTo>
                <a:lnTo>
                  <a:pt x="176558" y="57830"/>
                </a:lnTo>
                <a:lnTo>
                  <a:pt x="176672" y="51114"/>
                </a:lnTo>
                <a:cubicBezTo>
                  <a:pt x="175230" y="48040"/>
                  <a:pt x="173313" y="45735"/>
                  <a:pt x="170923" y="44198"/>
                </a:cubicBezTo>
                <a:cubicBezTo>
                  <a:pt x="168532" y="42661"/>
                  <a:pt x="165667" y="41893"/>
                  <a:pt x="162328" y="41893"/>
                </a:cubicBezTo>
                <a:close/>
                <a:moveTo>
                  <a:pt x="230296" y="93348"/>
                </a:moveTo>
                <a:cubicBezTo>
                  <a:pt x="221720" y="93348"/>
                  <a:pt x="214776" y="91203"/>
                  <a:pt x="209463" y="86911"/>
                </a:cubicBezTo>
                <a:cubicBezTo>
                  <a:pt x="203657" y="82163"/>
                  <a:pt x="200754" y="75516"/>
                  <a:pt x="200754" y="66970"/>
                </a:cubicBezTo>
                <a:cubicBezTo>
                  <a:pt x="200754" y="57095"/>
                  <a:pt x="203145" y="48816"/>
                  <a:pt x="207926" y="42131"/>
                </a:cubicBezTo>
                <a:cubicBezTo>
                  <a:pt x="213125" y="34838"/>
                  <a:pt x="220069" y="31192"/>
                  <a:pt x="228759" y="31192"/>
                </a:cubicBezTo>
                <a:cubicBezTo>
                  <a:pt x="235058" y="31192"/>
                  <a:pt x="240200" y="32255"/>
                  <a:pt x="244184" y="34380"/>
                </a:cubicBezTo>
                <a:cubicBezTo>
                  <a:pt x="249079" y="36998"/>
                  <a:pt x="251527" y="41020"/>
                  <a:pt x="251527" y="46447"/>
                </a:cubicBezTo>
                <a:cubicBezTo>
                  <a:pt x="251527" y="50241"/>
                  <a:pt x="249383" y="53694"/>
                  <a:pt x="245095" y="56806"/>
                </a:cubicBezTo>
                <a:cubicBezTo>
                  <a:pt x="243198" y="58172"/>
                  <a:pt x="239175" y="60297"/>
                  <a:pt x="233028" y="63181"/>
                </a:cubicBezTo>
                <a:lnTo>
                  <a:pt x="211285" y="73483"/>
                </a:lnTo>
                <a:cubicBezTo>
                  <a:pt x="213410" y="76633"/>
                  <a:pt x="216056" y="79005"/>
                  <a:pt x="219225" y="80598"/>
                </a:cubicBezTo>
                <a:cubicBezTo>
                  <a:pt x="222393" y="82192"/>
                  <a:pt x="226084" y="82989"/>
                  <a:pt x="230296" y="82989"/>
                </a:cubicBezTo>
                <a:cubicBezTo>
                  <a:pt x="232914" y="82989"/>
                  <a:pt x="235988" y="82496"/>
                  <a:pt x="239517" y="81509"/>
                </a:cubicBezTo>
                <a:cubicBezTo>
                  <a:pt x="243994" y="80257"/>
                  <a:pt x="246878" y="78616"/>
                  <a:pt x="248169" y="76586"/>
                </a:cubicBezTo>
                <a:cubicBezTo>
                  <a:pt x="249459" y="74555"/>
                  <a:pt x="250844" y="73540"/>
                  <a:pt x="252324" y="73540"/>
                </a:cubicBezTo>
                <a:cubicBezTo>
                  <a:pt x="253652" y="73540"/>
                  <a:pt x="254838" y="74045"/>
                  <a:pt x="255881" y="75054"/>
                </a:cubicBezTo>
                <a:cubicBezTo>
                  <a:pt x="256925" y="76062"/>
                  <a:pt x="257446" y="77232"/>
                  <a:pt x="257446" y="78564"/>
                </a:cubicBezTo>
                <a:cubicBezTo>
                  <a:pt x="257446" y="82787"/>
                  <a:pt x="254050" y="86422"/>
                  <a:pt x="247258" y="89467"/>
                </a:cubicBezTo>
                <a:cubicBezTo>
                  <a:pt x="241452" y="92055"/>
                  <a:pt x="235798" y="93348"/>
                  <a:pt x="230296" y="93348"/>
                </a:cubicBezTo>
                <a:moveTo>
                  <a:pt x="228759" y="41438"/>
                </a:moveTo>
                <a:cubicBezTo>
                  <a:pt x="224129" y="41438"/>
                  <a:pt x="220278" y="43231"/>
                  <a:pt x="217204" y="46817"/>
                </a:cubicBezTo>
                <a:cubicBezTo>
                  <a:pt x="214131" y="50402"/>
                  <a:pt x="211835" y="55800"/>
                  <a:pt x="210317" y="63010"/>
                </a:cubicBezTo>
                <a:lnTo>
                  <a:pt x="227791" y="54700"/>
                </a:lnTo>
                <a:cubicBezTo>
                  <a:pt x="234660" y="51361"/>
                  <a:pt x="239555" y="48458"/>
                  <a:pt x="242477" y="45991"/>
                </a:cubicBezTo>
                <a:cubicBezTo>
                  <a:pt x="239213" y="42955"/>
                  <a:pt x="234641" y="41438"/>
                  <a:pt x="228759" y="41438"/>
                </a:cubicBezTo>
                <a:close/>
                <a:moveTo>
                  <a:pt x="294733" y="93121"/>
                </a:moveTo>
                <a:cubicBezTo>
                  <a:pt x="288927" y="93121"/>
                  <a:pt x="283652" y="91982"/>
                  <a:pt x="278909" y="89706"/>
                </a:cubicBezTo>
                <a:cubicBezTo>
                  <a:pt x="277695" y="91527"/>
                  <a:pt x="276215" y="92438"/>
                  <a:pt x="274469" y="92438"/>
                </a:cubicBezTo>
                <a:cubicBezTo>
                  <a:pt x="273027" y="92438"/>
                  <a:pt x="271803" y="91934"/>
                  <a:pt x="270798" y="90928"/>
                </a:cubicBezTo>
                <a:cubicBezTo>
                  <a:pt x="269792" y="89922"/>
                  <a:pt x="269289" y="88660"/>
                  <a:pt x="269289" y="87141"/>
                </a:cubicBezTo>
                <a:cubicBezTo>
                  <a:pt x="269289" y="86154"/>
                  <a:pt x="269337" y="84692"/>
                  <a:pt x="269432" y="82756"/>
                </a:cubicBezTo>
                <a:cubicBezTo>
                  <a:pt x="269527" y="80820"/>
                  <a:pt x="269574" y="79357"/>
                  <a:pt x="269574" y="78370"/>
                </a:cubicBezTo>
                <a:cubicBezTo>
                  <a:pt x="269574" y="74345"/>
                  <a:pt x="269470" y="68317"/>
                  <a:pt x="269261" y="60287"/>
                </a:cubicBezTo>
                <a:cubicBezTo>
                  <a:pt x="269052" y="52257"/>
                  <a:pt x="268948" y="46228"/>
                  <a:pt x="268948" y="42202"/>
                </a:cubicBezTo>
                <a:cubicBezTo>
                  <a:pt x="268948" y="39431"/>
                  <a:pt x="268967" y="34182"/>
                  <a:pt x="269005" y="26455"/>
                </a:cubicBezTo>
                <a:cubicBezTo>
                  <a:pt x="269043" y="18728"/>
                  <a:pt x="269062" y="13460"/>
                  <a:pt x="269062" y="10649"/>
                </a:cubicBezTo>
                <a:cubicBezTo>
                  <a:pt x="269062" y="8371"/>
                  <a:pt x="269536" y="6321"/>
                  <a:pt x="270485" y="4498"/>
                </a:cubicBezTo>
                <a:cubicBezTo>
                  <a:pt x="271737" y="2183"/>
                  <a:pt x="273464" y="1025"/>
                  <a:pt x="275665" y="1025"/>
                </a:cubicBezTo>
                <a:cubicBezTo>
                  <a:pt x="278510" y="1025"/>
                  <a:pt x="279933" y="2678"/>
                  <a:pt x="279933" y="5985"/>
                </a:cubicBezTo>
                <a:cubicBezTo>
                  <a:pt x="279933" y="6518"/>
                  <a:pt x="279839" y="7298"/>
                  <a:pt x="279649" y="8325"/>
                </a:cubicBezTo>
                <a:cubicBezTo>
                  <a:pt x="279459" y="9350"/>
                  <a:pt x="279364" y="10129"/>
                  <a:pt x="279364" y="10662"/>
                </a:cubicBezTo>
                <a:lnTo>
                  <a:pt x="279194" y="23152"/>
                </a:lnTo>
                <a:lnTo>
                  <a:pt x="279080" y="37681"/>
                </a:lnTo>
                <a:cubicBezTo>
                  <a:pt x="282381" y="35442"/>
                  <a:pt x="285521" y="33763"/>
                  <a:pt x="288500" y="32643"/>
                </a:cubicBezTo>
                <a:cubicBezTo>
                  <a:pt x="291479" y="31524"/>
                  <a:pt x="294277" y="30964"/>
                  <a:pt x="296896" y="30964"/>
                </a:cubicBezTo>
                <a:cubicBezTo>
                  <a:pt x="305054" y="30964"/>
                  <a:pt x="311676" y="34095"/>
                  <a:pt x="316761" y="40356"/>
                </a:cubicBezTo>
                <a:cubicBezTo>
                  <a:pt x="321542" y="46238"/>
                  <a:pt x="323932" y="53467"/>
                  <a:pt x="323932" y="62043"/>
                </a:cubicBezTo>
                <a:cubicBezTo>
                  <a:pt x="323932" y="70694"/>
                  <a:pt x="321143" y="78037"/>
                  <a:pt x="315565" y="84071"/>
                </a:cubicBezTo>
                <a:cubicBezTo>
                  <a:pt x="309987" y="90104"/>
                  <a:pt x="303043" y="93121"/>
                  <a:pt x="294733" y="93121"/>
                </a:cubicBezTo>
                <a:moveTo>
                  <a:pt x="296896" y="41779"/>
                </a:moveTo>
                <a:cubicBezTo>
                  <a:pt x="293784" y="41779"/>
                  <a:pt x="290596" y="42651"/>
                  <a:pt x="287333" y="44394"/>
                </a:cubicBezTo>
                <a:cubicBezTo>
                  <a:pt x="285739" y="45265"/>
                  <a:pt x="283007" y="47141"/>
                  <a:pt x="279137" y="50020"/>
                </a:cubicBezTo>
                <a:lnTo>
                  <a:pt x="279023" y="59855"/>
                </a:lnTo>
                <a:lnTo>
                  <a:pt x="279080" y="68722"/>
                </a:lnTo>
                <a:lnTo>
                  <a:pt x="279137" y="78042"/>
                </a:lnTo>
                <a:cubicBezTo>
                  <a:pt x="280958" y="78876"/>
                  <a:pt x="283519" y="79937"/>
                  <a:pt x="286821" y="81226"/>
                </a:cubicBezTo>
                <a:cubicBezTo>
                  <a:pt x="289173" y="81946"/>
                  <a:pt x="291811" y="82306"/>
                  <a:pt x="294733" y="82306"/>
                </a:cubicBezTo>
                <a:cubicBezTo>
                  <a:pt x="300235" y="82306"/>
                  <a:pt x="304751" y="80374"/>
                  <a:pt x="308280" y="76509"/>
                </a:cubicBezTo>
                <a:cubicBezTo>
                  <a:pt x="311809" y="72643"/>
                  <a:pt x="313573" y="67831"/>
                  <a:pt x="313573" y="62071"/>
                </a:cubicBezTo>
                <a:cubicBezTo>
                  <a:pt x="313573" y="56425"/>
                  <a:pt x="312150" y="51707"/>
                  <a:pt x="309304" y="47918"/>
                </a:cubicBezTo>
                <a:cubicBezTo>
                  <a:pt x="306230" y="43825"/>
                  <a:pt x="302094" y="41779"/>
                  <a:pt x="296896" y="41779"/>
                </a:cubicBezTo>
                <a:close/>
                <a:moveTo>
                  <a:pt x="382314" y="94487"/>
                </a:moveTo>
                <a:cubicBezTo>
                  <a:pt x="381593" y="94487"/>
                  <a:pt x="380284" y="93645"/>
                  <a:pt x="378387" y="91961"/>
                </a:cubicBezTo>
                <a:cubicBezTo>
                  <a:pt x="376679" y="90392"/>
                  <a:pt x="375408" y="88995"/>
                  <a:pt x="374573" y="87770"/>
                </a:cubicBezTo>
                <a:cubicBezTo>
                  <a:pt x="370930" y="89762"/>
                  <a:pt x="367724" y="91266"/>
                  <a:pt x="364954" y="92281"/>
                </a:cubicBezTo>
                <a:cubicBezTo>
                  <a:pt x="362183" y="93296"/>
                  <a:pt x="359869" y="93804"/>
                  <a:pt x="358009" y="93804"/>
                </a:cubicBezTo>
                <a:cubicBezTo>
                  <a:pt x="349130" y="93804"/>
                  <a:pt x="342660" y="91299"/>
                  <a:pt x="338600" y="86290"/>
                </a:cubicBezTo>
                <a:cubicBezTo>
                  <a:pt x="334767" y="81585"/>
                  <a:pt x="332851" y="74375"/>
                  <a:pt x="332851" y="64661"/>
                </a:cubicBezTo>
                <a:cubicBezTo>
                  <a:pt x="332851" y="55478"/>
                  <a:pt x="336010" y="47623"/>
                  <a:pt x="342328" y="41096"/>
                </a:cubicBezTo>
                <a:cubicBezTo>
                  <a:pt x="348646" y="34569"/>
                  <a:pt x="356188" y="31306"/>
                  <a:pt x="364954" y="31306"/>
                </a:cubicBezTo>
                <a:cubicBezTo>
                  <a:pt x="368255" y="31306"/>
                  <a:pt x="371955" y="32160"/>
                  <a:pt x="376053" y="33867"/>
                </a:cubicBezTo>
                <a:cubicBezTo>
                  <a:pt x="381214" y="35992"/>
                  <a:pt x="383794" y="38554"/>
                  <a:pt x="383794" y="41551"/>
                </a:cubicBezTo>
                <a:cubicBezTo>
                  <a:pt x="383794" y="42576"/>
                  <a:pt x="383415" y="43487"/>
                  <a:pt x="382656" y="44284"/>
                </a:cubicBezTo>
                <a:cubicBezTo>
                  <a:pt x="382276" y="45726"/>
                  <a:pt x="381982" y="48097"/>
                  <a:pt x="381773" y="51399"/>
                </a:cubicBezTo>
                <a:cubicBezTo>
                  <a:pt x="381565" y="54700"/>
                  <a:pt x="381441" y="58931"/>
                  <a:pt x="381403" y="64092"/>
                </a:cubicBezTo>
                <a:cubicBezTo>
                  <a:pt x="381365" y="68797"/>
                  <a:pt x="381688" y="72516"/>
                  <a:pt x="382371" y="75248"/>
                </a:cubicBezTo>
                <a:cubicBezTo>
                  <a:pt x="382751" y="76918"/>
                  <a:pt x="383946" y="80257"/>
                  <a:pt x="385957" y="85266"/>
                </a:cubicBezTo>
                <a:cubicBezTo>
                  <a:pt x="386223" y="85949"/>
                  <a:pt x="386659" y="86954"/>
                  <a:pt x="387266" y="88283"/>
                </a:cubicBezTo>
                <a:lnTo>
                  <a:pt x="387608" y="89250"/>
                </a:lnTo>
                <a:cubicBezTo>
                  <a:pt x="387608" y="90768"/>
                  <a:pt x="387076" y="92020"/>
                  <a:pt x="386014" y="93007"/>
                </a:cubicBezTo>
                <a:cubicBezTo>
                  <a:pt x="384951" y="93994"/>
                  <a:pt x="383718" y="94487"/>
                  <a:pt x="382314" y="94487"/>
                </a:cubicBezTo>
                <a:moveTo>
                  <a:pt x="370475" y="54949"/>
                </a:moveTo>
                <a:cubicBezTo>
                  <a:pt x="370475" y="53321"/>
                  <a:pt x="370579" y="51552"/>
                  <a:pt x="370788" y="49641"/>
                </a:cubicBezTo>
                <a:cubicBezTo>
                  <a:pt x="370997" y="47730"/>
                  <a:pt x="371310" y="45695"/>
                  <a:pt x="371727" y="43538"/>
                </a:cubicBezTo>
                <a:cubicBezTo>
                  <a:pt x="370323" y="42818"/>
                  <a:pt x="369118" y="42288"/>
                  <a:pt x="368113" y="41948"/>
                </a:cubicBezTo>
                <a:cubicBezTo>
                  <a:pt x="367107" y="41608"/>
                  <a:pt x="366301" y="41438"/>
                  <a:pt x="365694" y="41438"/>
                </a:cubicBezTo>
                <a:cubicBezTo>
                  <a:pt x="359812" y="41438"/>
                  <a:pt x="354736" y="43831"/>
                  <a:pt x="350468" y="48618"/>
                </a:cubicBezTo>
                <a:cubicBezTo>
                  <a:pt x="346199" y="53406"/>
                  <a:pt x="344064" y="58921"/>
                  <a:pt x="344064" y="65166"/>
                </a:cubicBezTo>
                <a:cubicBezTo>
                  <a:pt x="344064" y="71373"/>
                  <a:pt x="345164" y="76028"/>
                  <a:pt x="347365" y="79131"/>
                </a:cubicBezTo>
                <a:cubicBezTo>
                  <a:pt x="349566" y="82234"/>
                  <a:pt x="352868" y="83786"/>
                  <a:pt x="357269" y="83786"/>
                </a:cubicBezTo>
                <a:cubicBezTo>
                  <a:pt x="360912" y="83786"/>
                  <a:pt x="364005" y="83124"/>
                  <a:pt x="366547" y="81799"/>
                </a:cubicBezTo>
                <a:cubicBezTo>
                  <a:pt x="367913" y="81080"/>
                  <a:pt x="369830" y="79643"/>
                  <a:pt x="372296" y="77486"/>
                </a:cubicBezTo>
                <a:cubicBezTo>
                  <a:pt x="371082" y="67456"/>
                  <a:pt x="370475" y="59944"/>
                  <a:pt x="370475" y="54949"/>
                </a:cubicBezTo>
                <a:close/>
                <a:moveTo>
                  <a:pt x="436031" y="46902"/>
                </a:moveTo>
                <a:cubicBezTo>
                  <a:pt x="433944" y="46902"/>
                  <a:pt x="432483" y="46205"/>
                  <a:pt x="431648" y="44810"/>
                </a:cubicBezTo>
                <a:cubicBezTo>
                  <a:pt x="431079" y="43831"/>
                  <a:pt x="430585" y="41796"/>
                  <a:pt x="430168" y="38705"/>
                </a:cubicBezTo>
                <a:cubicBezTo>
                  <a:pt x="427322" y="39425"/>
                  <a:pt x="422939" y="40752"/>
                  <a:pt x="417019" y="42684"/>
                </a:cubicBezTo>
                <a:cubicBezTo>
                  <a:pt x="410910" y="45111"/>
                  <a:pt x="407836" y="48105"/>
                  <a:pt x="407798" y="51667"/>
                </a:cubicBezTo>
                <a:cubicBezTo>
                  <a:pt x="408937" y="52085"/>
                  <a:pt x="410056" y="52388"/>
                  <a:pt x="411157" y="52578"/>
                </a:cubicBezTo>
                <a:cubicBezTo>
                  <a:pt x="419884" y="54131"/>
                  <a:pt x="426373" y="56273"/>
                  <a:pt x="430623" y="59003"/>
                </a:cubicBezTo>
                <a:cubicBezTo>
                  <a:pt x="436809" y="62984"/>
                  <a:pt x="439901" y="68746"/>
                  <a:pt x="439901" y="76290"/>
                </a:cubicBezTo>
                <a:cubicBezTo>
                  <a:pt x="439901" y="82470"/>
                  <a:pt x="437226" y="87132"/>
                  <a:pt x="431876" y="90278"/>
                </a:cubicBezTo>
                <a:cubicBezTo>
                  <a:pt x="427436" y="92856"/>
                  <a:pt x="421820" y="94145"/>
                  <a:pt x="415027" y="94145"/>
                </a:cubicBezTo>
                <a:cubicBezTo>
                  <a:pt x="410056" y="94145"/>
                  <a:pt x="405313" y="93310"/>
                  <a:pt x="400797" y="91641"/>
                </a:cubicBezTo>
                <a:cubicBezTo>
                  <a:pt x="394954" y="89516"/>
                  <a:pt x="392032" y="86556"/>
                  <a:pt x="392032" y="82761"/>
                </a:cubicBezTo>
                <a:cubicBezTo>
                  <a:pt x="392032" y="81243"/>
                  <a:pt x="392629" y="79915"/>
                  <a:pt x="393825" y="78777"/>
                </a:cubicBezTo>
                <a:cubicBezTo>
                  <a:pt x="395020" y="77639"/>
                  <a:pt x="396377" y="77069"/>
                  <a:pt x="397894" y="77069"/>
                </a:cubicBezTo>
                <a:cubicBezTo>
                  <a:pt x="399071" y="77069"/>
                  <a:pt x="400589" y="77980"/>
                  <a:pt x="402448" y="79802"/>
                </a:cubicBezTo>
                <a:cubicBezTo>
                  <a:pt x="403359" y="80674"/>
                  <a:pt x="405408" y="81395"/>
                  <a:pt x="408595" y="81964"/>
                </a:cubicBezTo>
                <a:cubicBezTo>
                  <a:pt x="411138" y="82420"/>
                  <a:pt x="413282" y="82648"/>
                  <a:pt x="415027" y="82648"/>
                </a:cubicBezTo>
                <a:cubicBezTo>
                  <a:pt x="418215" y="82648"/>
                  <a:pt x="421023" y="82269"/>
                  <a:pt x="423451" y="81511"/>
                </a:cubicBezTo>
                <a:cubicBezTo>
                  <a:pt x="426980" y="80412"/>
                  <a:pt x="428745" y="78668"/>
                  <a:pt x="428745" y="76281"/>
                </a:cubicBezTo>
                <a:cubicBezTo>
                  <a:pt x="428745" y="71127"/>
                  <a:pt x="425140" y="67640"/>
                  <a:pt x="417930" y="65821"/>
                </a:cubicBezTo>
                <a:lnTo>
                  <a:pt x="412011" y="64511"/>
                </a:lnTo>
                <a:cubicBezTo>
                  <a:pt x="406964" y="63410"/>
                  <a:pt x="403378" y="62118"/>
                  <a:pt x="401253" y="60637"/>
                </a:cubicBezTo>
                <a:cubicBezTo>
                  <a:pt x="398179" y="58511"/>
                  <a:pt x="396642" y="55303"/>
                  <a:pt x="396642" y="51014"/>
                </a:cubicBezTo>
                <a:cubicBezTo>
                  <a:pt x="396642" y="43079"/>
                  <a:pt x="400380" y="37421"/>
                  <a:pt x="407855" y="34042"/>
                </a:cubicBezTo>
                <a:cubicBezTo>
                  <a:pt x="410132" y="33017"/>
                  <a:pt x="413775" y="31793"/>
                  <a:pt x="418784" y="30370"/>
                </a:cubicBezTo>
                <a:cubicBezTo>
                  <a:pt x="423793" y="28946"/>
                  <a:pt x="427379" y="27740"/>
                  <a:pt x="429542" y="26752"/>
                </a:cubicBezTo>
                <a:cubicBezTo>
                  <a:pt x="431098" y="26069"/>
                  <a:pt x="432786" y="25728"/>
                  <a:pt x="434608" y="25728"/>
                </a:cubicBezTo>
                <a:cubicBezTo>
                  <a:pt x="436239" y="25728"/>
                  <a:pt x="437577" y="26259"/>
                  <a:pt x="438621" y="27321"/>
                </a:cubicBezTo>
                <a:cubicBezTo>
                  <a:pt x="439664" y="28384"/>
                  <a:pt x="440186" y="29769"/>
                  <a:pt x="440186" y="31477"/>
                </a:cubicBezTo>
                <a:cubicBezTo>
                  <a:pt x="440186" y="32577"/>
                  <a:pt x="440423" y="34190"/>
                  <a:pt x="440897" y="36315"/>
                </a:cubicBezTo>
                <a:cubicBezTo>
                  <a:pt x="441372" y="38440"/>
                  <a:pt x="441609" y="40053"/>
                  <a:pt x="441609" y="41153"/>
                </a:cubicBezTo>
                <a:cubicBezTo>
                  <a:pt x="441609" y="42861"/>
                  <a:pt x="441087" y="44246"/>
                  <a:pt x="440044" y="45308"/>
                </a:cubicBezTo>
                <a:cubicBezTo>
                  <a:pt x="439000" y="46371"/>
                  <a:pt x="437662" y="46902"/>
                  <a:pt x="436031" y="46902"/>
                </a:cubicBezTo>
                <a:close/>
                <a:moveTo>
                  <a:pt x="481013" y="93348"/>
                </a:moveTo>
                <a:cubicBezTo>
                  <a:pt x="472437" y="93348"/>
                  <a:pt x="465493" y="91203"/>
                  <a:pt x="460180" y="86911"/>
                </a:cubicBezTo>
                <a:cubicBezTo>
                  <a:pt x="454375" y="82163"/>
                  <a:pt x="451472" y="75516"/>
                  <a:pt x="451472" y="66970"/>
                </a:cubicBezTo>
                <a:cubicBezTo>
                  <a:pt x="451472" y="57095"/>
                  <a:pt x="453862" y="48816"/>
                  <a:pt x="458644" y="42131"/>
                </a:cubicBezTo>
                <a:cubicBezTo>
                  <a:pt x="463842" y="34838"/>
                  <a:pt x="470786" y="31192"/>
                  <a:pt x="479476" y="31192"/>
                </a:cubicBezTo>
                <a:cubicBezTo>
                  <a:pt x="485775" y="31192"/>
                  <a:pt x="490917" y="32255"/>
                  <a:pt x="494901" y="34380"/>
                </a:cubicBezTo>
                <a:cubicBezTo>
                  <a:pt x="499797" y="36998"/>
                  <a:pt x="502244" y="41020"/>
                  <a:pt x="502244" y="46447"/>
                </a:cubicBezTo>
                <a:cubicBezTo>
                  <a:pt x="502244" y="50241"/>
                  <a:pt x="500100" y="53694"/>
                  <a:pt x="495812" y="56806"/>
                </a:cubicBezTo>
                <a:cubicBezTo>
                  <a:pt x="493915" y="58172"/>
                  <a:pt x="489892" y="60297"/>
                  <a:pt x="483745" y="63181"/>
                </a:cubicBezTo>
                <a:lnTo>
                  <a:pt x="462002" y="73483"/>
                </a:lnTo>
                <a:cubicBezTo>
                  <a:pt x="464127" y="76633"/>
                  <a:pt x="466774" y="79005"/>
                  <a:pt x="469942" y="80598"/>
                </a:cubicBezTo>
                <a:cubicBezTo>
                  <a:pt x="473111" y="82192"/>
                  <a:pt x="476801" y="82989"/>
                  <a:pt x="481013" y="82989"/>
                </a:cubicBezTo>
                <a:cubicBezTo>
                  <a:pt x="483631" y="82989"/>
                  <a:pt x="486705" y="82496"/>
                  <a:pt x="490234" y="81509"/>
                </a:cubicBezTo>
                <a:cubicBezTo>
                  <a:pt x="494712" y="80257"/>
                  <a:pt x="497596" y="78616"/>
                  <a:pt x="498886" y="76586"/>
                </a:cubicBezTo>
                <a:cubicBezTo>
                  <a:pt x="500176" y="74555"/>
                  <a:pt x="501561" y="73540"/>
                  <a:pt x="503041" y="73540"/>
                </a:cubicBezTo>
                <a:cubicBezTo>
                  <a:pt x="504369" y="73540"/>
                  <a:pt x="505555" y="74045"/>
                  <a:pt x="506598" y="75054"/>
                </a:cubicBezTo>
                <a:cubicBezTo>
                  <a:pt x="507642" y="76062"/>
                  <a:pt x="508164" y="77232"/>
                  <a:pt x="508164" y="78564"/>
                </a:cubicBezTo>
                <a:cubicBezTo>
                  <a:pt x="508164" y="82787"/>
                  <a:pt x="504768" y="86422"/>
                  <a:pt x="497975" y="89467"/>
                </a:cubicBezTo>
                <a:cubicBezTo>
                  <a:pt x="492169" y="92055"/>
                  <a:pt x="486515" y="93348"/>
                  <a:pt x="481013" y="93348"/>
                </a:cubicBezTo>
                <a:moveTo>
                  <a:pt x="479476" y="41438"/>
                </a:moveTo>
                <a:cubicBezTo>
                  <a:pt x="474847" y="41438"/>
                  <a:pt x="470995" y="43231"/>
                  <a:pt x="467921" y="46817"/>
                </a:cubicBezTo>
                <a:cubicBezTo>
                  <a:pt x="464848" y="50402"/>
                  <a:pt x="462552" y="55800"/>
                  <a:pt x="461034" y="63010"/>
                </a:cubicBezTo>
                <a:lnTo>
                  <a:pt x="478509" y="54700"/>
                </a:lnTo>
                <a:cubicBezTo>
                  <a:pt x="485377" y="51361"/>
                  <a:pt x="490272" y="48458"/>
                  <a:pt x="493194" y="45991"/>
                </a:cubicBezTo>
                <a:cubicBezTo>
                  <a:pt x="489930" y="42955"/>
                  <a:pt x="485358" y="41438"/>
                  <a:pt x="479476" y="41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6717a4d7b4df1"/>
          <a:stretch xmlns:a="http://schemas.openxmlformats.org/drawingml/2006/main"/>
        </p:blipFill>
        <p:spPr>
          <a:xfrm xmlns:a="http://schemas.openxmlformats.org/drawingml/2006/main">
            <a:off x="2097339" y="829345"/>
            <a:ext cx="181594" cy="181594"/>
          </a:xfrm>
          <a:prstGeom xmlns:a="http://schemas.openxmlformats.org/drawingml/2006/main" prst="rect">
            <a:avLst/>
          </a:prstGeom>
        </p:spPr>
      </p:pic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9272a4bd64afa"/>
          <a:stretch xmlns:a="http://schemas.openxmlformats.org/drawingml/2006/main"/>
        </p:blipFill>
        <p:spPr>
          <a:xfrm xmlns:a="http://schemas.openxmlformats.org/drawingml/2006/main">
            <a:off x="2157675" y="1012111"/>
            <a:ext cx="181594" cy="181594"/>
          </a:xfrm>
          <a:prstGeom xmlns:a="http://schemas.openxmlformats.org/drawingml/2006/main" prst="rect">
            <a:avLst/>
          </a:prstGeom>
        </p:spPr>
      </p:pic>
      <p:sp>
        <p:nvSpPr>
          <p:cNvPr id="37" name="Text examples">
            <a:extLst xmlns:a="http://schemas.openxmlformats.org/drawingml/2006/main">
              <a:ext uri="{FF2B5EF4-FFF2-40B4-BE49-F238E27FC236}">
                <a16:creationId xmlns:a16="http://schemas.microsoft.com/office/drawing/2014/main" id="{B94E16E0-2C62-4922-913D-3CC59DE8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023" y="880632"/>
            <a:ext cx="491790" cy="106668"/>
          </a:xfrm>
          <a:custGeom xmlns:a="http://schemas.openxmlformats.org/drawingml/2006/main">
            <a:pathLst>
              <a:path w="491790" h="106668">
                <a:moveTo>
                  <a:pt x="44796" y="63864"/>
                </a:moveTo>
                <a:lnTo>
                  <a:pt x="55383" y="65230"/>
                </a:lnTo>
                <a:cubicBezTo>
                  <a:pt x="53713" y="71433"/>
                  <a:pt x="50621" y="76248"/>
                  <a:pt x="46105" y="79673"/>
                </a:cubicBezTo>
                <a:cubicBezTo>
                  <a:pt x="41589" y="83098"/>
                  <a:pt x="35822" y="84810"/>
                  <a:pt x="28801" y="84810"/>
                </a:cubicBezTo>
                <a:cubicBezTo>
                  <a:pt x="19960" y="84810"/>
                  <a:pt x="12949" y="82088"/>
                  <a:pt x="7770" y="76642"/>
                </a:cubicBezTo>
                <a:cubicBezTo>
                  <a:pt x="2590" y="71197"/>
                  <a:pt x="0" y="63560"/>
                  <a:pt x="0" y="53732"/>
                </a:cubicBezTo>
                <a:cubicBezTo>
                  <a:pt x="0" y="43563"/>
                  <a:pt x="2618" y="35670"/>
                  <a:pt x="7855" y="30054"/>
                </a:cubicBezTo>
                <a:cubicBezTo>
                  <a:pt x="13092" y="24438"/>
                  <a:pt x="19884" y="21630"/>
                  <a:pt x="28232" y="21630"/>
                </a:cubicBezTo>
                <a:cubicBezTo>
                  <a:pt x="36315" y="21630"/>
                  <a:pt x="42918" y="24376"/>
                  <a:pt x="48040" y="29870"/>
                </a:cubicBezTo>
                <a:cubicBezTo>
                  <a:pt x="53163" y="35363"/>
                  <a:pt x="55724" y="43091"/>
                  <a:pt x="55724" y="53055"/>
                </a:cubicBezTo>
                <a:cubicBezTo>
                  <a:pt x="55724" y="53661"/>
                  <a:pt x="55705" y="54569"/>
                  <a:pt x="55668" y="55781"/>
                </a:cubicBezTo>
                <a:lnTo>
                  <a:pt x="10587" y="55781"/>
                </a:lnTo>
                <a:cubicBezTo>
                  <a:pt x="10967" y="62441"/>
                  <a:pt x="12845" y="67540"/>
                  <a:pt x="16222" y="71079"/>
                </a:cubicBezTo>
                <a:cubicBezTo>
                  <a:pt x="19599" y="74617"/>
                  <a:pt x="23811" y="76386"/>
                  <a:pt x="28858" y="76386"/>
                </a:cubicBezTo>
                <a:cubicBezTo>
                  <a:pt x="32615" y="76386"/>
                  <a:pt x="35822" y="75391"/>
                  <a:pt x="38478" y="73400"/>
                </a:cubicBezTo>
                <a:cubicBezTo>
                  <a:pt x="41134" y="71408"/>
                  <a:pt x="43240" y="68229"/>
                  <a:pt x="44796" y="63864"/>
                </a:cubicBezTo>
                <a:moveTo>
                  <a:pt x="11156" y="47357"/>
                </a:moveTo>
                <a:lnTo>
                  <a:pt x="44910" y="47357"/>
                </a:lnTo>
                <a:cubicBezTo>
                  <a:pt x="44454" y="42289"/>
                  <a:pt x="43164" y="38488"/>
                  <a:pt x="41039" y="35954"/>
                </a:cubicBezTo>
                <a:cubicBezTo>
                  <a:pt x="37776" y="32020"/>
                  <a:pt x="33545" y="30054"/>
                  <a:pt x="28346" y="30054"/>
                </a:cubicBezTo>
                <a:cubicBezTo>
                  <a:pt x="23641" y="30054"/>
                  <a:pt x="19685" y="31624"/>
                  <a:pt x="16478" y="34764"/>
                </a:cubicBezTo>
                <a:cubicBezTo>
                  <a:pt x="13272" y="37903"/>
                  <a:pt x="11498" y="42100"/>
                  <a:pt x="11156" y="47357"/>
                </a:cubicBezTo>
                <a:close/>
                <a:moveTo>
                  <a:pt x="61607" y="83444"/>
                </a:moveTo>
                <a:lnTo>
                  <a:pt x="83710" y="52188"/>
                </a:lnTo>
                <a:lnTo>
                  <a:pt x="63258" y="22996"/>
                </a:lnTo>
                <a:lnTo>
                  <a:pt x="76065" y="22996"/>
                </a:lnTo>
                <a:lnTo>
                  <a:pt x="85343" y="37083"/>
                </a:lnTo>
                <a:cubicBezTo>
                  <a:pt x="87088" y="39802"/>
                  <a:pt x="88492" y="42071"/>
                  <a:pt x="89555" y="43889"/>
                </a:cubicBezTo>
                <a:cubicBezTo>
                  <a:pt x="91224" y="41464"/>
                  <a:pt x="92761" y="39275"/>
                  <a:pt x="94165" y="37323"/>
                </a:cubicBezTo>
                <a:lnTo>
                  <a:pt x="104354" y="22996"/>
                </a:lnTo>
                <a:lnTo>
                  <a:pt x="116592" y="22996"/>
                </a:lnTo>
                <a:lnTo>
                  <a:pt x="96220" y="51920"/>
                </a:lnTo>
                <a:lnTo>
                  <a:pt x="118185" y="83444"/>
                </a:lnTo>
                <a:lnTo>
                  <a:pt x="105606" y="83444"/>
                </a:lnTo>
                <a:lnTo>
                  <a:pt x="93198" y="64686"/>
                </a:lnTo>
                <a:lnTo>
                  <a:pt x="89896" y="59945"/>
                </a:lnTo>
                <a:lnTo>
                  <a:pt x="74016" y="83444"/>
                </a:lnTo>
                <a:lnTo>
                  <a:pt x="61607" y="83444"/>
                </a:lnTo>
                <a:close/>
                <a:moveTo>
                  <a:pt x="166462" y="75817"/>
                </a:moveTo>
                <a:cubicBezTo>
                  <a:pt x="162667" y="79105"/>
                  <a:pt x="159015" y="81427"/>
                  <a:pt x="155505" y="82781"/>
                </a:cubicBezTo>
                <a:cubicBezTo>
                  <a:pt x="151995" y="84134"/>
                  <a:pt x="148228" y="84810"/>
                  <a:pt x="144206" y="84810"/>
                </a:cubicBezTo>
                <a:cubicBezTo>
                  <a:pt x="137565" y="84810"/>
                  <a:pt x="132462" y="83188"/>
                  <a:pt x="128895" y="79944"/>
                </a:cubicBezTo>
                <a:cubicBezTo>
                  <a:pt x="125328" y="76699"/>
                  <a:pt x="123544" y="72554"/>
                  <a:pt x="123544" y="67507"/>
                </a:cubicBezTo>
                <a:cubicBezTo>
                  <a:pt x="123544" y="64547"/>
                  <a:pt x="124218" y="61843"/>
                  <a:pt x="125565" y="59396"/>
                </a:cubicBezTo>
                <a:cubicBezTo>
                  <a:pt x="126912" y="56948"/>
                  <a:pt x="128677" y="54985"/>
                  <a:pt x="130858" y="53505"/>
                </a:cubicBezTo>
                <a:cubicBezTo>
                  <a:pt x="133040" y="52025"/>
                  <a:pt x="135497" y="50905"/>
                  <a:pt x="138230" y="50146"/>
                </a:cubicBezTo>
                <a:cubicBezTo>
                  <a:pt x="140241" y="49615"/>
                  <a:pt x="143276" y="49103"/>
                  <a:pt x="147337" y="48609"/>
                </a:cubicBezTo>
                <a:cubicBezTo>
                  <a:pt x="155609" y="47623"/>
                  <a:pt x="161699" y="46447"/>
                  <a:pt x="165608" y="45080"/>
                </a:cubicBezTo>
                <a:cubicBezTo>
                  <a:pt x="165646" y="43682"/>
                  <a:pt x="165665" y="42794"/>
                  <a:pt x="165665" y="42416"/>
                </a:cubicBezTo>
                <a:cubicBezTo>
                  <a:pt x="165665" y="38257"/>
                  <a:pt x="164697" y="35328"/>
                  <a:pt x="162762" y="33627"/>
                </a:cubicBezTo>
                <a:cubicBezTo>
                  <a:pt x="160144" y="31321"/>
                  <a:pt x="156254" y="30167"/>
                  <a:pt x="151093" y="30167"/>
                </a:cubicBezTo>
                <a:cubicBezTo>
                  <a:pt x="146274" y="30167"/>
                  <a:pt x="142717" y="31012"/>
                  <a:pt x="140421" y="32700"/>
                </a:cubicBezTo>
                <a:cubicBezTo>
                  <a:pt x="138125" y="34389"/>
                  <a:pt x="136427" y="37377"/>
                  <a:pt x="135327" y="41665"/>
                </a:cubicBezTo>
                <a:lnTo>
                  <a:pt x="125309" y="40299"/>
                </a:lnTo>
                <a:cubicBezTo>
                  <a:pt x="126219" y="35998"/>
                  <a:pt x="127718" y="32525"/>
                  <a:pt x="129805" y="29879"/>
                </a:cubicBezTo>
                <a:cubicBezTo>
                  <a:pt x="131892" y="27234"/>
                  <a:pt x="134909" y="25198"/>
                  <a:pt x="138856" y="23771"/>
                </a:cubicBezTo>
                <a:cubicBezTo>
                  <a:pt x="142802" y="22343"/>
                  <a:pt x="147375" y="21630"/>
                  <a:pt x="152573" y="21630"/>
                </a:cubicBezTo>
                <a:cubicBezTo>
                  <a:pt x="157734" y="21630"/>
                  <a:pt x="161927" y="22239"/>
                  <a:pt x="165153" y="23458"/>
                </a:cubicBezTo>
                <a:cubicBezTo>
                  <a:pt x="168378" y="24676"/>
                  <a:pt x="170750" y="26209"/>
                  <a:pt x="172268" y="28056"/>
                </a:cubicBezTo>
                <a:cubicBezTo>
                  <a:pt x="173785" y="29902"/>
                  <a:pt x="174848" y="32235"/>
                  <a:pt x="175455" y="35054"/>
                </a:cubicBezTo>
                <a:cubicBezTo>
                  <a:pt x="175797" y="36805"/>
                  <a:pt x="175967" y="39951"/>
                  <a:pt x="175967" y="44492"/>
                </a:cubicBezTo>
                <a:lnTo>
                  <a:pt x="175967" y="58113"/>
                </a:lnTo>
                <a:cubicBezTo>
                  <a:pt x="175967" y="67611"/>
                  <a:pt x="176186" y="73626"/>
                  <a:pt x="176622" y="76159"/>
                </a:cubicBezTo>
                <a:cubicBezTo>
                  <a:pt x="177058" y="78692"/>
                  <a:pt x="177922" y="81120"/>
                  <a:pt x="179212" y="83444"/>
                </a:cubicBezTo>
                <a:lnTo>
                  <a:pt x="168511" y="83444"/>
                </a:lnTo>
                <a:cubicBezTo>
                  <a:pt x="167448" y="81271"/>
                  <a:pt x="166765" y="78728"/>
                  <a:pt x="166462" y="75817"/>
                </a:cubicBezTo>
                <a:moveTo>
                  <a:pt x="165608" y="53163"/>
                </a:moveTo>
                <a:cubicBezTo>
                  <a:pt x="161889" y="54674"/>
                  <a:pt x="156311" y="55958"/>
                  <a:pt x="148874" y="57016"/>
                </a:cubicBezTo>
                <a:cubicBezTo>
                  <a:pt x="144661" y="57619"/>
                  <a:pt x="141683" y="58299"/>
                  <a:pt x="139937" y="59054"/>
                </a:cubicBezTo>
                <a:cubicBezTo>
                  <a:pt x="138192" y="59810"/>
                  <a:pt x="136844" y="60914"/>
                  <a:pt x="135896" y="62368"/>
                </a:cubicBezTo>
                <a:cubicBezTo>
                  <a:pt x="134947" y="63822"/>
                  <a:pt x="134473" y="65436"/>
                  <a:pt x="134473" y="67212"/>
                </a:cubicBezTo>
                <a:cubicBezTo>
                  <a:pt x="134473" y="69931"/>
                  <a:pt x="135507" y="72197"/>
                  <a:pt x="137575" y="74010"/>
                </a:cubicBezTo>
                <a:cubicBezTo>
                  <a:pt x="139643" y="75822"/>
                  <a:pt x="142669" y="76728"/>
                  <a:pt x="146654" y="76728"/>
                </a:cubicBezTo>
                <a:cubicBezTo>
                  <a:pt x="150600" y="76728"/>
                  <a:pt x="154110" y="75868"/>
                  <a:pt x="157184" y="74147"/>
                </a:cubicBezTo>
                <a:cubicBezTo>
                  <a:pt x="160258" y="72425"/>
                  <a:pt x="162515" y="70073"/>
                  <a:pt x="163957" y="67091"/>
                </a:cubicBezTo>
                <a:cubicBezTo>
                  <a:pt x="165058" y="64789"/>
                  <a:pt x="165608" y="61392"/>
                  <a:pt x="165608" y="56900"/>
                </a:cubicBezTo>
                <a:lnTo>
                  <a:pt x="165608" y="53163"/>
                </a:lnTo>
                <a:close/>
                <a:moveTo>
                  <a:pt x="192039" y="83444"/>
                </a:moveTo>
                <a:lnTo>
                  <a:pt x="192039" y="22996"/>
                </a:lnTo>
                <a:lnTo>
                  <a:pt x="201203" y="22996"/>
                </a:lnTo>
                <a:lnTo>
                  <a:pt x="201203" y="31477"/>
                </a:lnTo>
                <a:cubicBezTo>
                  <a:pt x="203100" y="28517"/>
                  <a:pt x="205624" y="26136"/>
                  <a:pt x="208773" y="24333"/>
                </a:cubicBezTo>
                <a:cubicBezTo>
                  <a:pt x="211923" y="22531"/>
                  <a:pt x="215509" y="21630"/>
                  <a:pt x="219531" y="21630"/>
                </a:cubicBezTo>
                <a:cubicBezTo>
                  <a:pt x="224009" y="21630"/>
                  <a:pt x="227680" y="22559"/>
                  <a:pt x="230545" y="24419"/>
                </a:cubicBezTo>
                <a:cubicBezTo>
                  <a:pt x="233410" y="26278"/>
                  <a:pt x="235431" y="28877"/>
                  <a:pt x="236607" y="32217"/>
                </a:cubicBezTo>
                <a:cubicBezTo>
                  <a:pt x="241388" y="25159"/>
                  <a:pt x="247611" y="21630"/>
                  <a:pt x="255277" y="21630"/>
                </a:cubicBezTo>
                <a:cubicBezTo>
                  <a:pt x="261272" y="21630"/>
                  <a:pt x="265883" y="23290"/>
                  <a:pt x="269108" y="26610"/>
                </a:cubicBezTo>
                <a:cubicBezTo>
                  <a:pt x="272334" y="29930"/>
                  <a:pt x="273946" y="35044"/>
                  <a:pt x="273946" y="41950"/>
                </a:cubicBezTo>
                <a:lnTo>
                  <a:pt x="273946" y="83444"/>
                </a:lnTo>
                <a:lnTo>
                  <a:pt x="263758" y="83444"/>
                </a:lnTo>
                <a:lnTo>
                  <a:pt x="263758" y="45365"/>
                </a:lnTo>
                <a:cubicBezTo>
                  <a:pt x="263758" y="41267"/>
                  <a:pt x="263426" y="38316"/>
                  <a:pt x="262762" y="36514"/>
                </a:cubicBezTo>
                <a:cubicBezTo>
                  <a:pt x="262097" y="34712"/>
                  <a:pt x="260893" y="33260"/>
                  <a:pt x="259147" y="32160"/>
                </a:cubicBezTo>
                <a:cubicBezTo>
                  <a:pt x="257402" y="31059"/>
                  <a:pt x="255353" y="30509"/>
                  <a:pt x="253000" y="30509"/>
                </a:cubicBezTo>
                <a:cubicBezTo>
                  <a:pt x="248750" y="30509"/>
                  <a:pt x="245221" y="31923"/>
                  <a:pt x="242413" y="34750"/>
                </a:cubicBezTo>
                <a:cubicBezTo>
                  <a:pt x="239605" y="37577"/>
                  <a:pt x="238201" y="42102"/>
                  <a:pt x="238201" y="48325"/>
                </a:cubicBezTo>
                <a:lnTo>
                  <a:pt x="238201" y="83444"/>
                </a:lnTo>
                <a:lnTo>
                  <a:pt x="227955" y="83444"/>
                </a:lnTo>
                <a:lnTo>
                  <a:pt x="227955" y="44170"/>
                </a:lnTo>
                <a:cubicBezTo>
                  <a:pt x="227955" y="39616"/>
                  <a:pt x="227120" y="36201"/>
                  <a:pt x="225451" y="33924"/>
                </a:cubicBezTo>
                <a:cubicBezTo>
                  <a:pt x="223781" y="31647"/>
                  <a:pt x="221049" y="30509"/>
                  <a:pt x="217254" y="30509"/>
                </a:cubicBezTo>
                <a:cubicBezTo>
                  <a:pt x="214370" y="30509"/>
                  <a:pt x="211705" y="31268"/>
                  <a:pt x="209257" y="32786"/>
                </a:cubicBezTo>
                <a:cubicBezTo>
                  <a:pt x="206809" y="34304"/>
                  <a:pt x="205035" y="36524"/>
                  <a:pt x="203935" y="39445"/>
                </a:cubicBezTo>
                <a:cubicBezTo>
                  <a:pt x="202835" y="42367"/>
                  <a:pt x="202284" y="46579"/>
                  <a:pt x="202284" y="52082"/>
                </a:cubicBezTo>
                <a:lnTo>
                  <a:pt x="202284" y="83444"/>
                </a:lnTo>
                <a:lnTo>
                  <a:pt x="192039" y="83444"/>
                </a:lnTo>
                <a:close/>
                <a:moveTo>
                  <a:pt x="289865" y="106668"/>
                </a:moveTo>
                <a:lnTo>
                  <a:pt x="289865" y="22996"/>
                </a:lnTo>
                <a:lnTo>
                  <a:pt x="299200" y="22996"/>
                </a:lnTo>
                <a:lnTo>
                  <a:pt x="299200" y="30906"/>
                </a:lnTo>
                <a:cubicBezTo>
                  <a:pt x="301401" y="27813"/>
                  <a:pt x="303887" y="25494"/>
                  <a:pt x="306657" y="23949"/>
                </a:cubicBezTo>
                <a:cubicBezTo>
                  <a:pt x="309427" y="22403"/>
                  <a:pt x="312785" y="21630"/>
                  <a:pt x="316731" y="21630"/>
                </a:cubicBezTo>
                <a:cubicBezTo>
                  <a:pt x="321892" y="21630"/>
                  <a:pt x="326446" y="22958"/>
                  <a:pt x="330392" y="25614"/>
                </a:cubicBezTo>
                <a:cubicBezTo>
                  <a:pt x="334339" y="28270"/>
                  <a:pt x="337317" y="32017"/>
                  <a:pt x="339329" y="36856"/>
                </a:cubicBezTo>
                <a:cubicBezTo>
                  <a:pt x="341340" y="41694"/>
                  <a:pt x="342345" y="46997"/>
                  <a:pt x="342345" y="52765"/>
                </a:cubicBezTo>
                <a:cubicBezTo>
                  <a:pt x="342345" y="58950"/>
                  <a:pt x="341235" y="64519"/>
                  <a:pt x="339016" y="69471"/>
                </a:cubicBezTo>
                <a:cubicBezTo>
                  <a:pt x="336796" y="74423"/>
                  <a:pt x="333570" y="78217"/>
                  <a:pt x="329339" y="80855"/>
                </a:cubicBezTo>
                <a:cubicBezTo>
                  <a:pt x="325108" y="83492"/>
                  <a:pt x="320659" y="84810"/>
                  <a:pt x="315991" y="84810"/>
                </a:cubicBezTo>
                <a:cubicBezTo>
                  <a:pt x="312576" y="84810"/>
                  <a:pt x="309512" y="84089"/>
                  <a:pt x="306799" y="82648"/>
                </a:cubicBezTo>
                <a:cubicBezTo>
                  <a:pt x="304086" y="81206"/>
                  <a:pt x="301856" y="79384"/>
                  <a:pt x="300111" y="77183"/>
                </a:cubicBezTo>
                <a:lnTo>
                  <a:pt x="300111" y="106668"/>
                </a:lnTo>
                <a:lnTo>
                  <a:pt x="289865" y="106668"/>
                </a:lnTo>
                <a:moveTo>
                  <a:pt x="299143" y="53590"/>
                </a:moveTo>
                <a:cubicBezTo>
                  <a:pt x="299143" y="61360"/>
                  <a:pt x="300718" y="67101"/>
                  <a:pt x="303868" y="70815"/>
                </a:cubicBezTo>
                <a:cubicBezTo>
                  <a:pt x="307017" y="74529"/>
                  <a:pt x="310831" y="76386"/>
                  <a:pt x="315308" y="76386"/>
                </a:cubicBezTo>
                <a:cubicBezTo>
                  <a:pt x="319862" y="76386"/>
                  <a:pt x="323761" y="74463"/>
                  <a:pt x="327005" y="70616"/>
                </a:cubicBezTo>
                <a:cubicBezTo>
                  <a:pt x="330250" y="66769"/>
                  <a:pt x="331872" y="60809"/>
                  <a:pt x="331872" y="52736"/>
                </a:cubicBezTo>
                <a:cubicBezTo>
                  <a:pt x="331872" y="45043"/>
                  <a:pt x="330288" y="39282"/>
                  <a:pt x="327119" y="35454"/>
                </a:cubicBezTo>
                <a:cubicBezTo>
                  <a:pt x="323951" y="31626"/>
                  <a:pt x="320166" y="29712"/>
                  <a:pt x="315764" y="29712"/>
                </a:cubicBezTo>
                <a:cubicBezTo>
                  <a:pt x="311400" y="29712"/>
                  <a:pt x="307539" y="31749"/>
                  <a:pt x="304181" y="35824"/>
                </a:cubicBezTo>
                <a:cubicBezTo>
                  <a:pt x="300822" y="39898"/>
                  <a:pt x="299143" y="45820"/>
                  <a:pt x="299143" y="53590"/>
                </a:cubicBezTo>
                <a:close/>
                <a:moveTo>
                  <a:pt x="354660" y="83444"/>
                </a:moveTo>
                <a:lnTo>
                  <a:pt x="354660" y="0"/>
                </a:lnTo>
                <a:lnTo>
                  <a:pt x="364906" y="0"/>
                </a:lnTo>
                <a:lnTo>
                  <a:pt x="364906" y="83444"/>
                </a:lnTo>
                <a:lnTo>
                  <a:pt x="354660" y="83444"/>
                </a:lnTo>
                <a:close/>
                <a:moveTo>
                  <a:pt x="422043" y="63864"/>
                </a:moveTo>
                <a:lnTo>
                  <a:pt x="432630" y="65230"/>
                </a:lnTo>
                <a:cubicBezTo>
                  <a:pt x="430960" y="71433"/>
                  <a:pt x="427868" y="76248"/>
                  <a:pt x="423352" y="79673"/>
                </a:cubicBezTo>
                <a:cubicBezTo>
                  <a:pt x="418837" y="83098"/>
                  <a:pt x="413069" y="84810"/>
                  <a:pt x="406049" y="84810"/>
                </a:cubicBezTo>
                <a:cubicBezTo>
                  <a:pt x="397207" y="84810"/>
                  <a:pt x="390196" y="82088"/>
                  <a:pt x="385017" y="76642"/>
                </a:cubicBezTo>
                <a:cubicBezTo>
                  <a:pt x="379837" y="71197"/>
                  <a:pt x="377247" y="63560"/>
                  <a:pt x="377247" y="53732"/>
                </a:cubicBezTo>
                <a:cubicBezTo>
                  <a:pt x="377247" y="43563"/>
                  <a:pt x="379865" y="35670"/>
                  <a:pt x="385102" y="30054"/>
                </a:cubicBezTo>
                <a:cubicBezTo>
                  <a:pt x="390339" y="24438"/>
                  <a:pt x="397131" y="21630"/>
                  <a:pt x="405479" y="21630"/>
                </a:cubicBezTo>
                <a:cubicBezTo>
                  <a:pt x="413562" y="21630"/>
                  <a:pt x="420165" y="24376"/>
                  <a:pt x="425287" y="29870"/>
                </a:cubicBezTo>
                <a:cubicBezTo>
                  <a:pt x="430410" y="35363"/>
                  <a:pt x="432972" y="43091"/>
                  <a:pt x="432972" y="53055"/>
                </a:cubicBezTo>
                <a:cubicBezTo>
                  <a:pt x="432972" y="53661"/>
                  <a:pt x="432953" y="54569"/>
                  <a:pt x="432915" y="55781"/>
                </a:cubicBezTo>
                <a:lnTo>
                  <a:pt x="387834" y="55781"/>
                </a:lnTo>
                <a:cubicBezTo>
                  <a:pt x="388214" y="62441"/>
                  <a:pt x="390092" y="67540"/>
                  <a:pt x="393469" y="71079"/>
                </a:cubicBezTo>
                <a:cubicBezTo>
                  <a:pt x="396847" y="74617"/>
                  <a:pt x="401059" y="76386"/>
                  <a:pt x="406105" y="76386"/>
                </a:cubicBezTo>
                <a:cubicBezTo>
                  <a:pt x="409862" y="76386"/>
                  <a:pt x="413069" y="75391"/>
                  <a:pt x="415725" y="73400"/>
                </a:cubicBezTo>
                <a:cubicBezTo>
                  <a:pt x="418381" y="71408"/>
                  <a:pt x="420487" y="68229"/>
                  <a:pt x="422043" y="63864"/>
                </a:cubicBezTo>
                <a:moveTo>
                  <a:pt x="388403" y="47357"/>
                </a:moveTo>
                <a:lnTo>
                  <a:pt x="422157" y="47357"/>
                </a:lnTo>
                <a:cubicBezTo>
                  <a:pt x="421701" y="42289"/>
                  <a:pt x="420411" y="38488"/>
                  <a:pt x="418286" y="35954"/>
                </a:cubicBezTo>
                <a:cubicBezTo>
                  <a:pt x="415023" y="32020"/>
                  <a:pt x="410792" y="30054"/>
                  <a:pt x="405593" y="30054"/>
                </a:cubicBezTo>
                <a:cubicBezTo>
                  <a:pt x="400888" y="30054"/>
                  <a:pt x="396932" y="31624"/>
                  <a:pt x="393725" y="34764"/>
                </a:cubicBezTo>
                <a:cubicBezTo>
                  <a:pt x="390519" y="37903"/>
                  <a:pt x="388745" y="42100"/>
                  <a:pt x="388403" y="47357"/>
                </a:cubicBezTo>
                <a:close/>
                <a:moveTo>
                  <a:pt x="441587" y="65344"/>
                </a:moveTo>
                <a:lnTo>
                  <a:pt x="451718" y="63750"/>
                </a:lnTo>
                <a:cubicBezTo>
                  <a:pt x="452287" y="67828"/>
                  <a:pt x="453872" y="70954"/>
                  <a:pt x="456471" y="73128"/>
                </a:cubicBezTo>
                <a:cubicBezTo>
                  <a:pt x="459070" y="75300"/>
                  <a:pt x="462704" y="76386"/>
                  <a:pt x="467371" y="76386"/>
                </a:cubicBezTo>
                <a:cubicBezTo>
                  <a:pt x="472077" y="76386"/>
                  <a:pt x="475568" y="75428"/>
                  <a:pt x="477844" y="73512"/>
                </a:cubicBezTo>
                <a:cubicBezTo>
                  <a:pt x="480121" y="71596"/>
                  <a:pt x="481260" y="69347"/>
                  <a:pt x="481260" y="66767"/>
                </a:cubicBezTo>
                <a:cubicBezTo>
                  <a:pt x="481260" y="64452"/>
                  <a:pt x="480254" y="62631"/>
                  <a:pt x="478243" y="61303"/>
                </a:cubicBezTo>
                <a:cubicBezTo>
                  <a:pt x="476839" y="60392"/>
                  <a:pt x="473348" y="59235"/>
                  <a:pt x="467770" y="57830"/>
                </a:cubicBezTo>
                <a:cubicBezTo>
                  <a:pt x="460256" y="55933"/>
                  <a:pt x="455048" y="54292"/>
                  <a:pt x="452145" y="52907"/>
                </a:cubicBezTo>
                <a:cubicBezTo>
                  <a:pt x="449242" y="51522"/>
                  <a:pt x="447041" y="49606"/>
                  <a:pt x="445542" y="47158"/>
                </a:cubicBezTo>
                <a:cubicBezTo>
                  <a:pt x="444044" y="44710"/>
                  <a:pt x="443294" y="42007"/>
                  <a:pt x="443294" y="39047"/>
                </a:cubicBezTo>
                <a:cubicBezTo>
                  <a:pt x="443294" y="36353"/>
                  <a:pt x="443911" y="33858"/>
                  <a:pt x="445144" y="31562"/>
                </a:cubicBezTo>
                <a:cubicBezTo>
                  <a:pt x="446377" y="29266"/>
                  <a:pt x="448056" y="27359"/>
                  <a:pt x="450181" y="25842"/>
                </a:cubicBezTo>
                <a:cubicBezTo>
                  <a:pt x="451775" y="24665"/>
                  <a:pt x="453948" y="23669"/>
                  <a:pt x="456699" y="22853"/>
                </a:cubicBezTo>
                <a:cubicBezTo>
                  <a:pt x="459450" y="22037"/>
                  <a:pt x="462400" y="21630"/>
                  <a:pt x="465550" y="21630"/>
                </a:cubicBezTo>
                <a:cubicBezTo>
                  <a:pt x="470293" y="21630"/>
                  <a:pt x="474458" y="22313"/>
                  <a:pt x="478044" y="23679"/>
                </a:cubicBezTo>
                <a:cubicBezTo>
                  <a:pt x="481630" y="25045"/>
                  <a:pt x="484276" y="26895"/>
                  <a:pt x="485984" y="29228"/>
                </a:cubicBezTo>
                <a:cubicBezTo>
                  <a:pt x="487692" y="31562"/>
                  <a:pt x="488868" y="34683"/>
                  <a:pt x="489513" y="38592"/>
                </a:cubicBezTo>
                <a:lnTo>
                  <a:pt x="479495" y="39958"/>
                </a:lnTo>
                <a:cubicBezTo>
                  <a:pt x="479040" y="36846"/>
                  <a:pt x="477721" y="34417"/>
                  <a:pt x="475539" y="32672"/>
                </a:cubicBezTo>
                <a:cubicBezTo>
                  <a:pt x="473357" y="30926"/>
                  <a:pt x="470274" y="30054"/>
                  <a:pt x="466290" y="30054"/>
                </a:cubicBezTo>
                <a:cubicBezTo>
                  <a:pt x="461584" y="30054"/>
                  <a:pt x="458226" y="30832"/>
                  <a:pt x="456215" y="32387"/>
                </a:cubicBezTo>
                <a:cubicBezTo>
                  <a:pt x="454204" y="33943"/>
                  <a:pt x="453198" y="35765"/>
                  <a:pt x="453198" y="37852"/>
                </a:cubicBezTo>
                <a:cubicBezTo>
                  <a:pt x="453198" y="39180"/>
                  <a:pt x="453616" y="40375"/>
                  <a:pt x="454450" y="41438"/>
                </a:cubicBezTo>
                <a:cubicBezTo>
                  <a:pt x="455285" y="42538"/>
                  <a:pt x="456594" y="43449"/>
                  <a:pt x="458378" y="44170"/>
                </a:cubicBezTo>
                <a:cubicBezTo>
                  <a:pt x="459402" y="44549"/>
                  <a:pt x="462419" y="45422"/>
                  <a:pt x="467428" y="46788"/>
                </a:cubicBezTo>
                <a:cubicBezTo>
                  <a:pt x="474676" y="48723"/>
                  <a:pt x="479732" y="50308"/>
                  <a:pt x="482597" y="51541"/>
                </a:cubicBezTo>
                <a:cubicBezTo>
                  <a:pt x="485462" y="52774"/>
                  <a:pt x="487711" y="54567"/>
                  <a:pt x="489342" y="56920"/>
                </a:cubicBezTo>
                <a:cubicBezTo>
                  <a:pt x="490974" y="59272"/>
                  <a:pt x="491790" y="62194"/>
                  <a:pt x="491790" y="65685"/>
                </a:cubicBezTo>
                <a:cubicBezTo>
                  <a:pt x="491790" y="69101"/>
                  <a:pt x="490794" y="72317"/>
                  <a:pt x="488801" y="75333"/>
                </a:cubicBezTo>
                <a:cubicBezTo>
                  <a:pt x="486809" y="78350"/>
                  <a:pt x="483935" y="80684"/>
                  <a:pt x="480178" y="82334"/>
                </a:cubicBezTo>
                <a:cubicBezTo>
                  <a:pt x="476421" y="83985"/>
                  <a:pt x="472171" y="84810"/>
                  <a:pt x="467428" y="84810"/>
                </a:cubicBezTo>
                <a:cubicBezTo>
                  <a:pt x="459573" y="84810"/>
                  <a:pt x="453587" y="83174"/>
                  <a:pt x="449470" y="79901"/>
                </a:cubicBezTo>
                <a:cubicBezTo>
                  <a:pt x="445353" y="76628"/>
                  <a:pt x="442725" y="71776"/>
                  <a:pt x="441587" y="653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/">
            <a:extLst xmlns:a="http://schemas.openxmlformats.org/drawingml/2006/main">
              <a:ext uri="{FF2B5EF4-FFF2-40B4-BE49-F238E27FC236}">
                <a16:creationId xmlns:a16="http://schemas.microsoft.com/office/drawing/2014/main" id="{91866245-82BC-4430-8733-BE5A9DA6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603" y="887260"/>
            <a:ext cx="29295" cy="78155"/>
          </a:xfrm>
          <a:custGeom xmlns:a="http://schemas.openxmlformats.org/drawingml/2006/main">
            <a:pathLst>
              <a:path w="29295" h="78155">
                <a:moveTo>
                  <a:pt x="0" y="78155"/>
                </a:moveTo>
                <a:lnTo>
                  <a:pt x="21881" y="0"/>
                </a:lnTo>
                <a:lnTo>
                  <a:pt x="29295" y="0"/>
                </a:lnTo>
                <a:lnTo>
                  <a:pt x="7465" y="78155"/>
                </a:lnTo>
                <a:lnTo>
                  <a:pt x="0" y="781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f0c3478c14925"/>
          <a:stretch xmlns:a="http://schemas.openxmlformats.org/drawingml/2006/main"/>
        </p:blipFill>
        <p:spPr>
          <a:xfrm xmlns:a="http://schemas.openxmlformats.org/drawingml/2006/main">
            <a:off x="2167047" y="1204249"/>
            <a:ext cx="181594" cy="181594"/>
          </a:xfrm>
          <a:prstGeom xmlns:a="http://schemas.openxmlformats.org/drawingml/2006/main" prst="rect">
            <a:avLst/>
          </a:prstGeom>
        </p:spPr>
      </p:pic>
      <p:sp>
        <p:nvSpPr>
          <p:cNvPr id="40" name="Text api_usage.py">
            <a:extLst xmlns:a="http://schemas.openxmlformats.org/drawingml/2006/main">
              <a:ext uri="{FF2B5EF4-FFF2-40B4-BE49-F238E27FC236}">
                <a16:creationId xmlns:a16="http://schemas.microsoft.com/office/drawing/2014/main" id="{8FA3A308-C660-4EA7-9DD1-EEC6AC83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356" y="1054611"/>
            <a:ext cx="690386" cy="108034"/>
          </a:xfrm>
          <a:custGeom xmlns:a="http://schemas.openxmlformats.org/drawingml/2006/main">
            <a:pathLst>
              <a:path w="690386" h="108034">
                <a:moveTo>
                  <a:pt x="42918" y="75817"/>
                </a:moveTo>
                <a:cubicBezTo>
                  <a:pt x="39123" y="79105"/>
                  <a:pt x="35471" y="81427"/>
                  <a:pt x="31960" y="82781"/>
                </a:cubicBezTo>
                <a:cubicBezTo>
                  <a:pt x="28450" y="84134"/>
                  <a:pt x="24684" y="84810"/>
                  <a:pt x="20662" y="84810"/>
                </a:cubicBezTo>
                <a:cubicBezTo>
                  <a:pt x="14021" y="84810"/>
                  <a:pt x="8917" y="83188"/>
                  <a:pt x="5350" y="79944"/>
                </a:cubicBezTo>
                <a:cubicBezTo>
                  <a:pt x="1783" y="76699"/>
                  <a:pt x="0" y="72554"/>
                  <a:pt x="0" y="67507"/>
                </a:cubicBezTo>
                <a:cubicBezTo>
                  <a:pt x="0" y="64547"/>
                  <a:pt x="674" y="61843"/>
                  <a:pt x="2021" y="59396"/>
                </a:cubicBezTo>
                <a:cubicBezTo>
                  <a:pt x="3368" y="56948"/>
                  <a:pt x="5132" y="54985"/>
                  <a:pt x="7314" y="53505"/>
                </a:cubicBezTo>
                <a:cubicBezTo>
                  <a:pt x="9496" y="52025"/>
                  <a:pt x="11953" y="50905"/>
                  <a:pt x="14685" y="50146"/>
                </a:cubicBezTo>
                <a:cubicBezTo>
                  <a:pt x="16696" y="49615"/>
                  <a:pt x="19732" y="49103"/>
                  <a:pt x="23792" y="48609"/>
                </a:cubicBezTo>
                <a:cubicBezTo>
                  <a:pt x="32065" y="47623"/>
                  <a:pt x="38155" y="46447"/>
                  <a:pt x="42064" y="45080"/>
                </a:cubicBezTo>
                <a:cubicBezTo>
                  <a:pt x="42102" y="43682"/>
                  <a:pt x="42121" y="42794"/>
                  <a:pt x="42121" y="42416"/>
                </a:cubicBezTo>
                <a:cubicBezTo>
                  <a:pt x="42121" y="38257"/>
                  <a:pt x="41153" y="35328"/>
                  <a:pt x="39218" y="33627"/>
                </a:cubicBezTo>
                <a:cubicBezTo>
                  <a:pt x="36599" y="31321"/>
                  <a:pt x="32710" y="30167"/>
                  <a:pt x="27549" y="30167"/>
                </a:cubicBezTo>
                <a:cubicBezTo>
                  <a:pt x="22730" y="30167"/>
                  <a:pt x="19172" y="31012"/>
                  <a:pt x="16877" y="32700"/>
                </a:cubicBezTo>
                <a:cubicBezTo>
                  <a:pt x="14581" y="34389"/>
                  <a:pt x="12883" y="37377"/>
                  <a:pt x="11782" y="41665"/>
                </a:cubicBezTo>
                <a:lnTo>
                  <a:pt x="1765" y="40299"/>
                </a:lnTo>
                <a:cubicBezTo>
                  <a:pt x="2675" y="35998"/>
                  <a:pt x="4174" y="32525"/>
                  <a:pt x="6261" y="29879"/>
                </a:cubicBezTo>
                <a:cubicBezTo>
                  <a:pt x="8348" y="27234"/>
                  <a:pt x="11365" y="25198"/>
                  <a:pt x="15311" y="23771"/>
                </a:cubicBezTo>
                <a:cubicBezTo>
                  <a:pt x="19258" y="22343"/>
                  <a:pt x="23830" y="21630"/>
                  <a:pt x="29029" y="21630"/>
                </a:cubicBezTo>
                <a:cubicBezTo>
                  <a:pt x="34190" y="21630"/>
                  <a:pt x="38383" y="22239"/>
                  <a:pt x="41608" y="23458"/>
                </a:cubicBezTo>
                <a:cubicBezTo>
                  <a:pt x="44834" y="24676"/>
                  <a:pt x="47205" y="26209"/>
                  <a:pt x="48723" y="28056"/>
                </a:cubicBezTo>
                <a:cubicBezTo>
                  <a:pt x="50241" y="29902"/>
                  <a:pt x="51304" y="32235"/>
                  <a:pt x="51911" y="35054"/>
                </a:cubicBezTo>
                <a:cubicBezTo>
                  <a:pt x="52252" y="36805"/>
                  <a:pt x="52423" y="39951"/>
                  <a:pt x="52423" y="44492"/>
                </a:cubicBezTo>
                <a:lnTo>
                  <a:pt x="52423" y="58113"/>
                </a:lnTo>
                <a:cubicBezTo>
                  <a:pt x="52423" y="67611"/>
                  <a:pt x="52641" y="73626"/>
                  <a:pt x="53078" y="76159"/>
                </a:cubicBezTo>
                <a:cubicBezTo>
                  <a:pt x="53514" y="78692"/>
                  <a:pt x="54377" y="81120"/>
                  <a:pt x="55668" y="83444"/>
                </a:cubicBezTo>
                <a:lnTo>
                  <a:pt x="44967" y="83444"/>
                </a:lnTo>
                <a:cubicBezTo>
                  <a:pt x="43904" y="81271"/>
                  <a:pt x="43221" y="78728"/>
                  <a:pt x="42918" y="75817"/>
                </a:cubicBezTo>
                <a:moveTo>
                  <a:pt x="42064" y="53163"/>
                </a:moveTo>
                <a:cubicBezTo>
                  <a:pt x="38345" y="54674"/>
                  <a:pt x="32767" y="55958"/>
                  <a:pt x="25329" y="57016"/>
                </a:cubicBezTo>
                <a:cubicBezTo>
                  <a:pt x="21117" y="57619"/>
                  <a:pt x="18138" y="58299"/>
                  <a:pt x="16393" y="59054"/>
                </a:cubicBezTo>
                <a:cubicBezTo>
                  <a:pt x="14647" y="59810"/>
                  <a:pt x="13300" y="60914"/>
                  <a:pt x="12352" y="62368"/>
                </a:cubicBezTo>
                <a:cubicBezTo>
                  <a:pt x="11403" y="63822"/>
                  <a:pt x="10929" y="65436"/>
                  <a:pt x="10929" y="67212"/>
                </a:cubicBezTo>
                <a:cubicBezTo>
                  <a:pt x="10929" y="69931"/>
                  <a:pt x="11963" y="72197"/>
                  <a:pt x="14031" y="74010"/>
                </a:cubicBezTo>
                <a:cubicBezTo>
                  <a:pt x="16099" y="75822"/>
                  <a:pt x="19125" y="76728"/>
                  <a:pt x="23109" y="76728"/>
                </a:cubicBezTo>
                <a:cubicBezTo>
                  <a:pt x="27056" y="76728"/>
                  <a:pt x="30566" y="75868"/>
                  <a:pt x="33640" y="74147"/>
                </a:cubicBezTo>
                <a:cubicBezTo>
                  <a:pt x="36713" y="72425"/>
                  <a:pt x="38971" y="70073"/>
                  <a:pt x="40413" y="67091"/>
                </a:cubicBezTo>
                <a:cubicBezTo>
                  <a:pt x="41513" y="64789"/>
                  <a:pt x="42064" y="61392"/>
                  <a:pt x="42064" y="56900"/>
                </a:cubicBezTo>
                <a:lnTo>
                  <a:pt x="42064" y="53163"/>
                </a:lnTo>
                <a:close/>
                <a:moveTo>
                  <a:pt x="68495" y="106668"/>
                </a:moveTo>
                <a:lnTo>
                  <a:pt x="68495" y="22996"/>
                </a:lnTo>
                <a:lnTo>
                  <a:pt x="77829" y="22996"/>
                </a:lnTo>
                <a:lnTo>
                  <a:pt x="77829" y="30906"/>
                </a:lnTo>
                <a:cubicBezTo>
                  <a:pt x="80030" y="27813"/>
                  <a:pt x="82516" y="25494"/>
                  <a:pt x="85286" y="23949"/>
                </a:cubicBezTo>
                <a:cubicBezTo>
                  <a:pt x="88056" y="22403"/>
                  <a:pt x="91414" y="21630"/>
                  <a:pt x="95361" y="21630"/>
                </a:cubicBezTo>
                <a:cubicBezTo>
                  <a:pt x="100521" y="21630"/>
                  <a:pt x="105075" y="22958"/>
                  <a:pt x="109021" y="25614"/>
                </a:cubicBezTo>
                <a:cubicBezTo>
                  <a:pt x="112968" y="28270"/>
                  <a:pt x="115947" y="32017"/>
                  <a:pt x="117958" y="36856"/>
                </a:cubicBezTo>
                <a:cubicBezTo>
                  <a:pt x="119969" y="41694"/>
                  <a:pt x="120975" y="46997"/>
                  <a:pt x="120975" y="52765"/>
                </a:cubicBezTo>
                <a:cubicBezTo>
                  <a:pt x="120975" y="58950"/>
                  <a:pt x="119865" y="64519"/>
                  <a:pt x="117645" y="69471"/>
                </a:cubicBezTo>
                <a:cubicBezTo>
                  <a:pt x="115425" y="74423"/>
                  <a:pt x="112199" y="78217"/>
                  <a:pt x="107968" y="80855"/>
                </a:cubicBezTo>
                <a:cubicBezTo>
                  <a:pt x="103737" y="83492"/>
                  <a:pt x="99288" y="84810"/>
                  <a:pt x="94621" y="84810"/>
                </a:cubicBezTo>
                <a:cubicBezTo>
                  <a:pt x="91206" y="84810"/>
                  <a:pt x="88141" y="84089"/>
                  <a:pt x="85428" y="82648"/>
                </a:cubicBezTo>
                <a:cubicBezTo>
                  <a:pt x="82715" y="81206"/>
                  <a:pt x="80486" y="79384"/>
                  <a:pt x="78740" y="77183"/>
                </a:cubicBezTo>
                <a:lnTo>
                  <a:pt x="78740" y="106668"/>
                </a:lnTo>
                <a:lnTo>
                  <a:pt x="68495" y="106668"/>
                </a:lnTo>
                <a:moveTo>
                  <a:pt x="77772" y="53590"/>
                </a:moveTo>
                <a:cubicBezTo>
                  <a:pt x="77772" y="61360"/>
                  <a:pt x="79347" y="67101"/>
                  <a:pt x="82497" y="70815"/>
                </a:cubicBezTo>
                <a:cubicBezTo>
                  <a:pt x="85646" y="74529"/>
                  <a:pt x="89460" y="76386"/>
                  <a:pt x="93938" y="76386"/>
                </a:cubicBezTo>
                <a:cubicBezTo>
                  <a:pt x="98491" y="76386"/>
                  <a:pt x="102390" y="74463"/>
                  <a:pt x="105635" y="70616"/>
                </a:cubicBezTo>
                <a:cubicBezTo>
                  <a:pt x="108879" y="66769"/>
                  <a:pt x="110501" y="60809"/>
                  <a:pt x="110501" y="52736"/>
                </a:cubicBezTo>
                <a:cubicBezTo>
                  <a:pt x="110501" y="45043"/>
                  <a:pt x="108917" y="39282"/>
                  <a:pt x="105749" y="35454"/>
                </a:cubicBezTo>
                <a:cubicBezTo>
                  <a:pt x="102580" y="31626"/>
                  <a:pt x="98795" y="29712"/>
                  <a:pt x="94393" y="29712"/>
                </a:cubicBezTo>
                <a:cubicBezTo>
                  <a:pt x="90029" y="29712"/>
                  <a:pt x="86168" y="31749"/>
                  <a:pt x="82810" y="35824"/>
                </a:cubicBezTo>
                <a:cubicBezTo>
                  <a:pt x="79452" y="39898"/>
                  <a:pt x="77772" y="45820"/>
                  <a:pt x="77772" y="53590"/>
                </a:cubicBezTo>
                <a:close/>
                <a:moveTo>
                  <a:pt x="133574" y="11725"/>
                </a:moveTo>
                <a:lnTo>
                  <a:pt x="133574" y="0"/>
                </a:lnTo>
                <a:lnTo>
                  <a:pt x="143820" y="0"/>
                </a:lnTo>
                <a:lnTo>
                  <a:pt x="143820" y="11725"/>
                </a:lnTo>
                <a:lnTo>
                  <a:pt x="133574" y="11725"/>
                </a:lnTo>
                <a:moveTo>
                  <a:pt x="133574" y="83444"/>
                </a:moveTo>
                <a:lnTo>
                  <a:pt x="133574" y="22996"/>
                </a:lnTo>
                <a:lnTo>
                  <a:pt x="143820" y="22996"/>
                </a:lnTo>
                <a:lnTo>
                  <a:pt x="143820" y="83444"/>
                </a:lnTo>
                <a:lnTo>
                  <a:pt x="133574" y="83444"/>
                </a:lnTo>
                <a:close/>
                <a:moveTo>
                  <a:pt x="149843" y="106668"/>
                </a:moveTo>
                <a:lnTo>
                  <a:pt x="149843" y="99268"/>
                </a:lnTo>
                <a:lnTo>
                  <a:pt x="217748" y="99268"/>
                </a:lnTo>
                <a:lnTo>
                  <a:pt x="217748" y="106668"/>
                </a:lnTo>
                <a:lnTo>
                  <a:pt x="149843" y="106668"/>
                </a:lnTo>
                <a:close/>
                <a:moveTo>
                  <a:pt x="263930" y="83444"/>
                </a:moveTo>
                <a:lnTo>
                  <a:pt x="263930" y="74510"/>
                </a:lnTo>
                <a:cubicBezTo>
                  <a:pt x="259225" y="81377"/>
                  <a:pt x="252831" y="84810"/>
                  <a:pt x="244748" y="84810"/>
                </a:cubicBezTo>
                <a:cubicBezTo>
                  <a:pt x="241181" y="84810"/>
                  <a:pt x="237851" y="84127"/>
                  <a:pt x="234759" y="82761"/>
                </a:cubicBezTo>
                <a:cubicBezTo>
                  <a:pt x="231666" y="81395"/>
                  <a:pt x="229370" y="79678"/>
                  <a:pt x="227871" y="77610"/>
                </a:cubicBezTo>
                <a:cubicBezTo>
                  <a:pt x="226373" y="75542"/>
                  <a:pt x="225320" y="73009"/>
                  <a:pt x="224712" y="70011"/>
                </a:cubicBezTo>
                <a:cubicBezTo>
                  <a:pt x="224295" y="68000"/>
                  <a:pt x="224086" y="64813"/>
                  <a:pt x="224086" y="60449"/>
                </a:cubicBezTo>
                <a:lnTo>
                  <a:pt x="224086" y="22996"/>
                </a:lnTo>
                <a:lnTo>
                  <a:pt x="234332" y="22996"/>
                </a:lnTo>
                <a:lnTo>
                  <a:pt x="234332" y="56486"/>
                </a:lnTo>
                <a:cubicBezTo>
                  <a:pt x="234332" y="61830"/>
                  <a:pt x="234541" y="65431"/>
                  <a:pt x="234958" y="67288"/>
                </a:cubicBezTo>
                <a:cubicBezTo>
                  <a:pt x="235603" y="69980"/>
                  <a:pt x="236969" y="72094"/>
                  <a:pt x="239056" y="73629"/>
                </a:cubicBezTo>
                <a:cubicBezTo>
                  <a:pt x="241143" y="75164"/>
                  <a:pt x="243724" y="75931"/>
                  <a:pt x="246797" y="75931"/>
                </a:cubicBezTo>
                <a:cubicBezTo>
                  <a:pt x="249871" y="75931"/>
                  <a:pt x="252755" y="75145"/>
                  <a:pt x="255449" y="73572"/>
                </a:cubicBezTo>
                <a:cubicBezTo>
                  <a:pt x="258143" y="71999"/>
                  <a:pt x="260050" y="69857"/>
                  <a:pt x="261170" y="67148"/>
                </a:cubicBezTo>
                <a:cubicBezTo>
                  <a:pt x="262289" y="64437"/>
                  <a:pt x="262849" y="60504"/>
                  <a:pt x="262849" y="55349"/>
                </a:cubicBezTo>
                <a:lnTo>
                  <a:pt x="262849" y="22996"/>
                </a:lnTo>
                <a:lnTo>
                  <a:pt x="273094" y="22996"/>
                </a:lnTo>
                <a:lnTo>
                  <a:pt x="273094" y="83444"/>
                </a:lnTo>
                <a:lnTo>
                  <a:pt x="263930" y="83444"/>
                </a:lnTo>
                <a:close/>
                <a:moveTo>
                  <a:pt x="285238" y="65344"/>
                </a:moveTo>
                <a:lnTo>
                  <a:pt x="295370" y="63750"/>
                </a:lnTo>
                <a:cubicBezTo>
                  <a:pt x="295939" y="67828"/>
                  <a:pt x="297524" y="70954"/>
                  <a:pt x="300123" y="73128"/>
                </a:cubicBezTo>
                <a:cubicBezTo>
                  <a:pt x="302722" y="75300"/>
                  <a:pt x="306356" y="76386"/>
                  <a:pt x="311023" y="76386"/>
                </a:cubicBezTo>
                <a:cubicBezTo>
                  <a:pt x="315728" y="76386"/>
                  <a:pt x="319220" y="75428"/>
                  <a:pt x="321496" y="73512"/>
                </a:cubicBezTo>
                <a:cubicBezTo>
                  <a:pt x="323773" y="71596"/>
                  <a:pt x="324912" y="69347"/>
                  <a:pt x="324912" y="66767"/>
                </a:cubicBezTo>
                <a:cubicBezTo>
                  <a:pt x="324912" y="64452"/>
                  <a:pt x="323906" y="62631"/>
                  <a:pt x="321895" y="61303"/>
                </a:cubicBezTo>
                <a:cubicBezTo>
                  <a:pt x="320491" y="60392"/>
                  <a:pt x="317000" y="59235"/>
                  <a:pt x="311422" y="57830"/>
                </a:cubicBezTo>
                <a:cubicBezTo>
                  <a:pt x="303908" y="55933"/>
                  <a:pt x="298700" y="54292"/>
                  <a:pt x="295797" y="52907"/>
                </a:cubicBezTo>
                <a:cubicBezTo>
                  <a:pt x="292894" y="51522"/>
                  <a:pt x="290693" y="49606"/>
                  <a:pt x="289194" y="47158"/>
                </a:cubicBezTo>
                <a:cubicBezTo>
                  <a:pt x="287696" y="44710"/>
                  <a:pt x="286946" y="42007"/>
                  <a:pt x="286946" y="39047"/>
                </a:cubicBezTo>
                <a:cubicBezTo>
                  <a:pt x="286946" y="36353"/>
                  <a:pt x="287563" y="33858"/>
                  <a:pt x="288796" y="31562"/>
                </a:cubicBezTo>
                <a:cubicBezTo>
                  <a:pt x="290029" y="29266"/>
                  <a:pt x="291708" y="27359"/>
                  <a:pt x="293833" y="25842"/>
                </a:cubicBezTo>
                <a:cubicBezTo>
                  <a:pt x="295427" y="24665"/>
                  <a:pt x="297600" y="23669"/>
                  <a:pt x="300351" y="22853"/>
                </a:cubicBezTo>
                <a:cubicBezTo>
                  <a:pt x="303102" y="22037"/>
                  <a:pt x="306052" y="21630"/>
                  <a:pt x="309202" y="21630"/>
                </a:cubicBezTo>
                <a:cubicBezTo>
                  <a:pt x="313945" y="21630"/>
                  <a:pt x="318110" y="22313"/>
                  <a:pt x="321696" y="23679"/>
                </a:cubicBezTo>
                <a:cubicBezTo>
                  <a:pt x="325282" y="25045"/>
                  <a:pt x="327928" y="26895"/>
                  <a:pt x="329636" y="29228"/>
                </a:cubicBezTo>
                <a:cubicBezTo>
                  <a:pt x="331343" y="31562"/>
                  <a:pt x="332520" y="34683"/>
                  <a:pt x="333165" y="38592"/>
                </a:cubicBezTo>
                <a:lnTo>
                  <a:pt x="323147" y="39958"/>
                </a:lnTo>
                <a:cubicBezTo>
                  <a:pt x="322692" y="36846"/>
                  <a:pt x="321373" y="34417"/>
                  <a:pt x="319191" y="32672"/>
                </a:cubicBezTo>
                <a:cubicBezTo>
                  <a:pt x="317009" y="30926"/>
                  <a:pt x="313926" y="30054"/>
                  <a:pt x="309942" y="30054"/>
                </a:cubicBezTo>
                <a:cubicBezTo>
                  <a:pt x="305236" y="30054"/>
                  <a:pt x="301878" y="30832"/>
                  <a:pt x="299867" y="32387"/>
                </a:cubicBezTo>
                <a:cubicBezTo>
                  <a:pt x="297856" y="33943"/>
                  <a:pt x="296850" y="35765"/>
                  <a:pt x="296850" y="37852"/>
                </a:cubicBezTo>
                <a:cubicBezTo>
                  <a:pt x="296850" y="39180"/>
                  <a:pt x="297268" y="40375"/>
                  <a:pt x="298102" y="41438"/>
                </a:cubicBezTo>
                <a:cubicBezTo>
                  <a:pt x="298937" y="42538"/>
                  <a:pt x="300246" y="43449"/>
                  <a:pt x="302030" y="44170"/>
                </a:cubicBezTo>
                <a:cubicBezTo>
                  <a:pt x="303054" y="44549"/>
                  <a:pt x="306071" y="45422"/>
                  <a:pt x="311080" y="46788"/>
                </a:cubicBezTo>
                <a:cubicBezTo>
                  <a:pt x="318328" y="48723"/>
                  <a:pt x="323384" y="50308"/>
                  <a:pt x="326249" y="51541"/>
                </a:cubicBezTo>
                <a:cubicBezTo>
                  <a:pt x="329114" y="52774"/>
                  <a:pt x="331362" y="54567"/>
                  <a:pt x="332994" y="56920"/>
                </a:cubicBezTo>
                <a:cubicBezTo>
                  <a:pt x="334626" y="59272"/>
                  <a:pt x="335442" y="62194"/>
                  <a:pt x="335442" y="65685"/>
                </a:cubicBezTo>
                <a:cubicBezTo>
                  <a:pt x="335442" y="69101"/>
                  <a:pt x="334446" y="72317"/>
                  <a:pt x="332453" y="75333"/>
                </a:cubicBezTo>
                <a:cubicBezTo>
                  <a:pt x="330461" y="78350"/>
                  <a:pt x="327587" y="80684"/>
                  <a:pt x="323830" y="82334"/>
                </a:cubicBezTo>
                <a:cubicBezTo>
                  <a:pt x="320073" y="83985"/>
                  <a:pt x="315823" y="84810"/>
                  <a:pt x="311080" y="84810"/>
                </a:cubicBezTo>
                <a:cubicBezTo>
                  <a:pt x="303225" y="84810"/>
                  <a:pt x="297239" y="83174"/>
                  <a:pt x="293122" y="79901"/>
                </a:cubicBezTo>
                <a:cubicBezTo>
                  <a:pt x="289005" y="76628"/>
                  <a:pt x="286377" y="71776"/>
                  <a:pt x="285238" y="65344"/>
                </a:cubicBezTo>
                <a:close/>
                <a:moveTo>
                  <a:pt x="387361" y="75817"/>
                </a:moveTo>
                <a:cubicBezTo>
                  <a:pt x="383566" y="79105"/>
                  <a:pt x="379914" y="81427"/>
                  <a:pt x="376404" y="82781"/>
                </a:cubicBezTo>
                <a:cubicBezTo>
                  <a:pt x="372894" y="84134"/>
                  <a:pt x="369127" y="84810"/>
                  <a:pt x="365105" y="84810"/>
                </a:cubicBezTo>
                <a:cubicBezTo>
                  <a:pt x="358464" y="84810"/>
                  <a:pt x="353361" y="83188"/>
                  <a:pt x="349794" y="79944"/>
                </a:cubicBezTo>
                <a:cubicBezTo>
                  <a:pt x="346227" y="76699"/>
                  <a:pt x="344443" y="72554"/>
                  <a:pt x="344443" y="67507"/>
                </a:cubicBezTo>
                <a:cubicBezTo>
                  <a:pt x="344443" y="64547"/>
                  <a:pt x="345117" y="61843"/>
                  <a:pt x="346464" y="59396"/>
                </a:cubicBezTo>
                <a:cubicBezTo>
                  <a:pt x="347811" y="56948"/>
                  <a:pt x="349576" y="54985"/>
                  <a:pt x="351757" y="53505"/>
                </a:cubicBezTo>
                <a:cubicBezTo>
                  <a:pt x="353939" y="52025"/>
                  <a:pt x="356396" y="50905"/>
                  <a:pt x="359129" y="50146"/>
                </a:cubicBezTo>
                <a:cubicBezTo>
                  <a:pt x="361140" y="49615"/>
                  <a:pt x="364175" y="49103"/>
                  <a:pt x="368236" y="48609"/>
                </a:cubicBezTo>
                <a:cubicBezTo>
                  <a:pt x="376508" y="47623"/>
                  <a:pt x="382598" y="46447"/>
                  <a:pt x="386507" y="45080"/>
                </a:cubicBezTo>
                <a:cubicBezTo>
                  <a:pt x="386545" y="43682"/>
                  <a:pt x="386564" y="42794"/>
                  <a:pt x="386564" y="42416"/>
                </a:cubicBezTo>
                <a:cubicBezTo>
                  <a:pt x="386564" y="38257"/>
                  <a:pt x="385596" y="35328"/>
                  <a:pt x="383661" y="33627"/>
                </a:cubicBezTo>
                <a:cubicBezTo>
                  <a:pt x="381043" y="31321"/>
                  <a:pt x="377153" y="30167"/>
                  <a:pt x="371992" y="30167"/>
                </a:cubicBezTo>
                <a:cubicBezTo>
                  <a:pt x="367173" y="30167"/>
                  <a:pt x="363616" y="31012"/>
                  <a:pt x="361320" y="32700"/>
                </a:cubicBezTo>
                <a:cubicBezTo>
                  <a:pt x="359024" y="34389"/>
                  <a:pt x="357326" y="37377"/>
                  <a:pt x="356226" y="41665"/>
                </a:cubicBezTo>
                <a:lnTo>
                  <a:pt x="346208" y="40299"/>
                </a:lnTo>
                <a:cubicBezTo>
                  <a:pt x="347118" y="35998"/>
                  <a:pt x="348617" y="32525"/>
                  <a:pt x="350704" y="29879"/>
                </a:cubicBezTo>
                <a:cubicBezTo>
                  <a:pt x="352791" y="27234"/>
                  <a:pt x="355808" y="25198"/>
                  <a:pt x="359755" y="23771"/>
                </a:cubicBezTo>
                <a:cubicBezTo>
                  <a:pt x="363701" y="22343"/>
                  <a:pt x="368274" y="21630"/>
                  <a:pt x="373472" y="21630"/>
                </a:cubicBezTo>
                <a:cubicBezTo>
                  <a:pt x="378633" y="21630"/>
                  <a:pt x="382826" y="22239"/>
                  <a:pt x="386052" y="23458"/>
                </a:cubicBezTo>
                <a:cubicBezTo>
                  <a:pt x="389277" y="24676"/>
                  <a:pt x="391649" y="26209"/>
                  <a:pt x="393167" y="28056"/>
                </a:cubicBezTo>
                <a:cubicBezTo>
                  <a:pt x="394684" y="29902"/>
                  <a:pt x="395747" y="32235"/>
                  <a:pt x="396354" y="35054"/>
                </a:cubicBezTo>
                <a:cubicBezTo>
                  <a:pt x="396696" y="36805"/>
                  <a:pt x="396866" y="39951"/>
                  <a:pt x="396866" y="44492"/>
                </a:cubicBezTo>
                <a:lnTo>
                  <a:pt x="396866" y="58113"/>
                </a:lnTo>
                <a:cubicBezTo>
                  <a:pt x="396866" y="67611"/>
                  <a:pt x="397085" y="73626"/>
                  <a:pt x="397521" y="76159"/>
                </a:cubicBezTo>
                <a:cubicBezTo>
                  <a:pt x="397957" y="78692"/>
                  <a:pt x="398821" y="81120"/>
                  <a:pt x="400111" y="83444"/>
                </a:cubicBezTo>
                <a:lnTo>
                  <a:pt x="389410" y="83444"/>
                </a:lnTo>
                <a:cubicBezTo>
                  <a:pt x="388347" y="81271"/>
                  <a:pt x="387664" y="78728"/>
                  <a:pt x="387361" y="75817"/>
                </a:cubicBezTo>
                <a:moveTo>
                  <a:pt x="386507" y="53163"/>
                </a:moveTo>
                <a:cubicBezTo>
                  <a:pt x="382788" y="54674"/>
                  <a:pt x="377210" y="55958"/>
                  <a:pt x="369773" y="57016"/>
                </a:cubicBezTo>
                <a:cubicBezTo>
                  <a:pt x="365560" y="57619"/>
                  <a:pt x="362582" y="58299"/>
                  <a:pt x="360836" y="59054"/>
                </a:cubicBezTo>
                <a:cubicBezTo>
                  <a:pt x="359091" y="59810"/>
                  <a:pt x="357744" y="60914"/>
                  <a:pt x="356795" y="62368"/>
                </a:cubicBezTo>
                <a:cubicBezTo>
                  <a:pt x="355846" y="63822"/>
                  <a:pt x="355372" y="65436"/>
                  <a:pt x="355372" y="67212"/>
                </a:cubicBezTo>
                <a:cubicBezTo>
                  <a:pt x="355372" y="69931"/>
                  <a:pt x="356406" y="72197"/>
                  <a:pt x="358474" y="74010"/>
                </a:cubicBezTo>
                <a:cubicBezTo>
                  <a:pt x="360542" y="75822"/>
                  <a:pt x="363568" y="76728"/>
                  <a:pt x="367553" y="76728"/>
                </a:cubicBezTo>
                <a:cubicBezTo>
                  <a:pt x="371499" y="76728"/>
                  <a:pt x="375009" y="75868"/>
                  <a:pt x="378083" y="74147"/>
                </a:cubicBezTo>
                <a:cubicBezTo>
                  <a:pt x="381157" y="72425"/>
                  <a:pt x="383414" y="70073"/>
                  <a:pt x="384856" y="67091"/>
                </a:cubicBezTo>
                <a:cubicBezTo>
                  <a:pt x="385957" y="64789"/>
                  <a:pt x="386507" y="61392"/>
                  <a:pt x="386507" y="56900"/>
                </a:cubicBezTo>
                <a:lnTo>
                  <a:pt x="386507" y="53163"/>
                </a:lnTo>
                <a:close/>
                <a:moveTo>
                  <a:pt x="411060" y="88453"/>
                </a:moveTo>
                <a:lnTo>
                  <a:pt x="421020" y="89819"/>
                </a:lnTo>
                <a:cubicBezTo>
                  <a:pt x="421438" y="92930"/>
                  <a:pt x="422595" y="95195"/>
                  <a:pt x="424493" y="96616"/>
                </a:cubicBezTo>
                <a:cubicBezTo>
                  <a:pt x="427035" y="98536"/>
                  <a:pt x="430507" y="99496"/>
                  <a:pt x="434909" y="99496"/>
                </a:cubicBezTo>
                <a:cubicBezTo>
                  <a:pt x="439652" y="99496"/>
                  <a:pt x="443314" y="98545"/>
                  <a:pt x="445894" y="96643"/>
                </a:cubicBezTo>
                <a:cubicBezTo>
                  <a:pt x="448475" y="94741"/>
                  <a:pt x="450220" y="92078"/>
                  <a:pt x="451131" y="88656"/>
                </a:cubicBezTo>
                <a:cubicBezTo>
                  <a:pt x="451662" y="86563"/>
                  <a:pt x="451909" y="82170"/>
                  <a:pt x="451871" y="75476"/>
                </a:cubicBezTo>
                <a:cubicBezTo>
                  <a:pt x="447393" y="80788"/>
                  <a:pt x="441815" y="83444"/>
                  <a:pt x="435137" y="83444"/>
                </a:cubicBezTo>
                <a:cubicBezTo>
                  <a:pt x="426826" y="83444"/>
                  <a:pt x="420394" y="80447"/>
                  <a:pt x="415841" y="74451"/>
                </a:cubicBezTo>
                <a:cubicBezTo>
                  <a:pt x="411287" y="68456"/>
                  <a:pt x="409010" y="61265"/>
                  <a:pt x="409010" y="52878"/>
                </a:cubicBezTo>
                <a:cubicBezTo>
                  <a:pt x="409010" y="47111"/>
                  <a:pt x="410054" y="41789"/>
                  <a:pt x="412141" y="36912"/>
                </a:cubicBezTo>
                <a:cubicBezTo>
                  <a:pt x="414228" y="32036"/>
                  <a:pt x="417254" y="28270"/>
                  <a:pt x="421220" y="25614"/>
                </a:cubicBezTo>
                <a:cubicBezTo>
                  <a:pt x="425185" y="22958"/>
                  <a:pt x="429843" y="21630"/>
                  <a:pt x="435193" y="21630"/>
                </a:cubicBezTo>
                <a:cubicBezTo>
                  <a:pt x="442327" y="21630"/>
                  <a:pt x="448209" y="24551"/>
                  <a:pt x="452839" y="30395"/>
                </a:cubicBezTo>
                <a:lnTo>
                  <a:pt x="452839" y="22996"/>
                </a:lnTo>
                <a:lnTo>
                  <a:pt x="462287" y="22996"/>
                </a:lnTo>
                <a:lnTo>
                  <a:pt x="462287" y="75284"/>
                </a:lnTo>
                <a:cubicBezTo>
                  <a:pt x="462287" y="84700"/>
                  <a:pt x="461329" y="91373"/>
                  <a:pt x="459413" y="95303"/>
                </a:cubicBezTo>
                <a:cubicBezTo>
                  <a:pt x="457497" y="99233"/>
                  <a:pt x="454461" y="102337"/>
                  <a:pt x="450306" y="104615"/>
                </a:cubicBezTo>
                <a:cubicBezTo>
                  <a:pt x="446151" y="106894"/>
                  <a:pt x="441037" y="108034"/>
                  <a:pt x="434966" y="108034"/>
                </a:cubicBezTo>
                <a:cubicBezTo>
                  <a:pt x="427756" y="108034"/>
                  <a:pt x="421931" y="106407"/>
                  <a:pt x="417491" y="103153"/>
                </a:cubicBezTo>
                <a:cubicBezTo>
                  <a:pt x="413052" y="99899"/>
                  <a:pt x="410908" y="94999"/>
                  <a:pt x="411060" y="88453"/>
                </a:cubicBezTo>
                <a:moveTo>
                  <a:pt x="419541" y="52140"/>
                </a:moveTo>
                <a:cubicBezTo>
                  <a:pt x="419541" y="60051"/>
                  <a:pt x="421115" y="65823"/>
                  <a:pt x="424265" y="69456"/>
                </a:cubicBezTo>
                <a:cubicBezTo>
                  <a:pt x="427414" y="73090"/>
                  <a:pt x="431361" y="74906"/>
                  <a:pt x="436104" y="74906"/>
                </a:cubicBezTo>
                <a:cubicBezTo>
                  <a:pt x="440810" y="74906"/>
                  <a:pt x="444756" y="73099"/>
                  <a:pt x="447944" y="69485"/>
                </a:cubicBezTo>
                <a:cubicBezTo>
                  <a:pt x="451131" y="65870"/>
                  <a:pt x="452725" y="60202"/>
                  <a:pt x="452725" y="52480"/>
                </a:cubicBezTo>
                <a:cubicBezTo>
                  <a:pt x="452725" y="45099"/>
                  <a:pt x="451084" y="39536"/>
                  <a:pt x="447801" y="35788"/>
                </a:cubicBezTo>
                <a:cubicBezTo>
                  <a:pt x="444519" y="32041"/>
                  <a:pt x="440563" y="30167"/>
                  <a:pt x="435933" y="30167"/>
                </a:cubicBezTo>
                <a:cubicBezTo>
                  <a:pt x="431380" y="30167"/>
                  <a:pt x="427509" y="32013"/>
                  <a:pt x="424322" y="35703"/>
                </a:cubicBezTo>
                <a:cubicBezTo>
                  <a:pt x="421134" y="39393"/>
                  <a:pt x="419541" y="44872"/>
                  <a:pt x="419541" y="52140"/>
                </a:cubicBezTo>
                <a:close/>
                <a:moveTo>
                  <a:pt x="519341" y="63864"/>
                </a:moveTo>
                <a:lnTo>
                  <a:pt x="529928" y="65230"/>
                </a:lnTo>
                <a:cubicBezTo>
                  <a:pt x="528258" y="71433"/>
                  <a:pt x="525166" y="76248"/>
                  <a:pt x="520650" y="79673"/>
                </a:cubicBezTo>
                <a:cubicBezTo>
                  <a:pt x="516134" y="83098"/>
                  <a:pt x="510367" y="84810"/>
                  <a:pt x="503346" y="84810"/>
                </a:cubicBezTo>
                <a:cubicBezTo>
                  <a:pt x="494505" y="84810"/>
                  <a:pt x="487494" y="82088"/>
                  <a:pt x="482315" y="76642"/>
                </a:cubicBezTo>
                <a:cubicBezTo>
                  <a:pt x="477135" y="71197"/>
                  <a:pt x="474545" y="63560"/>
                  <a:pt x="474545" y="53732"/>
                </a:cubicBezTo>
                <a:cubicBezTo>
                  <a:pt x="474545" y="43563"/>
                  <a:pt x="477163" y="35670"/>
                  <a:pt x="482400" y="30054"/>
                </a:cubicBezTo>
                <a:cubicBezTo>
                  <a:pt x="487637" y="24438"/>
                  <a:pt x="494429" y="21630"/>
                  <a:pt x="502777" y="21630"/>
                </a:cubicBezTo>
                <a:cubicBezTo>
                  <a:pt x="510860" y="21630"/>
                  <a:pt x="517463" y="24376"/>
                  <a:pt x="522585" y="29870"/>
                </a:cubicBezTo>
                <a:cubicBezTo>
                  <a:pt x="527708" y="35363"/>
                  <a:pt x="530270" y="43091"/>
                  <a:pt x="530270" y="53055"/>
                </a:cubicBezTo>
                <a:cubicBezTo>
                  <a:pt x="530270" y="53661"/>
                  <a:pt x="530251" y="54569"/>
                  <a:pt x="530213" y="55781"/>
                </a:cubicBezTo>
                <a:lnTo>
                  <a:pt x="485132" y="55781"/>
                </a:lnTo>
                <a:cubicBezTo>
                  <a:pt x="485512" y="62441"/>
                  <a:pt x="487390" y="67540"/>
                  <a:pt x="490767" y="71079"/>
                </a:cubicBezTo>
                <a:cubicBezTo>
                  <a:pt x="494144" y="74617"/>
                  <a:pt x="498357" y="76386"/>
                  <a:pt x="503403" y="76386"/>
                </a:cubicBezTo>
                <a:cubicBezTo>
                  <a:pt x="507160" y="76386"/>
                  <a:pt x="510367" y="75391"/>
                  <a:pt x="513023" y="73400"/>
                </a:cubicBezTo>
                <a:cubicBezTo>
                  <a:pt x="515679" y="71408"/>
                  <a:pt x="517785" y="68229"/>
                  <a:pt x="519341" y="63864"/>
                </a:cubicBezTo>
                <a:moveTo>
                  <a:pt x="485701" y="47357"/>
                </a:moveTo>
                <a:lnTo>
                  <a:pt x="519455" y="47357"/>
                </a:lnTo>
                <a:cubicBezTo>
                  <a:pt x="518999" y="42289"/>
                  <a:pt x="517709" y="38488"/>
                  <a:pt x="515584" y="35954"/>
                </a:cubicBezTo>
                <a:cubicBezTo>
                  <a:pt x="512321" y="32020"/>
                  <a:pt x="508090" y="30054"/>
                  <a:pt x="502891" y="30054"/>
                </a:cubicBezTo>
                <a:cubicBezTo>
                  <a:pt x="498186" y="30054"/>
                  <a:pt x="494230" y="31624"/>
                  <a:pt x="491023" y="34764"/>
                </a:cubicBezTo>
                <a:cubicBezTo>
                  <a:pt x="487817" y="37903"/>
                  <a:pt x="486043" y="42100"/>
                  <a:pt x="485701" y="47357"/>
                </a:cubicBezTo>
                <a:close/>
                <a:moveTo>
                  <a:pt x="545886" y="83444"/>
                </a:moveTo>
                <a:lnTo>
                  <a:pt x="545886" y="71719"/>
                </a:lnTo>
                <a:lnTo>
                  <a:pt x="557554" y="71719"/>
                </a:lnTo>
                <a:lnTo>
                  <a:pt x="557554" y="83444"/>
                </a:lnTo>
                <a:lnTo>
                  <a:pt x="545886" y="83444"/>
                </a:lnTo>
                <a:close/>
                <a:moveTo>
                  <a:pt x="575787" y="106668"/>
                </a:moveTo>
                <a:lnTo>
                  <a:pt x="575787" y="22996"/>
                </a:lnTo>
                <a:lnTo>
                  <a:pt x="585122" y="22996"/>
                </a:lnTo>
                <a:lnTo>
                  <a:pt x="585122" y="30906"/>
                </a:lnTo>
                <a:cubicBezTo>
                  <a:pt x="587323" y="27813"/>
                  <a:pt x="589808" y="25494"/>
                  <a:pt x="592578" y="23949"/>
                </a:cubicBezTo>
                <a:cubicBezTo>
                  <a:pt x="595348" y="22403"/>
                  <a:pt x="598707" y="21630"/>
                  <a:pt x="602653" y="21630"/>
                </a:cubicBezTo>
                <a:cubicBezTo>
                  <a:pt x="607814" y="21630"/>
                  <a:pt x="612367" y="22958"/>
                  <a:pt x="616314" y="25614"/>
                </a:cubicBezTo>
                <a:cubicBezTo>
                  <a:pt x="620260" y="28270"/>
                  <a:pt x="623239" y="32017"/>
                  <a:pt x="625250" y="36856"/>
                </a:cubicBezTo>
                <a:cubicBezTo>
                  <a:pt x="627261" y="41694"/>
                  <a:pt x="628267" y="46997"/>
                  <a:pt x="628267" y="52765"/>
                </a:cubicBezTo>
                <a:cubicBezTo>
                  <a:pt x="628267" y="58950"/>
                  <a:pt x="627157" y="64519"/>
                  <a:pt x="624937" y="69471"/>
                </a:cubicBezTo>
                <a:cubicBezTo>
                  <a:pt x="622717" y="74423"/>
                  <a:pt x="619492" y="78217"/>
                  <a:pt x="615261" y="80855"/>
                </a:cubicBezTo>
                <a:cubicBezTo>
                  <a:pt x="611030" y="83492"/>
                  <a:pt x="606581" y="84810"/>
                  <a:pt x="601913" y="84810"/>
                </a:cubicBezTo>
                <a:cubicBezTo>
                  <a:pt x="598498" y="84810"/>
                  <a:pt x="595434" y="84089"/>
                  <a:pt x="592721" y="82648"/>
                </a:cubicBezTo>
                <a:cubicBezTo>
                  <a:pt x="590007" y="81206"/>
                  <a:pt x="587778" y="79384"/>
                  <a:pt x="586033" y="77183"/>
                </a:cubicBezTo>
                <a:lnTo>
                  <a:pt x="586033" y="106668"/>
                </a:lnTo>
                <a:lnTo>
                  <a:pt x="575787" y="106668"/>
                </a:lnTo>
                <a:moveTo>
                  <a:pt x="585065" y="53590"/>
                </a:moveTo>
                <a:cubicBezTo>
                  <a:pt x="585065" y="61360"/>
                  <a:pt x="586640" y="67101"/>
                  <a:pt x="589789" y="70815"/>
                </a:cubicBezTo>
                <a:cubicBezTo>
                  <a:pt x="592939" y="74529"/>
                  <a:pt x="596752" y="76386"/>
                  <a:pt x="601230" y="76386"/>
                </a:cubicBezTo>
                <a:cubicBezTo>
                  <a:pt x="605784" y="76386"/>
                  <a:pt x="609683" y="74463"/>
                  <a:pt x="612927" y="70616"/>
                </a:cubicBezTo>
                <a:cubicBezTo>
                  <a:pt x="616172" y="66769"/>
                  <a:pt x="617794" y="60809"/>
                  <a:pt x="617794" y="52736"/>
                </a:cubicBezTo>
                <a:cubicBezTo>
                  <a:pt x="617794" y="45043"/>
                  <a:pt x="616210" y="39282"/>
                  <a:pt x="613041" y="35454"/>
                </a:cubicBezTo>
                <a:cubicBezTo>
                  <a:pt x="609872" y="31626"/>
                  <a:pt x="606087" y="29712"/>
                  <a:pt x="601686" y="29712"/>
                </a:cubicBezTo>
                <a:cubicBezTo>
                  <a:pt x="597322" y="29712"/>
                  <a:pt x="593461" y="31749"/>
                  <a:pt x="590102" y="35824"/>
                </a:cubicBezTo>
                <a:cubicBezTo>
                  <a:pt x="586744" y="39898"/>
                  <a:pt x="585065" y="45820"/>
                  <a:pt x="585065" y="53590"/>
                </a:cubicBezTo>
                <a:close/>
                <a:moveTo>
                  <a:pt x="640354" y="106789"/>
                </a:moveTo>
                <a:lnTo>
                  <a:pt x="639215" y="97219"/>
                </a:lnTo>
                <a:cubicBezTo>
                  <a:pt x="641454" y="97826"/>
                  <a:pt x="643408" y="98130"/>
                  <a:pt x="645078" y="98130"/>
                </a:cubicBezTo>
                <a:cubicBezTo>
                  <a:pt x="647355" y="98130"/>
                  <a:pt x="649176" y="97750"/>
                  <a:pt x="650542" y="96990"/>
                </a:cubicBezTo>
                <a:cubicBezTo>
                  <a:pt x="651908" y="96229"/>
                  <a:pt x="653028" y="95165"/>
                  <a:pt x="653901" y="93797"/>
                </a:cubicBezTo>
                <a:cubicBezTo>
                  <a:pt x="654546" y="92771"/>
                  <a:pt x="655589" y="90225"/>
                  <a:pt x="657031" y="86159"/>
                </a:cubicBezTo>
                <a:cubicBezTo>
                  <a:pt x="657221" y="85588"/>
                  <a:pt x="657525" y="84752"/>
                  <a:pt x="657942" y="83651"/>
                </a:cubicBezTo>
                <a:lnTo>
                  <a:pt x="635003" y="22996"/>
                </a:lnTo>
                <a:lnTo>
                  <a:pt x="646046" y="22996"/>
                </a:lnTo>
                <a:lnTo>
                  <a:pt x="658625" y="58012"/>
                </a:lnTo>
                <a:cubicBezTo>
                  <a:pt x="660257" y="62453"/>
                  <a:pt x="661718" y="67121"/>
                  <a:pt x="663008" y="72018"/>
                </a:cubicBezTo>
                <a:cubicBezTo>
                  <a:pt x="664184" y="67302"/>
                  <a:pt x="665588" y="62706"/>
                  <a:pt x="667220" y="58231"/>
                </a:cubicBezTo>
                <a:lnTo>
                  <a:pt x="680141" y="22996"/>
                </a:lnTo>
                <a:lnTo>
                  <a:pt x="690386" y="22996"/>
                </a:lnTo>
                <a:lnTo>
                  <a:pt x="667391" y="84462"/>
                </a:lnTo>
                <a:cubicBezTo>
                  <a:pt x="664924" y="91120"/>
                  <a:pt x="663008" y="95705"/>
                  <a:pt x="661642" y="98217"/>
                </a:cubicBezTo>
                <a:cubicBezTo>
                  <a:pt x="659820" y="101604"/>
                  <a:pt x="657733" y="104086"/>
                  <a:pt x="655381" y="105664"/>
                </a:cubicBezTo>
                <a:cubicBezTo>
                  <a:pt x="653028" y="107244"/>
                  <a:pt x="650220" y="108034"/>
                  <a:pt x="646956" y="108034"/>
                </a:cubicBezTo>
                <a:cubicBezTo>
                  <a:pt x="644983" y="108034"/>
                  <a:pt x="642782" y="107619"/>
                  <a:pt x="640354" y="1067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commands.py">
            <a:extLst xmlns:a="http://schemas.openxmlformats.org/drawingml/2006/main">
              <a:ext uri="{FF2B5EF4-FFF2-40B4-BE49-F238E27FC236}">
                <a16:creationId xmlns:a16="http://schemas.microsoft.com/office/drawing/2014/main" id="{E72EE0A9-33C0-488B-8D8B-AA7B9EDF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98" y="1251435"/>
            <a:ext cx="723435" cy="108034"/>
          </a:xfrm>
          <a:custGeom xmlns:a="http://schemas.openxmlformats.org/drawingml/2006/main">
            <a:pathLst>
              <a:path w="723435" h="108034">
                <a:moveTo>
                  <a:pt x="42576" y="61246"/>
                </a:moveTo>
                <a:lnTo>
                  <a:pt x="52651" y="62612"/>
                </a:lnTo>
                <a:cubicBezTo>
                  <a:pt x="51550" y="69556"/>
                  <a:pt x="48733" y="74992"/>
                  <a:pt x="44198" y="78919"/>
                </a:cubicBezTo>
                <a:cubicBezTo>
                  <a:pt x="39664" y="82847"/>
                  <a:pt x="34095" y="84810"/>
                  <a:pt x="27492" y="84810"/>
                </a:cubicBezTo>
                <a:cubicBezTo>
                  <a:pt x="19220" y="84810"/>
                  <a:pt x="12570" y="82107"/>
                  <a:pt x="7542" y="76699"/>
                </a:cubicBezTo>
                <a:cubicBezTo>
                  <a:pt x="2514" y="71292"/>
                  <a:pt x="0" y="63541"/>
                  <a:pt x="0" y="53448"/>
                </a:cubicBezTo>
                <a:cubicBezTo>
                  <a:pt x="0" y="46921"/>
                  <a:pt x="1081" y="41210"/>
                  <a:pt x="3244" y="36315"/>
                </a:cubicBezTo>
                <a:cubicBezTo>
                  <a:pt x="5407" y="31420"/>
                  <a:pt x="8699" y="27748"/>
                  <a:pt x="13120" y="25301"/>
                </a:cubicBezTo>
                <a:cubicBezTo>
                  <a:pt x="17541" y="22853"/>
                  <a:pt x="22351" y="21630"/>
                  <a:pt x="27549" y="21630"/>
                </a:cubicBezTo>
                <a:cubicBezTo>
                  <a:pt x="34114" y="21630"/>
                  <a:pt x="39483" y="23280"/>
                  <a:pt x="43657" y="26582"/>
                </a:cubicBezTo>
                <a:cubicBezTo>
                  <a:pt x="47832" y="29882"/>
                  <a:pt x="50507" y="34568"/>
                  <a:pt x="51683" y="40641"/>
                </a:cubicBezTo>
                <a:lnTo>
                  <a:pt x="41722" y="42234"/>
                </a:lnTo>
                <a:cubicBezTo>
                  <a:pt x="40774" y="38193"/>
                  <a:pt x="39094" y="35153"/>
                  <a:pt x="36685" y="33113"/>
                </a:cubicBezTo>
                <a:cubicBezTo>
                  <a:pt x="34275" y="31073"/>
                  <a:pt x="31363" y="30054"/>
                  <a:pt x="27948" y="30054"/>
                </a:cubicBezTo>
                <a:cubicBezTo>
                  <a:pt x="22787" y="30054"/>
                  <a:pt x="18594" y="31904"/>
                  <a:pt x="15368" y="35603"/>
                </a:cubicBezTo>
                <a:cubicBezTo>
                  <a:pt x="12143" y="39303"/>
                  <a:pt x="10530" y="45156"/>
                  <a:pt x="10530" y="53163"/>
                </a:cubicBezTo>
                <a:cubicBezTo>
                  <a:pt x="10530" y="61284"/>
                  <a:pt x="12086" y="67184"/>
                  <a:pt x="15198" y="70865"/>
                </a:cubicBezTo>
                <a:cubicBezTo>
                  <a:pt x="18309" y="74546"/>
                  <a:pt x="22369" y="76386"/>
                  <a:pt x="27378" y="76386"/>
                </a:cubicBezTo>
                <a:cubicBezTo>
                  <a:pt x="31401" y="76386"/>
                  <a:pt x="34759" y="75148"/>
                  <a:pt x="37453" y="72672"/>
                </a:cubicBezTo>
                <a:cubicBezTo>
                  <a:pt x="40147" y="70196"/>
                  <a:pt x="41855" y="66387"/>
                  <a:pt x="42576" y="61246"/>
                </a:cubicBezTo>
                <a:close/>
                <a:moveTo>
                  <a:pt x="57896" y="53220"/>
                </a:moveTo>
                <a:cubicBezTo>
                  <a:pt x="57896" y="42026"/>
                  <a:pt x="61007" y="33734"/>
                  <a:pt x="67231" y="28346"/>
                </a:cubicBezTo>
                <a:cubicBezTo>
                  <a:pt x="72429" y="23868"/>
                  <a:pt x="78766" y="21630"/>
                  <a:pt x="86242" y="21630"/>
                </a:cubicBezTo>
                <a:cubicBezTo>
                  <a:pt x="94552" y="21630"/>
                  <a:pt x="101344" y="24352"/>
                  <a:pt x="106619" y="29798"/>
                </a:cubicBezTo>
                <a:cubicBezTo>
                  <a:pt x="111894" y="35243"/>
                  <a:pt x="114531" y="42766"/>
                  <a:pt x="114531" y="52366"/>
                </a:cubicBezTo>
                <a:cubicBezTo>
                  <a:pt x="114531" y="60145"/>
                  <a:pt x="113364" y="66264"/>
                  <a:pt x="111030" y="70723"/>
                </a:cubicBezTo>
                <a:cubicBezTo>
                  <a:pt x="108697" y="75182"/>
                  <a:pt x="105300" y="78644"/>
                  <a:pt x="100842" y="81111"/>
                </a:cubicBezTo>
                <a:cubicBezTo>
                  <a:pt x="96383" y="83577"/>
                  <a:pt x="91516" y="84810"/>
                  <a:pt x="86242" y="84810"/>
                </a:cubicBezTo>
                <a:cubicBezTo>
                  <a:pt x="77780" y="84810"/>
                  <a:pt x="70940" y="82097"/>
                  <a:pt x="65722" y="76671"/>
                </a:cubicBezTo>
                <a:cubicBezTo>
                  <a:pt x="60505" y="71245"/>
                  <a:pt x="57896" y="63428"/>
                  <a:pt x="57896" y="53220"/>
                </a:cubicBezTo>
                <a:moveTo>
                  <a:pt x="68426" y="53248"/>
                </a:moveTo>
                <a:cubicBezTo>
                  <a:pt x="68426" y="60980"/>
                  <a:pt x="70114" y="66769"/>
                  <a:pt x="73492" y="70616"/>
                </a:cubicBezTo>
                <a:cubicBezTo>
                  <a:pt x="76869" y="74463"/>
                  <a:pt x="81119" y="76386"/>
                  <a:pt x="86242" y="76386"/>
                </a:cubicBezTo>
                <a:cubicBezTo>
                  <a:pt x="91327" y="76386"/>
                  <a:pt x="95558" y="74453"/>
                  <a:pt x="98935" y="70588"/>
                </a:cubicBezTo>
                <a:cubicBezTo>
                  <a:pt x="102312" y="66722"/>
                  <a:pt x="104001" y="60828"/>
                  <a:pt x="104001" y="52907"/>
                </a:cubicBezTo>
                <a:cubicBezTo>
                  <a:pt x="104001" y="45441"/>
                  <a:pt x="102303" y="39785"/>
                  <a:pt x="98906" y="35938"/>
                </a:cubicBezTo>
                <a:cubicBezTo>
                  <a:pt x="95510" y="32091"/>
                  <a:pt x="91289" y="30167"/>
                  <a:pt x="86242" y="30167"/>
                </a:cubicBezTo>
                <a:cubicBezTo>
                  <a:pt x="81119" y="30167"/>
                  <a:pt x="76869" y="32081"/>
                  <a:pt x="73492" y="35909"/>
                </a:cubicBezTo>
                <a:cubicBezTo>
                  <a:pt x="70114" y="39737"/>
                  <a:pt x="68426" y="45517"/>
                  <a:pt x="68426" y="53248"/>
                </a:cubicBezTo>
                <a:close/>
                <a:moveTo>
                  <a:pt x="126732" y="83444"/>
                </a:moveTo>
                <a:lnTo>
                  <a:pt x="126732" y="22996"/>
                </a:lnTo>
                <a:lnTo>
                  <a:pt x="135896" y="22996"/>
                </a:lnTo>
                <a:lnTo>
                  <a:pt x="135896" y="31477"/>
                </a:lnTo>
                <a:cubicBezTo>
                  <a:pt x="137793" y="28517"/>
                  <a:pt x="140317" y="26136"/>
                  <a:pt x="143466" y="24333"/>
                </a:cubicBezTo>
                <a:cubicBezTo>
                  <a:pt x="146616" y="22531"/>
                  <a:pt x="150202" y="21630"/>
                  <a:pt x="154224" y="21630"/>
                </a:cubicBezTo>
                <a:cubicBezTo>
                  <a:pt x="158702" y="21630"/>
                  <a:pt x="162373" y="22559"/>
                  <a:pt x="165238" y="24419"/>
                </a:cubicBezTo>
                <a:cubicBezTo>
                  <a:pt x="168103" y="26278"/>
                  <a:pt x="170124" y="28877"/>
                  <a:pt x="171300" y="32217"/>
                </a:cubicBezTo>
                <a:cubicBezTo>
                  <a:pt x="176081" y="25159"/>
                  <a:pt x="182304" y="21630"/>
                  <a:pt x="189970" y="21630"/>
                </a:cubicBezTo>
                <a:cubicBezTo>
                  <a:pt x="195965" y="21630"/>
                  <a:pt x="200576" y="23290"/>
                  <a:pt x="203801" y="26610"/>
                </a:cubicBezTo>
                <a:cubicBezTo>
                  <a:pt x="207027" y="29930"/>
                  <a:pt x="208639" y="35044"/>
                  <a:pt x="208639" y="41950"/>
                </a:cubicBezTo>
                <a:lnTo>
                  <a:pt x="208639" y="83444"/>
                </a:lnTo>
                <a:lnTo>
                  <a:pt x="198451" y="83444"/>
                </a:lnTo>
                <a:lnTo>
                  <a:pt x="198451" y="45365"/>
                </a:lnTo>
                <a:cubicBezTo>
                  <a:pt x="198451" y="41267"/>
                  <a:pt x="198119" y="38316"/>
                  <a:pt x="197455" y="36514"/>
                </a:cubicBezTo>
                <a:cubicBezTo>
                  <a:pt x="196791" y="34712"/>
                  <a:pt x="195586" y="33260"/>
                  <a:pt x="193840" y="32160"/>
                </a:cubicBezTo>
                <a:cubicBezTo>
                  <a:pt x="192095" y="31059"/>
                  <a:pt x="190046" y="30509"/>
                  <a:pt x="187693" y="30509"/>
                </a:cubicBezTo>
                <a:cubicBezTo>
                  <a:pt x="183443" y="30509"/>
                  <a:pt x="179914" y="31923"/>
                  <a:pt x="177106" y="34750"/>
                </a:cubicBezTo>
                <a:cubicBezTo>
                  <a:pt x="174298" y="37577"/>
                  <a:pt x="172894" y="42102"/>
                  <a:pt x="172894" y="48325"/>
                </a:cubicBezTo>
                <a:lnTo>
                  <a:pt x="172894" y="83444"/>
                </a:lnTo>
                <a:lnTo>
                  <a:pt x="162648" y="83444"/>
                </a:lnTo>
                <a:lnTo>
                  <a:pt x="162648" y="44170"/>
                </a:lnTo>
                <a:cubicBezTo>
                  <a:pt x="162648" y="39616"/>
                  <a:pt x="161813" y="36201"/>
                  <a:pt x="160144" y="33924"/>
                </a:cubicBezTo>
                <a:cubicBezTo>
                  <a:pt x="158474" y="31647"/>
                  <a:pt x="155742" y="30509"/>
                  <a:pt x="151947" y="30509"/>
                </a:cubicBezTo>
                <a:cubicBezTo>
                  <a:pt x="149063" y="30509"/>
                  <a:pt x="146398" y="31268"/>
                  <a:pt x="143950" y="32786"/>
                </a:cubicBezTo>
                <a:cubicBezTo>
                  <a:pt x="141502" y="34304"/>
                  <a:pt x="139728" y="36524"/>
                  <a:pt x="138628" y="39445"/>
                </a:cubicBezTo>
                <a:cubicBezTo>
                  <a:pt x="137528" y="42367"/>
                  <a:pt x="136977" y="46579"/>
                  <a:pt x="136977" y="52082"/>
                </a:cubicBezTo>
                <a:lnTo>
                  <a:pt x="136977" y="83444"/>
                </a:lnTo>
                <a:lnTo>
                  <a:pt x="126732" y="83444"/>
                </a:lnTo>
                <a:close/>
                <a:moveTo>
                  <a:pt x="224558" y="83444"/>
                </a:moveTo>
                <a:lnTo>
                  <a:pt x="224558" y="22996"/>
                </a:lnTo>
                <a:lnTo>
                  <a:pt x="233722" y="22996"/>
                </a:lnTo>
                <a:lnTo>
                  <a:pt x="233722" y="31477"/>
                </a:lnTo>
                <a:cubicBezTo>
                  <a:pt x="235620" y="28517"/>
                  <a:pt x="238143" y="26136"/>
                  <a:pt x="241293" y="24333"/>
                </a:cubicBezTo>
                <a:cubicBezTo>
                  <a:pt x="244442" y="22531"/>
                  <a:pt x="248028" y="21630"/>
                  <a:pt x="252051" y="21630"/>
                </a:cubicBezTo>
                <a:cubicBezTo>
                  <a:pt x="256528" y="21630"/>
                  <a:pt x="260200" y="22559"/>
                  <a:pt x="263064" y="24419"/>
                </a:cubicBezTo>
                <a:cubicBezTo>
                  <a:pt x="265929" y="26278"/>
                  <a:pt x="267950" y="28877"/>
                  <a:pt x="269126" y="32217"/>
                </a:cubicBezTo>
                <a:cubicBezTo>
                  <a:pt x="273908" y="25159"/>
                  <a:pt x="280131" y="21630"/>
                  <a:pt x="287796" y="21630"/>
                </a:cubicBezTo>
                <a:cubicBezTo>
                  <a:pt x="293792" y="21630"/>
                  <a:pt x="298402" y="23290"/>
                  <a:pt x="301628" y="26610"/>
                </a:cubicBezTo>
                <a:cubicBezTo>
                  <a:pt x="304853" y="29930"/>
                  <a:pt x="306466" y="35044"/>
                  <a:pt x="306466" y="41950"/>
                </a:cubicBezTo>
                <a:lnTo>
                  <a:pt x="306466" y="83444"/>
                </a:lnTo>
                <a:lnTo>
                  <a:pt x="296277" y="83444"/>
                </a:lnTo>
                <a:lnTo>
                  <a:pt x="296277" y="45365"/>
                </a:lnTo>
                <a:cubicBezTo>
                  <a:pt x="296277" y="41267"/>
                  <a:pt x="295945" y="38316"/>
                  <a:pt x="295281" y="36514"/>
                </a:cubicBezTo>
                <a:cubicBezTo>
                  <a:pt x="294617" y="34712"/>
                  <a:pt x="293412" y="33260"/>
                  <a:pt x="291667" y="32160"/>
                </a:cubicBezTo>
                <a:cubicBezTo>
                  <a:pt x="289921" y="31059"/>
                  <a:pt x="287872" y="30509"/>
                  <a:pt x="285519" y="30509"/>
                </a:cubicBezTo>
                <a:cubicBezTo>
                  <a:pt x="281269" y="30509"/>
                  <a:pt x="277740" y="31923"/>
                  <a:pt x="274932" y="34750"/>
                </a:cubicBezTo>
                <a:cubicBezTo>
                  <a:pt x="272124" y="37577"/>
                  <a:pt x="270720" y="42102"/>
                  <a:pt x="270720" y="48325"/>
                </a:cubicBezTo>
                <a:lnTo>
                  <a:pt x="270720" y="83444"/>
                </a:lnTo>
                <a:lnTo>
                  <a:pt x="260475" y="83444"/>
                </a:lnTo>
                <a:lnTo>
                  <a:pt x="260475" y="44170"/>
                </a:lnTo>
                <a:cubicBezTo>
                  <a:pt x="260475" y="39616"/>
                  <a:pt x="259640" y="36201"/>
                  <a:pt x="257970" y="33924"/>
                </a:cubicBezTo>
                <a:cubicBezTo>
                  <a:pt x="256301" y="31647"/>
                  <a:pt x="253568" y="30509"/>
                  <a:pt x="249774" y="30509"/>
                </a:cubicBezTo>
                <a:cubicBezTo>
                  <a:pt x="246890" y="30509"/>
                  <a:pt x="244224" y="31268"/>
                  <a:pt x="241776" y="32786"/>
                </a:cubicBezTo>
                <a:cubicBezTo>
                  <a:pt x="239329" y="34304"/>
                  <a:pt x="237555" y="36524"/>
                  <a:pt x="236454" y="39445"/>
                </a:cubicBezTo>
                <a:cubicBezTo>
                  <a:pt x="235354" y="42367"/>
                  <a:pt x="234804" y="46579"/>
                  <a:pt x="234804" y="52082"/>
                </a:cubicBezTo>
                <a:lnTo>
                  <a:pt x="234804" y="83444"/>
                </a:lnTo>
                <a:lnTo>
                  <a:pt x="224558" y="83444"/>
                </a:lnTo>
                <a:close/>
                <a:moveTo>
                  <a:pt x="361830" y="75817"/>
                </a:moveTo>
                <a:cubicBezTo>
                  <a:pt x="358036" y="79105"/>
                  <a:pt x="354383" y="81427"/>
                  <a:pt x="350873" y="82781"/>
                </a:cubicBezTo>
                <a:cubicBezTo>
                  <a:pt x="347363" y="84134"/>
                  <a:pt x="343597" y="84810"/>
                  <a:pt x="339575" y="84810"/>
                </a:cubicBezTo>
                <a:cubicBezTo>
                  <a:pt x="332934" y="84810"/>
                  <a:pt x="327830" y="83188"/>
                  <a:pt x="324263" y="79944"/>
                </a:cubicBezTo>
                <a:cubicBezTo>
                  <a:pt x="320696" y="76699"/>
                  <a:pt x="318913" y="72554"/>
                  <a:pt x="318913" y="67507"/>
                </a:cubicBezTo>
                <a:cubicBezTo>
                  <a:pt x="318913" y="64547"/>
                  <a:pt x="319587" y="61843"/>
                  <a:pt x="320934" y="59396"/>
                </a:cubicBezTo>
                <a:cubicBezTo>
                  <a:pt x="322281" y="56948"/>
                  <a:pt x="324045" y="54985"/>
                  <a:pt x="326227" y="53505"/>
                </a:cubicBezTo>
                <a:cubicBezTo>
                  <a:pt x="328409" y="52025"/>
                  <a:pt x="330866" y="50905"/>
                  <a:pt x="333598" y="50146"/>
                </a:cubicBezTo>
                <a:cubicBezTo>
                  <a:pt x="335609" y="49615"/>
                  <a:pt x="338645" y="49103"/>
                  <a:pt x="342705" y="48609"/>
                </a:cubicBezTo>
                <a:cubicBezTo>
                  <a:pt x="350978" y="47623"/>
                  <a:pt x="357068" y="46447"/>
                  <a:pt x="360977" y="45080"/>
                </a:cubicBezTo>
                <a:cubicBezTo>
                  <a:pt x="361015" y="43682"/>
                  <a:pt x="361034" y="42794"/>
                  <a:pt x="361034" y="42416"/>
                </a:cubicBezTo>
                <a:cubicBezTo>
                  <a:pt x="361034" y="38257"/>
                  <a:pt x="360066" y="35328"/>
                  <a:pt x="358131" y="33627"/>
                </a:cubicBezTo>
                <a:cubicBezTo>
                  <a:pt x="355512" y="31321"/>
                  <a:pt x="351623" y="30167"/>
                  <a:pt x="346462" y="30167"/>
                </a:cubicBezTo>
                <a:cubicBezTo>
                  <a:pt x="341643" y="30167"/>
                  <a:pt x="338085" y="31012"/>
                  <a:pt x="335790" y="32700"/>
                </a:cubicBezTo>
                <a:cubicBezTo>
                  <a:pt x="333494" y="34389"/>
                  <a:pt x="331796" y="37377"/>
                  <a:pt x="330695" y="41665"/>
                </a:cubicBezTo>
                <a:lnTo>
                  <a:pt x="320677" y="40299"/>
                </a:lnTo>
                <a:cubicBezTo>
                  <a:pt x="321588" y="35998"/>
                  <a:pt x="323087" y="32525"/>
                  <a:pt x="325174" y="29879"/>
                </a:cubicBezTo>
                <a:cubicBezTo>
                  <a:pt x="327261" y="27234"/>
                  <a:pt x="330278" y="25198"/>
                  <a:pt x="334224" y="23771"/>
                </a:cubicBezTo>
                <a:cubicBezTo>
                  <a:pt x="338171" y="22343"/>
                  <a:pt x="342743" y="21630"/>
                  <a:pt x="347942" y="21630"/>
                </a:cubicBezTo>
                <a:cubicBezTo>
                  <a:pt x="353103" y="21630"/>
                  <a:pt x="357296" y="22239"/>
                  <a:pt x="360521" y="23458"/>
                </a:cubicBezTo>
                <a:cubicBezTo>
                  <a:pt x="363747" y="24676"/>
                  <a:pt x="366118" y="26209"/>
                  <a:pt x="367636" y="28056"/>
                </a:cubicBezTo>
                <a:cubicBezTo>
                  <a:pt x="369154" y="29902"/>
                  <a:pt x="370217" y="32235"/>
                  <a:pt x="370824" y="35054"/>
                </a:cubicBezTo>
                <a:cubicBezTo>
                  <a:pt x="371165" y="36805"/>
                  <a:pt x="371336" y="39951"/>
                  <a:pt x="371336" y="44492"/>
                </a:cubicBezTo>
                <a:lnTo>
                  <a:pt x="371336" y="58113"/>
                </a:lnTo>
                <a:cubicBezTo>
                  <a:pt x="371336" y="67611"/>
                  <a:pt x="371554" y="73626"/>
                  <a:pt x="371991" y="76159"/>
                </a:cubicBezTo>
                <a:cubicBezTo>
                  <a:pt x="372427" y="78692"/>
                  <a:pt x="373290" y="81120"/>
                  <a:pt x="374581" y="83444"/>
                </a:cubicBezTo>
                <a:lnTo>
                  <a:pt x="363880" y="83444"/>
                </a:lnTo>
                <a:cubicBezTo>
                  <a:pt x="362817" y="81271"/>
                  <a:pt x="362134" y="78728"/>
                  <a:pt x="361830" y="75817"/>
                </a:cubicBezTo>
                <a:moveTo>
                  <a:pt x="360977" y="53163"/>
                </a:moveTo>
                <a:cubicBezTo>
                  <a:pt x="357258" y="54674"/>
                  <a:pt x="351680" y="55958"/>
                  <a:pt x="344242" y="57016"/>
                </a:cubicBezTo>
                <a:cubicBezTo>
                  <a:pt x="340030" y="57619"/>
                  <a:pt x="337051" y="58299"/>
                  <a:pt x="335306" y="59054"/>
                </a:cubicBezTo>
                <a:cubicBezTo>
                  <a:pt x="333560" y="59810"/>
                  <a:pt x="332213" y="60914"/>
                  <a:pt x="331265" y="62368"/>
                </a:cubicBezTo>
                <a:cubicBezTo>
                  <a:pt x="330316" y="63822"/>
                  <a:pt x="329842" y="65436"/>
                  <a:pt x="329842" y="67212"/>
                </a:cubicBezTo>
                <a:cubicBezTo>
                  <a:pt x="329842" y="69931"/>
                  <a:pt x="330876" y="72197"/>
                  <a:pt x="332944" y="74010"/>
                </a:cubicBezTo>
                <a:cubicBezTo>
                  <a:pt x="335012" y="75822"/>
                  <a:pt x="338038" y="76728"/>
                  <a:pt x="342022" y="76728"/>
                </a:cubicBezTo>
                <a:cubicBezTo>
                  <a:pt x="345969" y="76728"/>
                  <a:pt x="349479" y="75868"/>
                  <a:pt x="352553" y="74147"/>
                </a:cubicBezTo>
                <a:cubicBezTo>
                  <a:pt x="355626" y="72425"/>
                  <a:pt x="357884" y="70073"/>
                  <a:pt x="359326" y="67091"/>
                </a:cubicBezTo>
                <a:cubicBezTo>
                  <a:pt x="360426" y="64789"/>
                  <a:pt x="360977" y="61392"/>
                  <a:pt x="360977" y="56900"/>
                </a:cubicBezTo>
                <a:lnTo>
                  <a:pt x="360977" y="53163"/>
                </a:lnTo>
                <a:close/>
                <a:moveTo>
                  <a:pt x="387407" y="83444"/>
                </a:moveTo>
                <a:lnTo>
                  <a:pt x="387407" y="22996"/>
                </a:lnTo>
                <a:lnTo>
                  <a:pt x="396628" y="22996"/>
                </a:lnTo>
                <a:lnTo>
                  <a:pt x="396628" y="31590"/>
                </a:lnTo>
                <a:cubicBezTo>
                  <a:pt x="401068" y="24950"/>
                  <a:pt x="407481" y="21630"/>
                  <a:pt x="415867" y="21630"/>
                </a:cubicBezTo>
                <a:cubicBezTo>
                  <a:pt x="419510" y="21630"/>
                  <a:pt x="422859" y="22284"/>
                  <a:pt x="425914" y="23593"/>
                </a:cubicBezTo>
                <a:cubicBezTo>
                  <a:pt x="428968" y="24902"/>
                  <a:pt x="431255" y="26619"/>
                  <a:pt x="432773" y="28744"/>
                </a:cubicBezTo>
                <a:cubicBezTo>
                  <a:pt x="434290" y="30869"/>
                  <a:pt x="435353" y="33393"/>
                  <a:pt x="435960" y="36315"/>
                </a:cubicBezTo>
                <a:cubicBezTo>
                  <a:pt x="436340" y="38212"/>
                  <a:pt x="436529" y="41532"/>
                  <a:pt x="436529" y="46276"/>
                </a:cubicBezTo>
                <a:lnTo>
                  <a:pt x="436529" y="83444"/>
                </a:lnTo>
                <a:lnTo>
                  <a:pt x="426284" y="83444"/>
                </a:lnTo>
                <a:lnTo>
                  <a:pt x="426284" y="46674"/>
                </a:lnTo>
                <a:cubicBezTo>
                  <a:pt x="426284" y="42500"/>
                  <a:pt x="425885" y="39379"/>
                  <a:pt x="425088" y="37311"/>
                </a:cubicBezTo>
                <a:cubicBezTo>
                  <a:pt x="424291" y="35243"/>
                  <a:pt x="422878" y="33592"/>
                  <a:pt x="420848" y="32359"/>
                </a:cubicBezTo>
                <a:cubicBezTo>
                  <a:pt x="418818" y="31126"/>
                  <a:pt x="416437" y="30509"/>
                  <a:pt x="413704" y="30509"/>
                </a:cubicBezTo>
                <a:cubicBezTo>
                  <a:pt x="409341" y="30509"/>
                  <a:pt x="405574" y="31894"/>
                  <a:pt x="402406" y="34664"/>
                </a:cubicBezTo>
                <a:cubicBezTo>
                  <a:pt x="399237" y="37434"/>
                  <a:pt x="397653" y="42690"/>
                  <a:pt x="397653" y="50431"/>
                </a:cubicBezTo>
                <a:lnTo>
                  <a:pt x="397653" y="83444"/>
                </a:lnTo>
                <a:lnTo>
                  <a:pt x="387407" y="83444"/>
                </a:lnTo>
                <a:close/>
                <a:moveTo>
                  <a:pt x="491648" y="83444"/>
                </a:moveTo>
                <a:lnTo>
                  <a:pt x="491648" y="75817"/>
                </a:lnTo>
                <a:cubicBezTo>
                  <a:pt x="487815" y="81813"/>
                  <a:pt x="482180" y="84810"/>
                  <a:pt x="474743" y="84810"/>
                </a:cubicBezTo>
                <a:cubicBezTo>
                  <a:pt x="469923" y="84810"/>
                  <a:pt x="465493" y="83482"/>
                  <a:pt x="461452" y="80826"/>
                </a:cubicBezTo>
                <a:cubicBezTo>
                  <a:pt x="457411" y="78170"/>
                  <a:pt x="454280" y="74461"/>
                  <a:pt x="452060" y="69698"/>
                </a:cubicBezTo>
                <a:cubicBezTo>
                  <a:pt x="449840" y="64936"/>
                  <a:pt x="448730" y="59462"/>
                  <a:pt x="448730" y="53277"/>
                </a:cubicBezTo>
                <a:cubicBezTo>
                  <a:pt x="448730" y="47243"/>
                  <a:pt x="449736" y="41770"/>
                  <a:pt x="451747" y="36856"/>
                </a:cubicBezTo>
                <a:cubicBezTo>
                  <a:pt x="453758" y="31941"/>
                  <a:pt x="456775" y="28175"/>
                  <a:pt x="460797" y="25557"/>
                </a:cubicBezTo>
                <a:cubicBezTo>
                  <a:pt x="464820" y="22939"/>
                  <a:pt x="469316" y="21630"/>
                  <a:pt x="474287" y="21630"/>
                </a:cubicBezTo>
                <a:cubicBezTo>
                  <a:pt x="477930" y="21630"/>
                  <a:pt x="481175" y="22403"/>
                  <a:pt x="484021" y="23951"/>
                </a:cubicBezTo>
                <a:cubicBezTo>
                  <a:pt x="486867" y="25497"/>
                  <a:pt x="489181" y="27512"/>
                  <a:pt x="490965" y="29995"/>
                </a:cubicBezTo>
                <a:lnTo>
                  <a:pt x="490965" y="0"/>
                </a:lnTo>
                <a:lnTo>
                  <a:pt x="501153" y="0"/>
                </a:lnTo>
                <a:lnTo>
                  <a:pt x="501153" y="83444"/>
                </a:lnTo>
                <a:lnTo>
                  <a:pt x="491648" y="83444"/>
                </a:lnTo>
                <a:moveTo>
                  <a:pt x="459260" y="53305"/>
                </a:moveTo>
                <a:cubicBezTo>
                  <a:pt x="459260" y="61037"/>
                  <a:pt x="460892" y="66817"/>
                  <a:pt x="464156" y="70645"/>
                </a:cubicBezTo>
                <a:cubicBezTo>
                  <a:pt x="467419" y="74472"/>
                  <a:pt x="471271" y="76386"/>
                  <a:pt x="475710" y="76386"/>
                </a:cubicBezTo>
                <a:cubicBezTo>
                  <a:pt x="480188" y="76386"/>
                  <a:pt x="483992" y="74558"/>
                  <a:pt x="487123" y="70901"/>
                </a:cubicBezTo>
                <a:cubicBezTo>
                  <a:pt x="490253" y="67244"/>
                  <a:pt x="491819" y="61663"/>
                  <a:pt x="491819" y="54157"/>
                </a:cubicBezTo>
                <a:cubicBezTo>
                  <a:pt x="491819" y="45896"/>
                  <a:pt x="490225" y="39832"/>
                  <a:pt x="487037" y="35966"/>
                </a:cubicBezTo>
                <a:cubicBezTo>
                  <a:pt x="483850" y="32100"/>
                  <a:pt x="479922" y="30167"/>
                  <a:pt x="475255" y="30167"/>
                </a:cubicBezTo>
                <a:cubicBezTo>
                  <a:pt x="470701" y="30167"/>
                  <a:pt x="466897" y="32024"/>
                  <a:pt x="463843" y="35739"/>
                </a:cubicBezTo>
                <a:cubicBezTo>
                  <a:pt x="460788" y="39453"/>
                  <a:pt x="459260" y="45308"/>
                  <a:pt x="459260" y="53305"/>
                </a:cubicBezTo>
                <a:close/>
                <a:moveTo>
                  <a:pt x="513354" y="65344"/>
                </a:moveTo>
                <a:lnTo>
                  <a:pt x="523486" y="63750"/>
                </a:lnTo>
                <a:cubicBezTo>
                  <a:pt x="524055" y="67828"/>
                  <a:pt x="525639" y="70954"/>
                  <a:pt x="528239" y="73128"/>
                </a:cubicBezTo>
                <a:cubicBezTo>
                  <a:pt x="530838" y="75300"/>
                  <a:pt x="534471" y="76386"/>
                  <a:pt x="539139" y="76386"/>
                </a:cubicBezTo>
                <a:cubicBezTo>
                  <a:pt x="543844" y="76386"/>
                  <a:pt x="547335" y="75428"/>
                  <a:pt x="549612" y="73512"/>
                </a:cubicBezTo>
                <a:cubicBezTo>
                  <a:pt x="551889" y="71596"/>
                  <a:pt x="553027" y="69347"/>
                  <a:pt x="553027" y="66767"/>
                </a:cubicBezTo>
                <a:cubicBezTo>
                  <a:pt x="553027" y="64452"/>
                  <a:pt x="552022" y="62631"/>
                  <a:pt x="550010" y="61303"/>
                </a:cubicBezTo>
                <a:cubicBezTo>
                  <a:pt x="548606" y="60392"/>
                  <a:pt x="545115" y="59235"/>
                  <a:pt x="539537" y="57830"/>
                </a:cubicBezTo>
                <a:cubicBezTo>
                  <a:pt x="532024" y="55933"/>
                  <a:pt x="526816" y="54292"/>
                  <a:pt x="523913" y="52907"/>
                </a:cubicBezTo>
                <a:cubicBezTo>
                  <a:pt x="521010" y="51522"/>
                  <a:pt x="518809" y="49606"/>
                  <a:pt x="517310" y="47158"/>
                </a:cubicBezTo>
                <a:cubicBezTo>
                  <a:pt x="515811" y="44710"/>
                  <a:pt x="515062" y="42007"/>
                  <a:pt x="515062" y="39047"/>
                </a:cubicBezTo>
                <a:cubicBezTo>
                  <a:pt x="515062" y="36353"/>
                  <a:pt x="515678" y="33858"/>
                  <a:pt x="516912" y="31562"/>
                </a:cubicBezTo>
                <a:cubicBezTo>
                  <a:pt x="518145" y="29266"/>
                  <a:pt x="519824" y="27359"/>
                  <a:pt x="521949" y="25842"/>
                </a:cubicBezTo>
                <a:cubicBezTo>
                  <a:pt x="523543" y="24665"/>
                  <a:pt x="525715" y="23669"/>
                  <a:pt x="528466" y="22853"/>
                </a:cubicBezTo>
                <a:cubicBezTo>
                  <a:pt x="531217" y="22037"/>
                  <a:pt x="534168" y="21630"/>
                  <a:pt x="537317" y="21630"/>
                </a:cubicBezTo>
                <a:cubicBezTo>
                  <a:pt x="542061" y="21630"/>
                  <a:pt x="546225" y="22313"/>
                  <a:pt x="549811" y="23679"/>
                </a:cubicBezTo>
                <a:cubicBezTo>
                  <a:pt x="553397" y="25045"/>
                  <a:pt x="556044" y="26895"/>
                  <a:pt x="557752" y="29228"/>
                </a:cubicBezTo>
                <a:cubicBezTo>
                  <a:pt x="559459" y="31562"/>
                  <a:pt x="560635" y="34683"/>
                  <a:pt x="561281" y="38592"/>
                </a:cubicBezTo>
                <a:lnTo>
                  <a:pt x="551263" y="39958"/>
                </a:lnTo>
                <a:cubicBezTo>
                  <a:pt x="550807" y="36846"/>
                  <a:pt x="549489" y="34417"/>
                  <a:pt x="547307" y="32672"/>
                </a:cubicBezTo>
                <a:cubicBezTo>
                  <a:pt x="545125" y="30926"/>
                  <a:pt x="542042" y="30054"/>
                  <a:pt x="538057" y="30054"/>
                </a:cubicBezTo>
                <a:cubicBezTo>
                  <a:pt x="533352" y="30054"/>
                  <a:pt x="529994" y="30832"/>
                  <a:pt x="527982" y="32387"/>
                </a:cubicBezTo>
                <a:cubicBezTo>
                  <a:pt x="525971" y="33943"/>
                  <a:pt x="524966" y="35765"/>
                  <a:pt x="524966" y="37852"/>
                </a:cubicBezTo>
                <a:cubicBezTo>
                  <a:pt x="524966" y="39180"/>
                  <a:pt x="525383" y="40375"/>
                  <a:pt x="526218" y="41438"/>
                </a:cubicBezTo>
                <a:cubicBezTo>
                  <a:pt x="527053" y="42538"/>
                  <a:pt x="528362" y="43449"/>
                  <a:pt x="530145" y="44170"/>
                </a:cubicBezTo>
                <a:cubicBezTo>
                  <a:pt x="531170" y="44549"/>
                  <a:pt x="534187" y="45422"/>
                  <a:pt x="539196" y="46788"/>
                </a:cubicBezTo>
                <a:cubicBezTo>
                  <a:pt x="546443" y="48723"/>
                  <a:pt x="551500" y="50308"/>
                  <a:pt x="554365" y="51541"/>
                </a:cubicBezTo>
                <a:cubicBezTo>
                  <a:pt x="557230" y="52774"/>
                  <a:pt x="559478" y="54567"/>
                  <a:pt x="561110" y="56920"/>
                </a:cubicBezTo>
                <a:cubicBezTo>
                  <a:pt x="562741" y="59272"/>
                  <a:pt x="563557" y="62194"/>
                  <a:pt x="563557" y="65685"/>
                </a:cubicBezTo>
                <a:cubicBezTo>
                  <a:pt x="563557" y="69101"/>
                  <a:pt x="562561" y="72317"/>
                  <a:pt x="560569" y="75333"/>
                </a:cubicBezTo>
                <a:cubicBezTo>
                  <a:pt x="558577" y="78350"/>
                  <a:pt x="555702" y="80684"/>
                  <a:pt x="551946" y="82334"/>
                </a:cubicBezTo>
                <a:cubicBezTo>
                  <a:pt x="548189" y="83985"/>
                  <a:pt x="543939" y="84810"/>
                  <a:pt x="539196" y="84810"/>
                </a:cubicBezTo>
                <a:cubicBezTo>
                  <a:pt x="531341" y="84810"/>
                  <a:pt x="525355" y="83174"/>
                  <a:pt x="521237" y="79901"/>
                </a:cubicBezTo>
                <a:cubicBezTo>
                  <a:pt x="517120" y="76628"/>
                  <a:pt x="514492" y="71776"/>
                  <a:pt x="513354" y="65344"/>
                </a:cubicBezTo>
                <a:close/>
                <a:moveTo>
                  <a:pt x="578934" y="83444"/>
                </a:moveTo>
                <a:lnTo>
                  <a:pt x="578934" y="71719"/>
                </a:lnTo>
                <a:lnTo>
                  <a:pt x="590603" y="71719"/>
                </a:lnTo>
                <a:lnTo>
                  <a:pt x="590603" y="83444"/>
                </a:lnTo>
                <a:lnTo>
                  <a:pt x="578934" y="83444"/>
                </a:lnTo>
                <a:close/>
                <a:moveTo>
                  <a:pt x="608835" y="106668"/>
                </a:moveTo>
                <a:lnTo>
                  <a:pt x="608835" y="22996"/>
                </a:lnTo>
                <a:lnTo>
                  <a:pt x="618170" y="22996"/>
                </a:lnTo>
                <a:lnTo>
                  <a:pt x="618170" y="30906"/>
                </a:lnTo>
                <a:cubicBezTo>
                  <a:pt x="620371" y="27813"/>
                  <a:pt x="622856" y="25494"/>
                  <a:pt x="625626" y="23949"/>
                </a:cubicBezTo>
                <a:cubicBezTo>
                  <a:pt x="628397" y="22403"/>
                  <a:pt x="631755" y="21630"/>
                  <a:pt x="635701" y="21630"/>
                </a:cubicBezTo>
                <a:cubicBezTo>
                  <a:pt x="640862" y="21630"/>
                  <a:pt x="645416" y="22958"/>
                  <a:pt x="649362" y="25614"/>
                </a:cubicBezTo>
                <a:cubicBezTo>
                  <a:pt x="653308" y="28270"/>
                  <a:pt x="656287" y="32017"/>
                  <a:pt x="658298" y="36856"/>
                </a:cubicBezTo>
                <a:cubicBezTo>
                  <a:pt x="660310" y="41694"/>
                  <a:pt x="661315" y="46997"/>
                  <a:pt x="661315" y="52765"/>
                </a:cubicBezTo>
                <a:cubicBezTo>
                  <a:pt x="661315" y="58950"/>
                  <a:pt x="660205" y="64519"/>
                  <a:pt x="657985" y="69471"/>
                </a:cubicBezTo>
                <a:cubicBezTo>
                  <a:pt x="655766" y="74423"/>
                  <a:pt x="652540" y="78217"/>
                  <a:pt x="648309" y="80855"/>
                </a:cubicBezTo>
                <a:cubicBezTo>
                  <a:pt x="644078" y="83492"/>
                  <a:pt x="639629" y="84810"/>
                  <a:pt x="634961" y="84810"/>
                </a:cubicBezTo>
                <a:cubicBezTo>
                  <a:pt x="631546" y="84810"/>
                  <a:pt x="628482" y="84089"/>
                  <a:pt x="625769" y="82648"/>
                </a:cubicBezTo>
                <a:cubicBezTo>
                  <a:pt x="623056" y="81206"/>
                  <a:pt x="620826" y="79384"/>
                  <a:pt x="619081" y="77183"/>
                </a:cubicBezTo>
                <a:lnTo>
                  <a:pt x="619081" y="106668"/>
                </a:lnTo>
                <a:lnTo>
                  <a:pt x="608835" y="106668"/>
                </a:lnTo>
                <a:moveTo>
                  <a:pt x="618113" y="53590"/>
                </a:moveTo>
                <a:cubicBezTo>
                  <a:pt x="618113" y="61360"/>
                  <a:pt x="619688" y="67101"/>
                  <a:pt x="622837" y="70815"/>
                </a:cubicBezTo>
                <a:cubicBezTo>
                  <a:pt x="625987" y="74529"/>
                  <a:pt x="629801" y="76386"/>
                  <a:pt x="634278" y="76386"/>
                </a:cubicBezTo>
                <a:cubicBezTo>
                  <a:pt x="638832" y="76386"/>
                  <a:pt x="642731" y="74463"/>
                  <a:pt x="645975" y="70616"/>
                </a:cubicBezTo>
                <a:cubicBezTo>
                  <a:pt x="649220" y="66769"/>
                  <a:pt x="650842" y="60809"/>
                  <a:pt x="650842" y="52736"/>
                </a:cubicBezTo>
                <a:cubicBezTo>
                  <a:pt x="650842" y="45043"/>
                  <a:pt x="649258" y="39282"/>
                  <a:pt x="646089" y="35454"/>
                </a:cubicBezTo>
                <a:cubicBezTo>
                  <a:pt x="642921" y="31626"/>
                  <a:pt x="639135" y="29712"/>
                  <a:pt x="634734" y="29712"/>
                </a:cubicBezTo>
                <a:cubicBezTo>
                  <a:pt x="630370" y="29712"/>
                  <a:pt x="626509" y="31749"/>
                  <a:pt x="623150" y="35824"/>
                </a:cubicBezTo>
                <a:cubicBezTo>
                  <a:pt x="619792" y="39898"/>
                  <a:pt x="618113" y="45820"/>
                  <a:pt x="618113" y="53590"/>
                </a:cubicBezTo>
                <a:close/>
                <a:moveTo>
                  <a:pt x="673402" y="106789"/>
                </a:moveTo>
                <a:lnTo>
                  <a:pt x="672264" y="97219"/>
                </a:lnTo>
                <a:cubicBezTo>
                  <a:pt x="674503" y="97826"/>
                  <a:pt x="676457" y="98130"/>
                  <a:pt x="678127" y="98130"/>
                </a:cubicBezTo>
                <a:cubicBezTo>
                  <a:pt x="680403" y="98130"/>
                  <a:pt x="682225" y="97750"/>
                  <a:pt x="683591" y="96990"/>
                </a:cubicBezTo>
                <a:cubicBezTo>
                  <a:pt x="684957" y="96229"/>
                  <a:pt x="686076" y="95165"/>
                  <a:pt x="686949" y="93797"/>
                </a:cubicBezTo>
                <a:cubicBezTo>
                  <a:pt x="687594" y="92771"/>
                  <a:pt x="688638" y="90225"/>
                  <a:pt x="690080" y="86159"/>
                </a:cubicBezTo>
                <a:cubicBezTo>
                  <a:pt x="690269" y="85588"/>
                  <a:pt x="690573" y="84752"/>
                  <a:pt x="690990" y="83651"/>
                </a:cubicBezTo>
                <a:lnTo>
                  <a:pt x="668052" y="22996"/>
                </a:lnTo>
                <a:lnTo>
                  <a:pt x="679094" y="22996"/>
                </a:lnTo>
                <a:lnTo>
                  <a:pt x="691673" y="58012"/>
                </a:lnTo>
                <a:cubicBezTo>
                  <a:pt x="693305" y="62453"/>
                  <a:pt x="694766" y="67121"/>
                  <a:pt x="696056" y="72018"/>
                </a:cubicBezTo>
                <a:cubicBezTo>
                  <a:pt x="697233" y="67302"/>
                  <a:pt x="698637" y="62706"/>
                  <a:pt x="700268" y="58231"/>
                </a:cubicBezTo>
                <a:lnTo>
                  <a:pt x="713189" y="22996"/>
                </a:lnTo>
                <a:lnTo>
                  <a:pt x="723435" y="22996"/>
                </a:lnTo>
                <a:lnTo>
                  <a:pt x="700439" y="84462"/>
                </a:lnTo>
                <a:cubicBezTo>
                  <a:pt x="697973" y="91120"/>
                  <a:pt x="696056" y="95705"/>
                  <a:pt x="694690" y="98217"/>
                </a:cubicBezTo>
                <a:cubicBezTo>
                  <a:pt x="692869" y="101604"/>
                  <a:pt x="690782" y="104086"/>
                  <a:pt x="688429" y="105664"/>
                </a:cubicBezTo>
                <a:cubicBezTo>
                  <a:pt x="686076" y="107244"/>
                  <a:pt x="683268" y="108034"/>
                  <a:pt x="680005" y="108034"/>
                </a:cubicBezTo>
                <a:cubicBezTo>
                  <a:pt x="678032" y="108034"/>
                  <a:pt x="675831" y="107619"/>
                  <a:pt x="673402" y="1067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9fe0cbf2a46b8"/>
          <a:stretch xmlns:a="http://schemas.openxmlformats.org/drawingml/2006/main"/>
        </p:blipFill>
        <p:spPr>
          <a:xfrm xmlns:a="http://schemas.openxmlformats.org/drawingml/2006/main">
            <a:off x="2104368" y="1381157"/>
            <a:ext cx="181594" cy="181594"/>
          </a:xfrm>
          <a:prstGeom xmlns:a="http://schemas.openxmlformats.org/drawingml/2006/main" prst="rect">
            <a:avLst/>
          </a:prstGeom>
        </p:spPr>
      </p:pic>
      <p:sp>
        <p:nvSpPr>
          <p:cNvPr id="43" name="Text src/sqlfluff/cli/">
            <a:extLst xmlns:a="http://schemas.openxmlformats.org/drawingml/2006/main">
              <a:ext uri="{FF2B5EF4-FFF2-40B4-BE49-F238E27FC236}">
                <a16:creationId xmlns:a16="http://schemas.microsoft.com/office/drawing/2014/main" id="{8343C248-0496-426B-8DB9-88293DAC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654" y="1429206"/>
            <a:ext cx="699528" cy="108148"/>
          </a:xfrm>
          <a:custGeom xmlns:a="http://schemas.openxmlformats.org/drawingml/2006/main">
            <a:pathLst>
              <a:path w="699528" h="108148">
                <a:moveTo>
                  <a:pt x="0" y="66824"/>
                </a:moveTo>
                <a:lnTo>
                  <a:pt x="10132" y="65230"/>
                </a:lnTo>
                <a:cubicBezTo>
                  <a:pt x="10701" y="69308"/>
                  <a:pt x="12285" y="72434"/>
                  <a:pt x="14885" y="74608"/>
                </a:cubicBezTo>
                <a:cubicBezTo>
                  <a:pt x="17484" y="76780"/>
                  <a:pt x="21117" y="77866"/>
                  <a:pt x="25785" y="77866"/>
                </a:cubicBezTo>
                <a:cubicBezTo>
                  <a:pt x="30490" y="77866"/>
                  <a:pt x="33981" y="76908"/>
                  <a:pt x="36258" y="74992"/>
                </a:cubicBezTo>
                <a:cubicBezTo>
                  <a:pt x="38535" y="73076"/>
                  <a:pt x="39673" y="70827"/>
                  <a:pt x="39673" y="68247"/>
                </a:cubicBezTo>
                <a:cubicBezTo>
                  <a:pt x="39673" y="65932"/>
                  <a:pt x="38668" y="64111"/>
                  <a:pt x="36656" y="62783"/>
                </a:cubicBezTo>
                <a:cubicBezTo>
                  <a:pt x="35252" y="61872"/>
                  <a:pt x="31761" y="60714"/>
                  <a:pt x="26183" y="59310"/>
                </a:cubicBezTo>
                <a:cubicBezTo>
                  <a:pt x="18670" y="57413"/>
                  <a:pt x="13462" y="55772"/>
                  <a:pt x="10559" y="54387"/>
                </a:cubicBezTo>
                <a:cubicBezTo>
                  <a:pt x="7656" y="53002"/>
                  <a:pt x="5455" y="51086"/>
                  <a:pt x="3956" y="48638"/>
                </a:cubicBezTo>
                <a:cubicBezTo>
                  <a:pt x="2457" y="46190"/>
                  <a:pt x="1708" y="43487"/>
                  <a:pt x="1708" y="40527"/>
                </a:cubicBezTo>
                <a:cubicBezTo>
                  <a:pt x="1708" y="37833"/>
                  <a:pt x="2324" y="35338"/>
                  <a:pt x="3557" y="33042"/>
                </a:cubicBezTo>
                <a:cubicBezTo>
                  <a:pt x="4791" y="30746"/>
                  <a:pt x="6470" y="28839"/>
                  <a:pt x="8595" y="27321"/>
                </a:cubicBezTo>
                <a:cubicBezTo>
                  <a:pt x="10189" y="26145"/>
                  <a:pt x="12361" y="25149"/>
                  <a:pt x="15112" y="24333"/>
                </a:cubicBezTo>
                <a:cubicBezTo>
                  <a:pt x="17863" y="23517"/>
                  <a:pt x="20814" y="23109"/>
                  <a:pt x="23963" y="23109"/>
                </a:cubicBezTo>
                <a:cubicBezTo>
                  <a:pt x="28707" y="23109"/>
                  <a:pt x="32871" y="23792"/>
                  <a:pt x="36457" y="25159"/>
                </a:cubicBezTo>
                <a:cubicBezTo>
                  <a:pt x="40043" y="26525"/>
                  <a:pt x="42690" y="28375"/>
                  <a:pt x="44397" y="30708"/>
                </a:cubicBezTo>
                <a:cubicBezTo>
                  <a:pt x="46105" y="33042"/>
                  <a:pt x="47281" y="36163"/>
                  <a:pt x="47926" y="40072"/>
                </a:cubicBezTo>
                <a:lnTo>
                  <a:pt x="37909" y="41438"/>
                </a:lnTo>
                <a:cubicBezTo>
                  <a:pt x="37453" y="38326"/>
                  <a:pt x="36135" y="35897"/>
                  <a:pt x="33953" y="34152"/>
                </a:cubicBezTo>
                <a:cubicBezTo>
                  <a:pt x="31771" y="32406"/>
                  <a:pt x="28688" y="31534"/>
                  <a:pt x="24703" y="31534"/>
                </a:cubicBezTo>
                <a:cubicBezTo>
                  <a:pt x="19998" y="31534"/>
                  <a:pt x="16640" y="32311"/>
                  <a:pt x="14628" y="33867"/>
                </a:cubicBezTo>
                <a:cubicBezTo>
                  <a:pt x="12617" y="35423"/>
                  <a:pt x="11612" y="37245"/>
                  <a:pt x="11612" y="39332"/>
                </a:cubicBezTo>
                <a:cubicBezTo>
                  <a:pt x="11612" y="40660"/>
                  <a:pt x="12029" y="41855"/>
                  <a:pt x="12864" y="42918"/>
                </a:cubicBezTo>
                <a:cubicBezTo>
                  <a:pt x="13699" y="44018"/>
                  <a:pt x="15008" y="44929"/>
                  <a:pt x="16791" y="45650"/>
                </a:cubicBezTo>
                <a:cubicBezTo>
                  <a:pt x="17816" y="46029"/>
                  <a:pt x="20833" y="46902"/>
                  <a:pt x="25842" y="48268"/>
                </a:cubicBezTo>
                <a:cubicBezTo>
                  <a:pt x="33089" y="50203"/>
                  <a:pt x="38146" y="51788"/>
                  <a:pt x="41011" y="53021"/>
                </a:cubicBezTo>
                <a:cubicBezTo>
                  <a:pt x="43876" y="54254"/>
                  <a:pt x="46124" y="56047"/>
                  <a:pt x="47756" y="58400"/>
                </a:cubicBezTo>
                <a:cubicBezTo>
                  <a:pt x="49387" y="60752"/>
                  <a:pt x="50203" y="63674"/>
                  <a:pt x="50203" y="67165"/>
                </a:cubicBezTo>
                <a:cubicBezTo>
                  <a:pt x="50203" y="70581"/>
                  <a:pt x="49207" y="73796"/>
                  <a:pt x="47215" y="76813"/>
                </a:cubicBezTo>
                <a:cubicBezTo>
                  <a:pt x="45223" y="79830"/>
                  <a:pt x="42348" y="82164"/>
                  <a:pt x="38592" y="83814"/>
                </a:cubicBezTo>
                <a:cubicBezTo>
                  <a:pt x="34835" y="85465"/>
                  <a:pt x="30585" y="86290"/>
                  <a:pt x="25842" y="86290"/>
                </a:cubicBezTo>
                <a:cubicBezTo>
                  <a:pt x="17987" y="86290"/>
                  <a:pt x="12001" y="84654"/>
                  <a:pt x="7883" y="81381"/>
                </a:cubicBezTo>
                <a:cubicBezTo>
                  <a:pt x="3766" y="78108"/>
                  <a:pt x="1138" y="73256"/>
                  <a:pt x="0" y="66824"/>
                </a:cubicBezTo>
                <a:close/>
                <a:moveTo>
                  <a:pt x="62563" y="84924"/>
                </a:moveTo>
                <a:lnTo>
                  <a:pt x="62563" y="24476"/>
                </a:lnTo>
                <a:lnTo>
                  <a:pt x="71784" y="24476"/>
                </a:lnTo>
                <a:lnTo>
                  <a:pt x="71784" y="33640"/>
                </a:lnTo>
                <a:cubicBezTo>
                  <a:pt x="74137" y="29352"/>
                  <a:pt x="76309" y="26525"/>
                  <a:pt x="78301" y="25159"/>
                </a:cubicBezTo>
                <a:cubicBezTo>
                  <a:pt x="80294" y="23792"/>
                  <a:pt x="82485" y="23109"/>
                  <a:pt x="84876" y="23109"/>
                </a:cubicBezTo>
                <a:cubicBezTo>
                  <a:pt x="88329" y="23109"/>
                  <a:pt x="91839" y="24210"/>
                  <a:pt x="95406" y="26411"/>
                </a:cubicBezTo>
                <a:lnTo>
                  <a:pt x="91877" y="35909"/>
                </a:lnTo>
                <a:cubicBezTo>
                  <a:pt x="89372" y="34434"/>
                  <a:pt x="86868" y="33697"/>
                  <a:pt x="84363" y="33697"/>
                </a:cubicBezTo>
                <a:cubicBezTo>
                  <a:pt x="82125" y="33697"/>
                  <a:pt x="80113" y="34370"/>
                  <a:pt x="78330" y="35717"/>
                </a:cubicBezTo>
                <a:cubicBezTo>
                  <a:pt x="76546" y="37064"/>
                  <a:pt x="75275" y="38933"/>
                  <a:pt x="74516" y="41324"/>
                </a:cubicBezTo>
                <a:cubicBezTo>
                  <a:pt x="73378" y="44967"/>
                  <a:pt x="72809" y="48951"/>
                  <a:pt x="72809" y="53277"/>
                </a:cubicBezTo>
                <a:lnTo>
                  <a:pt x="72809" y="84924"/>
                </a:lnTo>
                <a:lnTo>
                  <a:pt x="62563" y="84924"/>
                </a:lnTo>
                <a:close/>
                <a:moveTo>
                  <a:pt x="141370" y="62726"/>
                </a:moveTo>
                <a:lnTo>
                  <a:pt x="151445" y="64092"/>
                </a:lnTo>
                <a:cubicBezTo>
                  <a:pt x="150345" y="71036"/>
                  <a:pt x="147527" y="76472"/>
                  <a:pt x="142993" y="80399"/>
                </a:cubicBezTo>
                <a:cubicBezTo>
                  <a:pt x="138458" y="84327"/>
                  <a:pt x="132889" y="86290"/>
                  <a:pt x="126287" y="86290"/>
                </a:cubicBezTo>
                <a:cubicBezTo>
                  <a:pt x="118014" y="86290"/>
                  <a:pt x="111364" y="83587"/>
                  <a:pt x="106336" y="78179"/>
                </a:cubicBezTo>
                <a:cubicBezTo>
                  <a:pt x="101308" y="72772"/>
                  <a:pt x="98794" y="65021"/>
                  <a:pt x="98794" y="54928"/>
                </a:cubicBezTo>
                <a:cubicBezTo>
                  <a:pt x="98794" y="48401"/>
                  <a:pt x="99876" y="42690"/>
                  <a:pt x="102039" y="37795"/>
                </a:cubicBezTo>
                <a:cubicBezTo>
                  <a:pt x="104202" y="32900"/>
                  <a:pt x="107494" y="29228"/>
                  <a:pt x="111914" y="26781"/>
                </a:cubicBezTo>
                <a:cubicBezTo>
                  <a:pt x="116335" y="24333"/>
                  <a:pt x="121145" y="23109"/>
                  <a:pt x="126344" y="23109"/>
                </a:cubicBezTo>
                <a:cubicBezTo>
                  <a:pt x="132908" y="23109"/>
                  <a:pt x="138278" y="24760"/>
                  <a:pt x="142452" y="28061"/>
                </a:cubicBezTo>
                <a:cubicBezTo>
                  <a:pt x="146626" y="31362"/>
                  <a:pt x="149301" y="36048"/>
                  <a:pt x="150478" y="42121"/>
                </a:cubicBezTo>
                <a:lnTo>
                  <a:pt x="140517" y="43714"/>
                </a:lnTo>
                <a:cubicBezTo>
                  <a:pt x="139568" y="39673"/>
                  <a:pt x="137889" y="36633"/>
                  <a:pt x="135479" y="34593"/>
                </a:cubicBezTo>
                <a:cubicBezTo>
                  <a:pt x="133070" y="32553"/>
                  <a:pt x="130157" y="31534"/>
                  <a:pt x="126742" y="31534"/>
                </a:cubicBezTo>
                <a:cubicBezTo>
                  <a:pt x="121581" y="31534"/>
                  <a:pt x="117388" y="33383"/>
                  <a:pt x="114163" y="37083"/>
                </a:cubicBezTo>
                <a:cubicBezTo>
                  <a:pt x="110937" y="40783"/>
                  <a:pt x="109325" y="46636"/>
                  <a:pt x="109325" y="54643"/>
                </a:cubicBezTo>
                <a:cubicBezTo>
                  <a:pt x="109325" y="62764"/>
                  <a:pt x="110880" y="68664"/>
                  <a:pt x="113992" y="72345"/>
                </a:cubicBezTo>
                <a:cubicBezTo>
                  <a:pt x="117104" y="76026"/>
                  <a:pt x="121164" y="77866"/>
                  <a:pt x="126173" y="77866"/>
                </a:cubicBezTo>
                <a:cubicBezTo>
                  <a:pt x="130195" y="77866"/>
                  <a:pt x="133553" y="76628"/>
                  <a:pt x="136248" y="74152"/>
                </a:cubicBezTo>
                <a:cubicBezTo>
                  <a:pt x="138942" y="71676"/>
                  <a:pt x="140649" y="67867"/>
                  <a:pt x="141370" y="62726"/>
                </a:cubicBezTo>
                <a:close/>
                <a:moveTo>
                  <a:pt x="152819" y="86404"/>
                </a:moveTo>
                <a:lnTo>
                  <a:pt x="177010" y="0"/>
                </a:lnTo>
                <a:lnTo>
                  <a:pt x="185207" y="0"/>
                </a:lnTo>
                <a:lnTo>
                  <a:pt x="161073" y="86404"/>
                </a:lnTo>
                <a:lnTo>
                  <a:pt x="152819" y="86404"/>
                </a:lnTo>
                <a:close/>
                <a:moveTo>
                  <a:pt x="189210" y="66824"/>
                </a:moveTo>
                <a:lnTo>
                  <a:pt x="199341" y="65230"/>
                </a:lnTo>
                <a:cubicBezTo>
                  <a:pt x="199911" y="69308"/>
                  <a:pt x="201495" y="72434"/>
                  <a:pt x="204094" y="74608"/>
                </a:cubicBezTo>
                <a:cubicBezTo>
                  <a:pt x="206693" y="76780"/>
                  <a:pt x="210327" y="77866"/>
                  <a:pt x="214994" y="77866"/>
                </a:cubicBezTo>
                <a:cubicBezTo>
                  <a:pt x="219700" y="77866"/>
                  <a:pt x="223191" y="76908"/>
                  <a:pt x="225467" y="74992"/>
                </a:cubicBezTo>
                <a:cubicBezTo>
                  <a:pt x="227744" y="73076"/>
                  <a:pt x="228883" y="70827"/>
                  <a:pt x="228883" y="68247"/>
                </a:cubicBezTo>
                <a:cubicBezTo>
                  <a:pt x="228883" y="65932"/>
                  <a:pt x="227877" y="64111"/>
                  <a:pt x="225866" y="62783"/>
                </a:cubicBezTo>
                <a:cubicBezTo>
                  <a:pt x="224462" y="61872"/>
                  <a:pt x="220971" y="60714"/>
                  <a:pt x="215393" y="59310"/>
                </a:cubicBezTo>
                <a:cubicBezTo>
                  <a:pt x="207879" y="57413"/>
                  <a:pt x="202671" y="55772"/>
                  <a:pt x="199768" y="54387"/>
                </a:cubicBezTo>
                <a:cubicBezTo>
                  <a:pt x="196865" y="53002"/>
                  <a:pt x="194664" y="51086"/>
                  <a:pt x="193166" y="48638"/>
                </a:cubicBezTo>
                <a:cubicBezTo>
                  <a:pt x="191667" y="46190"/>
                  <a:pt x="190917" y="43487"/>
                  <a:pt x="190917" y="40527"/>
                </a:cubicBezTo>
                <a:cubicBezTo>
                  <a:pt x="190917" y="37833"/>
                  <a:pt x="191534" y="35338"/>
                  <a:pt x="192767" y="33042"/>
                </a:cubicBezTo>
                <a:cubicBezTo>
                  <a:pt x="194000" y="30746"/>
                  <a:pt x="195679" y="28839"/>
                  <a:pt x="197804" y="27321"/>
                </a:cubicBezTo>
                <a:cubicBezTo>
                  <a:pt x="199398" y="26145"/>
                  <a:pt x="201571" y="25149"/>
                  <a:pt x="204322" y="24333"/>
                </a:cubicBezTo>
                <a:cubicBezTo>
                  <a:pt x="207073" y="23517"/>
                  <a:pt x="210023" y="23109"/>
                  <a:pt x="213173" y="23109"/>
                </a:cubicBezTo>
                <a:cubicBezTo>
                  <a:pt x="217916" y="23109"/>
                  <a:pt x="222081" y="23792"/>
                  <a:pt x="225667" y="25159"/>
                </a:cubicBezTo>
                <a:cubicBezTo>
                  <a:pt x="229253" y="26525"/>
                  <a:pt x="231899" y="28375"/>
                  <a:pt x="233607" y="30708"/>
                </a:cubicBezTo>
                <a:cubicBezTo>
                  <a:pt x="235315" y="33042"/>
                  <a:pt x="236491" y="36163"/>
                  <a:pt x="237136" y="40072"/>
                </a:cubicBezTo>
                <a:lnTo>
                  <a:pt x="227118" y="41438"/>
                </a:lnTo>
                <a:cubicBezTo>
                  <a:pt x="226663" y="38326"/>
                  <a:pt x="225344" y="35897"/>
                  <a:pt x="223162" y="34152"/>
                </a:cubicBezTo>
                <a:cubicBezTo>
                  <a:pt x="220980" y="32406"/>
                  <a:pt x="217897" y="31534"/>
                  <a:pt x="213913" y="31534"/>
                </a:cubicBezTo>
                <a:cubicBezTo>
                  <a:pt x="209207" y="31534"/>
                  <a:pt x="205849" y="32311"/>
                  <a:pt x="203838" y="33867"/>
                </a:cubicBezTo>
                <a:cubicBezTo>
                  <a:pt x="201827" y="35423"/>
                  <a:pt x="200821" y="37245"/>
                  <a:pt x="200821" y="39332"/>
                </a:cubicBezTo>
                <a:cubicBezTo>
                  <a:pt x="200821" y="40660"/>
                  <a:pt x="201239" y="41855"/>
                  <a:pt x="202073" y="42918"/>
                </a:cubicBezTo>
                <a:cubicBezTo>
                  <a:pt x="202908" y="44018"/>
                  <a:pt x="204217" y="44929"/>
                  <a:pt x="206001" y="45650"/>
                </a:cubicBezTo>
                <a:cubicBezTo>
                  <a:pt x="207025" y="46029"/>
                  <a:pt x="210042" y="46902"/>
                  <a:pt x="215051" y="48268"/>
                </a:cubicBezTo>
                <a:cubicBezTo>
                  <a:pt x="222299" y="50203"/>
                  <a:pt x="227355" y="51788"/>
                  <a:pt x="230220" y="53021"/>
                </a:cubicBezTo>
                <a:cubicBezTo>
                  <a:pt x="233085" y="54254"/>
                  <a:pt x="235334" y="56047"/>
                  <a:pt x="236965" y="58400"/>
                </a:cubicBezTo>
                <a:cubicBezTo>
                  <a:pt x="238597" y="60752"/>
                  <a:pt x="239413" y="63674"/>
                  <a:pt x="239413" y="67165"/>
                </a:cubicBezTo>
                <a:cubicBezTo>
                  <a:pt x="239413" y="70581"/>
                  <a:pt x="238417" y="73796"/>
                  <a:pt x="236425" y="76813"/>
                </a:cubicBezTo>
                <a:cubicBezTo>
                  <a:pt x="234432" y="79830"/>
                  <a:pt x="231558" y="82164"/>
                  <a:pt x="227801" y="83814"/>
                </a:cubicBezTo>
                <a:cubicBezTo>
                  <a:pt x="224044" y="85465"/>
                  <a:pt x="219794" y="86290"/>
                  <a:pt x="215051" y="86290"/>
                </a:cubicBezTo>
                <a:cubicBezTo>
                  <a:pt x="207196" y="86290"/>
                  <a:pt x="201210" y="84654"/>
                  <a:pt x="197093" y="81381"/>
                </a:cubicBezTo>
                <a:cubicBezTo>
                  <a:pt x="192976" y="78108"/>
                  <a:pt x="190348" y="73256"/>
                  <a:pt x="189210" y="66824"/>
                </a:cubicBezTo>
                <a:close/>
                <a:moveTo>
                  <a:pt x="290421" y="108148"/>
                </a:moveTo>
                <a:lnTo>
                  <a:pt x="290421" y="78492"/>
                </a:lnTo>
                <a:cubicBezTo>
                  <a:pt x="288828" y="80731"/>
                  <a:pt x="286598" y="82591"/>
                  <a:pt x="283733" y="84071"/>
                </a:cubicBezTo>
                <a:cubicBezTo>
                  <a:pt x="280868" y="85550"/>
                  <a:pt x="277823" y="86290"/>
                  <a:pt x="274598" y="86290"/>
                </a:cubicBezTo>
                <a:cubicBezTo>
                  <a:pt x="267426" y="86290"/>
                  <a:pt x="261250" y="83425"/>
                  <a:pt x="256070" y="77695"/>
                </a:cubicBezTo>
                <a:cubicBezTo>
                  <a:pt x="250891" y="71966"/>
                  <a:pt x="248301" y="64111"/>
                  <a:pt x="248301" y="54131"/>
                </a:cubicBezTo>
                <a:cubicBezTo>
                  <a:pt x="248301" y="48059"/>
                  <a:pt x="249354" y="42614"/>
                  <a:pt x="251460" y="37795"/>
                </a:cubicBezTo>
                <a:cubicBezTo>
                  <a:pt x="253566" y="32976"/>
                  <a:pt x="256620" y="29323"/>
                  <a:pt x="260624" y="26838"/>
                </a:cubicBezTo>
                <a:cubicBezTo>
                  <a:pt x="264627" y="24352"/>
                  <a:pt x="269019" y="23109"/>
                  <a:pt x="273801" y="23109"/>
                </a:cubicBezTo>
                <a:cubicBezTo>
                  <a:pt x="281276" y="23109"/>
                  <a:pt x="287158" y="26259"/>
                  <a:pt x="291446" y="32558"/>
                </a:cubicBezTo>
                <a:lnTo>
                  <a:pt x="291446" y="24476"/>
                </a:lnTo>
                <a:lnTo>
                  <a:pt x="300667" y="24476"/>
                </a:lnTo>
                <a:lnTo>
                  <a:pt x="300667" y="108148"/>
                </a:lnTo>
                <a:lnTo>
                  <a:pt x="290421" y="108148"/>
                </a:lnTo>
                <a:moveTo>
                  <a:pt x="258831" y="54529"/>
                </a:moveTo>
                <a:cubicBezTo>
                  <a:pt x="258831" y="62308"/>
                  <a:pt x="260463" y="68142"/>
                  <a:pt x="263726" y="72032"/>
                </a:cubicBezTo>
                <a:cubicBezTo>
                  <a:pt x="266989" y="75921"/>
                  <a:pt x="270898" y="77866"/>
                  <a:pt x="275451" y="77866"/>
                </a:cubicBezTo>
                <a:cubicBezTo>
                  <a:pt x="279815" y="77866"/>
                  <a:pt x="283572" y="76016"/>
                  <a:pt x="286722" y="72317"/>
                </a:cubicBezTo>
                <a:cubicBezTo>
                  <a:pt x="289871" y="68617"/>
                  <a:pt x="291446" y="62991"/>
                  <a:pt x="291446" y="55440"/>
                </a:cubicBezTo>
                <a:cubicBezTo>
                  <a:pt x="291446" y="47395"/>
                  <a:pt x="289786" y="41343"/>
                  <a:pt x="286465" y="37282"/>
                </a:cubicBezTo>
                <a:cubicBezTo>
                  <a:pt x="283145" y="33222"/>
                  <a:pt x="279246" y="31192"/>
                  <a:pt x="274768" y="31192"/>
                </a:cubicBezTo>
                <a:cubicBezTo>
                  <a:pt x="270329" y="31192"/>
                  <a:pt x="266562" y="33080"/>
                  <a:pt x="263470" y="36856"/>
                </a:cubicBezTo>
                <a:cubicBezTo>
                  <a:pt x="260377" y="40631"/>
                  <a:pt x="258831" y="46522"/>
                  <a:pt x="258831" y="54529"/>
                </a:cubicBezTo>
                <a:close/>
                <a:moveTo>
                  <a:pt x="316681" y="84924"/>
                </a:moveTo>
                <a:lnTo>
                  <a:pt x="316681" y="1480"/>
                </a:lnTo>
                <a:lnTo>
                  <a:pt x="326927" y="1480"/>
                </a:lnTo>
                <a:lnTo>
                  <a:pt x="326927" y="84924"/>
                </a:lnTo>
                <a:lnTo>
                  <a:pt x="316681" y="84924"/>
                </a:lnTo>
                <a:close/>
                <a:moveTo>
                  <a:pt x="345131" y="84924"/>
                </a:moveTo>
                <a:lnTo>
                  <a:pt x="345131" y="32444"/>
                </a:lnTo>
                <a:lnTo>
                  <a:pt x="336081" y="32444"/>
                </a:lnTo>
                <a:lnTo>
                  <a:pt x="336081" y="24476"/>
                </a:lnTo>
                <a:lnTo>
                  <a:pt x="345131" y="24476"/>
                </a:lnTo>
                <a:lnTo>
                  <a:pt x="345131" y="18058"/>
                </a:lnTo>
                <a:cubicBezTo>
                  <a:pt x="345131" y="14007"/>
                  <a:pt x="345492" y="10997"/>
                  <a:pt x="346213" y="9029"/>
                </a:cubicBezTo>
                <a:cubicBezTo>
                  <a:pt x="347199" y="6380"/>
                  <a:pt x="348935" y="4232"/>
                  <a:pt x="351421" y="2585"/>
                </a:cubicBezTo>
                <a:cubicBezTo>
                  <a:pt x="353906" y="937"/>
                  <a:pt x="357388" y="114"/>
                  <a:pt x="361866" y="114"/>
                </a:cubicBezTo>
                <a:cubicBezTo>
                  <a:pt x="364750" y="114"/>
                  <a:pt x="367937" y="457"/>
                  <a:pt x="371428" y="1144"/>
                </a:cubicBezTo>
                <a:lnTo>
                  <a:pt x="369891" y="10128"/>
                </a:lnTo>
                <a:cubicBezTo>
                  <a:pt x="367766" y="9751"/>
                  <a:pt x="365755" y="9563"/>
                  <a:pt x="363858" y="9563"/>
                </a:cubicBezTo>
                <a:cubicBezTo>
                  <a:pt x="360746" y="9563"/>
                  <a:pt x="358545" y="10222"/>
                  <a:pt x="357255" y="11540"/>
                </a:cubicBezTo>
                <a:cubicBezTo>
                  <a:pt x="355965" y="12858"/>
                  <a:pt x="355320" y="15324"/>
                  <a:pt x="355320" y="18940"/>
                </a:cubicBezTo>
                <a:lnTo>
                  <a:pt x="355320" y="24476"/>
                </a:lnTo>
                <a:lnTo>
                  <a:pt x="367102" y="24476"/>
                </a:lnTo>
                <a:lnTo>
                  <a:pt x="367102" y="32444"/>
                </a:lnTo>
                <a:lnTo>
                  <a:pt x="355320" y="32444"/>
                </a:lnTo>
                <a:lnTo>
                  <a:pt x="355320" y="84924"/>
                </a:lnTo>
                <a:lnTo>
                  <a:pt x="345131" y="84924"/>
                </a:lnTo>
                <a:close/>
                <a:moveTo>
                  <a:pt x="375260" y="84924"/>
                </a:moveTo>
                <a:lnTo>
                  <a:pt x="375260" y="1480"/>
                </a:lnTo>
                <a:lnTo>
                  <a:pt x="385506" y="1480"/>
                </a:lnTo>
                <a:lnTo>
                  <a:pt x="385506" y="84924"/>
                </a:lnTo>
                <a:lnTo>
                  <a:pt x="375260" y="84924"/>
                </a:lnTo>
                <a:close/>
                <a:moveTo>
                  <a:pt x="440879" y="84924"/>
                </a:moveTo>
                <a:lnTo>
                  <a:pt x="440879" y="75990"/>
                </a:lnTo>
                <a:cubicBezTo>
                  <a:pt x="436173" y="82857"/>
                  <a:pt x="429779" y="86290"/>
                  <a:pt x="421697" y="86290"/>
                </a:cubicBezTo>
                <a:cubicBezTo>
                  <a:pt x="418130" y="86290"/>
                  <a:pt x="414800" y="85607"/>
                  <a:pt x="411707" y="84241"/>
                </a:cubicBezTo>
                <a:cubicBezTo>
                  <a:pt x="408615" y="82875"/>
                  <a:pt x="406319" y="81158"/>
                  <a:pt x="404820" y="79090"/>
                </a:cubicBezTo>
                <a:cubicBezTo>
                  <a:pt x="403321" y="77022"/>
                  <a:pt x="402268" y="74489"/>
                  <a:pt x="401661" y="71491"/>
                </a:cubicBezTo>
                <a:cubicBezTo>
                  <a:pt x="401243" y="69480"/>
                  <a:pt x="401035" y="66293"/>
                  <a:pt x="401035" y="61929"/>
                </a:cubicBezTo>
                <a:lnTo>
                  <a:pt x="401035" y="24476"/>
                </a:lnTo>
                <a:lnTo>
                  <a:pt x="411280" y="24476"/>
                </a:lnTo>
                <a:lnTo>
                  <a:pt x="411280" y="57966"/>
                </a:lnTo>
                <a:cubicBezTo>
                  <a:pt x="411280" y="63310"/>
                  <a:pt x="411489" y="66911"/>
                  <a:pt x="411906" y="68768"/>
                </a:cubicBezTo>
                <a:cubicBezTo>
                  <a:pt x="412552" y="71460"/>
                  <a:pt x="413918" y="73574"/>
                  <a:pt x="416005" y="75109"/>
                </a:cubicBezTo>
                <a:cubicBezTo>
                  <a:pt x="418092" y="76644"/>
                  <a:pt x="420672" y="77411"/>
                  <a:pt x="423746" y="77411"/>
                </a:cubicBezTo>
                <a:cubicBezTo>
                  <a:pt x="426819" y="77411"/>
                  <a:pt x="429703" y="76625"/>
                  <a:pt x="432398" y="75052"/>
                </a:cubicBezTo>
                <a:cubicBezTo>
                  <a:pt x="435092" y="73479"/>
                  <a:pt x="436999" y="71337"/>
                  <a:pt x="438118" y="68627"/>
                </a:cubicBezTo>
                <a:cubicBezTo>
                  <a:pt x="439237" y="65917"/>
                  <a:pt x="439797" y="61984"/>
                  <a:pt x="439797" y="56829"/>
                </a:cubicBezTo>
                <a:lnTo>
                  <a:pt x="439797" y="24476"/>
                </a:lnTo>
                <a:lnTo>
                  <a:pt x="450043" y="24476"/>
                </a:lnTo>
                <a:lnTo>
                  <a:pt x="450043" y="84924"/>
                </a:lnTo>
                <a:lnTo>
                  <a:pt x="440879" y="84924"/>
                </a:lnTo>
                <a:close/>
                <a:moveTo>
                  <a:pt x="468732" y="84924"/>
                </a:moveTo>
                <a:lnTo>
                  <a:pt x="468732" y="32444"/>
                </a:lnTo>
                <a:lnTo>
                  <a:pt x="459682" y="32444"/>
                </a:lnTo>
                <a:lnTo>
                  <a:pt x="459682" y="24476"/>
                </a:lnTo>
                <a:lnTo>
                  <a:pt x="468732" y="24476"/>
                </a:lnTo>
                <a:lnTo>
                  <a:pt x="468732" y="18058"/>
                </a:lnTo>
                <a:cubicBezTo>
                  <a:pt x="468732" y="14007"/>
                  <a:pt x="469093" y="10997"/>
                  <a:pt x="469814" y="9029"/>
                </a:cubicBezTo>
                <a:cubicBezTo>
                  <a:pt x="470800" y="6380"/>
                  <a:pt x="472537" y="4232"/>
                  <a:pt x="475022" y="2585"/>
                </a:cubicBezTo>
                <a:cubicBezTo>
                  <a:pt x="477508" y="937"/>
                  <a:pt x="480989" y="114"/>
                  <a:pt x="485467" y="114"/>
                </a:cubicBezTo>
                <a:cubicBezTo>
                  <a:pt x="488351" y="114"/>
                  <a:pt x="491538" y="457"/>
                  <a:pt x="495029" y="1144"/>
                </a:cubicBezTo>
                <a:lnTo>
                  <a:pt x="493492" y="10128"/>
                </a:lnTo>
                <a:cubicBezTo>
                  <a:pt x="491367" y="9751"/>
                  <a:pt x="489356" y="9563"/>
                  <a:pt x="487459" y="9563"/>
                </a:cubicBezTo>
                <a:cubicBezTo>
                  <a:pt x="484347" y="9563"/>
                  <a:pt x="482146" y="10222"/>
                  <a:pt x="480856" y="11540"/>
                </a:cubicBezTo>
                <a:cubicBezTo>
                  <a:pt x="479566" y="12858"/>
                  <a:pt x="478921" y="15324"/>
                  <a:pt x="478921" y="18940"/>
                </a:cubicBezTo>
                <a:lnTo>
                  <a:pt x="478921" y="24476"/>
                </a:lnTo>
                <a:lnTo>
                  <a:pt x="490703" y="24476"/>
                </a:lnTo>
                <a:lnTo>
                  <a:pt x="490703" y="32444"/>
                </a:lnTo>
                <a:lnTo>
                  <a:pt x="478921" y="32444"/>
                </a:lnTo>
                <a:lnTo>
                  <a:pt x="478921" y="84924"/>
                </a:lnTo>
                <a:lnTo>
                  <a:pt x="468732" y="84924"/>
                </a:lnTo>
                <a:close/>
                <a:moveTo>
                  <a:pt x="501536" y="84924"/>
                </a:moveTo>
                <a:lnTo>
                  <a:pt x="501536" y="32444"/>
                </a:lnTo>
                <a:lnTo>
                  <a:pt x="492486" y="32444"/>
                </a:lnTo>
                <a:lnTo>
                  <a:pt x="492486" y="24476"/>
                </a:lnTo>
                <a:lnTo>
                  <a:pt x="501536" y="24476"/>
                </a:lnTo>
                <a:lnTo>
                  <a:pt x="501536" y="18058"/>
                </a:lnTo>
                <a:cubicBezTo>
                  <a:pt x="501536" y="14007"/>
                  <a:pt x="501897" y="10997"/>
                  <a:pt x="502618" y="9029"/>
                </a:cubicBezTo>
                <a:cubicBezTo>
                  <a:pt x="503605" y="6380"/>
                  <a:pt x="505341" y="4232"/>
                  <a:pt x="507826" y="2585"/>
                </a:cubicBezTo>
                <a:cubicBezTo>
                  <a:pt x="510312" y="937"/>
                  <a:pt x="513793" y="114"/>
                  <a:pt x="518271" y="114"/>
                </a:cubicBezTo>
                <a:cubicBezTo>
                  <a:pt x="521155" y="114"/>
                  <a:pt x="524342" y="457"/>
                  <a:pt x="527833" y="1144"/>
                </a:cubicBezTo>
                <a:lnTo>
                  <a:pt x="526297" y="10128"/>
                </a:lnTo>
                <a:cubicBezTo>
                  <a:pt x="524172" y="9751"/>
                  <a:pt x="522160" y="9563"/>
                  <a:pt x="520263" y="9563"/>
                </a:cubicBezTo>
                <a:cubicBezTo>
                  <a:pt x="517151" y="9563"/>
                  <a:pt x="514951" y="10222"/>
                  <a:pt x="513660" y="11540"/>
                </a:cubicBezTo>
                <a:cubicBezTo>
                  <a:pt x="512370" y="12858"/>
                  <a:pt x="511725" y="15324"/>
                  <a:pt x="511725" y="18940"/>
                </a:cubicBezTo>
                <a:lnTo>
                  <a:pt x="511725" y="24476"/>
                </a:lnTo>
                <a:lnTo>
                  <a:pt x="523508" y="24476"/>
                </a:lnTo>
                <a:lnTo>
                  <a:pt x="523508" y="32444"/>
                </a:lnTo>
                <a:lnTo>
                  <a:pt x="511725" y="32444"/>
                </a:lnTo>
                <a:lnTo>
                  <a:pt x="511725" y="84924"/>
                </a:lnTo>
                <a:lnTo>
                  <a:pt x="501536" y="84924"/>
                </a:lnTo>
                <a:close/>
                <a:moveTo>
                  <a:pt x="524209" y="86404"/>
                </a:moveTo>
                <a:lnTo>
                  <a:pt x="548400" y="0"/>
                </a:lnTo>
                <a:lnTo>
                  <a:pt x="556596" y="0"/>
                </a:lnTo>
                <a:lnTo>
                  <a:pt x="532462" y="86404"/>
                </a:lnTo>
                <a:lnTo>
                  <a:pt x="524209" y="86404"/>
                </a:lnTo>
                <a:close/>
                <a:moveTo>
                  <a:pt x="604143" y="62726"/>
                </a:moveTo>
                <a:lnTo>
                  <a:pt x="614218" y="64092"/>
                </a:lnTo>
                <a:cubicBezTo>
                  <a:pt x="613117" y="71036"/>
                  <a:pt x="610300" y="76472"/>
                  <a:pt x="605765" y="80399"/>
                </a:cubicBezTo>
                <a:cubicBezTo>
                  <a:pt x="601230" y="84327"/>
                  <a:pt x="595662" y="86290"/>
                  <a:pt x="589059" y="86290"/>
                </a:cubicBezTo>
                <a:cubicBezTo>
                  <a:pt x="580787" y="86290"/>
                  <a:pt x="574137" y="83587"/>
                  <a:pt x="569109" y="78179"/>
                </a:cubicBezTo>
                <a:cubicBezTo>
                  <a:pt x="564081" y="72772"/>
                  <a:pt x="561567" y="65021"/>
                  <a:pt x="561567" y="54928"/>
                </a:cubicBezTo>
                <a:cubicBezTo>
                  <a:pt x="561567" y="48401"/>
                  <a:pt x="562648" y="42690"/>
                  <a:pt x="564811" y="37795"/>
                </a:cubicBezTo>
                <a:cubicBezTo>
                  <a:pt x="566974" y="32900"/>
                  <a:pt x="570266" y="29228"/>
                  <a:pt x="574687" y="26781"/>
                </a:cubicBezTo>
                <a:cubicBezTo>
                  <a:pt x="579108" y="24333"/>
                  <a:pt x="583917" y="23109"/>
                  <a:pt x="589116" y="23109"/>
                </a:cubicBezTo>
                <a:cubicBezTo>
                  <a:pt x="595681" y="23109"/>
                  <a:pt x="601050" y="24760"/>
                  <a:pt x="605224" y="28061"/>
                </a:cubicBezTo>
                <a:cubicBezTo>
                  <a:pt x="609398" y="31362"/>
                  <a:pt x="612074" y="36048"/>
                  <a:pt x="613250" y="42121"/>
                </a:cubicBezTo>
                <a:lnTo>
                  <a:pt x="603289" y="43714"/>
                </a:lnTo>
                <a:cubicBezTo>
                  <a:pt x="602340" y="39673"/>
                  <a:pt x="600661" y="36633"/>
                  <a:pt x="598252" y="34593"/>
                </a:cubicBezTo>
                <a:cubicBezTo>
                  <a:pt x="595842" y="32553"/>
                  <a:pt x="592930" y="31534"/>
                  <a:pt x="589514" y="31534"/>
                </a:cubicBezTo>
                <a:cubicBezTo>
                  <a:pt x="584354" y="31534"/>
                  <a:pt x="580161" y="33383"/>
                  <a:pt x="576935" y="37083"/>
                </a:cubicBezTo>
                <a:cubicBezTo>
                  <a:pt x="573710" y="40783"/>
                  <a:pt x="572097" y="46636"/>
                  <a:pt x="572097" y="54643"/>
                </a:cubicBezTo>
                <a:cubicBezTo>
                  <a:pt x="572097" y="62764"/>
                  <a:pt x="573653" y="68664"/>
                  <a:pt x="576764" y="72345"/>
                </a:cubicBezTo>
                <a:cubicBezTo>
                  <a:pt x="579876" y="76026"/>
                  <a:pt x="583936" y="77866"/>
                  <a:pt x="588945" y="77866"/>
                </a:cubicBezTo>
                <a:cubicBezTo>
                  <a:pt x="592968" y="77866"/>
                  <a:pt x="596326" y="76628"/>
                  <a:pt x="599020" y="74152"/>
                </a:cubicBezTo>
                <a:cubicBezTo>
                  <a:pt x="601714" y="71676"/>
                  <a:pt x="603422" y="67867"/>
                  <a:pt x="604143" y="62726"/>
                </a:cubicBezTo>
                <a:close/>
                <a:moveTo>
                  <a:pt x="623048" y="84924"/>
                </a:moveTo>
                <a:lnTo>
                  <a:pt x="623048" y="1480"/>
                </a:lnTo>
                <a:lnTo>
                  <a:pt x="633294" y="1480"/>
                </a:lnTo>
                <a:lnTo>
                  <a:pt x="633294" y="84924"/>
                </a:lnTo>
                <a:lnTo>
                  <a:pt x="623048" y="84924"/>
                </a:lnTo>
                <a:close/>
                <a:moveTo>
                  <a:pt x="649107" y="13205"/>
                </a:moveTo>
                <a:lnTo>
                  <a:pt x="649107" y="1480"/>
                </a:lnTo>
                <a:lnTo>
                  <a:pt x="659353" y="1480"/>
                </a:lnTo>
                <a:lnTo>
                  <a:pt x="659353" y="13205"/>
                </a:lnTo>
                <a:lnTo>
                  <a:pt x="649107" y="13205"/>
                </a:lnTo>
                <a:moveTo>
                  <a:pt x="649107" y="84924"/>
                </a:moveTo>
                <a:lnTo>
                  <a:pt x="649107" y="24476"/>
                </a:lnTo>
                <a:lnTo>
                  <a:pt x="659353" y="24476"/>
                </a:lnTo>
                <a:lnTo>
                  <a:pt x="659353" y="84924"/>
                </a:lnTo>
                <a:lnTo>
                  <a:pt x="649107" y="84924"/>
                </a:lnTo>
                <a:close/>
                <a:moveTo>
                  <a:pt x="667141" y="86404"/>
                </a:moveTo>
                <a:lnTo>
                  <a:pt x="691332" y="0"/>
                </a:lnTo>
                <a:lnTo>
                  <a:pt x="699528" y="0"/>
                </a:lnTo>
                <a:lnTo>
                  <a:pt x="675394" y="86404"/>
                </a:lnTo>
                <a:lnTo>
                  <a:pt x="667141" y="86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8BDC5-64B9-4A02-AF5A-E1C09707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809" y="295107"/>
            <a:ext cx="1160328" cy="356159"/>
          </a:xfrm>
          <a:custGeom xmlns:a="http://schemas.openxmlformats.org/drawingml/2006/main">
            <a:pathLst>
              <a:path w="1160328" h="356159">
                <a:moveTo>
                  <a:pt x="0" y="26712"/>
                </a:moveTo>
                <a:cubicBezTo>
                  <a:pt x="469" y="12091"/>
                  <a:pt x="12559" y="0"/>
                  <a:pt x="28118" y="0"/>
                </a:cubicBezTo>
                <a:lnTo>
                  <a:pt x="1133147" y="0"/>
                </a:lnTo>
                <a:cubicBezTo>
                  <a:pt x="1148237" y="0"/>
                  <a:pt x="1160328" y="12091"/>
                  <a:pt x="1159859" y="26712"/>
                </a:cubicBezTo>
                <a:lnTo>
                  <a:pt x="1159859" y="328978"/>
                </a:lnTo>
                <a:cubicBezTo>
                  <a:pt x="1160328" y="344068"/>
                  <a:pt x="1148237" y="356159"/>
                  <a:pt x="1133147" y="355690"/>
                </a:cubicBezTo>
                <a:lnTo>
                  <a:pt x="28118" y="355690"/>
                </a:lnTo>
                <a:cubicBezTo>
                  <a:pt x="12559" y="356159"/>
                  <a:pt x="469" y="344068"/>
                  <a:pt x="0" y="328978"/>
                </a:cubicBezTo>
                <a:lnTo>
                  <a:pt x="0" y="267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00491-49BA-4E79-AC09-687B2E6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420" y="289249"/>
            <a:ext cx="1171575" cy="367875"/>
          </a:xfrm>
          <a:custGeom xmlns:a="http://schemas.openxmlformats.org/drawingml/2006/main">
            <a:pathLst>
              <a:path w="1171575" h="367875">
                <a:moveTo>
                  <a:pt x="2577" y="347817"/>
                </a:moveTo>
                <a:lnTo>
                  <a:pt x="3960" y="350688"/>
                </a:lnTo>
                <a:lnTo>
                  <a:pt x="5612" y="353394"/>
                </a:lnTo>
                <a:lnTo>
                  <a:pt x="7498" y="355924"/>
                </a:lnTo>
                <a:lnTo>
                  <a:pt x="9619" y="358256"/>
                </a:lnTo>
                <a:lnTo>
                  <a:pt x="11950" y="360376"/>
                </a:lnTo>
                <a:lnTo>
                  <a:pt x="14481" y="362263"/>
                </a:lnTo>
                <a:lnTo>
                  <a:pt x="17187" y="363915"/>
                </a:lnTo>
                <a:lnTo>
                  <a:pt x="20057" y="365297"/>
                </a:lnTo>
                <a:lnTo>
                  <a:pt x="23080" y="366398"/>
                </a:lnTo>
                <a:lnTo>
                  <a:pt x="26232" y="367218"/>
                </a:lnTo>
                <a:lnTo>
                  <a:pt x="29500" y="367711"/>
                </a:lnTo>
                <a:lnTo>
                  <a:pt x="32699" y="367875"/>
                </a:lnTo>
                <a:lnTo>
                  <a:pt x="1138876" y="367875"/>
                </a:lnTo>
                <a:lnTo>
                  <a:pt x="1142075" y="367711"/>
                </a:lnTo>
                <a:lnTo>
                  <a:pt x="1145343" y="367218"/>
                </a:lnTo>
                <a:lnTo>
                  <a:pt x="1148495" y="366398"/>
                </a:lnTo>
                <a:lnTo>
                  <a:pt x="1151518" y="365297"/>
                </a:lnTo>
                <a:lnTo>
                  <a:pt x="1154388" y="363915"/>
                </a:lnTo>
                <a:lnTo>
                  <a:pt x="1157094" y="362263"/>
                </a:lnTo>
                <a:lnTo>
                  <a:pt x="1159625" y="360376"/>
                </a:lnTo>
                <a:lnTo>
                  <a:pt x="1161956" y="358256"/>
                </a:lnTo>
                <a:lnTo>
                  <a:pt x="1164077" y="355924"/>
                </a:lnTo>
                <a:lnTo>
                  <a:pt x="1165963" y="353394"/>
                </a:lnTo>
                <a:lnTo>
                  <a:pt x="1167615" y="350688"/>
                </a:lnTo>
                <a:lnTo>
                  <a:pt x="1168998" y="347817"/>
                </a:lnTo>
                <a:lnTo>
                  <a:pt x="1170099" y="344795"/>
                </a:lnTo>
                <a:lnTo>
                  <a:pt x="1170919" y="341643"/>
                </a:lnTo>
                <a:lnTo>
                  <a:pt x="1171411" y="338374"/>
                </a:lnTo>
                <a:lnTo>
                  <a:pt x="1171575" y="335176"/>
                </a:lnTo>
                <a:lnTo>
                  <a:pt x="1171575" y="32699"/>
                </a:lnTo>
                <a:lnTo>
                  <a:pt x="1171411" y="29500"/>
                </a:lnTo>
                <a:lnTo>
                  <a:pt x="1170919" y="26232"/>
                </a:lnTo>
                <a:lnTo>
                  <a:pt x="1170099" y="23080"/>
                </a:lnTo>
                <a:lnTo>
                  <a:pt x="1168998" y="20057"/>
                </a:lnTo>
                <a:lnTo>
                  <a:pt x="1167615" y="17187"/>
                </a:lnTo>
                <a:lnTo>
                  <a:pt x="1165963" y="14481"/>
                </a:lnTo>
                <a:lnTo>
                  <a:pt x="1164077" y="11950"/>
                </a:lnTo>
                <a:lnTo>
                  <a:pt x="1161956" y="9619"/>
                </a:lnTo>
                <a:lnTo>
                  <a:pt x="1159625" y="7498"/>
                </a:lnTo>
                <a:lnTo>
                  <a:pt x="1157094" y="5612"/>
                </a:lnTo>
                <a:lnTo>
                  <a:pt x="1154388" y="3960"/>
                </a:lnTo>
                <a:lnTo>
                  <a:pt x="1151518" y="2577"/>
                </a:lnTo>
                <a:lnTo>
                  <a:pt x="1148495" y="1476"/>
                </a:lnTo>
                <a:lnTo>
                  <a:pt x="1145343" y="656"/>
                </a:lnTo>
                <a:lnTo>
                  <a:pt x="1142075" y="164"/>
                </a:lnTo>
                <a:lnTo>
                  <a:pt x="1138876" y="0"/>
                </a:lnTo>
                <a:lnTo>
                  <a:pt x="32699" y="0"/>
                </a:lnTo>
                <a:lnTo>
                  <a:pt x="29500" y="164"/>
                </a:lnTo>
                <a:lnTo>
                  <a:pt x="26232" y="656"/>
                </a:lnTo>
                <a:lnTo>
                  <a:pt x="23080" y="1476"/>
                </a:lnTo>
                <a:lnTo>
                  <a:pt x="20057" y="2577"/>
                </a:lnTo>
                <a:lnTo>
                  <a:pt x="17187" y="3960"/>
                </a:lnTo>
                <a:lnTo>
                  <a:pt x="14481" y="5612"/>
                </a:lnTo>
                <a:lnTo>
                  <a:pt x="11950" y="7498"/>
                </a:lnTo>
                <a:lnTo>
                  <a:pt x="9619" y="9619"/>
                </a:lnTo>
                <a:lnTo>
                  <a:pt x="7498" y="11950"/>
                </a:lnTo>
                <a:lnTo>
                  <a:pt x="5612" y="14481"/>
                </a:lnTo>
                <a:lnTo>
                  <a:pt x="3960" y="17187"/>
                </a:lnTo>
                <a:lnTo>
                  <a:pt x="2577" y="20057"/>
                </a:lnTo>
                <a:lnTo>
                  <a:pt x="1476" y="23080"/>
                </a:lnTo>
                <a:lnTo>
                  <a:pt x="656" y="26232"/>
                </a:lnTo>
                <a:lnTo>
                  <a:pt x="164" y="29500"/>
                </a:lnTo>
                <a:lnTo>
                  <a:pt x="0" y="32699"/>
                </a:lnTo>
                <a:lnTo>
                  <a:pt x="0" y="335176"/>
                </a:lnTo>
                <a:lnTo>
                  <a:pt x="164" y="338374"/>
                </a:lnTo>
                <a:lnTo>
                  <a:pt x="656" y="341643"/>
                </a:lnTo>
                <a:lnTo>
                  <a:pt x="1476" y="344795"/>
                </a:lnTo>
                <a:lnTo>
                  <a:pt x="2577" y="347817"/>
                </a:lnTo>
                <a:close/>
                <a:moveTo>
                  <a:pt x="12151" y="28588"/>
                </a:moveTo>
                <a:lnTo>
                  <a:pt x="12674" y="26562"/>
                </a:lnTo>
                <a:lnTo>
                  <a:pt x="13383" y="24635"/>
                </a:lnTo>
                <a:lnTo>
                  <a:pt x="14326" y="22680"/>
                </a:lnTo>
                <a:lnTo>
                  <a:pt x="15321" y="21050"/>
                </a:lnTo>
                <a:lnTo>
                  <a:pt x="16572" y="19385"/>
                </a:lnTo>
                <a:lnTo>
                  <a:pt x="17911" y="17911"/>
                </a:lnTo>
                <a:lnTo>
                  <a:pt x="19385" y="16572"/>
                </a:lnTo>
                <a:lnTo>
                  <a:pt x="21050" y="15321"/>
                </a:lnTo>
                <a:lnTo>
                  <a:pt x="22680" y="14326"/>
                </a:lnTo>
                <a:lnTo>
                  <a:pt x="24635" y="13383"/>
                </a:lnTo>
                <a:lnTo>
                  <a:pt x="26562" y="12674"/>
                </a:lnTo>
                <a:lnTo>
                  <a:pt x="28588" y="12151"/>
                </a:lnTo>
                <a:lnTo>
                  <a:pt x="30695" y="11829"/>
                </a:lnTo>
                <a:lnTo>
                  <a:pt x="32914" y="11716"/>
                </a:lnTo>
                <a:lnTo>
                  <a:pt x="1138661" y="11716"/>
                </a:lnTo>
                <a:lnTo>
                  <a:pt x="1140880" y="11829"/>
                </a:lnTo>
                <a:lnTo>
                  <a:pt x="1142987" y="12151"/>
                </a:lnTo>
                <a:lnTo>
                  <a:pt x="1145013" y="12674"/>
                </a:lnTo>
                <a:lnTo>
                  <a:pt x="1146940" y="13383"/>
                </a:lnTo>
                <a:lnTo>
                  <a:pt x="1148895" y="14326"/>
                </a:lnTo>
                <a:lnTo>
                  <a:pt x="1150525" y="15321"/>
                </a:lnTo>
                <a:lnTo>
                  <a:pt x="1152190" y="16572"/>
                </a:lnTo>
                <a:lnTo>
                  <a:pt x="1153664" y="17911"/>
                </a:lnTo>
                <a:lnTo>
                  <a:pt x="1155003" y="19385"/>
                </a:lnTo>
                <a:lnTo>
                  <a:pt x="1156254" y="21050"/>
                </a:lnTo>
                <a:lnTo>
                  <a:pt x="1157249" y="22680"/>
                </a:lnTo>
                <a:lnTo>
                  <a:pt x="1158192" y="24635"/>
                </a:lnTo>
                <a:lnTo>
                  <a:pt x="1158901" y="26562"/>
                </a:lnTo>
                <a:lnTo>
                  <a:pt x="1159424" y="28588"/>
                </a:lnTo>
                <a:lnTo>
                  <a:pt x="1159746" y="30695"/>
                </a:lnTo>
                <a:lnTo>
                  <a:pt x="1159859" y="32914"/>
                </a:lnTo>
                <a:lnTo>
                  <a:pt x="1159859" y="334960"/>
                </a:lnTo>
                <a:lnTo>
                  <a:pt x="1159746" y="337180"/>
                </a:lnTo>
                <a:lnTo>
                  <a:pt x="1159424" y="339287"/>
                </a:lnTo>
                <a:lnTo>
                  <a:pt x="1158901" y="341313"/>
                </a:lnTo>
                <a:lnTo>
                  <a:pt x="1158192" y="343240"/>
                </a:lnTo>
                <a:lnTo>
                  <a:pt x="1157249" y="345195"/>
                </a:lnTo>
                <a:lnTo>
                  <a:pt x="1156254" y="346825"/>
                </a:lnTo>
                <a:lnTo>
                  <a:pt x="1155003" y="348489"/>
                </a:lnTo>
                <a:lnTo>
                  <a:pt x="1153664" y="349963"/>
                </a:lnTo>
                <a:lnTo>
                  <a:pt x="1152190" y="351303"/>
                </a:lnTo>
                <a:lnTo>
                  <a:pt x="1150525" y="352553"/>
                </a:lnTo>
                <a:lnTo>
                  <a:pt x="1148895" y="353548"/>
                </a:lnTo>
                <a:lnTo>
                  <a:pt x="1146940" y="354492"/>
                </a:lnTo>
                <a:lnTo>
                  <a:pt x="1145013" y="355201"/>
                </a:lnTo>
                <a:lnTo>
                  <a:pt x="1142987" y="355723"/>
                </a:lnTo>
                <a:lnTo>
                  <a:pt x="1140880" y="356045"/>
                </a:lnTo>
                <a:lnTo>
                  <a:pt x="1138661" y="356159"/>
                </a:lnTo>
                <a:lnTo>
                  <a:pt x="32914" y="356159"/>
                </a:lnTo>
                <a:lnTo>
                  <a:pt x="30695" y="356045"/>
                </a:lnTo>
                <a:lnTo>
                  <a:pt x="28588" y="355723"/>
                </a:lnTo>
                <a:lnTo>
                  <a:pt x="26562" y="355201"/>
                </a:lnTo>
                <a:lnTo>
                  <a:pt x="24635" y="354492"/>
                </a:lnTo>
                <a:lnTo>
                  <a:pt x="22680" y="353548"/>
                </a:lnTo>
                <a:lnTo>
                  <a:pt x="21050" y="352553"/>
                </a:lnTo>
                <a:lnTo>
                  <a:pt x="19385" y="351303"/>
                </a:lnTo>
                <a:lnTo>
                  <a:pt x="17911" y="349963"/>
                </a:lnTo>
                <a:lnTo>
                  <a:pt x="16572" y="348489"/>
                </a:lnTo>
                <a:lnTo>
                  <a:pt x="15321" y="346825"/>
                </a:lnTo>
                <a:lnTo>
                  <a:pt x="14326" y="345195"/>
                </a:lnTo>
                <a:lnTo>
                  <a:pt x="13383" y="343240"/>
                </a:lnTo>
                <a:lnTo>
                  <a:pt x="12674" y="341313"/>
                </a:lnTo>
                <a:lnTo>
                  <a:pt x="12151" y="339287"/>
                </a:lnTo>
                <a:lnTo>
                  <a:pt x="11829" y="337180"/>
                </a:lnTo>
                <a:lnTo>
                  <a:pt x="11716" y="334960"/>
                </a:lnTo>
                <a:lnTo>
                  <a:pt x="11716" y="32914"/>
                </a:lnTo>
                <a:lnTo>
                  <a:pt x="11829" y="30695"/>
                </a:lnTo>
                <a:lnTo>
                  <a:pt x="12151" y="28588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import">
            <a:extLst xmlns:a="http://schemas.openxmlformats.org/drawingml/2006/main">
              <a:ext uri="{FF2B5EF4-FFF2-40B4-BE49-F238E27FC236}">
                <a16:creationId xmlns:a16="http://schemas.microsoft.com/office/drawing/2014/main" id="{C79E648B-449F-4748-A64B-6AE6D7EF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802" y="382537"/>
            <a:ext cx="253564" cy="86299"/>
          </a:xfrm>
          <a:custGeom xmlns:a="http://schemas.openxmlformats.org/drawingml/2006/main">
            <a:pathLst>
              <a:path w="253564" h="86299">
                <a:moveTo>
                  <a:pt x="0" y="9486"/>
                </a:moveTo>
                <a:lnTo>
                  <a:pt x="0" y="0"/>
                </a:lnTo>
                <a:lnTo>
                  <a:pt x="8289" y="0"/>
                </a:lnTo>
                <a:lnTo>
                  <a:pt x="8289" y="9486"/>
                </a:lnTo>
                <a:lnTo>
                  <a:pt x="0" y="9486"/>
                </a:lnTo>
                <a:moveTo>
                  <a:pt x="0" y="67510"/>
                </a:moveTo>
                <a:lnTo>
                  <a:pt x="0" y="18604"/>
                </a:lnTo>
                <a:lnTo>
                  <a:pt x="8289" y="18604"/>
                </a:lnTo>
                <a:lnTo>
                  <a:pt x="8289" y="67510"/>
                </a:lnTo>
                <a:lnTo>
                  <a:pt x="0" y="67510"/>
                </a:lnTo>
                <a:close/>
                <a:moveTo>
                  <a:pt x="21042" y="67510"/>
                </a:moveTo>
                <a:lnTo>
                  <a:pt x="21042" y="18604"/>
                </a:lnTo>
                <a:lnTo>
                  <a:pt x="28456" y="18604"/>
                </a:lnTo>
                <a:lnTo>
                  <a:pt x="28456" y="25466"/>
                </a:lnTo>
                <a:cubicBezTo>
                  <a:pt x="29991" y="23071"/>
                  <a:pt x="32033" y="21145"/>
                  <a:pt x="34581" y="19687"/>
                </a:cubicBezTo>
                <a:cubicBezTo>
                  <a:pt x="37129" y="18228"/>
                  <a:pt x="40030" y="17499"/>
                  <a:pt x="43284" y="17499"/>
                </a:cubicBezTo>
                <a:cubicBezTo>
                  <a:pt x="46907" y="17499"/>
                  <a:pt x="49877" y="18251"/>
                  <a:pt x="52195" y="19756"/>
                </a:cubicBezTo>
                <a:cubicBezTo>
                  <a:pt x="54513" y="21260"/>
                  <a:pt x="56148" y="23363"/>
                  <a:pt x="57100" y="26065"/>
                </a:cubicBezTo>
                <a:cubicBezTo>
                  <a:pt x="60968" y="20354"/>
                  <a:pt x="66003" y="17499"/>
                  <a:pt x="72204" y="17499"/>
                </a:cubicBezTo>
                <a:cubicBezTo>
                  <a:pt x="77055" y="17499"/>
                  <a:pt x="80785" y="18842"/>
                  <a:pt x="83395" y="21529"/>
                </a:cubicBezTo>
                <a:cubicBezTo>
                  <a:pt x="86004" y="24215"/>
                  <a:pt x="87309" y="28352"/>
                  <a:pt x="87309" y="33939"/>
                </a:cubicBezTo>
                <a:lnTo>
                  <a:pt x="87309" y="67510"/>
                </a:lnTo>
                <a:lnTo>
                  <a:pt x="79066" y="67510"/>
                </a:lnTo>
                <a:lnTo>
                  <a:pt x="79066" y="36702"/>
                </a:lnTo>
                <a:cubicBezTo>
                  <a:pt x="79066" y="33387"/>
                  <a:pt x="78797" y="31000"/>
                  <a:pt x="78260" y="29542"/>
                </a:cubicBezTo>
                <a:cubicBezTo>
                  <a:pt x="77723" y="28083"/>
                  <a:pt x="76748" y="26909"/>
                  <a:pt x="75336" y="26019"/>
                </a:cubicBezTo>
                <a:cubicBezTo>
                  <a:pt x="73924" y="25128"/>
                  <a:pt x="72266" y="24683"/>
                  <a:pt x="70362" y="24683"/>
                </a:cubicBezTo>
                <a:cubicBezTo>
                  <a:pt x="66924" y="24683"/>
                  <a:pt x="64069" y="25827"/>
                  <a:pt x="61797" y="28114"/>
                </a:cubicBezTo>
                <a:cubicBezTo>
                  <a:pt x="59525" y="30401"/>
                  <a:pt x="58389" y="34062"/>
                  <a:pt x="58389" y="39097"/>
                </a:cubicBezTo>
                <a:lnTo>
                  <a:pt x="58389" y="67510"/>
                </a:lnTo>
                <a:lnTo>
                  <a:pt x="50100" y="67510"/>
                </a:lnTo>
                <a:lnTo>
                  <a:pt x="50100" y="35735"/>
                </a:lnTo>
                <a:cubicBezTo>
                  <a:pt x="50100" y="32051"/>
                  <a:pt x="49425" y="29288"/>
                  <a:pt x="48074" y="27446"/>
                </a:cubicBezTo>
                <a:cubicBezTo>
                  <a:pt x="46723" y="25604"/>
                  <a:pt x="44513" y="24683"/>
                  <a:pt x="41442" y="24683"/>
                </a:cubicBezTo>
                <a:cubicBezTo>
                  <a:pt x="39109" y="24683"/>
                  <a:pt x="36953" y="25297"/>
                  <a:pt x="34972" y="26525"/>
                </a:cubicBezTo>
                <a:cubicBezTo>
                  <a:pt x="32992" y="27753"/>
                  <a:pt x="31557" y="29549"/>
                  <a:pt x="30667" y="31913"/>
                </a:cubicBezTo>
                <a:cubicBezTo>
                  <a:pt x="29776" y="34277"/>
                  <a:pt x="29331" y="37685"/>
                  <a:pt x="29331" y="42136"/>
                </a:cubicBezTo>
                <a:lnTo>
                  <a:pt x="29331" y="67510"/>
                </a:lnTo>
                <a:lnTo>
                  <a:pt x="21042" y="67510"/>
                </a:lnTo>
                <a:close/>
                <a:moveTo>
                  <a:pt x="98952" y="86299"/>
                </a:moveTo>
                <a:lnTo>
                  <a:pt x="98952" y="18604"/>
                </a:lnTo>
                <a:lnTo>
                  <a:pt x="106504" y="18604"/>
                </a:lnTo>
                <a:lnTo>
                  <a:pt x="106504" y="25004"/>
                </a:lnTo>
                <a:cubicBezTo>
                  <a:pt x="108285" y="22502"/>
                  <a:pt x="110296" y="20626"/>
                  <a:pt x="112537" y="19376"/>
                </a:cubicBezTo>
                <a:cubicBezTo>
                  <a:pt x="114778" y="18125"/>
                  <a:pt x="117495" y="17499"/>
                  <a:pt x="120688" y="17499"/>
                </a:cubicBezTo>
                <a:cubicBezTo>
                  <a:pt x="124863" y="17499"/>
                  <a:pt x="128547" y="18574"/>
                  <a:pt x="131740" y="20723"/>
                </a:cubicBezTo>
                <a:cubicBezTo>
                  <a:pt x="134933" y="22872"/>
                  <a:pt x="137343" y="25904"/>
                  <a:pt x="138970" y="29818"/>
                </a:cubicBezTo>
                <a:cubicBezTo>
                  <a:pt x="140597" y="33732"/>
                  <a:pt x="141411" y="38023"/>
                  <a:pt x="141411" y="42689"/>
                </a:cubicBezTo>
                <a:cubicBezTo>
                  <a:pt x="141411" y="47693"/>
                  <a:pt x="140513" y="52198"/>
                  <a:pt x="138717" y="56205"/>
                </a:cubicBezTo>
                <a:cubicBezTo>
                  <a:pt x="136921" y="60211"/>
                  <a:pt x="134311" y="63281"/>
                  <a:pt x="130888" y="65415"/>
                </a:cubicBezTo>
                <a:cubicBezTo>
                  <a:pt x="127465" y="67549"/>
                  <a:pt x="123865" y="68616"/>
                  <a:pt x="120089" y="68616"/>
                </a:cubicBezTo>
                <a:cubicBezTo>
                  <a:pt x="117326" y="68616"/>
                  <a:pt x="114847" y="68032"/>
                  <a:pt x="112652" y="66866"/>
                </a:cubicBezTo>
                <a:cubicBezTo>
                  <a:pt x="110457" y="65699"/>
                  <a:pt x="108653" y="64225"/>
                  <a:pt x="107241" y="62445"/>
                </a:cubicBezTo>
                <a:lnTo>
                  <a:pt x="107241" y="86299"/>
                </a:lnTo>
                <a:lnTo>
                  <a:pt x="98952" y="86299"/>
                </a:lnTo>
                <a:moveTo>
                  <a:pt x="106458" y="43357"/>
                </a:moveTo>
                <a:cubicBezTo>
                  <a:pt x="106458" y="49643"/>
                  <a:pt x="107732" y="54288"/>
                  <a:pt x="110281" y="57293"/>
                </a:cubicBezTo>
                <a:cubicBezTo>
                  <a:pt x="112829" y="60298"/>
                  <a:pt x="115914" y="61800"/>
                  <a:pt x="119537" y="61800"/>
                </a:cubicBezTo>
                <a:cubicBezTo>
                  <a:pt x="123221" y="61800"/>
                  <a:pt x="126375" y="60244"/>
                  <a:pt x="129000" y="57132"/>
                </a:cubicBezTo>
                <a:cubicBezTo>
                  <a:pt x="131625" y="54019"/>
                  <a:pt x="132937" y="49197"/>
                  <a:pt x="132937" y="42666"/>
                </a:cubicBezTo>
                <a:cubicBezTo>
                  <a:pt x="132937" y="36441"/>
                  <a:pt x="131656" y="31781"/>
                  <a:pt x="129092" y="28684"/>
                </a:cubicBezTo>
                <a:cubicBezTo>
                  <a:pt x="126529" y="25587"/>
                  <a:pt x="123466" y="24038"/>
                  <a:pt x="119905" y="24038"/>
                </a:cubicBezTo>
                <a:cubicBezTo>
                  <a:pt x="116375" y="24038"/>
                  <a:pt x="113251" y="25687"/>
                  <a:pt x="110534" y="28983"/>
                </a:cubicBezTo>
                <a:cubicBezTo>
                  <a:pt x="107817" y="32280"/>
                  <a:pt x="106458" y="37071"/>
                  <a:pt x="106458" y="43357"/>
                </a:cubicBezTo>
                <a:close/>
                <a:moveTo>
                  <a:pt x="148002" y="43057"/>
                </a:moveTo>
                <a:cubicBezTo>
                  <a:pt x="148002" y="34001"/>
                  <a:pt x="150519" y="27293"/>
                  <a:pt x="155554" y="22933"/>
                </a:cubicBezTo>
                <a:cubicBezTo>
                  <a:pt x="159760" y="19311"/>
                  <a:pt x="164887" y="17499"/>
                  <a:pt x="170935" y="17499"/>
                </a:cubicBezTo>
                <a:cubicBezTo>
                  <a:pt x="177658" y="17499"/>
                  <a:pt x="183154" y="19702"/>
                  <a:pt x="187421" y="24108"/>
                </a:cubicBezTo>
                <a:cubicBezTo>
                  <a:pt x="191688" y="28513"/>
                  <a:pt x="193822" y="34599"/>
                  <a:pt x="193822" y="42367"/>
                </a:cubicBezTo>
                <a:cubicBezTo>
                  <a:pt x="193822" y="48660"/>
                  <a:pt x="192878" y="53611"/>
                  <a:pt x="190990" y="57218"/>
                </a:cubicBezTo>
                <a:cubicBezTo>
                  <a:pt x="189102" y="60825"/>
                  <a:pt x="186354" y="63627"/>
                  <a:pt x="182747" y="65622"/>
                </a:cubicBezTo>
                <a:cubicBezTo>
                  <a:pt x="179140" y="67618"/>
                  <a:pt x="175202" y="68616"/>
                  <a:pt x="170935" y="68616"/>
                </a:cubicBezTo>
                <a:cubicBezTo>
                  <a:pt x="164089" y="68616"/>
                  <a:pt x="158555" y="66420"/>
                  <a:pt x="154334" y="62030"/>
                </a:cubicBezTo>
                <a:cubicBezTo>
                  <a:pt x="150112" y="57640"/>
                  <a:pt x="148002" y="51316"/>
                  <a:pt x="148002" y="43057"/>
                </a:cubicBezTo>
                <a:moveTo>
                  <a:pt x="156521" y="43080"/>
                </a:moveTo>
                <a:cubicBezTo>
                  <a:pt x="156521" y="49336"/>
                  <a:pt x="157887" y="54019"/>
                  <a:pt x="160620" y="57132"/>
                </a:cubicBezTo>
                <a:cubicBezTo>
                  <a:pt x="163352" y="60244"/>
                  <a:pt x="166790" y="61800"/>
                  <a:pt x="170935" y="61800"/>
                </a:cubicBezTo>
                <a:cubicBezTo>
                  <a:pt x="175049" y="61800"/>
                  <a:pt x="178472" y="60236"/>
                  <a:pt x="181204" y="57109"/>
                </a:cubicBezTo>
                <a:cubicBezTo>
                  <a:pt x="183937" y="53981"/>
                  <a:pt x="185303" y="49213"/>
                  <a:pt x="185303" y="42804"/>
                </a:cubicBezTo>
                <a:cubicBezTo>
                  <a:pt x="185303" y="36764"/>
                  <a:pt x="183929" y="32188"/>
                  <a:pt x="181181" y="29075"/>
                </a:cubicBezTo>
                <a:cubicBezTo>
                  <a:pt x="178434" y="25963"/>
                  <a:pt x="175018" y="24407"/>
                  <a:pt x="170935" y="24407"/>
                </a:cubicBezTo>
                <a:cubicBezTo>
                  <a:pt x="166790" y="24407"/>
                  <a:pt x="163352" y="25955"/>
                  <a:pt x="160620" y="29052"/>
                </a:cubicBezTo>
                <a:cubicBezTo>
                  <a:pt x="157887" y="32149"/>
                  <a:pt x="156521" y="36825"/>
                  <a:pt x="156521" y="43080"/>
                </a:cubicBezTo>
                <a:close/>
                <a:moveTo>
                  <a:pt x="203130" y="67510"/>
                </a:moveTo>
                <a:lnTo>
                  <a:pt x="203130" y="18604"/>
                </a:lnTo>
                <a:lnTo>
                  <a:pt x="210590" y="18604"/>
                </a:lnTo>
                <a:lnTo>
                  <a:pt x="210590" y="26019"/>
                </a:lnTo>
                <a:cubicBezTo>
                  <a:pt x="212494" y="22549"/>
                  <a:pt x="214251" y="20262"/>
                  <a:pt x="215863" y="19157"/>
                </a:cubicBezTo>
                <a:cubicBezTo>
                  <a:pt x="217475" y="18052"/>
                  <a:pt x="219248" y="17499"/>
                  <a:pt x="221182" y="17499"/>
                </a:cubicBezTo>
                <a:cubicBezTo>
                  <a:pt x="223976" y="17499"/>
                  <a:pt x="226816" y="18390"/>
                  <a:pt x="229701" y="20170"/>
                </a:cubicBezTo>
                <a:lnTo>
                  <a:pt x="226846" y="27855"/>
                </a:lnTo>
                <a:cubicBezTo>
                  <a:pt x="224820" y="26661"/>
                  <a:pt x="222794" y="26065"/>
                  <a:pt x="220768" y="26065"/>
                </a:cubicBezTo>
                <a:cubicBezTo>
                  <a:pt x="218956" y="26065"/>
                  <a:pt x="217329" y="26610"/>
                  <a:pt x="215886" y="27699"/>
                </a:cubicBezTo>
                <a:cubicBezTo>
                  <a:pt x="214443" y="28789"/>
                  <a:pt x="213415" y="30301"/>
                  <a:pt x="212801" y="32235"/>
                </a:cubicBezTo>
                <a:cubicBezTo>
                  <a:pt x="211880" y="35183"/>
                  <a:pt x="211419" y="38406"/>
                  <a:pt x="211419" y="41906"/>
                </a:cubicBezTo>
                <a:lnTo>
                  <a:pt x="211419" y="67510"/>
                </a:lnTo>
                <a:lnTo>
                  <a:pt x="203130" y="67510"/>
                </a:lnTo>
                <a:close/>
                <a:moveTo>
                  <a:pt x="252367" y="60096"/>
                </a:moveTo>
                <a:lnTo>
                  <a:pt x="253564" y="67418"/>
                </a:lnTo>
                <a:cubicBezTo>
                  <a:pt x="251231" y="67909"/>
                  <a:pt x="249143" y="68155"/>
                  <a:pt x="247301" y="68155"/>
                </a:cubicBezTo>
                <a:cubicBezTo>
                  <a:pt x="244293" y="68155"/>
                  <a:pt x="241959" y="67679"/>
                  <a:pt x="240302" y="66727"/>
                </a:cubicBezTo>
                <a:cubicBezTo>
                  <a:pt x="238644" y="65776"/>
                  <a:pt x="237477" y="64525"/>
                  <a:pt x="236802" y="62974"/>
                </a:cubicBezTo>
                <a:cubicBezTo>
                  <a:pt x="236126" y="61424"/>
                  <a:pt x="235789" y="58162"/>
                  <a:pt x="235789" y="53189"/>
                </a:cubicBezTo>
                <a:lnTo>
                  <a:pt x="235789" y="25052"/>
                </a:lnTo>
                <a:lnTo>
                  <a:pt x="229710" y="25052"/>
                </a:lnTo>
                <a:lnTo>
                  <a:pt x="229710" y="18604"/>
                </a:lnTo>
                <a:lnTo>
                  <a:pt x="235789" y="18604"/>
                </a:lnTo>
                <a:lnTo>
                  <a:pt x="235789" y="6493"/>
                </a:lnTo>
                <a:lnTo>
                  <a:pt x="244032" y="1520"/>
                </a:lnTo>
                <a:lnTo>
                  <a:pt x="244032" y="18604"/>
                </a:lnTo>
                <a:lnTo>
                  <a:pt x="252367" y="18604"/>
                </a:lnTo>
                <a:lnTo>
                  <a:pt x="252367" y="25052"/>
                </a:lnTo>
                <a:lnTo>
                  <a:pt x="244032" y="25052"/>
                </a:lnTo>
                <a:lnTo>
                  <a:pt x="244032" y="53649"/>
                </a:lnTo>
                <a:cubicBezTo>
                  <a:pt x="244032" y="56013"/>
                  <a:pt x="244178" y="57533"/>
                  <a:pt x="244469" y="58208"/>
                </a:cubicBezTo>
                <a:cubicBezTo>
                  <a:pt x="244761" y="58883"/>
                  <a:pt x="245237" y="59421"/>
                  <a:pt x="245897" y="59820"/>
                </a:cubicBezTo>
                <a:cubicBezTo>
                  <a:pt x="246557" y="60219"/>
                  <a:pt x="247501" y="60418"/>
                  <a:pt x="248729" y="60418"/>
                </a:cubicBezTo>
                <a:cubicBezTo>
                  <a:pt x="249650" y="60418"/>
                  <a:pt x="250863" y="60311"/>
                  <a:pt x="252367" y="60096"/>
                </a:cubicBezTo>
                <a:close/>
              </a:path>
            </a:pathLst>
          </a:custGeom>
          <a:solidFill xmlns:a="http://schemas.openxmlformats.org/drawingml/2006/main">
            <a:srgbClr val="A524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os">
            <a:extLst xmlns:a="http://schemas.openxmlformats.org/drawingml/2006/main">
              <a:ext uri="{FF2B5EF4-FFF2-40B4-BE49-F238E27FC236}">
                <a16:creationId xmlns:a16="http://schemas.microsoft.com/office/drawing/2014/main" id="{A19DD5DF-E40F-4623-B5B5-FB435816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535" y="400036"/>
            <a:ext cx="92522" cy="51116"/>
          </a:xfrm>
          <a:custGeom xmlns:a="http://schemas.openxmlformats.org/drawingml/2006/main">
            <a:pathLst>
              <a:path w="92522" h="51116">
                <a:moveTo>
                  <a:pt x="0" y="25558"/>
                </a:moveTo>
                <a:cubicBezTo>
                  <a:pt x="0" y="16501"/>
                  <a:pt x="2517" y="9793"/>
                  <a:pt x="7552" y="5434"/>
                </a:cubicBezTo>
                <a:cubicBezTo>
                  <a:pt x="11758" y="1811"/>
                  <a:pt x="16885" y="0"/>
                  <a:pt x="22933" y="0"/>
                </a:cubicBezTo>
                <a:cubicBezTo>
                  <a:pt x="29657" y="0"/>
                  <a:pt x="35152" y="2203"/>
                  <a:pt x="39419" y="6608"/>
                </a:cubicBezTo>
                <a:cubicBezTo>
                  <a:pt x="43687" y="11014"/>
                  <a:pt x="45820" y="17100"/>
                  <a:pt x="45820" y="24867"/>
                </a:cubicBezTo>
                <a:cubicBezTo>
                  <a:pt x="45820" y="31161"/>
                  <a:pt x="44876" y="36111"/>
                  <a:pt x="42988" y="39719"/>
                </a:cubicBezTo>
                <a:cubicBezTo>
                  <a:pt x="41100" y="43326"/>
                  <a:pt x="38353" y="46127"/>
                  <a:pt x="34745" y="48123"/>
                </a:cubicBezTo>
                <a:cubicBezTo>
                  <a:pt x="31138" y="50118"/>
                  <a:pt x="27201" y="51116"/>
                  <a:pt x="22933" y="51116"/>
                </a:cubicBezTo>
                <a:cubicBezTo>
                  <a:pt x="16087" y="51116"/>
                  <a:pt x="10553" y="48921"/>
                  <a:pt x="6332" y="44531"/>
                </a:cubicBezTo>
                <a:cubicBezTo>
                  <a:pt x="2111" y="40141"/>
                  <a:pt x="0" y="33817"/>
                  <a:pt x="0" y="25558"/>
                </a:cubicBezTo>
                <a:moveTo>
                  <a:pt x="8519" y="25581"/>
                </a:moveTo>
                <a:cubicBezTo>
                  <a:pt x="8519" y="31836"/>
                  <a:pt x="9886" y="36520"/>
                  <a:pt x="12618" y="39632"/>
                </a:cubicBezTo>
                <a:cubicBezTo>
                  <a:pt x="15350" y="42745"/>
                  <a:pt x="18789" y="44301"/>
                  <a:pt x="22933" y="44301"/>
                </a:cubicBezTo>
                <a:cubicBezTo>
                  <a:pt x="27047" y="44301"/>
                  <a:pt x="30470" y="42737"/>
                  <a:pt x="33203" y="39609"/>
                </a:cubicBezTo>
                <a:cubicBezTo>
                  <a:pt x="35935" y="36482"/>
                  <a:pt x="37301" y="31714"/>
                  <a:pt x="37301" y="25305"/>
                </a:cubicBezTo>
                <a:cubicBezTo>
                  <a:pt x="37301" y="19265"/>
                  <a:pt x="35927" y="14688"/>
                  <a:pt x="33180" y="11576"/>
                </a:cubicBezTo>
                <a:cubicBezTo>
                  <a:pt x="30432" y="8464"/>
                  <a:pt x="27016" y="6908"/>
                  <a:pt x="22933" y="6908"/>
                </a:cubicBezTo>
                <a:cubicBezTo>
                  <a:pt x="18789" y="6908"/>
                  <a:pt x="15350" y="8456"/>
                  <a:pt x="12618" y="11553"/>
                </a:cubicBezTo>
                <a:cubicBezTo>
                  <a:pt x="9886" y="14650"/>
                  <a:pt x="8519" y="19326"/>
                  <a:pt x="8519" y="25581"/>
                </a:cubicBezTo>
                <a:close/>
                <a:moveTo>
                  <a:pt x="51905" y="35367"/>
                </a:moveTo>
                <a:lnTo>
                  <a:pt x="60102" y="34078"/>
                </a:lnTo>
                <a:cubicBezTo>
                  <a:pt x="60563" y="37377"/>
                  <a:pt x="61844" y="39906"/>
                  <a:pt x="63947" y="41664"/>
                </a:cubicBezTo>
                <a:cubicBezTo>
                  <a:pt x="66050" y="43422"/>
                  <a:pt x="68990" y="44301"/>
                  <a:pt x="72766" y="44301"/>
                </a:cubicBezTo>
                <a:cubicBezTo>
                  <a:pt x="76573" y="44301"/>
                  <a:pt x="79397" y="43526"/>
                  <a:pt x="81239" y="41975"/>
                </a:cubicBezTo>
                <a:cubicBezTo>
                  <a:pt x="83081" y="40425"/>
                  <a:pt x="84002" y="38606"/>
                  <a:pt x="84002" y="36518"/>
                </a:cubicBezTo>
                <a:cubicBezTo>
                  <a:pt x="84002" y="34645"/>
                  <a:pt x="83189" y="33172"/>
                  <a:pt x="81562" y="32097"/>
                </a:cubicBezTo>
                <a:cubicBezTo>
                  <a:pt x="80426" y="31361"/>
                  <a:pt x="77601" y="30424"/>
                  <a:pt x="73088" y="29288"/>
                </a:cubicBezTo>
                <a:cubicBezTo>
                  <a:pt x="67010" y="27753"/>
                  <a:pt x="62796" y="26425"/>
                  <a:pt x="60448" y="25305"/>
                </a:cubicBezTo>
                <a:cubicBezTo>
                  <a:pt x="58099" y="24184"/>
                  <a:pt x="56318" y="22634"/>
                  <a:pt x="55106" y="20654"/>
                </a:cubicBezTo>
                <a:cubicBezTo>
                  <a:pt x="53893" y="18674"/>
                  <a:pt x="53287" y="16486"/>
                  <a:pt x="53287" y="14092"/>
                </a:cubicBezTo>
                <a:cubicBezTo>
                  <a:pt x="53287" y="11912"/>
                  <a:pt x="53786" y="9893"/>
                  <a:pt x="54783" y="8036"/>
                </a:cubicBezTo>
                <a:cubicBezTo>
                  <a:pt x="55781" y="6178"/>
                  <a:pt x="57140" y="4636"/>
                  <a:pt x="58859" y="3408"/>
                </a:cubicBezTo>
                <a:cubicBezTo>
                  <a:pt x="60148" y="2456"/>
                  <a:pt x="61906" y="1650"/>
                  <a:pt x="64132" y="990"/>
                </a:cubicBezTo>
                <a:cubicBezTo>
                  <a:pt x="66357" y="330"/>
                  <a:pt x="68744" y="0"/>
                  <a:pt x="71292" y="0"/>
                </a:cubicBezTo>
                <a:cubicBezTo>
                  <a:pt x="75130" y="0"/>
                  <a:pt x="78499" y="553"/>
                  <a:pt x="81401" y="1658"/>
                </a:cubicBezTo>
                <a:cubicBezTo>
                  <a:pt x="84302" y="2763"/>
                  <a:pt x="86443" y="4260"/>
                  <a:pt x="87825" y="6148"/>
                </a:cubicBezTo>
                <a:cubicBezTo>
                  <a:pt x="89206" y="8036"/>
                  <a:pt x="90158" y="10561"/>
                  <a:pt x="90680" y="13723"/>
                </a:cubicBezTo>
                <a:lnTo>
                  <a:pt x="82575" y="14828"/>
                </a:lnTo>
                <a:cubicBezTo>
                  <a:pt x="82206" y="12311"/>
                  <a:pt x="81140" y="10346"/>
                  <a:pt x="79374" y="8934"/>
                </a:cubicBezTo>
                <a:cubicBezTo>
                  <a:pt x="77609" y="7522"/>
                  <a:pt x="75115" y="6816"/>
                  <a:pt x="71891" y="6816"/>
                </a:cubicBezTo>
                <a:cubicBezTo>
                  <a:pt x="68084" y="6816"/>
                  <a:pt x="65367" y="7445"/>
                  <a:pt x="63740" y="8704"/>
                </a:cubicBezTo>
                <a:cubicBezTo>
                  <a:pt x="62113" y="9962"/>
                  <a:pt x="61299" y="11436"/>
                  <a:pt x="61299" y="13124"/>
                </a:cubicBezTo>
                <a:cubicBezTo>
                  <a:pt x="61299" y="14199"/>
                  <a:pt x="61637" y="15166"/>
                  <a:pt x="62313" y="16026"/>
                </a:cubicBezTo>
                <a:cubicBezTo>
                  <a:pt x="62988" y="16916"/>
                  <a:pt x="64047" y="17653"/>
                  <a:pt x="65490" y="18236"/>
                </a:cubicBezTo>
                <a:cubicBezTo>
                  <a:pt x="66319" y="18543"/>
                  <a:pt x="68760" y="19249"/>
                  <a:pt x="72812" y="20354"/>
                </a:cubicBezTo>
                <a:cubicBezTo>
                  <a:pt x="78676" y="21920"/>
                  <a:pt x="82767" y="23202"/>
                  <a:pt x="85085" y="24200"/>
                </a:cubicBezTo>
                <a:cubicBezTo>
                  <a:pt x="87403" y="25197"/>
                  <a:pt x="89222" y="26648"/>
                  <a:pt x="90542" y="28551"/>
                </a:cubicBezTo>
                <a:cubicBezTo>
                  <a:pt x="91862" y="30455"/>
                  <a:pt x="92522" y="32819"/>
                  <a:pt x="92522" y="35643"/>
                </a:cubicBezTo>
                <a:cubicBezTo>
                  <a:pt x="92522" y="38406"/>
                  <a:pt x="91716" y="41008"/>
                  <a:pt x="90104" y="43449"/>
                </a:cubicBezTo>
                <a:cubicBezTo>
                  <a:pt x="88492" y="45890"/>
                  <a:pt x="86167" y="47778"/>
                  <a:pt x="83127" y="49113"/>
                </a:cubicBezTo>
                <a:cubicBezTo>
                  <a:pt x="80088" y="50449"/>
                  <a:pt x="76650" y="51116"/>
                  <a:pt x="72812" y="51116"/>
                </a:cubicBezTo>
                <a:cubicBezTo>
                  <a:pt x="66457" y="51116"/>
                  <a:pt x="61614" y="49792"/>
                  <a:pt x="58283" y="47144"/>
                </a:cubicBezTo>
                <a:cubicBezTo>
                  <a:pt x="54952" y="44496"/>
                  <a:pt x="52826" y="40571"/>
                  <a:pt x="51905" y="353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def">
            <a:extLst xmlns:a="http://schemas.openxmlformats.org/drawingml/2006/main">
              <a:ext uri="{FF2B5EF4-FFF2-40B4-BE49-F238E27FC236}">
                <a16:creationId xmlns:a16="http://schemas.microsoft.com/office/drawing/2014/main" id="{3DBFF470-B844-4548-995D-F6BEB7E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763" y="493903"/>
            <a:ext cx="130520" cy="69721"/>
          </a:xfrm>
          <a:custGeom xmlns:a="http://schemas.openxmlformats.org/drawingml/2006/main">
            <a:pathLst>
              <a:path w="130520" h="69721">
                <a:moveTo>
                  <a:pt x="34722" y="68616"/>
                </a:moveTo>
                <a:lnTo>
                  <a:pt x="34722" y="62445"/>
                </a:lnTo>
                <a:cubicBezTo>
                  <a:pt x="31621" y="67295"/>
                  <a:pt x="27062" y="69721"/>
                  <a:pt x="21045" y="69721"/>
                </a:cubicBezTo>
                <a:cubicBezTo>
                  <a:pt x="17146" y="69721"/>
                  <a:pt x="13562" y="68646"/>
                  <a:pt x="10292" y="66497"/>
                </a:cubicBezTo>
                <a:cubicBezTo>
                  <a:pt x="7023" y="64348"/>
                  <a:pt x="4490" y="61347"/>
                  <a:pt x="2694" y="57494"/>
                </a:cubicBezTo>
                <a:cubicBezTo>
                  <a:pt x="898" y="53641"/>
                  <a:pt x="0" y="49213"/>
                  <a:pt x="0" y="44209"/>
                </a:cubicBezTo>
                <a:cubicBezTo>
                  <a:pt x="0" y="39327"/>
                  <a:pt x="814" y="34899"/>
                  <a:pt x="2441" y="30923"/>
                </a:cubicBezTo>
                <a:cubicBezTo>
                  <a:pt x="4068" y="26947"/>
                  <a:pt x="6508" y="23900"/>
                  <a:pt x="9763" y="21782"/>
                </a:cubicBezTo>
                <a:cubicBezTo>
                  <a:pt x="13017" y="19664"/>
                  <a:pt x="16655" y="18604"/>
                  <a:pt x="20677" y="18604"/>
                </a:cubicBezTo>
                <a:cubicBezTo>
                  <a:pt x="23624" y="18604"/>
                  <a:pt x="26249" y="19230"/>
                  <a:pt x="28551" y="20482"/>
                </a:cubicBezTo>
                <a:cubicBezTo>
                  <a:pt x="30854" y="21734"/>
                  <a:pt x="32727" y="23364"/>
                  <a:pt x="34170" y="25372"/>
                </a:cubicBezTo>
                <a:lnTo>
                  <a:pt x="34170" y="1105"/>
                </a:lnTo>
                <a:lnTo>
                  <a:pt x="42413" y="1105"/>
                </a:lnTo>
                <a:lnTo>
                  <a:pt x="42413" y="68616"/>
                </a:lnTo>
                <a:lnTo>
                  <a:pt x="34722" y="68616"/>
                </a:lnTo>
                <a:moveTo>
                  <a:pt x="8519" y="44232"/>
                </a:moveTo>
                <a:cubicBezTo>
                  <a:pt x="8519" y="50487"/>
                  <a:pt x="9839" y="55163"/>
                  <a:pt x="12480" y="58260"/>
                </a:cubicBezTo>
                <a:cubicBezTo>
                  <a:pt x="15120" y="61357"/>
                  <a:pt x="18236" y="62905"/>
                  <a:pt x="21828" y="62905"/>
                </a:cubicBezTo>
                <a:cubicBezTo>
                  <a:pt x="25451" y="62905"/>
                  <a:pt x="28528" y="61426"/>
                  <a:pt x="31061" y="58467"/>
                </a:cubicBezTo>
                <a:cubicBezTo>
                  <a:pt x="33594" y="55508"/>
                  <a:pt x="34860" y="50993"/>
                  <a:pt x="34860" y="44921"/>
                </a:cubicBezTo>
                <a:cubicBezTo>
                  <a:pt x="34860" y="38237"/>
                  <a:pt x="33571" y="33331"/>
                  <a:pt x="30992" y="30203"/>
                </a:cubicBezTo>
                <a:cubicBezTo>
                  <a:pt x="28413" y="27076"/>
                  <a:pt x="25236" y="25512"/>
                  <a:pt x="21460" y="25512"/>
                </a:cubicBezTo>
                <a:cubicBezTo>
                  <a:pt x="17776" y="25512"/>
                  <a:pt x="14698" y="27014"/>
                  <a:pt x="12226" y="30019"/>
                </a:cubicBezTo>
                <a:cubicBezTo>
                  <a:pt x="9755" y="33024"/>
                  <a:pt x="8519" y="37762"/>
                  <a:pt x="8519" y="44232"/>
                </a:cubicBezTo>
                <a:close/>
                <a:moveTo>
                  <a:pt x="88608" y="52774"/>
                </a:moveTo>
                <a:lnTo>
                  <a:pt x="97173" y="53879"/>
                </a:lnTo>
                <a:cubicBezTo>
                  <a:pt x="95822" y="58898"/>
                  <a:pt x="93320" y="62793"/>
                  <a:pt x="89667" y="65565"/>
                </a:cubicBezTo>
                <a:cubicBezTo>
                  <a:pt x="86013" y="68335"/>
                  <a:pt x="81347" y="69721"/>
                  <a:pt x="75667" y="69721"/>
                </a:cubicBezTo>
                <a:cubicBezTo>
                  <a:pt x="68514" y="69721"/>
                  <a:pt x="62842" y="67518"/>
                  <a:pt x="58652" y="63112"/>
                </a:cubicBezTo>
                <a:cubicBezTo>
                  <a:pt x="54461" y="58707"/>
                  <a:pt x="52366" y="52528"/>
                  <a:pt x="52366" y="44577"/>
                </a:cubicBezTo>
                <a:cubicBezTo>
                  <a:pt x="52366" y="36349"/>
                  <a:pt x="54484" y="29964"/>
                  <a:pt x="58721" y="25420"/>
                </a:cubicBezTo>
                <a:cubicBezTo>
                  <a:pt x="62957" y="20876"/>
                  <a:pt x="68453" y="18604"/>
                  <a:pt x="75207" y="18604"/>
                </a:cubicBezTo>
                <a:cubicBezTo>
                  <a:pt x="81746" y="18604"/>
                  <a:pt x="87088" y="20827"/>
                  <a:pt x="91232" y="25272"/>
                </a:cubicBezTo>
                <a:cubicBezTo>
                  <a:pt x="95377" y="29716"/>
                  <a:pt x="97449" y="35968"/>
                  <a:pt x="97449" y="44029"/>
                </a:cubicBezTo>
                <a:cubicBezTo>
                  <a:pt x="97449" y="44519"/>
                  <a:pt x="97434" y="45254"/>
                  <a:pt x="97403" y="46235"/>
                </a:cubicBezTo>
                <a:lnTo>
                  <a:pt x="60931" y="46235"/>
                </a:lnTo>
                <a:cubicBezTo>
                  <a:pt x="61238" y="51623"/>
                  <a:pt x="62758" y="55748"/>
                  <a:pt x="65490" y="58611"/>
                </a:cubicBezTo>
                <a:cubicBezTo>
                  <a:pt x="68222" y="61474"/>
                  <a:pt x="71630" y="62905"/>
                  <a:pt x="75713" y="62905"/>
                </a:cubicBezTo>
                <a:cubicBezTo>
                  <a:pt x="78753" y="62905"/>
                  <a:pt x="81347" y="62100"/>
                  <a:pt x="83496" y="60489"/>
                </a:cubicBezTo>
                <a:cubicBezTo>
                  <a:pt x="85645" y="58877"/>
                  <a:pt x="87349" y="56306"/>
                  <a:pt x="88608" y="52774"/>
                </a:cubicBezTo>
                <a:moveTo>
                  <a:pt x="61392" y="39419"/>
                </a:moveTo>
                <a:lnTo>
                  <a:pt x="88700" y="39419"/>
                </a:lnTo>
                <a:cubicBezTo>
                  <a:pt x="88331" y="35319"/>
                  <a:pt x="87287" y="32244"/>
                  <a:pt x="85568" y="30193"/>
                </a:cubicBezTo>
                <a:cubicBezTo>
                  <a:pt x="82928" y="27011"/>
                  <a:pt x="79505" y="25420"/>
                  <a:pt x="75299" y="25420"/>
                </a:cubicBezTo>
                <a:cubicBezTo>
                  <a:pt x="71492" y="25420"/>
                  <a:pt x="68291" y="26690"/>
                  <a:pt x="65697" y="29231"/>
                </a:cubicBezTo>
                <a:cubicBezTo>
                  <a:pt x="63103" y="31770"/>
                  <a:pt x="61668" y="35166"/>
                  <a:pt x="61392" y="39419"/>
                </a:cubicBezTo>
                <a:close/>
                <a:moveTo>
                  <a:pt x="109244" y="68616"/>
                </a:moveTo>
                <a:lnTo>
                  <a:pt x="109244" y="26157"/>
                </a:lnTo>
                <a:lnTo>
                  <a:pt x="101922" y="26157"/>
                </a:lnTo>
                <a:lnTo>
                  <a:pt x="101922" y="19710"/>
                </a:lnTo>
                <a:lnTo>
                  <a:pt x="109244" y="19710"/>
                </a:lnTo>
                <a:lnTo>
                  <a:pt x="109244" y="14517"/>
                </a:lnTo>
                <a:cubicBezTo>
                  <a:pt x="109244" y="11240"/>
                  <a:pt x="109536" y="8805"/>
                  <a:pt x="110119" y="7213"/>
                </a:cubicBezTo>
                <a:cubicBezTo>
                  <a:pt x="110917" y="5069"/>
                  <a:pt x="112322" y="3331"/>
                  <a:pt x="114333" y="1999"/>
                </a:cubicBezTo>
                <a:cubicBezTo>
                  <a:pt x="116344" y="666"/>
                  <a:pt x="119160" y="0"/>
                  <a:pt x="122783" y="0"/>
                </a:cubicBezTo>
                <a:cubicBezTo>
                  <a:pt x="125116" y="0"/>
                  <a:pt x="127695" y="278"/>
                  <a:pt x="130520" y="833"/>
                </a:cubicBezTo>
                <a:lnTo>
                  <a:pt x="129276" y="8102"/>
                </a:lnTo>
                <a:cubicBezTo>
                  <a:pt x="127557" y="7797"/>
                  <a:pt x="125930" y="7644"/>
                  <a:pt x="124395" y="7644"/>
                </a:cubicBezTo>
                <a:cubicBezTo>
                  <a:pt x="121877" y="7644"/>
                  <a:pt x="120097" y="8178"/>
                  <a:pt x="119053" y="9245"/>
                </a:cubicBezTo>
                <a:cubicBezTo>
                  <a:pt x="118009" y="10311"/>
                  <a:pt x="117487" y="12306"/>
                  <a:pt x="117487" y="15231"/>
                </a:cubicBezTo>
                <a:lnTo>
                  <a:pt x="117487" y="19710"/>
                </a:lnTo>
                <a:lnTo>
                  <a:pt x="127020" y="19710"/>
                </a:lnTo>
                <a:lnTo>
                  <a:pt x="127020" y="26157"/>
                </a:lnTo>
                <a:lnTo>
                  <a:pt x="117487" y="26157"/>
                </a:lnTo>
                <a:lnTo>
                  <a:pt x="117487" y="68616"/>
                </a:lnTo>
                <a:lnTo>
                  <a:pt x="109244" y="68616"/>
                </a:lnTo>
                <a:close/>
              </a:path>
            </a:pathLst>
          </a:custGeom>
          <a:solidFill xmlns:a="http://schemas.openxmlformats.org/drawingml/2006/main">
            <a:srgbClr val="282D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_find_property">
            <a:extLst xmlns:a="http://schemas.openxmlformats.org/drawingml/2006/main">
              <a:ext uri="{FF2B5EF4-FFF2-40B4-BE49-F238E27FC236}">
                <a16:creationId xmlns:a16="http://schemas.microsoft.com/office/drawing/2014/main" id="{31066209-E090-42B7-9651-BDBD00EF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931" y="493903"/>
            <a:ext cx="599568" cy="88509"/>
          </a:xfrm>
          <a:custGeom xmlns:a="http://schemas.openxmlformats.org/drawingml/2006/main">
            <a:pathLst>
              <a:path w="599568" h="88509">
                <a:moveTo>
                  <a:pt x="0" y="87404"/>
                </a:moveTo>
                <a:lnTo>
                  <a:pt x="0" y="81418"/>
                </a:lnTo>
                <a:lnTo>
                  <a:pt x="54938" y="81418"/>
                </a:lnTo>
                <a:lnTo>
                  <a:pt x="54938" y="87404"/>
                </a:lnTo>
                <a:lnTo>
                  <a:pt x="0" y="87404"/>
                </a:lnTo>
                <a:close/>
                <a:moveTo>
                  <a:pt x="61760" y="68616"/>
                </a:moveTo>
                <a:lnTo>
                  <a:pt x="61760" y="26157"/>
                </a:lnTo>
                <a:lnTo>
                  <a:pt x="54438" y="26157"/>
                </a:lnTo>
                <a:lnTo>
                  <a:pt x="54438" y="19710"/>
                </a:lnTo>
                <a:lnTo>
                  <a:pt x="61760" y="19710"/>
                </a:lnTo>
                <a:lnTo>
                  <a:pt x="61760" y="14517"/>
                </a:lnTo>
                <a:cubicBezTo>
                  <a:pt x="61760" y="11240"/>
                  <a:pt x="62052" y="8805"/>
                  <a:pt x="62635" y="7213"/>
                </a:cubicBezTo>
                <a:cubicBezTo>
                  <a:pt x="63433" y="5069"/>
                  <a:pt x="64838" y="3331"/>
                  <a:pt x="66849" y="1999"/>
                </a:cubicBezTo>
                <a:cubicBezTo>
                  <a:pt x="68859" y="666"/>
                  <a:pt x="71676" y="0"/>
                  <a:pt x="75299" y="0"/>
                </a:cubicBezTo>
                <a:cubicBezTo>
                  <a:pt x="77632" y="0"/>
                  <a:pt x="80211" y="278"/>
                  <a:pt x="83035" y="833"/>
                </a:cubicBezTo>
                <a:lnTo>
                  <a:pt x="81792" y="8102"/>
                </a:lnTo>
                <a:cubicBezTo>
                  <a:pt x="80073" y="7797"/>
                  <a:pt x="78446" y="7644"/>
                  <a:pt x="76911" y="7644"/>
                </a:cubicBezTo>
                <a:cubicBezTo>
                  <a:pt x="74393" y="7644"/>
                  <a:pt x="72613" y="8178"/>
                  <a:pt x="71569" y="9245"/>
                </a:cubicBezTo>
                <a:cubicBezTo>
                  <a:pt x="70525" y="10311"/>
                  <a:pt x="70003" y="12306"/>
                  <a:pt x="70003" y="15231"/>
                </a:cubicBezTo>
                <a:lnTo>
                  <a:pt x="70003" y="19710"/>
                </a:lnTo>
                <a:lnTo>
                  <a:pt x="79536" y="19710"/>
                </a:lnTo>
                <a:lnTo>
                  <a:pt x="79536" y="26157"/>
                </a:lnTo>
                <a:lnTo>
                  <a:pt x="70003" y="26157"/>
                </a:lnTo>
                <a:lnTo>
                  <a:pt x="70003" y="68616"/>
                </a:lnTo>
                <a:lnTo>
                  <a:pt x="61760" y="68616"/>
                </a:lnTo>
                <a:close/>
                <a:moveTo>
                  <a:pt x="85601" y="10592"/>
                </a:moveTo>
                <a:lnTo>
                  <a:pt x="85601" y="1105"/>
                </a:lnTo>
                <a:lnTo>
                  <a:pt x="93890" y="1105"/>
                </a:lnTo>
                <a:lnTo>
                  <a:pt x="93890" y="10592"/>
                </a:lnTo>
                <a:lnTo>
                  <a:pt x="85601" y="10592"/>
                </a:lnTo>
                <a:moveTo>
                  <a:pt x="85601" y="68616"/>
                </a:moveTo>
                <a:lnTo>
                  <a:pt x="85601" y="19710"/>
                </a:lnTo>
                <a:lnTo>
                  <a:pt x="93890" y="19710"/>
                </a:lnTo>
                <a:lnTo>
                  <a:pt x="93890" y="68616"/>
                </a:lnTo>
                <a:lnTo>
                  <a:pt x="85601" y="68616"/>
                </a:lnTo>
                <a:close/>
                <a:moveTo>
                  <a:pt x="106643" y="68616"/>
                </a:moveTo>
                <a:lnTo>
                  <a:pt x="106643" y="19710"/>
                </a:lnTo>
                <a:lnTo>
                  <a:pt x="114103" y="19710"/>
                </a:lnTo>
                <a:lnTo>
                  <a:pt x="114103" y="26663"/>
                </a:lnTo>
                <a:cubicBezTo>
                  <a:pt x="117695" y="21291"/>
                  <a:pt x="122883" y="18604"/>
                  <a:pt x="129668" y="18604"/>
                </a:cubicBezTo>
                <a:cubicBezTo>
                  <a:pt x="132615" y="18604"/>
                  <a:pt x="135325" y="19134"/>
                  <a:pt x="137796" y="20193"/>
                </a:cubicBezTo>
                <a:cubicBezTo>
                  <a:pt x="140267" y="21252"/>
                  <a:pt x="142117" y="22642"/>
                  <a:pt x="143345" y="24361"/>
                </a:cubicBezTo>
                <a:cubicBezTo>
                  <a:pt x="144573" y="26080"/>
                  <a:pt x="145433" y="28122"/>
                  <a:pt x="145924" y="30486"/>
                </a:cubicBezTo>
                <a:cubicBezTo>
                  <a:pt x="146231" y="32021"/>
                  <a:pt x="146385" y="34707"/>
                  <a:pt x="146385" y="38544"/>
                </a:cubicBezTo>
                <a:lnTo>
                  <a:pt x="146385" y="68616"/>
                </a:lnTo>
                <a:lnTo>
                  <a:pt x="138095" y="68616"/>
                </a:lnTo>
                <a:lnTo>
                  <a:pt x="138095" y="38867"/>
                </a:lnTo>
                <a:cubicBezTo>
                  <a:pt x="138095" y="35490"/>
                  <a:pt x="137773" y="32965"/>
                  <a:pt x="137128" y="31291"/>
                </a:cubicBezTo>
                <a:cubicBezTo>
                  <a:pt x="136484" y="29618"/>
                  <a:pt x="135340" y="28283"/>
                  <a:pt x="133698" y="27285"/>
                </a:cubicBezTo>
                <a:cubicBezTo>
                  <a:pt x="132055" y="26287"/>
                  <a:pt x="130129" y="25788"/>
                  <a:pt x="127918" y="25788"/>
                </a:cubicBezTo>
                <a:cubicBezTo>
                  <a:pt x="124388" y="25788"/>
                  <a:pt x="121341" y="26909"/>
                  <a:pt x="118777" y="29150"/>
                </a:cubicBezTo>
                <a:cubicBezTo>
                  <a:pt x="116214" y="31391"/>
                  <a:pt x="114932" y="35643"/>
                  <a:pt x="114932" y="41906"/>
                </a:cubicBezTo>
                <a:lnTo>
                  <a:pt x="114932" y="68616"/>
                </a:lnTo>
                <a:lnTo>
                  <a:pt x="106643" y="68616"/>
                </a:lnTo>
                <a:close/>
                <a:moveTo>
                  <a:pt x="190507" y="68616"/>
                </a:moveTo>
                <a:lnTo>
                  <a:pt x="190507" y="62445"/>
                </a:lnTo>
                <a:cubicBezTo>
                  <a:pt x="187406" y="67295"/>
                  <a:pt x="182847" y="69721"/>
                  <a:pt x="176830" y="69721"/>
                </a:cubicBezTo>
                <a:cubicBezTo>
                  <a:pt x="172931" y="69721"/>
                  <a:pt x="169347" y="68646"/>
                  <a:pt x="166077" y="66497"/>
                </a:cubicBezTo>
                <a:cubicBezTo>
                  <a:pt x="162808" y="64348"/>
                  <a:pt x="160275" y="61347"/>
                  <a:pt x="158479" y="57494"/>
                </a:cubicBezTo>
                <a:cubicBezTo>
                  <a:pt x="156683" y="53641"/>
                  <a:pt x="155785" y="49213"/>
                  <a:pt x="155785" y="44209"/>
                </a:cubicBezTo>
                <a:cubicBezTo>
                  <a:pt x="155785" y="39327"/>
                  <a:pt x="156598" y="34899"/>
                  <a:pt x="158226" y="30923"/>
                </a:cubicBezTo>
                <a:cubicBezTo>
                  <a:pt x="159853" y="26947"/>
                  <a:pt x="162293" y="23900"/>
                  <a:pt x="165548" y="21782"/>
                </a:cubicBezTo>
                <a:cubicBezTo>
                  <a:pt x="168802" y="19664"/>
                  <a:pt x="172440" y="18604"/>
                  <a:pt x="176462" y="18604"/>
                </a:cubicBezTo>
                <a:cubicBezTo>
                  <a:pt x="179409" y="18604"/>
                  <a:pt x="182034" y="19230"/>
                  <a:pt x="184336" y="20482"/>
                </a:cubicBezTo>
                <a:cubicBezTo>
                  <a:pt x="186639" y="21734"/>
                  <a:pt x="188512" y="23364"/>
                  <a:pt x="189954" y="25372"/>
                </a:cubicBezTo>
                <a:lnTo>
                  <a:pt x="189954" y="1105"/>
                </a:lnTo>
                <a:lnTo>
                  <a:pt x="198198" y="1105"/>
                </a:lnTo>
                <a:lnTo>
                  <a:pt x="198198" y="68616"/>
                </a:lnTo>
                <a:lnTo>
                  <a:pt x="190507" y="68616"/>
                </a:lnTo>
                <a:moveTo>
                  <a:pt x="164304" y="44232"/>
                </a:moveTo>
                <a:cubicBezTo>
                  <a:pt x="164304" y="50487"/>
                  <a:pt x="165624" y="55163"/>
                  <a:pt x="168265" y="58260"/>
                </a:cubicBezTo>
                <a:cubicBezTo>
                  <a:pt x="170905" y="61357"/>
                  <a:pt x="174021" y="62905"/>
                  <a:pt x="177613" y="62905"/>
                </a:cubicBezTo>
                <a:cubicBezTo>
                  <a:pt x="181236" y="62905"/>
                  <a:pt x="184313" y="61426"/>
                  <a:pt x="186846" y="58467"/>
                </a:cubicBezTo>
                <a:cubicBezTo>
                  <a:pt x="189379" y="55508"/>
                  <a:pt x="190645" y="50993"/>
                  <a:pt x="190645" y="44921"/>
                </a:cubicBezTo>
                <a:cubicBezTo>
                  <a:pt x="190645" y="38237"/>
                  <a:pt x="189356" y="33331"/>
                  <a:pt x="186777" y="30203"/>
                </a:cubicBezTo>
                <a:cubicBezTo>
                  <a:pt x="184198" y="27076"/>
                  <a:pt x="181021" y="25512"/>
                  <a:pt x="177244" y="25512"/>
                </a:cubicBezTo>
                <a:cubicBezTo>
                  <a:pt x="173560" y="25512"/>
                  <a:pt x="170483" y="27014"/>
                  <a:pt x="168011" y="30019"/>
                </a:cubicBezTo>
                <a:cubicBezTo>
                  <a:pt x="165540" y="33024"/>
                  <a:pt x="164304" y="37762"/>
                  <a:pt x="164304" y="44232"/>
                </a:cubicBezTo>
                <a:close/>
                <a:moveTo>
                  <a:pt x="203269" y="87404"/>
                </a:moveTo>
                <a:lnTo>
                  <a:pt x="203269" y="81418"/>
                </a:lnTo>
                <a:lnTo>
                  <a:pt x="258208" y="81418"/>
                </a:lnTo>
                <a:lnTo>
                  <a:pt x="258208" y="87404"/>
                </a:lnTo>
                <a:lnTo>
                  <a:pt x="203269" y="87404"/>
                </a:lnTo>
                <a:close/>
                <a:moveTo>
                  <a:pt x="263049" y="87404"/>
                </a:moveTo>
                <a:lnTo>
                  <a:pt x="263049" y="19710"/>
                </a:lnTo>
                <a:lnTo>
                  <a:pt x="270601" y="19710"/>
                </a:lnTo>
                <a:lnTo>
                  <a:pt x="270601" y="26109"/>
                </a:lnTo>
                <a:cubicBezTo>
                  <a:pt x="272382" y="23607"/>
                  <a:pt x="274392" y="21731"/>
                  <a:pt x="276634" y="20481"/>
                </a:cubicBezTo>
                <a:cubicBezTo>
                  <a:pt x="278875" y="19230"/>
                  <a:pt x="281592" y="18604"/>
                  <a:pt x="284785" y="18604"/>
                </a:cubicBezTo>
                <a:cubicBezTo>
                  <a:pt x="288960" y="18604"/>
                  <a:pt x="292644" y="19679"/>
                  <a:pt x="295837" y="21828"/>
                </a:cubicBezTo>
                <a:cubicBezTo>
                  <a:pt x="299030" y="23977"/>
                  <a:pt x="301440" y="27009"/>
                  <a:pt x="303067" y="30923"/>
                </a:cubicBezTo>
                <a:cubicBezTo>
                  <a:pt x="304694" y="34837"/>
                  <a:pt x="305507" y="39128"/>
                  <a:pt x="305507" y="43794"/>
                </a:cubicBezTo>
                <a:cubicBezTo>
                  <a:pt x="305507" y="48798"/>
                  <a:pt x="304609" y="53304"/>
                  <a:pt x="302813" y="57310"/>
                </a:cubicBezTo>
                <a:cubicBezTo>
                  <a:pt x="301017" y="61316"/>
                  <a:pt x="298408" y="64387"/>
                  <a:pt x="294985" y="66520"/>
                </a:cubicBezTo>
                <a:cubicBezTo>
                  <a:pt x="291562" y="68654"/>
                  <a:pt x="287962" y="69721"/>
                  <a:pt x="284186" y="69721"/>
                </a:cubicBezTo>
                <a:cubicBezTo>
                  <a:pt x="281423" y="69721"/>
                  <a:pt x="278944" y="69137"/>
                  <a:pt x="276749" y="67971"/>
                </a:cubicBezTo>
                <a:cubicBezTo>
                  <a:pt x="274554" y="66804"/>
                  <a:pt x="272750" y="65331"/>
                  <a:pt x="271338" y="63550"/>
                </a:cubicBezTo>
                <a:lnTo>
                  <a:pt x="271338" y="87404"/>
                </a:lnTo>
                <a:lnTo>
                  <a:pt x="263049" y="87404"/>
                </a:lnTo>
                <a:moveTo>
                  <a:pt x="270555" y="44462"/>
                </a:moveTo>
                <a:cubicBezTo>
                  <a:pt x="270555" y="50748"/>
                  <a:pt x="271829" y="55393"/>
                  <a:pt x="274377" y="58398"/>
                </a:cubicBezTo>
                <a:cubicBezTo>
                  <a:pt x="276925" y="61403"/>
                  <a:pt x="280011" y="62905"/>
                  <a:pt x="283633" y="62905"/>
                </a:cubicBezTo>
                <a:cubicBezTo>
                  <a:pt x="287317" y="62905"/>
                  <a:pt x="290472" y="61349"/>
                  <a:pt x="293097" y="58237"/>
                </a:cubicBezTo>
                <a:cubicBezTo>
                  <a:pt x="295722" y="55125"/>
                  <a:pt x="297034" y="50303"/>
                  <a:pt x="297034" y="43771"/>
                </a:cubicBezTo>
                <a:cubicBezTo>
                  <a:pt x="297034" y="37547"/>
                  <a:pt x="295752" y="32886"/>
                  <a:pt x="293189" y="29789"/>
                </a:cubicBezTo>
                <a:cubicBezTo>
                  <a:pt x="290625" y="26692"/>
                  <a:pt x="287563" y="25144"/>
                  <a:pt x="284002" y="25144"/>
                </a:cubicBezTo>
                <a:cubicBezTo>
                  <a:pt x="280471" y="25144"/>
                  <a:pt x="277347" y="26792"/>
                  <a:pt x="274630" y="30088"/>
                </a:cubicBezTo>
                <a:cubicBezTo>
                  <a:pt x="271913" y="33385"/>
                  <a:pt x="270555" y="38176"/>
                  <a:pt x="270555" y="44462"/>
                </a:cubicBezTo>
                <a:close/>
                <a:moveTo>
                  <a:pt x="315092" y="68616"/>
                </a:moveTo>
                <a:lnTo>
                  <a:pt x="315092" y="19710"/>
                </a:lnTo>
                <a:lnTo>
                  <a:pt x="322552" y="19710"/>
                </a:lnTo>
                <a:lnTo>
                  <a:pt x="322552" y="27124"/>
                </a:lnTo>
                <a:cubicBezTo>
                  <a:pt x="324455" y="23655"/>
                  <a:pt x="326213" y="21368"/>
                  <a:pt x="327825" y="20262"/>
                </a:cubicBezTo>
                <a:cubicBezTo>
                  <a:pt x="329436" y="19157"/>
                  <a:pt x="331209" y="18604"/>
                  <a:pt x="333143" y="18604"/>
                </a:cubicBezTo>
                <a:cubicBezTo>
                  <a:pt x="335937" y="18604"/>
                  <a:pt x="338777" y="19495"/>
                  <a:pt x="341663" y="21275"/>
                </a:cubicBezTo>
                <a:lnTo>
                  <a:pt x="338808" y="28960"/>
                </a:lnTo>
                <a:cubicBezTo>
                  <a:pt x="336781" y="27767"/>
                  <a:pt x="334755" y="27170"/>
                  <a:pt x="332729" y="27170"/>
                </a:cubicBezTo>
                <a:cubicBezTo>
                  <a:pt x="330918" y="27170"/>
                  <a:pt x="329291" y="27715"/>
                  <a:pt x="327848" y="28805"/>
                </a:cubicBezTo>
                <a:cubicBezTo>
                  <a:pt x="326405" y="29895"/>
                  <a:pt x="325376" y="31407"/>
                  <a:pt x="324762" y="33341"/>
                </a:cubicBezTo>
                <a:cubicBezTo>
                  <a:pt x="323841" y="36288"/>
                  <a:pt x="323381" y="39511"/>
                  <a:pt x="323381" y="43011"/>
                </a:cubicBezTo>
                <a:lnTo>
                  <a:pt x="323381" y="68616"/>
                </a:lnTo>
                <a:lnTo>
                  <a:pt x="315092" y="68616"/>
                </a:lnTo>
                <a:close/>
                <a:moveTo>
                  <a:pt x="343145" y="44163"/>
                </a:moveTo>
                <a:cubicBezTo>
                  <a:pt x="343145" y="35106"/>
                  <a:pt x="345662" y="28398"/>
                  <a:pt x="350697" y="24038"/>
                </a:cubicBezTo>
                <a:cubicBezTo>
                  <a:pt x="354903" y="20416"/>
                  <a:pt x="360030" y="18604"/>
                  <a:pt x="366078" y="18604"/>
                </a:cubicBezTo>
                <a:cubicBezTo>
                  <a:pt x="372802" y="18604"/>
                  <a:pt x="378297" y="20807"/>
                  <a:pt x="382564" y="25213"/>
                </a:cubicBezTo>
                <a:cubicBezTo>
                  <a:pt x="386832" y="29618"/>
                  <a:pt x="388965" y="35705"/>
                  <a:pt x="388965" y="43472"/>
                </a:cubicBezTo>
                <a:cubicBezTo>
                  <a:pt x="388965" y="49765"/>
                  <a:pt x="388021" y="54716"/>
                  <a:pt x="386133" y="58323"/>
                </a:cubicBezTo>
                <a:cubicBezTo>
                  <a:pt x="384245" y="61930"/>
                  <a:pt x="381498" y="64732"/>
                  <a:pt x="377890" y="66727"/>
                </a:cubicBezTo>
                <a:cubicBezTo>
                  <a:pt x="374283" y="68723"/>
                  <a:pt x="370346" y="69721"/>
                  <a:pt x="366078" y="69721"/>
                </a:cubicBezTo>
                <a:cubicBezTo>
                  <a:pt x="359232" y="69721"/>
                  <a:pt x="353698" y="67526"/>
                  <a:pt x="349477" y="63135"/>
                </a:cubicBezTo>
                <a:cubicBezTo>
                  <a:pt x="345256" y="58745"/>
                  <a:pt x="343145" y="52421"/>
                  <a:pt x="343145" y="44163"/>
                </a:cubicBezTo>
                <a:moveTo>
                  <a:pt x="351664" y="44186"/>
                </a:moveTo>
                <a:cubicBezTo>
                  <a:pt x="351664" y="50441"/>
                  <a:pt x="353031" y="55125"/>
                  <a:pt x="355763" y="58237"/>
                </a:cubicBezTo>
                <a:cubicBezTo>
                  <a:pt x="358495" y="61349"/>
                  <a:pt x="361934" y="62905"/>
                  <a:pt x="366078" y="62905"/>
                </a:cubicBezTo>
                <a:cubicBezTo>
                  <a:pt x="370192" y="62905"/>
                  <a:pt x="373615" y="61341"/>
                  <a:pt x="376348" y="58214"/>
                </a:cubicBezTo>
                <a:cubicBezTo>
                  <a:pt x="379080" y="55086"/>
                  <a:pt x="380446" y="50318"/>
                  <a:pt x="380446" y="43909"/>
                </a:cubicBezTo>
                <a:cubicBezTo>
                  <a:pt x="380446" y="37869"/>
                  <a:pt x="379072" y="33293"/>
                  <a:pt x="376325" y="30180"/>
                </a:cubicBezTo>
                <a:cubicBezTo>
                  <a:pt x="373577" y="27068"/>
                  <a:pt x="370161" y="25512"/>
                  <a:pt x="366078" y="25512"/>
                </a:cubicBezTo>
                <a:cubicBezTo>
                  <a:pt x="361934" y="25512"/>
                  <a:pt x="358495" y="27061"/>
                  <a:pt x="355763" y="30157"/>
                </a:cubicBezTo>
                <a:cubicBezTo>
                  <a:pt x="353031" y="33254"/>
                  <a:pt x="351664" y="37930"/>
                  <a:pt x="351664" y="44186"/>
                </a:cubicBezTo>
                <a:close/>
                <a:moveTo>
                  <a:pt x="398366" y="87404"/>
                </a:moveTo>
                <a:lnTo>
                  <a:pt x="398366" y="19710"/>
                </a:lnTo>
                <a:lnTo>
                  <a:pt x="405918" y="19710"/>
                </a:lnTo>
                <a:lnTo>
                  <a:pt x="405918" y="26109"/>
                </a:lnTo>
                <a:cubicBezTo>
                  <a:pt x="407699" y="23607"/>
                  <a:pt x="409710" y="21731"/>
                  <a:pt x="411951" y="20481"/>
                </a:cubicBezTo>
                <a:cubicBezTo>
                  <a:pt x="414192" y="19230"/>
                  <a:pt x="416909" y="18604"/>
                  <a:pt x="420102" y="18604"/>
                </a:cubicBezTo>
                <a:cubicBezTo>
                  <a:pt x="424277" y="18604"/>
                  <a:pt x="427961" y="19679"/>
                  <a:pt x="431154" y="21828"/>
                </a:cubicBezTo>
                <a:cubicBezTo>
                  <a:pt x="434347" y="23977"/>
                  <a:pt x="436757" y="27009"/>
                  <a:pt x="438384" y="30923"/>
                </a:cubicBezTo>
                <a:cubicBezTo>
                  <a:pt x="440011" y="34837"/>
                  <a:pt x="440825" y="39128"/>
                  <a:pt x="440825" y="43794"/>
                </a:cubicBezTo>
                <a:cubicBezTo>
                  <a:pt x="440825" y="48798"/>
                  <a:pt x="439927" y="53304"/>
                  <a:pt x="438131" y="57310"/>
                </a:cubicBezTo>
                <a:cubicBezTo>
                  <a:pt x="436335" y="61316"/>
                  <a:pt x="433725" y="64387"/>
                  <a:pt x="430302" y="66520"/>
                </a:cubicBezTo>
                <a:cubicBezTo>
                  <a:pt x="426879" y="68654"/>
                  <a:pt x="423279" y="69721"/>
                  <a:pt x="419503" y="69721"/>
                </a:cubicBezTo>
                <a:cubicBezTo>
                  <a:pt x="416740" y="69721"/>
                  <a:pt x="414261" y="69137"/>
                  <a:pt x="412066" y="67971"/>
                </a:cubicBezTo>
                <a:cubicBezTo>
                  <a:pt x="409871" y="66804"/>
                  <a:pt x="408067" y="65331"/>
                  <a:pt x="406655" y="63550"/>
                </a:cubicBezTo>
                <a:lnTo>
                  <a:pt x="406655" y="87404"/>
                </a:lnTo>
                <a:lnTo>
                  <a:pt x="398366" y="87404"/>
                </a:lnTo>
                <a:moveTo>
                  <a:pt x="405872" y="44462"/>
                </a:moveTo>
                <a:cubicBezTo>
                  <a:pt x="405872" y="50748"/>
                  <a:pt x="407146" y="55393"/>
                  <a:pt x="409694" y="58398"/>
                </a:cubicBezTo>
                <a:cubicBezTo>
                  <a:pt x="412242" y="61403"/>
                  <a:pt x="415328" y="62905"/>
                  <a:pt x="418950" y="62905"/>
                </a:cubicBezTo>
                <a:cubicBezTo>
                  <a:pt x="422635" y="62905"/>
                  <a:pt x="425789" y="61349"/>
                  <a:pt x="428414" y="58237"/>
                </a:cubicBezTo>
                <a:cubicBezTo>
                  <a:pt x="431039" y="55125"/>
                  <a:pt x="432351" y="50303"/>
                  <a:pt x="432351" y="43771"/>
                </a:cubicBezTo>
                <a:cubicBezTo>
                  <a:pt x="432351" y="37547"/>
                  <a:pt x="431069" y="32886"/>
                  <a:pt x="428506" y="29789"/>
                </a:cubicBezTo>
                <a:cubicBezTo>
                  <a:pt x="425943" y="26692"/>
                  <a:pt x="422880" y="25144"/>
                  <a:pt x="419319" y="25144"/>
                </a:cubicBezTo>
                <a:cubicBezTo>
                  <a:pt x="415788" y="25144"/>
                  <a:pt x="412665" y="26792"/>
                  <a:pt x="409948" y="30088"/>
                </a:cubicBezTo>
                <a:cubicBezTo>
                  <a:pt x="407231" y="33385"/>
                  <a:pt x="405872" y="38176"/>
                  <a:pt x="405872" y="44462"/>
                </a:cubicBezTo>
                <a:close/>
                <a:moveTo>
                  <a:pt x="483980" y="52774"/>
                </a:moveTo>
                <a:lnTo>
                  <a:pt x="492545" y="53879"/>
                </a:lnTo>
                <a:cubicBezTo>
                  <a:pt x="491195" y="58898"/>
                  <a:pt x="488693" y="62793"/>
                  <a:pt x="485039" y="65565"/>
                </a:cubicBezTo>
                <a:cubicBezTo>
                  <a:pt x="481386" y="68335"/>
                  <a:pt x="476719" y="69721"/>
                  <a:pt x="471040" y="69721"/>
                </a:cubicBezTo>
                <a:cubicBezTo>
                  <a:pt x="463887" y="69721"/>
                  <a:pt x="458215" y="67518"/>
                  <a:pt x="454024" y="63112"/>
                </a:cubicBezTo>
                <a:cubicBezTo>
                  <a:pt x="449833" y="58707"/>
                  <a:pt x="447738" y="52528"/>
                  <a:pt x="447738" y="44577"/>
                </a:cubicBezTo>
                <a:cubicBezTo>
                  <a:pt x="447738" y="36349"/>
                  <a:pt x="449856" y="29964"/>
                  <a:pt x="454093" y="25420"/>
                </a:cubicBezTo>
                <a:cubicBezTo>
                  <a:pt x="458330" y="20876"/>
                  <a:pt x="463825" y="18604"/>
                  <a:pt x="470579" y="18604"/>
                </a:cubicBezTo>
                <a:cubicBezTo>
                  <a:pt x="477118" y="18604"/>
                  <a:pt x="482460" y="20827"/>
                  <a:pt x="486605" y="25272"/>
                </a:cubicBezTo>
                <a:cubicBezTo>
                  <a:pt x="490749" y="29716"/>
                  <a:pt x="492822" y="35968"/>
                  <a:pt x="492822" y="44029"/>
                </a:cubicBezTo>
                <a:cubicBezTo>
                  <a:pt x="492822" y="44519"/>
                  <a:pt x="492806" y="45254"/>
                  <a:pt x="492776" y="46235"/>
                </a:cubicBezTo>
                <a:lnTo>
                  <a:pt x="456304" y="46235"/>
                </a:lnTo>
                <a:cubicBezTo>
                  <a:pt x="456611" y="51623"/>
                  <a:pt x="458130" y="55748"/>
                  <a:pt x="460863" y="58611"/>
                </a:cubicBezTo>
                <a:cubicBezTo>
                  <a:pt x="463595" y="61474"/>
                  <a:pt x="467003" y="62905"/>
                  <a:pt x="471086" y="62905"/>
                </a:cubicBezTo>
                <a:cubicBezTo>
                  <a:pt x="474125" y="62905"/>
                  <a:pt x="476719" y="62100"/>
                  <a:pt x="478868" y="60489"/>
                </a:cubicBezTo>
                <a:cubicBezTo>
                  <a:pt x="481017" y="58877"/>
                  <a:pt x="482721" y="56306"/>
                  <a:pt x="483980" y="52774"/>
                </a:cubicBezTo>
                <a:moveTo>
                  <a:pt x="456764" y="39419"/>
                </a:moveTo>
                <a:lnTo>
                  <a:pt x="484072" y="39419"/>
                </a:lnTo>
                <a:cubicBezTo>
                  <a:pt x="483704" y="35319"/>
                  <a:pt x="482660" y="32244"/>
                  <a:pt x="480941" y="30193"/>
                </a:cubicBezTo>
                <a:cubicBezTo>
                  <a:pt x="478300" y="27011"/>
                  <a:pt x="474877" y="25420"/>
                  <a:pt x="470671" y="25420"/>
                </a:cubicBezTo>
                <a:cubicBezTo>
                  <a:pt x="466865" y="25420"/>
                  <a:pt x="463664" y="26690"/>
                  <a:pt x="461070" y="29231"/>
                </a:cubicBezTo>
                <a:cubicBezTo>
                  <a:pt x="458476" y="31770"/>
                  <a:pt x="457040" y="35166"/>
                  <a:pt x="456764" y="39419"/>
                </a:cubicBezTo>
                <a:close/>
                <a:moveTo>
                  <a:pt x="502544" y="68616"/>
                </a:moveTo>
                <a:lnTo>
                  <a:pt x="502544" y="19710"/>
                </a:lnTo>
                <a:lnTo>
                  <a:pt x="510004" y="19710"/>
                </a:lnTo>
                <a:lnTo>
                  <a:pt x="510004" y="27124"/>
                </a:lnTo>
                <a:cubicBezTo>
                  <a:pt x="511908" y="23655"/>
                  <a:pt x="513665" y="21368"/>
                  <a:pt x="515277" y="20262"/>
                </a:cubicBezTo>
                <a:cubicBezTo>
                  <a:pt x="516889" y="19157"/>
                  <a:pt x="518662" y="18604"/>
                  <a:pt x="520596" y="18604"/>
                </a:cubicBezTo>
                <a:cubicBezTo>
                  <a:pt x="523390" y="18604"/>
                  <a:pt x="526229" y="19495"/>
                  <a:pt x="529115" y="21275"/>
                </a:cubicBezTo>
                <a:lnTo>
                  <a:pt x="526260" y="28960"/>
                </a:lnTo>
                <a:cubicBezTo>
                  <a:pt x="524234" y="27767"/>
                  <a:pt x="522208" y="27170"/>
                  <a:pt x="520181" y="27170"/>
                </a:cubicBezTo>
                <a:cubicBezTo>
                  <a:pt x="518370" y="27170"/>
                  <a:pt x="516743" y="27715"/>
                  <a:pt x="515300" y="28805"/>
                </a:cubicBezTo>
                <a:cubicBezTo>
                  <a:pt x="513857" y="29895"/>
                  <a:pt x="512829" y="31407"/>
                  <a:pt x="512215" y="33341"/>
                </a:cubicBezTo>
                <a:cubicBezTo>
                  <a:pt x="511294" y="36288"/>
                  <a:pt x="510833" y="39511"/>
                  <a:pt x="510833" y="43011"/>
                </a:cubicBezTo>
                <a:lnTo>
                  <a:pt x="510833" y="68616"/>
                </a:lnTo>
                <a:lnTo>
                  <a:pt x="502544" y="68616"/>
                </a:lnTo>
                <a:close/>
                <a:moveTo>
                  <a:pt x="551781" y="61201"/>
                </a:moveTo>
                <a:lnTo>
                  <a:pt x="552978" y="68523"/>
                </a:lnTo>
                <a:cubicBezTo>
                  <a:pt x="550645" y="69015"/>
                  <a:pt x="548557" y="69260"/>
                  <a:pt x="546715" y="69260"/>
                </a:cubicBezTo>
                <a:cubicBezTo>
                  <a:pt x="543706" y="69260"/>
                  <a:pt x="541373" y="68784"/>
                  <a:pt x="539715" y="67833"/>
                </a:cubicBezTo>
                <a:cubicBezTo>
                  <a:pt x="538058" y="66881"/>
                  <a:pt x="536891" y="65630"/>
                  <a:pt x="536216" y="64080"/>
                </a:cubicBezTo>
                <a:cubicBezTo>
                  <a:pt x="535540" y="62529"/>
                  <a:pt x="535202" y="59267"/>
                  <a:pt x="535202" y="54294"/>
                </a:cubicBezTo>
                <a:lnTo>
                  <a:pt x="535202" y="26157"/>
                </a:lnTo>
                <a:lnTo>
                  <a:pt x="529124" y="26157"/>
                </a:lnTo>
                <a:lnTo>
                  <a:pt x="529124" y="19710"/>
                </a:lnTo>
                <a:lnTo>
                  <a:pt x="535202" y="19710"/>
                </a:lnTo>
                <a:lnTo>
                  <a:pt x="535202" y="7598"/>
                </a:lnTo>
                <a:lnTo>
                  <a:pt x="543445" y="2625"/>
                </a:lnTo>
                <a:lnTo>
                  <a:pt x="543445" y="19710"/>
                </a:lnTo>
                <a:lnTo>
                  <a:pt x="551781" y="19710"/>
                </a:lnTo>
                <a:lnTo>
                  <a:pt x="551781" y="26157"/>
                </a:lnTo>
                <a:lnTo>
                  <a:pt x="543445" y="26157"/>
                </a:lnTo>
                <a:lnTo>
                  <a:pt x="543445" y="54754"/>
                </a:lnTo>
                <a:cubicBezTo>
                  <a:pt x="543445" y="57118"/>
                  <a:pt x="543591" y="58638"/>
                  <a:pt x="543883" y="59313"/>
                </a:cubicBezTo>
                <a:cubicBezTo>
                  <a:pt x="544175" y="59989"/>
                  <a:pt x="544650" y="60526"/>
                  <a:pt x="545311" y="60925"/>
                </a:cubicBezTo>
                <a:cubicBezTo>
                  <a:pt x="545971" y="61324"/>
                  <a:pt x="546915" y="61524"/>
                  <a:pt x="548143" y="61524"/>
                </a:cubicBezTo>
                <a:cubicBezTo>
                  <a:pt x="549064" y="61524"/>
                  <a:pt x="550276" y="61416"/>
                  <a:pt x="551781" y="61201"/>
                </a:cubicBezTo>
                <a:close/>
                <a:moveTo>
                  <a:pt x="559089" y="87502"/>
                </a:moveTo>
                <a:lnTo>
                  <a:pt x="558168" y="79760"/>
                </a:lnTo>
                <a:cubicBezTo>
                  <a:pt x="559980" y="80251"/>
                  <a:pt x="561561" y="80497"/>
                  <a:pt x="562911" y="80497"/>
                </a:cubicBezTo>
                <a:cubicBezTo>
                  <a:pt x="564753" y="80497"/>
                  <a:pt x="566227" y="80189"/>
                  <a:pt x="567332" y="79574"/>
                </a:cubicBezTo>
                <a:cubicBezTo>
                  <a:pt x="568438" y="78959"/>
                  <a:pt x="569343" y="78098"/>
                  <a:pt x="570049" y="76991"/>
                </a:cubicBezTo>
                <a:cubicBezTo>
                  <a:pt x="570571" y="76161"/>
                  <a:pt x="571415" y="74101"/>
                  <a:pt x="572582" y="70812"/>
                </a:cubicBezTo>
                <a:cubicBezTo>
                  <a:pt x="572736" y="70350"/>
                  <a:pt x="572981" y="69674"/>
                  <a:pt x="573319" y="68782"/>
                </a:cubicBezTo>
                <a:lnTo>
                  <a:pt x="554760" y="19710"/>
                </a:lnTo>
                <a:lnTo>
                  <a:pt x="563694" y="19710"/>
                </a:lnTo>
                <a:lnTo>
                  <a:pt x="573872" y="48039"/>
                </a:lnTo>
                <a:cubicBezTo>
                  <a:pt x="575192" y="51632"/>
                  <a:pt x="576374" y="55410"/>
                  <a:pt x="577417" y="59371"/>
                </a:cubicBezTo>
                <a:cubicBezTo>
                  <a:pt x="578369" y="55555"/>
                  <a:pt x="579505" y="51837"/>
                  <a:pt x="580825" y="48217"/>
                </a:cubicBezTo>
                <a:lnTo>
                  <a:pt x="591279" y="19710"/>
                </a:lnTo>
                <a:lnTo>
                  <a:pt x="599568" y="19710"/>
                </a:lnTo>
                <a:lnTo>
                  <a:pt x="580963" y="69439"/>
                </a:lnTo>
                <a:cubicBezTo>
                  <a:pt x="578968" y="74826"/>
                  <a:pt x="577417" y="78535"/>
                  <a:pt x="576312" y="80567"/>
                </a:cubicBezTo>
                <a:cubicBezTo>
                  <a:pt x="574839" y="83307"/>
                  <a:pt x="573150" y="85316"/>
                  <a:pt x="571247" y="86593"/>
                </a:cubicBezTo>
                <a:cubicBezTo>
                  <a:pt x="569343" y="87870"/>
                  <a:pt x="567071" y="88509"/>
                  <a:pt x="564431" y="88509"/>
                </a:cubicBezTo>
                <a:cubicBezTo>
                  <a:pt x="562835" y="88509"/>
                  <a:pt x="561054" y="88174"/>
                  <a:pt x="559089" y="87502"/>
                </a:cubicBezTo>
                <a:close/>
              </a:path>
            </a:pathLst>
          </a:custGeom>
          <a:solidFill xmlns:a="http://schemas.openxmlformats.org/drawingml/2006/main">
            <a:srgbClr val="6E54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C8721-E742-43B1-8E18-A7F89368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809" y="715468"/>
            <a:ext cx="1161265" cy="766210"/>
          </a:xfrm>
          <a:custGeom xmlns:a="http://schemas.openxmlformats.org/drawingml/2006/main">
            <a:pathLst>
              <a:path w="1161265" h="766210">
                <a:moveTo>
                  <a:pt x="0" y="57641"/>
                </a:moveTo>
                <a:cubicBezTo>
                  <a:pt x="469" y="26208"/>
                  <a:pt x="26442" y="234"/>
                  <a:pt x="59047" y="0"/>
                </a:cubicBezTo>
                <a:lnTo>
                  <a:pt x="1102218" y="0"/>
                </a:lnTo>
                <a:cubicBezTo>
                  <a:pt x="1134940" y="234"/>
                  <a:pt x="1160914" y="26208"/>
                  <a:pt x="1161265" y="57641"/>
                </a:cubicBezTo>
                <a:lnTo>
                  <a:pt x="1161265" y="707163"/>
                </a:lnTo>
                <a:cubicBezTo>
                  <a:pt x="1160914" y="739885"/>
                  <a:pt x="1134940" y="765859"/>
                  <a:pt x="1102218" y="766210"/>
                </a:cubicBezTo>
                <a:lnTo>
                  <a:pt x="59047" y="766210"/>
                </a:lnTo>
                <a:cubicBezTo>
                  <a:pt x="26442" y="765859"/>
                  <a:pt x="469" y="739885"/>
                  <a:pt x="0" y="707163"/>
                </a:cubicBezTo>
                <a:lnTo>
                  <a:pt x="0" y="5764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4C991-E7DA-40D8-AB19-086DBD13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420" y="709844"/>
            <a:ext cx="1172161" cy="777340"/>
          </a:xfrm>
          <a:custGeom xmlns:a="http://schemas.openxmlformats.org/drawingml/2006/main">
            <a:pathLst>
              <a:path w="1172161" h="777340">
                <a:moveTo>
                  <a:pt x="1300" y="726330"/>
                </a:moveTo>
                <a:lnTo>
                  <a:pt x="2015" y="729423"/>
                </a:lnTo>
                <a:lnTo>
                  <a:pt x="2894" y="732516"/>
                </a:lnTo>
                <a:lnTo>
                  <a:pt x="5014" y="738327"/>
                </a:lnTo>
                <a:lnTo>
                  <a:pt x="7709" y="743915"/>
                </a:lnTo>
                <a:lnTo>
                  <a:pt x="10907" y="749175"/>
                </a:lnTo>
                <a:lnTo>
                  <a:pt x="14586" y="754096"/>
                </a:lnTo>
                <a:lnTo>
                  <a:pt x="18710" y="758630"/>
                </a:lnTo>
                <a:lnTo>
                  <a:pt x="23244" y="762754"/>
                </a:lnTo>
                <a:lnTo>
                  <a:pt x="28153" y="766433"/>
                </a:lnTo>
                <a:lnTo>
                  <a:pt x="33425" y="769631"/>
                </a:lnTo>
                <a:lnTo>
                  <a:pt x="39013" y="772326"/>
                </a:lnTo>
                <a:lnTo>
                  <a:pt x="44824" y="774446"/>
                </a:lnTo>
                <a:lnTo>
                  <a:pt x="47917" y="775325"/>
                </a:lnTo>
                <a:lnTo>
                  <a:pt x="51010" y="776040"/>
                </a:lnTo>
                <a:lnTo>
                  <a:pt x="54162" y="776602"/>
                </a:lnTo>
                <a:lnTo>
                  <a:pt x="57360" y="777012"/>
                </a:lnTo>
                <a:lnTo>
                  <a:pt x="60606" y="777258"/>
                </a:lnTo>
                <a:lnTo>
                  <a:pt x="63816" y="777340"/>
                </a:lnTo>
                <a:lnTo>
                  <a:pt x="1108345" y="777340"/>
                </a:lnTo>
                <a:lnTo>
                  <a:pt x="1111555" y="777258"/>
                </a:lnTo>
                <a:lnTo>
                  <a:pt x="1114800" y="777012"/>
                </a:lnTo>
                <a:lnTo>
                  <a:pt x="1117999" y="776602"/>
                </a:lnTo>
                <a:lnTo>
                  <a:pt x="1121150" y="776040"/>
                </a:lnTo>
                <a:lnTo>
                  <a:pt x="1124232" y="775325"/>
                </a:lnTo>
                <a:lnTo>
                  <a:pt x="1127336" y="774446"/>
                </a:lnTo>
                <a:lnTo>
                  <a:pt x="1133147" y="772326"/>
                </a:lnTo>
                <a:lnTo>
                  <a:pt x="1138736" y="769631"/>
                </a:lnTo>
                <a:lnTo>
                  <a:pt x="1143996" y="766433"/>
                </a:lnTo>
                <a:lnTo>
                  <a:pt x="1148917" y="762754"/>
                </a:lnTo>
                <a:lnTo>
                  <a:pt x="1153451" y="758630"/>
                </a:lnTo>
                <a:lnTo>
                  <a:pt x="1157575" y="754096"/>
                </a:lnTo>
                <a:lnTo>
                  <a:pt x="1161253" y="749175"/>
                </a:lnTo>
                <a:lnTo>
                  <a:pt x="1164452" y="743915"/>
                </a:lnTo>
                <a:lnTo>
                  <a:pt x="1167146" y="738327"/>
                </a:lnTo>
                <a:lnTo>
                  <a:pt x="1169267" y="732516"/>
                </a:lnTo>
                <a:lnTo>
                  <a:pt x="1170146" y="729423"/>
                </a:lnTo>
                <a:lnTo>
                  <a:pt x="1170860" y="726330"/>
                </a:lnTo>
                <a:lnTo>
                  <a:pt x="1171423" y="723178"/>
                </a:lnTo>
                <a:lnTo>
                  <a:pt x="1171833" y="719980"/>
                </a:lnTo>
                <a:lnTo>
                  <a:pt x="1172079" y="716734"/>
                </a:lnTo>
                <a:lnTo>
                  <a:pt x="1172161" y="713524"/>
                </a:lnTo>
                <a:lnTo>
                  <a:pt x="1172161" y="63816"/>
                </a:lnTo>
                <a:lnTo>
                  <a:pt x="1172079" y="60606"/>
                </a:lnTo>
                <a:lnTo>
                  <a:pt x="1171833" y="57360"/>
                </a:lnTo>
                <a:lnTo>
                  <a:pt x="1171423" y="54162"/>
                </a:lnTo>
                <a:lnTo>
                  <a:pt x="1170860" y="51010"/>
                </a:lnTo>
                <a:lnTo>
                  <a:pt x="1170146" y="47917"/>
                </a:lnTo>
                <a:lnTo>
                  <a:pt x="1169267" y="44824"/>
                </a:lnTo>
                <a:lnTo>
                  <a:pt x="1167146" y="39013"/>
                </a:lnTo>
                <a:lnTo>
                  <a:pt x="1164452" y="33425"/>
                </a:lnTo>
                <a:lnTo>
                  <a:pt x="1161253" y="28165"/>
                </a:lnTo>
                <a:lnTo>
                  <a:pt x="1157575" y="23244"/>
                </a:lnTo>
                <a:lnTo>
                  <a:pt x="1153451" y="18710"/>
                </a:lnTo>
                <a:lnTo>
                  <a:pt x="1148917" y="14586"/>
                </a:lnTo>
                <a:lnTo>
                  <a:pt x="1143996" y="10907"/>
                </a:lnTo>
                <a:lnTo>
                  <a:pt x="1138736" y="7709"/>
                </a:lnTo>
                <a:lnTo>
                  <a:pt x="1133147" y="5014"/>
                </a:lnTo>
                <a:lnTo>
                  <a:pt x="1127336" y="2894"/>
                </a:lnTo>
                <a:lnTo>
                  <a:pt x="1124232" y="2015"/>
                </a:lnTo>
                <a:lnTo>
                  <a:pt x="1121150" y="1300"/>
                </a:lnTo>
                <a:lnTo>
                  <a:pt x="1117999" y="738"/>
                </a:lnTo>
                <a:lnTo>
                  <a:pt x="1114800" y="328"/>
                </a:lnTo>
                <a:lnTo>
                  <a:pt x="1111555" y="82"/>
                </a:lnTo>
                <a:lnTo>
                  <a:pt x="1108345" y="0"/>
                </a:lnTo>
                <a:lnTo>
                  <a:pt x="63816" y="0"/>
                </a:lnTo>
                <a:lnTo>
                  <a:pt x="60606" y="82"/>
                </a:lnTo>
                <a:lnTo>
                  <a:pt x="57360" y="328"/>
                </a:lnTo>
                <a:lnTo>
                  <a:pt x="54162" y="738"/>
                </a:lnTo>
                <a:lnTo>
                  <a:pt x="51010" y="1300"/>
                </a:lnTo>
                <a:lnTo>
                  <a:pt x="47917" y="2015"/>
                </a:lnTo>
                <a:lnTo>
                  <a:pt x="44824" y="2894"/>
                </a:lnTo>
                <a:lnTo>
                  <a:pt x="39013" y="5014"/>
                </a:lnTo>
                <a:lnTo>
                  <a:pt x="33425" y="7709"/>
                </a:lnTo>
                <a:lnTo>
                  <a:pt x="28153" y="10907"/>
                </a:lnTo>
                <a:lnTo>
                  <a:pt x="23244" y="14586"/>
                </a:lnTo>
                <a:lnTo>
                  <a:pt x="18710" y="18710"/>
                </a:lnTo>
                <a:lnTo>
                  <a:pt x="14586" y="23244"/>
                </a:lnTo>
                <a:lnTo>
                  <a:pt x="10907" y="28165"/>
                </a:lnTo>
                <a:lnTo>
                  <a:pt x="7709" y="33425"/>
                </a:lnTo>
                <a:lnTo>
                  <a:pt x="5014" y="39013"/>
                </a:lnTo>
                <a:lnTo>
                  <a:pt x="2894" y="44824"/>
                </a:lnTo>
                <a:lnTo>
                  <a:pt x="2015" y="47917"/>
                </a:lnTo>
                <a:lnTo>
                  <a:pt x="1300" y="51010"/>
                </a:lnTo>
                <a:lnTo>
                  <a:pt x="738" y="54162"/>
                </a:lnTo>
                <a:lnTo>
                  <a:pt x="328" y="57360"/>
                </a:lnTo>
                <a:lnTo>
                  <a:pt x="82" y="60606"/>
                </a:lnTo>
                <a:lnTo>
                  <a:pt x="0" y="63816"/>
                </a:lnTo>
                <a:lnTo>
                  <a:pt x="0" y="713524"/>
                </a:lnTo>
                <a:lnTo>
                  <a:pt x="82" y="716734"/>
                </a:lnTo>
                <a:lnTo>
                  <a:pt x="328" y="719980"/>
                </a:lnTo>
                <a:lnTo>
                  <a:pt x="738" y="723178"/>
                </a:lnTo>
                <a:lnTo>
                  <a:pt x="1300" y="726330"/>
                </a:lnTo>
                <a:close/>
                <a:moveTo>
                  <a:pt x="13350" y="50885"/>
                </a:moveTo>
                <a:lnTo>
                  <a:pt x="14071" y="48355"/>
                </a:lnTo>
                <a:lnTo>
                  <a:pt x="15822" y="43584"/>
                </a:lnTo>
                <a:lnTo>
                  <a:pt x="17999" y="39053"/>
                </a:lnTo>
                <a:lnTo>
                  <a:pt x="20626" y="34721"/>
                </a:lnTo>
                <a:lnTo>
                  <a:pt x="23597" y="30749"/>
                </a:lnTo>
                <a:lnTo>
                  <a:pt x="27003" y="27003"/>
                </a:lnTo>
                <a:lnTo>
                  <a:pt x="30749" y="23597"/>
                </a:lnTo>
                <a:lnTo>
                  <a:pt x="34721" y="20626"/>
                </a:lnTo>
                <a:lnTo>
                  <a:pt x="39053" y="17999"/>
                </a:lnTo>
                <a:lnTo>
                  <a:pt x="43584" y="15822"/>
                </a:lnTo>
                <a:lnTo>
                  <a:pt x="48355" y="14071"/>
                </a:lnTo>
                <a:lnTo>
                  <a:pt x="50930" y="13337"/>
                </a:lnTo>
                <a:lnTo>
                  <a:pt x="53346" y="12783"/>
                </a:lnTo>
                <a:lnTo>
                  <a:pt x="55863" y="12328"/>
                </a:lnTo>
                <a:lnTo>
                  <a:pt x="58657" y="11977"/>
                </a:lnTo>
                <a:lnTo>
                  <a:pt x="61251" y="11781"/>
                </a:lnTo>
                <a:lnTo>
                  <a:pt x="64027" y="11716"/>
                </a:lnTo>
                <a:lnTo>
                  <a:pt x="1108122" y="11716"/>
                </a:lnTo>
                <a:lnTo>
                  <a:pt x="1110910" y="11781"/>
                </a:lnTo>
                <a:lnTo>
                  <a:pt x="1113474" y="11975"/>
                </a:lnTo>
                <a:lnTo>
                  <a:pt x="1116263" y="12323"/>
                </a:lnTo>
                <a:lnTo>
                  <a:pt x="1118813" y="12783"/>
                </a:lnTo>
                <a:lnTo>
                  <a:pt x="1121275" y="13350"/>
                </a:lnTo>
                <a:lnTo>
                  <a:pt x="1123806" y="14071"/>
                </a:lnTo>
                <a:lnTo>
                  <a:pt x="1128577" y="15822"/>
                </a:lnTo>
                <a:lnTo>
                  <a:pt x="1133108" y="17999"/>
                </a:lnTo>
                <a:lnTo>
                  <a:pt x="1137440" y="20626"/>
                </a:lnTo>
                <a:lnTo>
                  <a:pt x="1141412" y="23597"/>
                </a:lnTo>
                <a:lnTo>
                  <a:pt x="1145158" y="27003"/>
                </a:lnTo>
                <a:lnTo>
                  <a:pt x="1148564" y="30749"/>
                </a:lnTo>
                <a:lnTo>
                  <a:pt x="1151535" y="34721"/>
                </a:lnTo>
                <a:lnTo>
                  <a:pt x="1154162" y="39053"/>
                </a:lnTo>
                <a:lnTo>
                  <a:pt x="1156338" y="43584"/>
                </a:lnTo>
                <a:lnTo>
                  <a:pt x="1158090" y="48355"/>
                </a:lnTo>
                <a:lnTo>
                  <a:pt x="1158811" y="50885"/>
                </a:lnTo>
                <a:lnTo>
                  <a:pt x="1159378" y="53350"/>
                </a:lnTo>
                <a:lnTo>
                  <a:pt x="1159833" y="55863"/>
                </a:lnTo>
                <a:lnTo>
                  <a:pt x="1160184" y="58657"/>
                </a:lnTo>
                <a:lnTo>
                  <a:pt x="1160379" y="61251"/>
                </a:lnTo>
                <a:lnTo>
                  <a:pt x="1160445" y="64038"/>
                </a:lnTo>
                <a:lnTo>
                  <a:pt x="1160445" y="713302"/>
                </a:lnTo>
                <a:lnTo>
                  <a:pt x="1160379" y="716089"/>
                </a:lnTo>
                <a:lnTo>
                  <a:pt x="1160186" y="718653"/>
                </a:lnTo>
                <a:lnTo>
                  <a:pt x="1159838" y="721442"/>
                </a:lnTo>
                <a:lnTo>
                  <a:pt x="1159378" y="723992"/>
                </a:lnTo>
                <a:lnTo>
                  <a:pt x="1158811" y="726455"/>
                </a:lnTo>
                <a:lnTo>
                  <a:pt x="1158090" y="728985"/>
                </a:lnTo>
                <a:lnTo>
                  <a:pt x="1156338" y="733756"/>
                </a:lnTo>
                <a:lnTo>
                  <a:pt x="1154162" y="738287"/>
                </a:lnTo>
                <a:lnTo>
                  <a:pt x="1151535" y="742619"/>
                </a:lnTo>
                <a:lnTo>
                  <a:pt x="1148564" y="746591"/>
                </a:lnTo>
                <a:lnTo>
                  <a:pt x="1145158" y="750337"/>
                </a:lnTo>
                <a:lnTo>
                  <a:pt x="1141412" y="753743"/>
                </a:lnTo>
                <a:lnTo>
                  <a:pt x="1137440" y="756714"/>
                </a:lnTo>
                <a:lnTo>
                  <a:pt x="1133108" y="759341"/>
                </a:lnTo>
                <a:lnTo>
                  <a:pt x="1128577" y="761518"/>
                </a:lnTo>
                <a:lnTo>
                  <a:pt x="1123806" y="763269"/>
                </a:lnTo>
                <a:lnTo>
                  <a:pt x="1121275" y="763990"/>
                </a:lnTo>
                <a:lnTo>
                  <a:pt x="1118813" y="764557"/>
                </a:lnTo>
                <a:lnTo>
                  <a:pt x="1116263" y="765017"/>
                </a:lnTo>
                <a:lnTo>
                  <a:pt x="1113474" y="765365"/>
                </a:lnTo>
                <a:lnTo>
                  <a:pt x="1110910" y="765559"/>
                </a:lnTo>
                <a:lnTo>
                  <a:pt x="1108122" y="765624"/>
                </a:lnTo>
                <a:lnTo>
                  <a:pt x="64027" y="765624"/>
                </a:lnTo>
                <a:lnTo>
                  <a:pt x="61251" y="765559"/>
                </a:lnTo>
                <a:lnTo>
                  <a:pt x="58657" y="765363"/>
                </a:lnTo>
                <a:lnTo>
                  <a:pt x="55863" y="765012"/>
                </a:lnTo>
                <a:lnTo>
                  <a:pt x="53346" y="764557"/>
                </a:lnTo>
                <a:lnTo>
                  <a:pt x="50930" y="764003"/>
                </a:lnTo>
                <a:lnTo>
                  <a:pt x="48355" y="763269"/>
                </a:lnTo>
                <a:lnTo>
                  <a:pt x="43584" y="761518"/>
                </a:lnTo>
                <a:lnTo>
                  <a:pt x="39053" y="759341"/>
                </a:lnTo>
                <a:lnTo>
                  <a:pt x="34721" y="756714"/>
                </a:lnTo>
                <a:lnTo>
                  <a:pt x="30749" y="753743"/>
                </a:lnTo>
                <a:lnTo>
                  <a:pt x="27003" y="750337"/>
                </a:lnTo>
                <a:lnTo>
                  <a:pt x="23597" y="746591"/>
                </a:lnTo>
                <a:lnTo>
                  <a:pt x="20626" y="742619"/>
                </a:lnTo>
                <a:lnTo>
                  <a:pt x="17999" y="738287"/>
                </a:lnTo>
                <a:lnTo>
                  <a:pt x="15822" y="733756"/>
                </a:lnTo>
                <a:lnTo>
                  <a:pt x="14071" y="728985"/>
                </a:lnTo>
                <a:lnTo>
                  <a:pt x="13350" y="726455"/>
                </a:lnTo>
                <a:lnTo>
                  <a:pt x="12783" y="723992"/>
                </a:lnTo>
                <a:lnTo>
                  <a:pt x="12323" y="721442"/>
                </a:lnTo>
                <a:lnTo>
                  <a:pt x="11975" y="718653"/>
                </a:lnTo>
                <a:lnTo>
                  <a:pt x="11781" y="716089"/>
                </a:lnTo>
                <a:lnTo>
                  <a:pt x="11716" y="713302"/>
                </a:lnTo>
                <a:lnTo>
                  <a:pt x="11716" y="64038"/>
                </a:lnTo>
                <a:lnTo>
                  <a:pt x="11781" y="61251"/>
                </a:lnTo>
                <a:lnTo>
                  <a:pt x="11977" y="58657"/>
                </a:lnTo>
                <a:lnTo>
                  <a:pt x="12328" y="55863"/>
                </a:lnTo>
                <a:lnTo>
                  <a:pt x="12783" y="53350"/>
                </a:lnTo>
                <a:lnTo>
                  <a:pt x="13350" y="5088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import">
            <a:extLst xmlns:a="http://schemas.openxmlformats.org/drawingml/2006/main">
              <a:ext uri="{FF2B5EF4-FFF2-40B4-BE49-F238E27FC236}">
                <a16:creationId xmlns:a16="http://schemas.microsoft.com/office/drawing/2014/main" id="{5F39BF8F-06DC-45AD-9130-5488B947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894" y="839170"/>
            <a:ext cx="253564" cy="86299"/>
          </a:xfrm>
          <a:custGeom xmlns:a="http://schemas.openxmlformats.org/drawingml/2006/main">
            <a:pathLst>
              <a:path w="253564" h="86299">
                <a:moveTo>
                  <a:pt x="0" y="9486"/>
                </a:moveTo>
                <a:lnTo>
                  <a:pt x="0" y="0"/>
                </a:lnTo>
                <a:lnTo>
                  <a:pt x="8289" y="0"/>
                </a:lnTo>
                <a:lnTo>
                  <a:pt x="8289" y="9486"/>
                </a:lnTo>
                <a:lnTo>
                  <a:pt x="0" y="9486"/>
                </a:lnTo>
                <a:moveTo>
                  <a:pt x="0" y="67510"/>
                </a:moveTo>
                <a:lnTo>
                  <a:pt x="0" y="18604"/>
                </a:lnTo>
                <a:lnTo>
                  <a:pt x="8289" y="18604"/>
                </a:lnTo>
                <a:lnTo>
                  <a:pt x="8289" y="67510"/>
                </a:lnTo>
                <a:lnTo>
                  <a:pt x="0" y="67510"/>
                </a:lnTo>
                <a:close/>
                <a:moveTo>
                  <a:pt x="21042" y="67510"/>
                </a:moveTo>
                <a:lnTo>
                  <a:pt x="21042" y="18604"/>
                </a:lnTo>
                <a:lnTo>
                  <a:pt x="28456" y="18604"/>
                </a:lnTo>
                <a:lnTo>
                  <a:pt x="28456" y="25466"/>
                </a:lnTo>
                <a:cubicBezTo>
                  <a:pt x="29991" y="23071"/>
                  <a:pt x="32033" y="21145"/>
                  <a:pt x="34581" y="19687"/>
                </a:cubicBezTo>
                <a:cubicBezTo>
                  <a:pt x="37129" y="18228"/>
                  <a:pt x="40031" y="17499"/>
                  <a:pt x="43285" y="17499"/>
                </a:cubicBezTo>
                <a:cubicBezTo>
                  <a:pt x="46907" y="17499"/>
                  <a:pt x="49878" y="18251"/>
                  <a:pt x="52196" y="19756"/>
                </a:cubicBezTo>
                <a:cubicBezTo>
                  <a:pt x="54513" y="21260"/>
                  <a:pt x="56148" y="23363"/>
                  <a:pt x="57100" y="26065"/>
                </a:cubicBezTo>
                <a:cubicBezTo>
                  <a:pt x="60968" y="20354"/>
                  <a:pt x="66003" y="17499"/>
                  <a:pt x="72205" y="17499"/>
                </a:cubicBezTo>
                <a:cubicBezTo>
                  <a:pt x="77055" y="17499"/>
                  <a:pt x="80785" y="18842"/>
                  <a:pt x="83395" y="21529"/>
                </a:cubicBezTo>
                <a:cubicBezTo>
                  <a:pt x="86004" y="24215"/>
                  <a:pt x="87309" y="28352"/>
                  <a:pt x="87309" y="33939"/>
                </a:cubicBezTo>
                <a:lnTo>
                  <a:pt x="87309" y="67510"/>
                </a:lnTo>
                <a:lnTo>
                  <a:pt x="79066" y="67510"/>
                </a:lnTo>
                <a:lnTo>
                  <a:pt x="79066" y="36702"/>
                </a:lnTo>
                <a:cubicBezTo>
                  <a:pt x="79066" y="33387"/>
                  <a:pt x="78798" y="31000"/>
                  <a:pt x="78260" y="29542"/>
                </a:cubicBezTo>
                <a:cubicBezTo>
                  <a:pt x="77723" y="28083"/>
                  <a:pt x="76748" y="26909"/>
                  <a:pt x="75336" y="26019"/>
                </a:cubicBezTo>
                <a:cubicBezTo>
                  <a:pt x="73924" y="25128"/>
                  <a:pt x="72266" y="24683"/>
                  <a:pt x="70363" y="24683"/>
                </a:cubicBezTo>
                <a:cubicBezTo>
                  <a:pt x="66924" y="24683"/>
                  <a:pt x="64069" y="25827"/>
                  <a:pt x="61797" y="28114"/>
                </a:cubicBezTo>
                <a:cubicBezTo>
                  <a:pt x="59525" y="30401"/>
                  <a:pt x="58389" y="34062"/>
                  <a:pt x="58389" y="39097"/>
                </a:cubicBezTo>
                <a:lnTo>
                  <a:pt x="58389" y="67510"/>
                </a:lnTo>
                <a:lnTo>
                  <a:pt x="50100" y="67510"/>
                </a:lnTo>
                <a:lnTo>
                  <a:pt x="50100" y="35735"/>
                </a:lnTo>
                <a:cubicBezTo>
                  <a:pt x="50100" y="32051"/>
                  <a:pt x="49425" y="29288"/>
                  <a:pt x="48074" y="27446"/>
                </a:cubicBezTo>
                <a:cubicBezTo>
                  <a:pt x="46723" y="25604"/>
                  <a:pt x="44513" y="24683"/>
                  <a:pt x="41443" y="24683"/>
                </a:cubicBezTo>
                <a:cubicBezTo>
                  <a:pt x="39110" y="24683"/>
                  <a:pt x="36953" y="25297"/>
                  <a:pt x="34973" y="26525"/>
                </a:cubicBezTo>
                <a:cubicBezTo>
                  <a:pt x="32992" y="27753"/>
                  <a:pt x="31557" y="29549"/>
                  <a:pt x="30667" y="31913"/>
                </a:cubicBezTo>
                <a:cubicBezTo>
                  <a:pt x="29777" y="34277"/>
                  <a:pt x="29331" y="37685"/>
                  <a:pt x="29331" y="42136"/>
                </a:cubicBezTo>
                <a:lnTo>
                  <a:pt x="29331" y="67510"/>
                </a:lnTo>
                <a:lnTo>
                  <a:pt x="21042" y="67510"/>
                </a:lnTo>
                <a:close/>
                <a:moveTo>
                  <a:pt x="98952" y="86299"/>
                </a:moveTo>
                <a:lnTo>
                  <a:pt x="98952" y="18604"/>
                </a:lnTo>
                <a:lnTo>
                  <a:pt x="106504" y="18604"/>
                </a:lnTo>
                <a:lnTo>
                  <a:pt x="106504" y="25004"/>
                </a:lnTo>
                <a:cubicBezTo>
                  <a:pt x="108285" y="22502"/>
                  <a:pt x="110296" y="20626"/>
                  <a:pt x="112537" y="19376"/>
                </a:cubicBezTo>
                <a:cubicBezTo>
                  <a:pt x="114778" y="18125"/>
                  <a:pt x="117495" y="17499"/>
                  <a:pt x="120688" y="17499"/>
                </a:cubicBezTo>
                <a:cubicBezTo>
                  <a:pt x="124863" y="17499"/>
                  <a:pt x="128547" y="18574"/>
                  <a:pt x="131740" y="20723"/>
                </a:cubicBezTo>
                <a:cubicBezTo>
                  <a:pt x="134933" y="22872"/>
                  <a:pt x="137343" y="25904"/>
                  <a:pt x="138970" y="29818"/>
                </a:cubicBezTo>
                <a:cubicBezTo>
                  <a:pt x="140597" y="33732"/>
                  <a:pt x="141411" y="38023"/>
                  <a:pt x="141411" y="42689"/>
                </a:cubicBezTo>
                <a:cubicBezTo>
                  <a:pt x="141411" y="47693"/>
                  <a:pt x="140513" y="52198"/>
                  <a:pt x="138717" y="56205"/>
                </a:cubicBezTo>
                <a:cubicBezTo>
                  <a:pt x="136921" y="60211"/>
                  <a:pt x="134311" y="63281"/>
                  <a:pt x="130888" y="65415"/>
                </a:cubicBezTo>
                <a:cubicBezTo>
                  <a:pt x="127465" y="67549"/>
                  <a:pt x="123865" y="68616"/>
                  <a:pt x="120089" y="68616"/>
                </a:cubicBezTo>
                <a:cubicBezTo>
                  <a:pt x="117326" y="68616"/>
                  <a:pt x="114847" y="68032"/>
                  <a:pt x="112652" y="66866"/>
                </a:cubicBezTo>
                <a:cubicBezTo>
                  <a:pt x="110457" y="65699"/>
                  <a:pt x="108653" y="64225"/>
                  <a:pt x="107241" y="62445"/>
                </a:cubicBezTo>
                <a:lnTo>
                  <a:pt x="107241" y="86299"/>
                </a:lnTo>
                <a:lnTo>
                  <a:pt x="98952" y="86299"/>
                </a:lnTo>
                <a:moveTo>
                  <a:pt x="106458" y="43357"/>
                </a:moveTo>
                <a:cubicBezTo>
                  <a:pt x="106458" y="49643"/>
                  <a:pt x="107732" y="54288"/>
                  <a:pt x="110281" y="57293"/>
                </a:cubicBezTo>
                <a:cubicBezTo>
                  <a:pt x="112829" y="60298"/>
                  <a:pt x="115914" y="61800"/>
                  <a:pt x="119537" y="61800"/>
                </a:cubicBezTo>
                <a:cubicBezTo>
                  <a:pt x="123221" y="61800"/>
                  <a:pt x="126375" y="60244"/>
                  <a:pt x="129000" y="57132"/>
                </a:cubicBezTo>
                <a:cubicBezTo>
                  <a:pt x="131625" y="54019"/>
                  <a:pt x="132937" y="49197"/>
                  <a:pt x="132937" y="42666"/>
                </a:cubicBezTo>
                <a:cubicBezTo>
                  <a:pt x="132937" y="36441"/>
                  <a:pt x="131656" y="31781"/>
                  <a:pt x="129092" y="28684"/>
                </a:cubicBezTo>
                <a:cubicBezTo>
                  <a:pt x="126529" y="25587"/>
                  <a:pt x="123466" y="24038"/>
                  <a:pt x="119905" y="24038"/>
                </a:cubicBezTo>
                <a:cubicBezTo>
                  <a:pt x="116375" y="24038"/>
                  <a:pt x="113251" y="25687"/>
                  <a:pt x="110534" y="28983"/>
                </a:cubicBezTo>
                <a:cubicBezTo>
                  <a:pt x="107817" y="32280"/>
                  <a:pt x="106458" y="37071"/>
                  <a:pt x="106458" y="43357"/>
                </a:cubicBezTo>
                <a:close/>
                <a:moveTo>
                  <a:pt x="148002" y="43057"/>
                </a:moveTo>
                <a:cubicBezTo>
                  <a:pt x="148002" y="34001"/>
                  <a:pt x="150519" y="27293"/>
                  <a:pt x="155554" y="22933"/>
                </a:cubicBezTo>
                <a:cubicBezTo>
                  <a:pt x="159760" y="19311"/>
                  <a:pt x="164887" y="17499"/>
                  <a:pt x="170935" y="17499"/>
                </a:cubicBezTo>
                <a:cubicBezTo>
                  <a:pt x="177659" y="17499"/>
                  <a:pt x="183154" y="19702"/>
                  <a:pt x="187421" y="24108"/>
                </a:cubicBezTo>
                <a:cubicBezTo>
                  <a:pt x="191689" y="28513"/>
                  <a:pt x="193822" y="34599"/>
                  <a:pt x="193822" y="42367"/>
                </a:cubicBezTo>
                <a:cubicBezTo>
                  <a:pt x="193822" y="48660"/>
                  <a:pt x="192878" y="53611"/>
                  <a:pt x="190990" y="57218"/>
                </a:cubicBezTo>
                <a:cubicBezTo>
                  <a:pt x="189102" y="60825"/>
                  <a:pt x="186355" y="63627"/>
                  <a:pt x="182747" y="65622"/>
                </a:cubicBezTo>
                <a:cubicBezTo>
                  <a:pt x="179140" y="67618"/>
                  <a:pt x="175203" y="68616"/>
                  <a:pt x="170935" y="68616"/>
                </a:cubicBezTo>
                <a:cubicBezTo>
                  <a:pt x="164089" y="68616"/>
                  <a:pt x="158555" y="66420"/>
                  <a:pt x="154334" y="62030"/>
                </a:cubicBezTo>
                <a:cubicBezTo>
                  <a:pt x="150113" y="57640"/>
                  <a:pt x="148002" y="51316"/>
                  <a:pt x="148002" y="43057"/>
                </a:cubicBezTo>
                <a:moveTo>
                  <a:pt x="156521" y="43080"/>
                </a:moveTo>
                <a:cubicBezTo>
                  <a:pt x="156521" y="49336"/>
                  <a:pt x="157888" y="54019"/>
                  <a:pt x="160620" y="57132"/>
                </a:cubicBezTo>
                <a:cubicBezTo>
                  <a:pt x="163352" y="60244"/>
                  <a:pt x="166791" y="61800"/>
                  <a:pt x="170935" y="61800"/>
                </a:cubicBezTo>
                <a:cubicBezTo>
                  <a:pt x="175049" y="61800"/>
                  <a:pt x="178472" y="60236"/>
                  <a:pt x="181205" y="57109"/>
                </a:cubicBezTo>
                <a:cubicBezTo>
                  <a:pt x="183937" y="53981"/>
                  <a:pt x="185303" y="49213"/>
                  <a:pt x="185303" y="42804"/>
                </a:cubicBezTo>
                <a:cubicBezTo>
                  <a:pt x="185303" y="36764"/>
                  <a:pt x="183929" y="32188"/>
                  <a:pt x="181182" y="29075"/>
                </a:cubicBezTo>
                <a:cubicBezTo>
                  <a:pt x="178434" y="25963"/>
                  <a:pt x="175018" y="24407"/>
                  <a:pt x="170935" y="24407"/>
                </a:cubicBezTo>
                <a:cubicBezTo>
                  <a:pt x="166791" y="24407"/>
                  <a:pt x="163352" y="25955"/>
                  <a:pt x="160620" y="29052"/>
                </a:cubicBezTo>
                <a:cubicBezTo>
                  <a:pt x="157888" y="32149"/>
                  <a:pt x="156521" y="36825"/>
                  <a:pt x="156521" y="43080"/>
                </a:cubicBezTo>
                <a:close/>
                <a:moveTo>
                  <a:pt x="203130" y="67510"/>
                </a:moveTo>
                <a:lnTo>
                  <a:pt x="203130" y="18604"/>
                </a:lnTo>
                <a:lnTo>
                  <a:pt x="210590" y="18604"/>
                </a:lnTo>
                <a:lnTo>
                  <a:pt x="210590" y="26019"/>
                </a:lnTo>
                <a:cubicBezTo>
                  <a:pt x="212494" y="22549"/>
                  <a:pt x="214251" y="20262"/>
                  <a:pt x="215863" y="19157"/>
                </a:cubicBezTo>
                <a:cubicBezTo>
                  <a:pt x="217475" y="18052"/>
                  <a:pt x="219248" y="17499"/>
                  <a:pt x="221182" y="17499"/>
                </a:cubicBezTo>
                <a:cubicBezTo>
                  <a:pt x="223976" y="17499"/>
                  <a:pt x="226816" y="18390"/>
                  <a:pt x="229701" y="20170"/>
                </a:cubicBezTo>
                <a:lnTo>
                  <a:pt x="226846" y="27855"/>
                </a:lnTo>
                <a:cubicBezTo>
                  <a:pt x="224820" y="26661"/>
                  <a:pt x="222794" y="26065"/>
                  <a:pt x="220768" y="26065"/>
                </a:cubicBezTo>
                <a:cubicBezTo>
                  <a:pt x="218956" y="26065"/>
                  <a:pt x="217329" y="26610"/>
                  <a:pt x="215886" y="27699"/>
                </a:cubicBezTo>
                <a:cubicBezTo>
                  <a:pt x="214443" y="28789"/>
                  <a:pt x="213415" y="30301"/>
                  <a:pt x="212801" y="32235"/>
                </a:cubicBezTo>
                <a:cubicBezTo>
                  <a:pt x="211880" y="35183"/>
                  <a:pt x="211419" y="38406"/>
                  <a:pt x="211419" y="41906"/>
                </a:cubicBezTo>
                <a:lnTo>
                  <a:pt x="211419" y="67510"/>
                </a:lnTo>
                <a:lnTo>
                  <a:pt x="203130" y="67510"/>
                </a:lnTo>
                <a:close/>
                <a:moveTo>
                  <a:pt x="252367" y="60096"/>
                </a:moveTo>
                <a:lnTo>
                  <a:pt x="253564" y="67418"/>
                </a:lnTo>
                <a:cubicBezTo>
                  <a:pt x="251231" y="67909"/>
                  <a:pt x="249143" y="68155"/>
                  <a:pt x="247301" y="68155"/>
                </a:cubicBezTo>
                <a:cubicBezTo>
                  <a:pt x="244293" y="68155"/>
                  <a:pt x="241959" y="67679"/>
                  <a:pt x="240302" y="66727"/>
                </a:cubicBezTo>
                <a:cubicBezTo>
                  <a:pt x="238644" y="65776"/>
                  <a:pt x="237477" y="64525"/>
                  <a:pt x="236802" y="62974"/>
                </a:cubicBezTo>
                <a:cubicBezTo>
                  <a:pt x="236126" y="61424"/>
                  <a:pt x="235789" y="58162"/>
                  <a:pt x="235789" y="53189"/>
                </a:cubicBezTo>
                <a:lnTo>
                  <a:pt x="235789" y="25052"/>
                </a:lnTo>
                <a:lnTo>
                  <a:pt x="229710" y="25052"/>
                </a:lnTo>
                <a:lnTo>
                  <a:pt x="229710" y="18604"/>
                </a:lnTo>
                <a:lnTo>
                  <a:pt x="235789" y="18604"/>
                </a:lnTo>
                <a:lnTo>
                  <a:pt x="235789" y="6493"/>
                </a:lnTo>
                <a:lnTo>
                  <a:pt x="244032" y="1520"/>
                </a:lnTo>
                <a:lnTo>
                  <a:pt x="244032" y="18604"/>
                </a:lnTo>
                <a:lnTo>
                  <a:pt x="252367" y="18604"/>
                </a:lnTo>
                <a:lnTo>
                  <a:pt x="252367" y="25052"/>
                </a:lnTo>
                <a:lnTo>
                  <a:pt x="244032" y="25052"/>
                </a:lnTo>
                <a:lnTo>
                  <a:pt x="244032" y="53649"/>
                </a:lnTo>
                <a:cubicBezTo>
                  <a:pt x="244032" y="56013"/>
                  <a:pt x="244178" y="57533"/>
                  <a:pt x="244469" y="58208"/>
                </a:cubicBezTo>
                <a:cubicBezTo>
                  <a:pt x="244761" y="58883"/>
                  <a:pt x="245237" y="59421"/>
                  <a:pt x="245897" y="59820"/>
                </a:cubicBezTo>
                <a:cubicBezTo>
                  <a:pt x="246557" y="60219"/>
                  <a:pt x="247501" y="60418"/>
                  <a:pt x="248729" y="60418"/>
                </a:cubicBezTo>
                <a:cubicBezTo>
                  <a:pt x="249650" y="60418"/>
                  <a:pt x="250863" y="60311"/>
                  <a:pt x="252367" y="60096"/>
                </a:cubicBezTo>
                <a:close/>
              </a:path>
            </a:pathLst>
          </a:custGeom>
          <a:solidFill xmlns:a="http://schemas.openxmlformats.org/drawingml/2006/main">
            <a:srgbClr val="A524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json">
            <a:extLst xmlns:a="http://schemas.openxmlformats.org/drawingml/2006/main">
              <a:ext uri="{FF2B5EF4-FFF2-40B4-BE49-F238E27FC236}">
                <a16:creationId xmlns:a16="http://schemas.microsoft.com/office/drawing/2014/main" id="{D0AE9CCF-C076-41A5-A9DC-D30075D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167" y="839170"/>
            <a:ext cx="170374" cy="87404"/>
          </a:xfrm>
          <a:custGeom xmlns:a="http://schemas.openxmlformats.org/drawingml/2006/main">
            <a:pathLst>
              <a:path w="170374" h="87404">
                <a:moveTo>
                  <a:pt x="10500" y="9671"/>
                </a:moveTo>
                <a:lnTo>
                  <a:pt x="10500" y="0"/>
                </a:lnTo>
                <a:lnTo>
                  <a:pt x="18789" y="0"/>
                </a:lnTo>
                <a:lnTo>
                  <a:pt x="18789" y="9671"/>
                </a:lnTo>
                <a:lnTo>
                  <a:pt x="10500" y="9671"/>
                </a:lnTo>
                <a:moveTo>
                  <a:pt x="0" y="86529"/>
                </a:moveTo>
                <a:lnTo>
                  <a:pt x="1566" y="79478"/>
                </a:lnTo>
                <a:cubicBezTo>
                  <a:pt x="3224" y="79911"/>
                  <a:pt x="4528" y="80128"/>
                  <a:pt x="5480" y="80128"/>
                </a:cubicBezTo>
                <a:cubicBezTo>
                  <a:pt x="7169" y="80128"/>
                  <a:pt x="8427" y="79567"/>
                  <a:pt x="9256" y="78446"/>
                </a:cubicBezTo>
                <a:cubicBezTo>
                  <a:pt x="10085" y="77324"/>
                  <a:pt x="10500" y="74521"/>
                  <a:pt x="10500" y="70036"/>
                </a:cubicBezTo>
                <a:lnTo>
                  <a:pt x="10500" y="18604"/>
                </a:lnTo>
                <a:lnTo>
                  <a:pt x="18789" y="18604"/>
                </a:lnTo>
                <a:lnTo>
                  <a:pt x="18789" y="70216"/>
                </a:lnTo>
                <a:cubicBezTo>
                  <a:pt x="18789" y="76237"/>
                  <a:pt x="18006" y="80430"/>
                  <a:pt x="16440" y="82796"/>
                </a:cubicBezTo>
                <a:cubicBezTo>
                  <a:pt x="14445" y="85868"/>
                  <a:pt x="11129" y="87404"/>
                  <a:pt x="6493" y="87404"/>
                </a:cubicBezTo>
                <a:cubicBezTo>
                  <a:pt x="4252" y="87404"/>
                  <a:pt x="2088" y="87113"/>
                  <a:pt x="0" y="86529"/>
                </a:cubicBezTo>
                <a:close/>
                <a:moveTo>
                  <a:pt x="28318" y="52866"/>
                </a:moveTo>
                <a:lnTo>
                  <a:pt x="36515" y="51577"/>
                </a:lnTo>
                <a:cubicBezTo>
                  <a:pt x="36976" y="54876"/>
                  <a:pt x="38257" y="57405"/>
                  <a:pt x="40360" y="59164"/>
                </a:cubicBezTo>
                <a:cubicBezTo>
                  <a:pt x="42463" y="60921"/>
                  <a:pt x="45403" y="61800"/>
                  <a:pt x="49179" y="61800"/>
                </a:cubicBezTo>
                <a:cubicBezTo>
                  <a:pt x="52986" y="61800"/>
                  <a:pt x="55810" y="61025"/>
                  <a:pt x="57652" y="59474"/>
                </a:cubicBezTo>
                <a:cubicBezTo>
                  <a:pt x="59494" y="57924"/>
                  <a:pt x="60415" y="56105"/>
                  <a:pt x="60415" y="54017"/>
                </a:cubicBezTo>
                <a:cubicBezTo>
                  <a:pt x="60415" y="52145"/>
                  <a:pt x="59602" y="50671"/>
                  <a:pt x="57975" y="49597"/>
                </a:cubicBezTo>
                <a:cubicBezTo>
                  <a:pt x="56839" y="48860"/>
                  <a:pt x="54014" y="47923"/>
                  <a:pt x="49501" y="46787"/>
                </a:cubicBezTo>
                <a:cubicBezTo>
                  <a:pt x="43423" y="45252"/>
                  <a:pt x="39209" y="43925"/>
                  <a:pt x="36860" y="42804"/>
                </a:cubicBezTo>
                <a:cubicBezTo>
                  <a:pt x="34512" y="41684"/>
                  <a:pt x="32731" y="40133"/>
                  <a:pt x="31519" y="38153"/>
                </a:cubicBezTo>
                <a:cubicBezTo>
                  <a:pt x="30306" y="36173"/>
                  <a:pt x="29700" y="33985"/>
                  <a:pt x="29700" y="31591"/>
                </a:cubicBezTo>
                <a:cubicBezTo>
                  <a:pt x="29700" y="29411"/>
                  <a:pt x="30198" y="27392"/>
                  <a:pt x="31196" y="25535"/>
                </a:cubicBezTo>
                <a:cubicBezTo>
                  <a:pt x="32194" y="23678"/>
                  <a:pt x="33552" y="22135"/>
                  <a:pt x="35272" y="20907"/>
                </a:cubicBezTo>
                <a:cubicBezTo>
                  <a:pt x="36561" y="19955"/>
                  <a:pt x="38319" y="19149"/>
                  <a:pt x="40544" y="18489"/>
                </a:cubicBezTo>
                <a:cubicBezTo>
                  <a:pt x="42770" y="17829"/>
                  <a:pt x="45157" y="17499"/>
                  <a:pt x="47705" y="17499"/>
                </a:cubicBezTo>
                <a:cubicBezTo>
                  <a:pt x="51543" y="17499"/>
                  <a:pt x="54912" y="18052"/>
                  <a:pt x="57813" y="19157"/>
                </a:cubicBezTo>
                <a:cubicBezTo>
                  <a:pt x="60715" y="20262"/>
                  <a:pt x="62856" y="21759"/>
                  <a:pt x="64238" y="23647"/>
                </a:cubicBezTo>
                <a:cubicBezTo>
                  <a:pt x="65619" y="25535"/>
                  <a:pt x="66571" y="28060"/>
                  <a:pt x="67093" y="31222"/>
                </a:cubicBezTo>
                <a:lnTo>
                  <a:pt x="58988" y="32328"/>
                </a:lnTo>
                <a:cubicBezTo>
                  <a:pt x="58619" y="29810"/>
                  <a:pt x="57553" y="27845"/>
                  <a:pt x="55787" y="26433"/>
                </a:cubicBezTo>
                <a:cubicBezTo>
                  <a:pt x="54022" y="25021"/>
                  <a:pt x="51528" y="24315"/>
                  <a:pt x="48304" y="24315"/>
                </a:cubicBezTo>
                <a:cubicBezTo>
                  <a:pt x="44497" y="24315"/>
                  <a:pt x="41780" y="24944"/>
                  <a:pt x="40153" y="26203"/>
                </a:cubicBezTo>
                <a:cubicBezTo>
                  <a:pt x="38526" y="27462"/>
                  <a:pt x="37712" y="28935"/>
                  <a:pt x="37712" y="30624"/>
                </a:cubicBezTo>
                <a:cubicBezTo>
                  <a:pt x="37712" y="31698"/>
                  <a:pt x="38050" y="32665"/>
                  <a:pt x="38725" y="33525"/>
                </a:cubicBezTo>
                <a:cubicBezTo>
                  <a:pt x="39401" y="34415"/>
                  <a:pt x="40460" y="35152"/>
                  <a:pt x="41903" y="35735"/>
                </a:cubicBezTo>
                <a:cubicBezTo>
                  <a:pt x="42732" y="36042"/>
                  <a:pt x="45173" y="36748"/>
                  <a:pt x="49225" y="37854"/>
                </a:cubicBezTo>
                <a:cubicBezTo>
                  <a:pt x="55089" y="39419"/>
                  <a:pt x="59180" y="40701"/>
                  <a:pt x="61498" y="41699"/>
                </a:cubicBezTo>
                <a:cubicBezTo>
                  <a:pt x="63815" y="42697"/>
                  <a:pt x="65634" y="44147"/>
                  <a:pt x="66955" y="46051"/>
                </a:cubicBezTo>
                <a:cubicBezTo>
                  <a:pt x="68275" y="47954"/>
                  <a:pt x="68935" y="50318"/>
                  <a:pt x="68935" y="53142"/>
                </a:cubicBezTo>
                <a:cubicBezTo>
                  <a:pt x="68935" y="55906"/>
                  <a:pt x="68129" y="58507"/>
                  <a:pt x="66517" y="60948"/>
                </a:cubicBezTo>
                <a:cubicBezTo>
                  <a:pt x="64905" y="63389"/>
                  <a:pt x="62580" y="65277"/>
                  <a:pt x="59540" y="66612"/>
                </a:cubicBezTo>
                <a:cubicBezTo>
                  <a:pt x="56501" y="67948"/>
                  <a:pt x="53063" y="68616"/>
                  <a:pt x="49225" y="68616"/>
                </a:cubicBezTo>
                <a:cubicBezTo>
                  <a:pt x="42870" y="68616"/>
                  <a:pt x="38027" y="67292"/>
                  <a:pt x="34696" y="64644"/>
                </a:cubicBezTo>
                <a:cubicBezTo>
                  <a:pt x="31365" y="61996"/>
                  <a:pt x="29239" y="58070"/>
                  <a:pt x="28318" y="52866"/>
                </a:cubicBezTo>
                <a:close/>
                <a:moveTo>
                  <a:pt x="75411" y="43057"/>
                </a:moveTo>
                <a:cubicBezTo>
                  <a:pt x="75411" y="34001"/>
                  <a:pt x="77929" y="27293"/>
                  <a:pt x="82964" y="22933"/>
                </a:cubicBezTo>
                <a:cubicBezTo>
                  <a:pt x="87170" y="19311"/>
                  <a:pt x="92297" y="17499"/>
                  <a:pt x="98345" y="17499"/>
                </a:cubicBezTo>
                <a:cubicBezTo>
                  <a:pt x="105068" y="17499"/>
                  <a:pt x="110563" y="19702"/>
                  <a:pt x="114831" y="24108"/>
                </a:cubicBezTo>
                <a:cubicBezTo>
                  <a:pt x="119098" y="28513"/>
                  <a:pt x="121232" y="34599"/>
                  <a:pt x="121232" y="42367"/>
                </a:cubicBezTo>
                <a:cubicBezTo>
                  <a:pt x="121232" y="48660"/>
                  <a:pt x="120288" y="53611"/>
                  <a:pt x="118400" y="57218"/>
                </a:cubicBezTo>
                <a:cubicBezTo>
                  <a:pt x="116512" y="60825"/>
                  <a:pt x="113764" y="63627"/>
                  <a:pt x="110157" y="65622"/>
                </a:cubicBezTo>
                <a:cubicBezTo>
                  <a:pt x="106549" y="67618"/>
                  <a:pt x="102612" y="68616"/>
                  <a:pt x="98345" y="68616"/>
                </a:cubicBezTo>
                <a:cubicBezTo>
                  <a:pt x="91498" y="68616"/>
                  <a:pt x="85965" y="66420"/>
                  <a:pt x="81743" y="62030"/>
                </a:cubicBezTo>
                <a:cubicBezTo>
                  <a:pt x="77522" y="57640"/>
                  <a:pt x="75411" y="51316"/>
                  <a:pt x="75411" y="43057"/>
                </a:cubicBezTo>
                <a:moveTo>
                  <a:pt x="83931" y="43080"/>
                </a:moveTo>
                <a:cubicBezTo>
                  <a:pt x="83931" y="49336"/>
                  <a:pt x="85297" y="54019"/>
                  <a:pt x="88029" y="57132"/>
                </a:cubicBezTo>
                <a:cubicBezTo>
                  <a:pt x="90762" y="60244"/>
                  <a:pt x="94200" y="61800"/>
                  <a:pt x="98345" y="61800"/>
                </a:cubicBezTo>
                <a:cubicBezTo>
                  <a:pt x="102458" y="61800"/>
                  <a:pt x="105881" y="60236"/>
                  <a:pt x="108614" y="57109"/>
                </a:cubicBezTo>
                <a:cubicBezTo>
                  <a:pt x="111346" y="53981"/>
                  <a:pt x="112712" y="49213"/>
                  <a:pt x="112712" y="42804"/>
                </a:cubicBezTo>
                <a:cubicBezTo>
                  <a:pt x="112712" y="36764"/>
                  <a:pt x="111338" y="32188"/>
                  <a:pt x="108591" y="29075"/>
                </a:cubicBezTo>
                <a:cubicBezTo>
                  <a:pt x="105843" y="25963"/>
                  <a:pt x="102428" y="24407"/>
                  <a:pt x="98345" y="24407"/>
                </a:cubicBezTo>
                <a:cubicBezTo>
                  <a:pt x="94200" y="24407"/>
                  <a:pt x="90762" y="25955"/>
                  <a:pt x="88029" y="29052"/>
                </a:cubicBezTo>
                <a:cubicBezTo>
                  <a:pt x="85297" y="32149"/>
                  <a:pt x="83931" y="36825"/>
                  <a:pt x="83931" y="43080"/>
                </a:cubicBezTo>
                <a:close/>
                <a:moveTo>
                  <a:pt x="130632" y="67510"/>
                </a:moveTo>
                <a:lnTo>
                  <a:pt x="130632" y="18604"/>
                </a:lnTo>
                <a:lnTo>
                  <a:pt x="138092" y="18604"/>
                </a:lnTo>
                <a:lnTo>
                  <a:pt x="138092" y="25558"/>
                </a:lnTo>
                <a:cubicBezTo>
                  <a:pt x="141684" y="20186"/>
                  <a:pt x="146873" y="17499"/>
                  <a:pt x="153657" y="17499"/>
                </a:cubicBezTo>
                <a:cubicBezTo>
                  <a:pt x="156605" y="17499"/>
                  <a:pt x="159314" y="18029"/>
                  <a:pt x="161785" y="19088"/>
                </a:cubicBezTo>
                <a:cubicBezTo>
                  <a:pt x="164257" y="20147"/>
                  <a:pt x="166106" y="21536"/>
                  <a:pt x="167334" y="23256"/>
                </a:cubicBezTo>
                <a:cubicBezTo>
                  <a:pt x="168562" y="24975"/>
                  <a:pt x="169422" y="27016"/>
                  <a:pt x="169913" y="29380"/>
                </a:cubicBezTo>
                <a:cubicBezTo>
                  <a:pt x="170220" y="30915"/>
                  <a:pt x="170374" y="33602"/>
                  <a:pt x="170374" y="37439"/>
                </a:cubicBezTo>
                <a:lnTo>
                  <a:pt x="170374" y="67510"/>
                </a:lnTo>
                <a:lnTo>
                  <a:pt x="162085" y="67510"/>
                </a:lnTo>
                <a:lnTo>
                  <a:pt x="162085" y="37762"/>
                </a:lnTo>
                <a:cubicBezTo>
                  <a:pt x="162085" y="34385"/>
                  <a:pt x="161762" y="31859"/>
                  <a:pt x="161118" y="30186"/>
                </a:cubicBezTo>
                <a:cubicBezTo>
                  <a:pt x="160473" y="28513"/>
                  <a:pt x="159329" y="27178"/>
                  <a:pt x="157687" y="26180"/>
                </a:cubicBezTo>
                <a:cubicBezTo>
                  <a:pt x="156044" y="25182"/>
                  <a:pt x="154118" y="24683"/>
                  <a:pt x="151907" y="24683"/>
                </a:cubicBezTo>
                <a:cubicBezTo>
                  <a:pt x="148377" y="24683"/>
                  <a:pt x="145330" y="25804"/>
                  <a:pt x="142766" y="28045"/>
                </a:cubicBezTo>
                <a:cubicBezTo>
                  <a:pt x="140203" y="30286"/>
                  <a:pt x="138921" y="34538"/>
                  <a:pt x="138921" y="40801"/>
                </a:cubicBezTo>
                <a:lnTo>
                  <a:pt x="138921" y="67510"/>
                </a:lnTo>
                <a:lnTo>
                  <a:pt x="130632" y="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class">
            <a:extLst xmlns:a="http://schemas.openxmlformats.org/drawingml/2006/main">
              <a:ext uri="{FF2B5EF4-FFF2-40B4-BE49-F238E27FC236}">
                <a16:creationId xmlns:a16="http://schemas.microsoft.com/office/drawing/2014/main" id="{5DFAA8E9-E048-4A76-9CF9-75A29E23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315" y="951641"/>
            <a:ext cx="206783" cy="68616"/>
          </a:xfrm>
          <a:custGeom xmlns:a="http://schemas.openxmlformats.org/drawingml/2006/main">
            <a:pathLst>
              <a:path w="206783" h="68616">
                <a:moveTo>
                  <a:pt x="34446" y="49551"/>
                </a:moveTo>
                <a:lnTo>
                  <a:pt x="42597" y="50656"/>
                </a:lnTo>
                <a:cubicBezTo>
                  <a:pt x="41707" y="56274"/>
                  <a:pt x="39427" y="60672"/>
                  <a:pt x="35758" y="63849"/>
                </a:cubicBezTo>
                <a:cubicBezTo>
                  <a:pt x="32090" y="67027"/>
                  <a:pt x="27584" y="68616"/>
                  <a:pt x="22242" y="68616"/>
                </a:cubicBezTo>
                <a:cubicBezTo>
                  <a:pt x="15550" y="68616"/>
                  <a:pt x="10170" y="66428"/>
                  <a:pt x="6102" y="62053"/>
                </a:cubicBezTo>
                <a:cubicBezTo>
                  <a:pt x="2034" y="57678"/>
                  <a:pt x="0" y="51408"/>
                  <a:pt x="0" y="43242"/>
                </a:cubicBezTo>
                <a:cubicBezTo>
                  <a:pt x="0" y="37961"/>
                  <a:pt x="875" y="33341"/>
                  <a:pt x="2625" y="29380"/>
                </a:cubicBezTo>
                <a:cubicBezTo>
                  <a:pt x="4375" y="25420"/>
                  <a:pt x="7038" y="22450"/>
                  <a:pt x="10615" y="20470"/>
                </a:cubicBezTo>
                <a:cubicBezTo>
                  <a:pt x="14191" y="18489"/>
                  <a:pt x="18083" y="17499"/>
                  <a:pt x="22289" y="17499"/>
                </a:cubicBezTo>
                <a:cubicBezTo>
                  <a:pt x="27600" y="17499"/>
                  <a:pt x="31944" y="18835"/>
                  <a:pt x="35321" y="21506"/>
                </a:cubicBezTo>
                <a:cubicBezTo>
                  <a:pt x="38698" y="24176"/>
                  <a:pt x="40862" y="27967"/>
                  <a:pt x="41814" y="32880"/>
                </a:cubicBezTo>
                <a:lnTo>
                  <a:pt x="33755" y="34170"/>
                </a:lnTo>
                <a:cubicBezTo>
                  <a:pt x="32988" y="30900"/>
                  <a:pt x="31629" y="28440"/>
                  <a:pt x="29680" y="26790"/>
                </a:cubicBezTo>
                <a:cubicBezTo>
                  <a:pt x="27730" y="25140"/>
                  <a:pt x="25374" y="24315"/>
                  <a:pt x="22611" y="24315"/>
                </a:cubicBezTo>
                <a:cubicBezTo>
                  <a:pt x="18436" y="24315"/>
                  <a:pt x="15043" y="25811"/>
                  <a:pt x="12434" y="28805"/>
                </a:cubicBezTo>
                <a:cubicBezTo>
                  <a:pt x="9824" y="31798"/>
                  <a:pt x="8519" y="36534"/>
                  <a:pt x="8519" y="43011"/>
                </a:cubicBezTo>
                <a:cubicBezTo>
                  <a:pt x="8519" y="49581"/>
                  <a:pt x="9778" y="54355"/>
                  <a:pt x="12296" y="57333"/>
                </a:cubicBezTo>
                <a:cubicBezTo>
                  <a:pt x="14813" y="60311"/>
                  <a:pt x="18098" y="61800"/>
                  <a:pt x="22150" y="61800"/>
                </a:cubicBezTo>
                <a:cubicBezTo>
                  <a:pt x="25405" y="61800"/>
                  <a:pt x="28122" y="60798"/>
                  <a:pt x="30301" y="58795"/>
                </a:cubicBezTo>
                <a:cubicBezTo>
                  <a:pt x="32481" y="56792"/>
                  <a:pt x="33863" y="53710"/>
                  <a:pt x="34446" y="49551"/>
                </a:cubicBezTo>
                <a:close/>
                <a:moveTo>
                  <a:pt x="49212" y="67510"/>
                </a:moveTo>
                <a:lnTo>
                  <a:pt x="49212" y="0"/>
                </a:lnTo>
                <a:lnTo>
                  <a:pt x="57501" y="0"/>
                </a:lnTo>
                <a:lnTo>
                  <a:pt x="57501" y="67510"/>
                </a:lnTo>
                <a:lnTo>
                  <a:pt x="49212" y="67510"/>
                </a:lnTo>
                <a:close/>
                <a:moveTo>
                  <a:pt x="102397" y="61340"/>
                </a:moveTo>
                <a:cubicBezTo>
                  <a:pt x="99327" y="64000"/>
                  <a:pt x="96372" y="65878"/>
                  <a:pt x="93532" y="66974"/>
                </a:cubicBezTo>
                <a:cubicBezTo>
                  <a:pt x="90692" y="68068"/>
                  <a:pt x="87645" y="68616"/>
                  <a:pt x="84391" y="68616"/>
                </a:cubicBezTo>
                <a:cubicBezTo>
                  <a:pt x="79019" y="68616"/>
                  <a:pt x="74889" y="67303"/>
                  <a:pt x="72004" y="64678"/>
                </a:cubicBezTo>
                <a:cubicBezTo>
                  <a:pt x="69118" y="62053"/>
                  <a:pt x="67675" y="58699"/>
                  <a:pt x="67675" y="54616"/>
                </a:cubicBezTo>
                <a:cubicBezTo>
                  <a:pt x="67675" y="52221"/>
                  <a:pt x="68220" y="50034"/>
                  <a:pt x="69310" y="48054"/>
                </a:cubicBezTo>
                <a:cubicBezTo>
                  <a:pt x="70399" y="46074"/>
                  <a:pt x="71827" y="44485"/>
                  <a:pt x="73592" y="43288"/>
                </a:cubicBezTo>
                <a:cubicBezTo>
                  <a:pt x="75358" y="42090"/>
                  <a:pt x="77345" y="41185"/>
                  <a:pt x="79556" y="40571"/>
                </a:cubicBezTo>
                <a:cubicBezTo>
                  <a:pt x="81183" y="40141"/>
                  <a:pt x="83639" y="39726"/>
                  <a:pt x="86924" y="39327"/>
                </a:cubicBezTo>
                <a:cubicBezTo>
                  <a:pt x="93617" y="38529"/>
                  <a:pt x="98544" y="37577"/>
                  <a:pt x="101706" y="36472"/>
                </a:cubicBezTo>
                <a:cubicBezTo>
                  <a:pt x="101737" y="35341"/>
                  <a:pt x="101752" y="34622"/>
                  <a:pt x="101752" y="34316"/>
                </a:cubicBezTo>
                <a:cubicBezTo>
                  <a:pt x="101752" y="30952"/>
                  <a:pt x="100969" y="28582"/>
                  <a:pt x="99404" y="27206"/>
                </a:cubicBezTo>
                <a:cubicBezTo>
                  <a:pt x="97285" y="25340"/>
                  <a:pt x="94139" y="24407"/>
                  <a:pt x="89963" y="24407"/>
                </a:cubicBezTo>
                <a:cubicBezTo>
                  <a:pt x="86064" y="24407"/>
                  <a:pt x="83186" y="25090"/>
                  <a:pt x="81329" y="26456"/>
                </a:cubicBezTo>
                <a:cubicBezTo>
                  <a:pt x="79471" y="27822"/>
                  <a:pt x="78098" y="30240"/>
                  <a:pt x="77207" y="33709"/>
                </a:cubicBezTo>
                <a:lnTo>
                  <a:pt x="69102" y="32604"/>
                </a:lnTo>
                <a:cubicBezTo>
                  <a:pt x="69839" y="29124"/>
                  <a:pt x="71052" y="26314"/>
                  <a:pt x="72740" y="24174"/>
                </a:cubicBezTo>
                <a:cubicBezTo>
                  <a:pt x="74429" y="22033"/>
                  <a:pt x="76870" y="20386"/>
                  <a:pt x="80062" y="19232"/>
                </a:cubicBezTo>
                <a:cubicBezTo>
                  <a:pt x="83255" y="18077"/>
                  <a:pt x="86955" y="17499"/>
                  <a:pt x="91161" y="17499"/>
                </a:cubicBezTo>
                <a:cubicBezTo>
                  <a:pt x="95336" y="17499"/>
                  <a:pt x="98728" y="17992"/>
                  <a:pt x="101338" y="18979"/>
                </a:cubicBezTo>
                <a:cubicBezTo>
                  <a:pt x="103947" y="19964"/>
                  <a:pt x="105866" y="21204"/>
                  <a:pt x="107094" y="22699"/>
                </a:cubicBezTo>
                <a:cubicBezTo>
                  <a:pt x="108322" y="24192"/>
                  <a:pt x="109182" y="26080"/>
                  <a:pt x="109673" y="28360"/>
                </a:cubicBezTo>
                <a:cubicBezTo>
                  <a:pt x="109949" y="29777"/>
                  <a:pt x="110087" y="32322"/>
                  <a:pt x="110087" y="35996"/>
                </a:cubicBezTo>
                <a:lnTo>
                  <a:pt x="110087" y="47016"/>
                </a:lnTo>
                <a:cubicBezTo>
                  <a:pt x="110087" y="54700"/>
                  <a:pt x="110264" y="59567"/>
                  <a:pt x="110617" y="61616"/>
                </a:cubicBezTo>
                <a:cubicBezTo>
                  <a:pt x="110970" y="63665"/>
                  <a:pt x="111669" y="65630"/>
                  <a:pt x="112712" y="67510"/>
                </a:cubicBezTo>
                <a:lnTo>
                  <a:pt x="104055" y="67510"/>
                </a:lnTo>
                <a:cubicBezTo>
                  <a:pt x="103195" y="65752"/>
                  <a:pt x="102643" y="63695"/>
                  <a:pt x="102397" y="61340"/>
                </a:cubicBezTo>
                <a:moveTo>
                  <a:pt x="101706" y="43011"/>
                </a:moveTo>
                <a:cubicBezTo>
                  <a:pt x="98698" y="44234"/>
                  <a:pt x="94185" y="45273"/>
                  <a:pt x="88167" y="46128"/>
                </a:cubicBezTo>
                <a:cubicBezTo>
                  <a:pt x="84760" y="46617"/>
                  <a:pt x="82350" y="47166"/>
                  <a:pt x="80937" y="47778"/>
                </a:cubicBezTo>
                <a:cubicBezTo>
                  <a:pt x="79525" y="48389"/>
                  <a:pt x="78435" y="49282"/>
                  <a:pt x="77668" y="50459"/>
                </a:cubicBezTo>
                <a:cubicBezTo>
                  <a:pt x="76900" y="51635"/>
                  <a:pt x="76516" y="52941"/>
                  <a:pt x="76516" y="54377"/>
                </a:cubicBezTo>
                <a:cubicBezTo>
                  <a:pt x="76516" y="56577"/>
                  <a:pt x="77353" y="58410"/>
                  <a:pt x="79026" y="59877"/>
                </a:cubicBezTo>
                <a:cubicBezTo>
                  <a:pt x="80699" y="61343"/>
                  <a:pt x="83148" y="62076"/>
                  <a:pt x="86371" y="62076"/>
                </a:cubicBezTo>
                <a:cubicBezTo>
                  <a:pt x="89564" y="62076"/>
                  <a:pt x="92404" y="61380"/>
                  <a:pt x="94891" y="59988"/>
                </a:cubicBezTo>
                <a:cubicBezTo>
                  <a:pt x="97377" y="58595"/>
                  <a:pt x="99204" y="56692"/>
                  <a:pt x="100371" y="54279"/>
                </a:cubicBezTo>
                <a:cubicBezTo>
                  <a:pt x="101261" y="52417"/>
                  <a:pt x="101706" y="49669"/>
                  <a:pt x="101706" y="46035"/>
                </a:cubicBezTo>
                <a:lnTo>
                  <a:pt x="101706" y="43011"/>
                </a:lnTo>
                <a:close/>
                <a:moveTo>
                  <a:pt x="119304" y="52866"/>
                </a:moveTo>
                <a:lnTo>
                  <a:pt x="127501" y="51577"/>
                </a:lnTo>
                <a:cubicBezTo>
                  <a:pt x="127961" y="54876"/>
                  <a:pt x="129243" y="57405"/>
                  <a:pt x="131346" y="59164"/>
                </a:cubicBezTo>
                <a:cubicBezTo>
                  <a:pt x="133449" y="60921"/>
                  <a:pt x="136388" y="61800"/>
                  <a:pt x="140165" y="61800"/>
                </a:cubicBezTo>
                <a:cubicBezTo>
                  <a:pt x="143971" y="61800"/>
                  <a:pt x="146796" y="61025"/>
                  <a:pt x="148638" y="59474"/>
                </a:cubicBezTo>
                <a:cubicBezTo>
                  <a:pt x="150480" y="57924"/>
                  <a:pt x="151401" y="56105"/>
                  <a:pt x="151401" y="54017"/>
                </a:cubicBezTo>
                <a:cubicBezTo>
                  <a:pt x="151401" y="52145"/>
                  <a:pt x="150587" y="50671"/>
                  <a:pt x="148960" y="49597"/>
                </a:cubicBezTo>
                <a:cubicBezTo>
                  <a:pt x="147824" y="48860"/>
                  <a:pt x="145000" y="47923"/>
                  <a:pt x="140487" y="46787"/>
                </a:cubicBezTo>
                <a:cubicBezTo>
                  <a:pt x="134408" y="45252"/>
                  <a:pt x="130195" y="43925"/>
                  <a:pt x="127846" y="42804"/>
                </a:cubicBezTo>
                <a:cubicBezTo>
                  <a:pt x="125497" y="41684"/>
                  <a:pt x="123717" y="40133"/>
                  <a:pt x="122504" y="38153"/>
                </a:cubicBezTo>
                <a:cubicBezTo>
                  <a:pt x="121291" y="36173"/>
                  <a:pt x="120685" y="33985"/>
                  <a:pt x="120685" y="31591"/>
                </a:cubicBezTo>
                <a:cubicBezTo>
                  <a:pt x="120685" y="29411"/>
                  <a:pt x="121184" y="27392"/>
                  <a:pt x="122182" y="25535"/>
                </a:cubicBezTo>
                <a:cubicBezTo>
                  <a:pt x="123180" y="23678"/>
                  <a:pt x="124538" y="22135"/>
                  <a:pt x="126257" y="20907"/>
                </a:cubicBezTo>
                <a:cubicBezTo>
                  <a:pt x="127547" y="19955"/>
                  <a:pt x="129304" y="19149"/>
                  <a:pt x="131530" y="18489"/>
                </a:cubicBezTo>
                <a:cubicBezTo>
                  <a:pt x="133756" y="17829"/>
                  <a:pt x="136143" y="17499"/>
                  <a:pt x="138691" y="17499"/>
                </a:cubicBezTo>
                <a:cubicBezTo>
                  <a:pt x="142528" y="17499"/>
                  <a:pt x="145898" y="18052"/>
                  <a:pt x="148799" y="19157"/>
                </a:cubicBezTo>
                <a:cubicBezTo>
                  <a:pt x="151700" y="20262"/>
                  <a:pt x="153842" y="21759"/>
                  <a:pt x="155223" y="23647"/>
                </a:cubicBezTo>
                <a:cubicBezTo>
                  <a:pt x="156605" y="25535"/>
                  <a:pt x="157556" y="28060"/>
                  <a:pt x="158078" y="31222"/>
                </a:cubicBezTo>
                <a:lnTo>
                  <a:pt x="149973" y="32328"/>
                </a:lnTo>
                <a:cubicBezTo>
                  <a:pt x="149605" y="29810"/>
                  <a:pt x="148538" y="27845"/>
                  <a:pt x="146773" y="26433"/>
                </a:cubicBezTo>
                <a:cubicBezTo>
                  <a:pt x="145008" y="25021"/>
                  <a:pt x="142513" y="24315"/>
                  <a:pt x="139290" y="24315"/>
                </a:cubicBezTo>
                <a:cubicBezTo>
                  <a:pt x="135483" y="24315"/>
                  <a:pt x="132766" y="24944"/>
                  <a:pt x="131139" y="26203"/>
                </a:cubicBezTo>
                <a:cubicBezTo>
                  <a:pt x="129511" y="27462"/>
                  <a:pt x="128698" y="28935"/>
                  <a:pt x="128698" y="30624"/>
                </a:cubicBezTo>
                <a:cubicBezTo>
                  <a:pt x="128698" y="31698"/>
                  <a:pt x="129036" y="32665"/>
                  <a:pt x="129711" y="33525"/>
                </a:cubicBezTo>
                <a:cubicBezTo>
                  <a:pt x="130386" y="34415"/>
                  <a:pt x="131446" y="35152"/>
                  <a:pt x="132889" y="35735"/>
                </a:cubicBezTo>
                <a:cubicBezTo>
                  <a:pt x="133717" y="36042"/>
                  <a:pt x="136158" y="36748"/>
                  <a:pt x="140211" y="37854"/>
                </a:cubicBezTo>
                <a:cubicBezTo>
                  <a:pt x="146074" y="39419"/>
                  <a:pt x="150165" y="40701"/>
                  <a:pt x="152483" y="41699"/>
                </a:cubicBezTo>
                <a:cubicBezTo>
                  <a:pt x="154801" y="42697"/>
                  <a:pt x="156620" y="44147"/>
                  <a:pt x="157940" y="46051"/>
                </a:cubicBezTo>
                <a:cubicBezTo>
                  <a:pt x="159260" y="47954"/>
                  <a:pt x="159920" y="50318"/>
                  <a:pt x="159920" y="53142"/>
                </a:cubicBezTo>
                <a:cubicBezTo>
                  <a:pt x="159920" y="55906"/>
                  <a:pt x="159114" y="58507"/>
                  <a:pt x="157503" y="60948"/>
                </a:cubicBezTo>
                <a:cubicBezTo>
                  <a:pt x="155891" y="63389"/>
                  <a:pt x="153565" y="65277"/>
                  <a:pt x="150526" y="66612"/>
                </a:cubicBezTo>
                <a:cubicBezTo>
                  <a:pt x="147487" y="67948"/>
                  <a:pt x="144048" y="68616"/>
                  <a:pt x="140211" y="68616"/>
                </a:cubicBezTo>
                <a:cubicBezTo>
                  <a:pt x="133856" y="68616"/>
                  <a:pt x="129013" y="67292"/>
                  <a:pt x="125682" y="64644"/>
                </a:cubicBezTo>
                <a:cubicBezTo>
                  <a:pt x="122351" y="61996"/>
                  <a:pt x="120225" y="58070"/>
                  <a:pt x="119304" y="52866"/>
                </a:cubicBezTo>
                <a:close/>
                <a:moveTo>
                  <a:pt x="166167" y="52866"/>
                </a:moveTo>
                <a:lnTo>
                  <a:pt x="174364" y="51577"/>
                </a:lnTo>
                <a:cubicBezTo>
                  <a:pt x="174824" y="54876"/>
                  <a:pt x="176106" y="57405"/>
                  <a:pt x="178209" y="59164"/>
                </a:cubicBezTo>
                <a:cubicBezTo>
                  <a:pt x="180312" y="60921"/>
                  <a:pt x="183251" y="61800"/>
                  <a:pt x="187028" y="61800"/>
                </a:cubicBezTo>
                <a:cubicBezTo>
                  <a:pt x="190834" y="61800"/>
                  <a:pt x="193659" y="61025"/>
                  <a:pt x="195501" y="59474"/>
                </a:cubicBezTo>
                <a:cubicBezTo>
                  <a:pt x="197343" y="57924"/>
                  <a:pt x="198264" y="56105"/>
                  <a:pt x="198264" y="54017"/>
                </a:cubicBezTo>
                <a:cubicBezTo>
                  <a:pt x="198264" y="52145"/>
                  <a:pt x="197450" y="50671"/>
                  <a:pt x="195823" y="49597"/>
                </a:cubicBezTo>
                <a:cubicBezTo>
                  <a:pt x="194687" y="48860"/>
                  <a:pt x="191863" y="47923"/>
                  <a:pt x="187350" y="46787"/>
                </a:cubicBezTo>
                <a:cubicBezTo>
                  <a:pt x="181271" y="45252"/>
                  <a:pt x="177058" y="43925"/>
                  <a:pt x="174709" y="42804"/>
                </a:cubicBezTo>
                <a:cubicBezTo>
                  <a:pt x="172360" y="41684"/>
                  <a:pt x="170580" y="40133"/>
                  <a:pt x="169367" y="38153"/>
                </a:cubicBezTo>
                <a:cubicBezTo>
                  <a:pt x="168154" y="36173"/>
                  <a:pt x="167548" y="33985"/>
                  <a:pt x="167548" y="31591"/>
                </a:cubicBezTo>
                <a:cubicBezTo>
                  <a:pt x="167548" y="29411"/>
                  <a:pt x="168047" y="27392"/>
                  <a:pt x="169045" y="25535"/>
                </a:cubicBezTo>
                <a:cubicBezTo>
                  <a:pt x="170043" y="23678"/>
                  <a:pt x="171401" y="22135"/>
                  <a:pt x="173120" y="20907"/>
                </a:cubicBezTo>
                <a:cubicBezTo>
                  <a:pt x="174410" y="19955"/>
                  <a:pt x="176167" y="19149"/>
                  <a:pt x="178393" y="18489"/>
                </a:cubicBezTo>
                <a:cubicBezTo>
                  <a:pt x="180619" y="17829"/>
                  <a:pt x="183006" y="17499"/>
                  <a:pt x="185554" y="17499"/>
                </a:cubicBezTo>
                <a:cubicBezTo>
                  <a:pt x="189391" y="17499"/>
                  <a:pt x="192761" y="18052"/>
                  <a:pt x="195662" y="19157"/>
                </a:cubicBezTo>
                <a:cubicBezTo>
                  <a:pt x="198563" y="20262"/>
                  <a:pt x="200705" y="21759"/>
                  <a:pt x="202086" y="23647"/>
                </a:cubicBezTo>
                <a:cubicBezTo>
                  <a:pt x="203468" y="25535"/>
                  <a:pt x="204419" y="28060"/>
                  <a:pt x="204941" y="31222"/>
                </a:cubicBezTo>
                <a:lnTo>
                  <a:pt x="196836" y="32328"/>
                </a:lnTo>
                <a:cubicBezTo>
                  <a:pt x="196468" y="29810"/>
                  <a:pt x="195401" y="27845"/>
                  <a:pt x="193636" y="26433"/>
                </a:cubicBezTo>
                <a:cubicBezTo>
                  <a:pt x="191871" y="25021"/>
                  <a:pt x="189376" y="24315"/>
                  <a:pt x="186153" y="24315"/>
                </a:cubicBezTo>
                <a:cubicBezTo>
                  <a:pt x="182346" y="24315"/>
                  <a:pt x="179629" y="24944"/>
                  <a:pt x="178002" y="26203"/>
                </a:cubicBezTo>
                <a:cubicBezTo>
                  <a:pt x="176374" y="27462"/>
                  <a:pt x="175561" y="28935"/>
                  <a:pt x="175561" y="30624"/>
                </a:cubicBezTo>
                <a:cubicBezTo>
                  <a:pt x="175561" y="31698"/>
                  <a:pt x="175899" y="32665"/>
                  <a:pt x="176574" y="33525"/>
                </a:cubicBezTo>
                <a:cubicBezTo>
                  <a:pt x="177249" y="34415"/>
                  <a:pt x="178309" y="35152"/>
                  <a:pt x="179752" y="35735"/>
                </a:cubicBezTo>
                <a:cubicBezTo>
                  <a:pt x="180580" y="36042"/>
                  <a:pt x="183021" y="36748"/>
                  <a:pt x="187074" y="37854"/>
                </a:cubicBezTo>
                <a:cubicBezTo>
                  <a:pt x="192937" y="39419"/>
                  <a:pt x="197028" y="40701"/>
                  <a:pt x="199346" y="41699"/>
                </a:cubicBezTo>
                <a:cubicBezTo>
                  <a:pt x="201664" y="42697"/>
                  <a:pt x="203483" y="44147"/>
                  <a:pt x="204803" y="46051"/>
                </a:cubicBezTo>
                <a:cubicBezTo>
                  <a:pt x="206123" y="47954"/>
                  <a:pt x="206783" y="50318"/>
                  <a:pt x="206783" y="53142"/>
                </a:cubicBezTo>
                <a:cubicBezTo>
                  <a:pt x="206783" y="55906"/>
                  <a:pt x="205977" y="58507"/>
                  <a:pt x="204366" y="60948"/>
                </a:cubicBezTo>
                <a:cubicBezTo>
                  <a:pt x="202754" y="63389"/>
                  <a:pt x="200428" y="65277"/>
                  <a:pt x="197389" y="66612"/>
                </a:cubicBezTo>
                <a:cubicBezTo>
                  <a:pt x="194350" y="67948"/>
                  <a:pt x="190911" y="68616"/>
                  <a:pt x="187074" y="68616"/>
                </a:cubicBezTo>
                <a:cubicBezTo>
                  <a:pt x="180719" y="68616"/>
                  <a:pt x="175876" y="67292"/>
                  <a:pt x="172545" y="64644"/>
                </a:cubicBezTo>
                <a:cubicBezTo>
                  <a:pt x="169214" y="61996"/>
                  <a:pt x="167088" y="58070"/>
                  <a:pt x="166167" y="52866"/>
                </a:cubicBezTo>
                <a:close/>
              </a:path>
            </a:pathLst>
          </a:custGeom>
          <a:solidFill xmlns:a="http://schemas.openxmlformats.org/drawingml/2006/main">
            <a:srgbClr val="282D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ArmTemp">
            <a:extLst xmlns:a="http://schemas.openxmlformats.org/drawingml/2006/main">
              <a:ext uri="{FF2B5EF4-FFF2-40B4-BE49-F238E27FC236}">
                <a16:creationId xmlns:a16="http://schemas.microsoft.com/office/drawing/2014/main" id="{1AFFED4D-3B1F-4CE5-87E4-B91CC2A8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080" y="951641"/>
            <a:ext cx="407901" cy="86299"/>
          </a:xfrm>
          <a:custGeom xmlns:a="http://schemas.openxmlformats.org/drawingml/2006/main">
            <a:pathLst>
              <a:path w="407901" h="86299">
                <a:moveTo>
                  <a:pt x="0" y="67510"/>
                </a:moveTo>
                <a:lnTo>
                  <a:pt x="25927" y="0"/>
                </a:lnTo>
                <a:lnTo>
                  <a:pt x="35551" y="0"/>
                </a:lnTo>
                <a:lnTo>
                  <a:pt x="63182" y="67510"/>
                </a:lnTo>
                <a:lnTo>
                  <a:pt x="53004" y="67510"/>
                </a:lnTo>
                <a:lnTo>
                  <a:pt x="45130" y="47064"/>
                </a:lnTo>
                <a:lnTo>
                  <a:pt x="16901" y="47064"/>
                </a:lnTo>
                <a:lnTo>
                  <a:pt x="9486" y="67510"/>
                </a:lnTo>
                <a:lnTo>
                  <a:pt x="0" y="67510"/>
                </a:lnTo>
                <a:moveTo>
                  <a:pt x="19479" y="39788"/>
                </a:moveTo>
                <a:lnTo>
                  <a:pt x="42367" y="39788"/>
                </a:lnTo>
                <a:lnTo>
                  <a:pt x="35321" y="21074"/>
                </a:lnTo>
                <a:cubicBezTo>
                  <a:pt x="33172" y="15403"/>
                  <a:pt x="31575" y="10712"/>
                  <a:pt x="30532" y="7000"/>
                </a:cubicBezTo>
                <a:cubicBezTo>
                  <a:pt x="29672" y="11385"/>
                  <a:pt x="28459" y="15714"/>
                  <a:pt x="26894" y="19986"/>
                </a:cubicBezTo>
                <a:lnTo>
                  <a:pt x="19479" y="39788"/>
                </a:lnTo>
                <a:close/>
                <a:moveTo>
                  <a:pt x="68942" y="67510"/>
                </a:moveTo>
                <a:lnTo>
                  <a:pt x="68942" y="18604"/>
                </a:lnTo>
                <a:lnTo>
                  <a:pt x="76402" y="18604"/>
                </a:lnTo>
                <a:lnTo>
                  <a:pt x="76402" y="26019"/>
                </a:lnTo>
                <a:cubicBezTo>
                  <a:pt x="78306" y="22549"/>
                  <a:pt x="80063" y="20262"/>
                  <a:pt x="81675" y="19157"/>
                </a:cubicBezTo>
                <a:cubicBezTo>
                  <a:pt x="83287" y="18052"/>
                  <a:pt x="85060" y="17499"/>
                  <a:pt x="86994" y="17499"/>
                </a:cubicBezTo>
                <a:cubicBezTo>
                  <a:pt x="89788" y="17499"/>
                  <a:pt x="92628" y="18390"/>
                  <a:pt x="95513" y="20170"/>
                </a:cubicBezTo>
                <a:lnTo>
                  <a:pt x="92658" y="27855"/>
                </a:lnTo>
                <a:cubicBezTo>
                  <a:pt x="90632" y="26661"/>
                  <a:pt x="88606" y="26065"/>
                  <a:pt x="86580" y="26065"/>
                </a:cubicBezTo>
                <a:cubicBezTo>
                  <a:pt x="84768" y="26065"/>
                  <a:pt x="83141" y="26610"/>
                  <a:pt x="81698" y="27699"/>
                </a:cubicBezTo>
                <a:cubicBezTo>
                  <a:pt x="80255" y="28789"/>
                  <a:pt x="79227" y="30301"/>
                  <a:pt x="78613" y="32235"/>
                </a:cubicBezTo>
                <a:cubicBezTo>
                  <a:pt x="77692" y="35183"/>
                  <a:pt x="77231" y="38406"/>
                  <a:pt x="77231" y="41906"/>
                </a:cubicBezTo>
                <a:lnTo>
                  <a:pt x="77231" y="67510"/>
                </a:lnTo>
                <a:lnTo>
                  <a:pt x="68942" y="67510"/>
                </a:lnTo>
                <a:close/>
                <a:moveTo>
                  <a:pt x="100081" y="67510"/>
                </a:moveTo>
                <a:lnTo>
                  <a:pt x="100081" y="18604"/>
                </a:lnTo>
                <a:lnTo>
                  <a:pt x="107495" y="18604"/>
                </a:lnTo>
                <a:lnTo>
                  <a:pt x="107495" y="25466"/>
                </a:lnTo>
                <a:cubicBezTo>
                  <a:pt x="109030" y="23071"/>
                  <a:pt x="111072" y="21145"/>
                  <a:pt x="113620" y="19687"/>
                </a:cubicBezTo>
                <a:cubicBezTo>
                  <a:pt x="116168" y="18228"/>
                  <a:pt x="119069" y="17499"/>
                  <a:pt x="122323" y="17499"/>
                </a:cubicBezTo>
                <a:cubicBezTo>
                  <a:pt x="125946" y="17499"/>
                  <a:pt x="128916" y="18251"/>
                  <a:pt x="131234" y="19756"/>
                </a:cubicBezTo>
                <a:cubicBezTo>
                  <a:pt x="133552" y="21260"/>
                  <a:pt x="135187" y="23363"/>
                  <a:pt x="136139" y="26065"/>
                </a:cubicBezTo>
                <a:cubicBezTo>
                  <a:pt x="140007" y="20354"/>
                  <a:pt x="145042" y="17499"/>
                  <a:pt x="151243" y="17499"/>
                </a:cubicBezTo>
                <a:cubicBezTo>
                  <a:pt x="156094" y="17499"/>
                  <a:pt x="159824" y="18842"/>
                  <a:pt x="162434" y="21529"/>
                </a:cubicBezTo>
                <a:cubicBezTo>
                  <a:pt x="165043" y="24215"/>
                  <a:pt x="166348" y="28352"/>
                  <a:pt x="166348" y="33939"/>
                </a:cubicBezTo>
                <a:lnTo>
                  <a:pt x="166348" y="67510"/>
                </a:lnTo>
                <a:lnTo>
                  <a:pt x="158105" y="67510"/>
                </a:lnTo>
                <a:lnTo>
                  <a:pt x="158105" y="36702"/>
                </a:lnTo>
                <a:cubicBezTo>
                  <a:pt x="158105" y="33387"/>
                  <a:pt x="157836" y="31000"/>
                  <a:pt x="157299" y="29542"/>
                </a:cubicBezTo>
                <a:cubicBezTo>
                  <a:pt x="156762" y="28083"/>
                  <a:pt x="155787" y="26909"/>
                  <a:pt x="154375" y="26019"/>
                </a:cubicBezTo>
                <a:cubicBezTo>
                  <a:pt x="152963" y="25128"/>
                  <a:pt x="151305" y="24683"/>
                  <a:pt x="149401" y="24683"/>
                </a:cubicBezTo>
                <a:cubicBezTo>
                  <a:pt x="145963" y="24683"/>
                  <a:pt x="143108" y="25827"/>
                  <a:pt x="140836" y="28114"/>
                </a:cubicBezTo>
                <a:cubicBezTo>
                  <a:pt x="138564" y="30401"/>
                  <a:pt x="137428" y="34062"/>
                  <a:pt x="137428" y="39097"/>
                </a:cubicBezTo>
                <a:lnTo>
                  <a:pt x="137428" y="67510"/>
                </a:lnTo>
                <a:lnTo>
                  <a:pt x="129139" y="67510"/>
                </a:lnTo>
                <a:lnTo>
                  <a:pt x="129139" y="35735"/>
                </a:lnTo>
                <a:cubicBezTo>
                  <a:pt x="129139" y="32051"/>
                  <a:pt x="128464" y="29288"/>
                  <a:pt x="127113" y="27446"/>
                </a:cubicBezTo>
                <a:cubicBezTo>
                  <a:pt x="125762" y="25604"/>
                  <a:pt x="123551" y="24683"/>
                  <a:pt x="120481" y="24683"/>
                </a:cubicBezTo>
                <a:cubicBezTo>
                  <a:pt x="118148" y="24683"/>
                  <a:pt x="115992" y="25297"/>
                  <a:pt x="114011" y="26525"/>
                </a:cubicBezTo>
                <a:cubicBezTo>
                  <a:pt x="112031" y="27753"/>
                  <a:pt x="110596" y="29549"/>
                  <a:pt x="109706" y="31913"/>
                </a:cubicBezTo>
                <a:cubicBezTo>
                  <a:pt x="108815" y="34277"/>
                  <a:pt x="108370" y="37685"/>
                  <a:pt x="108370" y="42136"/>
                </a:cubicBezTo>
                <a:lnTo>
                  <a:pt x="108370" y="67510"/>
                </a:lnTo>
                <a:lnTo>
                  <a:pt x="100081" y="67510"/>
                </a:lnTo>
                <a:close/>
                <a:moveTo>
                  <a:pt x="196227" y="67510"/>
                </a:moveTo>
                <a:lnTo>
                  <a:pt x="196227" y="8013"/>
                </a:lnTo>
                <a:lnTo>
                  <a:pt x="173985" y="8013"/>
                </a:lnTo>
                <a:lnTo>
                  <a:pt x="173985" y="0"/>
                </a:lnTo>
                <a:lnTo>
                  <a:pt x="227495" y="0"/>
                </a:lnTo>
                <a:lnTo>
                  <a:pt x="227495" y="8013"/>
                </a:lnTo>
                <a:lnTo>
                  <a:pt x="205161" y="8013"/>
                </a:lnTo>
                <a:lnTo>
                  <a:pt x="205161" y="67510"/>
                </a:lnTo>
                <a:lnTo>
                  <a:pt x="196227" y="67510"/>
                </a:lnTo>
                <a:close/>
                <a:moveTo>
                  <a:pt x="268877" y="51669"/>
                </a:moveTo>
                <a:lnTo>
                  <a:pt x="277442" y="52774"/>
                </a:lnTo>
                <a:cubicBezTo>
                  <a:pt x="276092" y="57793"/>
                  <a:pt x="273590" y="61688"/>
                  <a:pt x="269936" y="64459"/>
                </a:cubicBezTo>
                <a:cubicBezTo>
                  <a:pt x="266283" y="67230"/>
                  <a:pt x="261616" y="68616"/>
                  <a:pt x="255937" y="68616"/>
                </a:cubicBezTo>
                <a:cubicBezTo>
                  <a:pt x="248784" y="68616"/>
                  <a:pt x="243112" y="66413"/>
                  <a:pt x="238921" y="62007"/>
                </a:cubicBezTo>
                <a:cubicBezTo>
                  <a:pt x="234730" y="57602"/>
                  <a:pt x="232635" y="51423"/>
                  <a:pt x="232635" y="43472"/>
                </a:cubicBezTo>
                <a:cubicBezTo>
                  <a:pt x="232635" y="35244"/>
                  <a:pt x="234753" y="28858"/>
                  <a:pt x="238990" y="24315"/>
                </a:cubicBezTo>
                <a:cubicBezTo>
                  <a:pt x="243227" y="19771"/>
                  <a:pt x="248722" y="17499"/>
                  <a:pt x="255476" y="17499"/>
                </a:cubicBezTo>
                <a:cubicBezTo>
                  <a:pt x="262015" y="17499"/>
                  <a:pt x="267357" y="19722"/>
                  <a:pt x="271502" y="24167"/>
                </a:cubicBezTo>
                <a:cubicBezTo>
                  <a:pt x="275646" y="28610"/>
                  <a:pt x="277719" y="34863"/>
                  <a:pt x="277719" y="42924"/>
                </a:cubicBezTo>
                <a:cubicBezTo>
                  <a:pt x="277719" y="43414"/>
                  <a:pt x="277703" y="44149"/>
                  <a:pt x="277673" y="45130"/>
                </a:cubicBezTo>
                <a:lnTo>
                  <a:pt x="241201" y="45130"/>
                </a:lnTo>
                <a:cubicBezTo>
                  <a:pt x="241508" y="50518"/>
                  <a:pt x="243027" y="54643"/>
                  <a:pt x="245760" y="57506"/>
                </a:cubicBezTo>
                <a:cubicBezTo>
                  <a:pt x="248492" y="60369"/>
                  <a:pt x="251900" y="61800"/>
                  <a:pt x="255983" y="61800"/>
                </a:cubicBezTo>
                <a:cubicBezTo>
                  <a:pt x="259022" y="61800"/>
                  <a:pt x="261616" y="60995"/>
                  <a:pt x="263765" y="59384"/>
                </a:cubicBezTo>
                <a:cubicBezTo>
                  <a:pt x="265914" y="57772"/>
                  <a:pt x="267618" y="55200"/>
                  <a:pt x="268877" y="51669"/>
                </a:cubicBezTo>
                <a:moveTo>
                  <a:pt x="241661" y="38314"/>
                </a:moveTo>
                <a:lnTo>
                  <a:pt x="268969" y="38314"/>
                </a:lnTo>
                <a:cubicBezTo>
                  <a:pt x="268601" y="34214"/>
                  <a:pt x="267557" y="31138"/>
                  <a:pt x="265838" y="29088"/>
                </a:cubicBezTo>
                <a:cubicBezTo>
                  <a:pt x="263197" y="25906"/>
                  <a:pt x="259774" y="24315"/>
                  <a:pt x="255568" y="24315"/>
                </a:cubicBezTo>
                <a:cubicBezTo>
                  <a:pt x="251762" y="24315"/>
                  <a:pt x="248561" y="25585"/>
                  <a:pt x="245967" y="28125"/>
                </a:cubicBezTo>
                <a:cubicBezTo>
                  <a:pt x="243373" y="30665"/>
                  <a:pt x="241937" y="34061"/>
                  <a:pt x="241661" y="38314"/>
                </a:cubicBezTo>
                <a:close/>
                <a:moveTo>
                  <a:pt x="287533" y="67510"/>
                </a:moveTo>
                <a:lnTo>
                  <a:pt x="287533" y="18604"/>
                </a:lnTo>
                <a:lnTo>
                  <a:pt x="294947" y="18604"/>
                </a:lnTo>
                <a:lnTo>
                  <a:pt x="294947" y="25466"/>
                </a:lnTo>
                <a:cubicBezTo>
                  <a:pt x="296482" y="23071"/>
                  <a:pt x="298524" y="21145"/>
                  <a:pt x="301072" y="19687"/>
                </a:cubicBezTo>
                <a:cubicBezTo>
                  <a:pt x="303620" y="18228"/>
                  <a:pt x="306521" y="17499"/>
                  <a:pt x="309775" y="17499"/>
                </a:cubicBezTo>
                <a:cubicBezTo>
                  <a:pt x="313398" y="17499"/>
                  <a:pt x="316368" y="18251"/>
                  <a:pt x="318686" y="19756"/>
                </a:cubicBezTo>
                <a:cubicBezTo>
                  <a:pt x="321004" y="21260"/>
                  <a:pt x="322639" y="23363"/>
                  <a:pt x="323591" y="26065"/>
                </a:cubicBezTo>
                <a:cubicBezTo>
                  <a:pt x="327459" y="20354"/>
                  <a:pt x="332494" y="17499"/>
                  <a:pt x="338695" y="17499"/>
                </a:cubicBezTo>
                <a:cubicBezTo>
                  <a:pt x="343546" y="17499"/>
                  <a:pt x="347276" y="18842"/>
                  <a:pt x="349886" y="21529"/>
                </a:cubicBezTo>
                <a:cubicBezTo>
                  <a:pt x="352495" y="24215"/>
                  <a:pt x="353800" y="28352"/>
                  <a:pt x="353800" y="33939"/>
                </a:cubicBezTo>
                <a:lnTo>
                  <a:pt x="353800" y="67510"/>
                </a:lnTo>
                <a:lnTo>
                  <a:pt x="345557" y="67510"/>
                </a:lnTo>
                <a:lnTo>
                  <a:pt x="345557" y="36702"/>
                </a:lnTo>
                <a:cubicBezTo>
                  <a:pt x="345557" y="33387"/>
                  <a:pt x="345288" y="31000"/>
                  <a:pt x="344751" y="29542"/>
                </a:cubicBezTo>
                <a:cubicBezTo>
                  <a:pt x="344214" y="28083"/>
                  <a:pt x="343239" y="26909"/>
                  <a:pt x="341827" y="26019"/>
                </a:cubicBezTo>
                <a:cubicBezTo>
                  <a:pt x="340415" y="25128"/>
                  <a:pt x="338757" y="24683"/>
                  <a:pt x="336853" y="24683"/>
                </a:cubicBezTo>
                <a:cubicBezTo>
                  <a:pt x="333415" y="24683"/>
                  <a:pt x="330560" y="25827"/>
                  <a:pt x="328288" y="28114"/>
                </a:cubicBezTo>
                <a:cubicBezTo>
                  <a:pt x="326016" y="30401"/>
                  <a:pt x="324880" y="34062"/>
                  <a:pt x="324880" y="39097"/>
                </a:cubicBezTo>
                <a:lnTo>
                  <a:pt x="324880" y="67510"/>
                </a:lnTo>
                <a:lnTo>
                  <a:pt x="316591" y="67510"/>
                </a:lnTo>
                <a:lnTo>
                  <a:pt x="316591" y="35735"/>
                </a:lnTo>
                <a:cubicBezTo>
                  <a:pt x="316591" y="32051"/>
                  <a:pt x="315916" y="29288"/>
                  <a:pt x="314565" y="27446"/>
                </a:cubicBezTo>
                <a:cubicBezTo>
                  <a:pt x="313214" y="25604"/>
                  <a:pt x="311003" y="24683"/>
                  <a:pt x="307933" y="24683"/>
                </a:cubicBezTo>
                <a:cubicBezTo>
                  <a:pt x="305600" y="24683"/>
                  <a:pt x="303444" y="25297"/>
                  <a:pt x="301463" y="26525"/>
                </a:cubicBezTo>
                <a:cubicBezTo>
                  <a:pt x="299483" y="27753"/>
                  <a:pt x="298048" y="29549"/>
                  <a:pt x="297158" y="31913"/>
                </a:cubicBezTo>
                <a:cubicBezTo>
                  <a:pt x="296267" y="34277"/>
                  <a:pt x="295822" y="37685"/>
                  <a:pt x="295822" y="42136"/>
                </a:cubicBezTo>
                <a:lnTo>
                  <a:pt x="295822" y="67510"/>
                </a:lnTo>
                <a:lnTo>
                  <a:pt x="287533" y="67510"/>
                </a:lnTo>
                <a:close/>
                <a:moveTo>
                  <a:pt x="365443" y="86299"/>
                </a:moveTo>
                <a:lnTo>
                  <a:pt x="365443" y="18604"/>
                </a:lnTo>
                <a:lnTo>
                  <a:pt x="372995" y="18604"/>
                </a:lnTo>
                <a:lnTo>
                  <a:pt x="372995" y="25004"/>
                </a:lnTo>
                <a:cubicBezTo>
                  <a:pt x="374776" y="22502"/>
                  <a:pt x="376787" y="20626"/>
                  <a:pt x="379028" y="19376"/>
                </a:cubicBezTo>
                <a:cubicBezTo>
                  <a:pt x="381269" y="18125"/>
                  <a:pt x="383986" y="17499"/>
                  <a:pt x="387179" y="17499"/>
                </a:cubicBezTo>
                <a:cubicBezTo>
                  <a:pt x="391354" y="17499"/>
                  <a:pt x="395038" y="18574"/>
                  <a:pt x="398231" y="20723"/>
                </a:cubicBezTo>
                <a:cubicBezTo>
                  <a:pt x="401424" y="22872"/>
                  <a:pt x="403834" y="25904"/>
                  <a:pt x="405461" y="29818"/>
                </a:cubicBezTo>
                <a:cubicBezTo>
                  <a:pt x="407088" y="33732"/>
                  <a:pt x="407901" y="38023"/>
                  <a:pt x="407901" y="42689"/>
                </a:cubicBezTo>
                <a:cubicBezTo>
                  <a:pt x="407901" y="47693"/>
                  <a:pt x="407003" y="52198"/>
                  <a:pt x="405207" y="56205"/>
                </a:cubicBezTo>
                <a:cubicBezTo>
                  <a:pt x="403412" y="60211"/>
                  <a:pt x="400802" y="63281"/>
                  <a:pt x="397379" y="65415"/>
                </a:cubicBezTo>
                <a:cubicBezTo>
                  <a:pt x="393956" y="67549"/>
                  <a:pt x="390356" y="68616"/>
                  <a:pt x="386580" y="68616"/>
                </a:cubicBezTo>
                <a:cubicBezTo>
                  <a:pt x="383817" y="68616"/>
                  <a:pt x="381338" y="68032"/>
                  <a:pt x="379143" y="66866"/>
                </a:cubicBezTo>
                <a:cubicBezTo>
                  <a:pt x="376948" y="65699"/>
                  <a:pt x="375144" y="64225"/>
                  <a:pt x="373732" y="62445"/>
                </a:cubicBezTo>
                <a:lnTo>
                  <a:pt x="373732" y="86299"/>
                </a:lnTo>
                <a:lnTo>
                  <a:pt x="365443" y="86299"/>
                </a:lnTo>
                <a:moveTo>
                  <a:pt x="372949" y="43357"/>
                </a:moveTo>
                <a:cubicBezTo>
                  <a:pt x="372949" y="49643"/>
                  <a:pt x="374223" y="54288"/>
                  <a:pt x="376771" y="57293"/>
                </a:cubicBezTo>
                <a:cubicBezTo>
                  <a:pt x="379319" y="60298"/>
                  <a:pt x="382405" y="61800"/>
                  <a:pt x="386027" y="61800"/>
                </a:cubicBezTo>
                <a:cubicBezTo>
                  <a:pt x="389711" y="61800"/>
                  <a:pt x="392866" y="60244"/>
                  <a:pt x="395491" y="57132"/>
                </a:cubicBezTo>
                <a:cubicBezTo>
                  <a:pt x="398116" y="54019"/>
                  <a:pt x="399428" y="49197"/>
                  <a:pt x="399428" y="42666"/>
                </a:cubicBezTo>
                <a:cubicBezTo>
                  <a:pt x="399428" y="36441"/>
                  <a:pt x="398146" y="31781"/>
                  <a:pt x="395583" y="28684"/>
                </a:cubicBezTo>
                <a:cubicBezTo>
                  <a:pt x="393019" y="25587"/>
                  <a:pt x="389957" y="24038"/>
                  <a:pt x="386396" y="24038"/>
                </a:cubicBezTo>
                <a:cubicBezTo>
                  <a:pt x="382865" y="24038"/>
                  <a:pt x="379741" y="25687"/>
                  <a:pt x="377024" y="28983"/>
                </a:cubicBezTo>
                <a:cubicBezTo>
                  <a:pt x="374307" y="32280"/>
                  <a:pt x="372949" y="37071"/>
                  <a:pt x="372949" y="43357"/>
                </a:cubicBezTo>
                <a:close/>
              </a:path>
            </a:pathLst>
          </a:custGeom>
          <a:solidFill xmlns:a="http://schemas.openxmlformats.org/drawingml/2006/main">
            <a:srgbClr val="2C7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:">
            <a:extLst xmlns:a="http://schemas.openxmlformats.org/drawingml/2006/main">
              <a:ext uri="{FF2B5EF4-FFF2-40B4-BE49-F238E27FC236}">
                <a16:creationId xmlns:a16="http://schemas.microsoft.com/office/drawing/2014/main" id="{0C80793B-FDEE-4EFE-8302-13A6C989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960" y="970246"/>
            <a:ext cx="9440" cy="48906"/>
          </a:xfrm>
          <a:custGeom xmlns:a="http://schemas.openxmlformats.org/drawingml/2006/main">
            <a:pathLst>
              <a:path w="9440" h="48906">
                <a:moveTo>
                  <a:pt x="0" y="9486"/>
                </a:moveTo>
                <a:lnTo>
                  <a:pt x="0" y="0"/>
                </a:lnTo>
                <a:lnTo>
                  <a:pt x="9440" y="0"/>
                </a:lnTo>
                <a:lnTo>
                  <a:pt x="9440" y="9486"/>
                </a:lnTo>
                <a:lnTo>
                  <a:pt x="0" y="9486"/>
                </a:lnTo>
                <a:moveTo>
                  <a:pt x="0" y="48906"/>
                </a:moveTo>
                <a:lnTo>
                  <a:pt x="0" y="39419"/>
                </a:lnTo>
                <a:lnTo>
                  <a:pt x="9440" y="39419"/>
                </a:lnTo>
                <a:lnTo>
                  <a:pt x="9440" y="48906"/>
                </a:lnTo>
                <a:lnTo>
                  <a:pt x="0" y="48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def">
            <a:extLst xmlns:a="http://schemas.openxmlformats.org/drawingml/2006/main">
              <a:ext uri="{FF2B5EF4-FFF2-40B4-BE49-F238E27FC236}">
                <a16:creationId xmlns:a16="http://schemas.microsoft.com/office/drawing/2014/main" id="{86480525-F58F-416D-A46D-9FACB23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53" y="1063007"/>
            <a:ext cx="130519" cy="69721"/>
          </a:xfrm>
          <a:custGeom xmlns:a="http://schemas.openxmlformats.org/drawingml/2006/main">
            <a:pathLst>
              <a:path w="130519" h="69721">
                <a:moveTo>
                  <a:pt x="34722" y="68616"/>
                </a:moveTo>
                <a:lnTo>
                  <a:pt x="34722" y="62445"/>
                </a:lnTo>
                <a:cubicBezTo>
                  <a:pt x="31621" y="67295"/>
                  <a:pt x="27062" y="69721"/>
                  <a:pt x="21045" y="69721"/>
                </a:cubicBezTo>
                <a:cubicBezTo>
                  <a:pt x="17146" y="69721"/>
                  <a:pt x="13562" y="68646"/>
                  <a:pt x="10292" y="66497"/>
                </a:cubicBezTo>
                <a:cubicBezTo>
                  <a:pt x="7023" y="64348"/>
                  <a:pt x="4490" y="61347"/>
                  <a:pt x="2694" y="57494"/>
                </a:cubicBezTo>
                <a:cubicBezTo>
                  <a:pt x="898" y="53641"/>
                  <a:pt x="0" y="49213"/>
                  <a:pt x="0" y="44209"/>
                </a:cubicBezTo>
                <a:cubicBezTo>
                  <a:pt x="0" y="39327"/>
                  <a:pt x="814" y="34899"/>
                  <a:pt x="2441" y="30923"/>
                </a:cubicBezTo>
                <a:cubicBezTo>
                  <a:pt x="4068" y="26947"/>
                  <a:pt x="6508" y="23900"/>
                  <a:pt x="9763" y="21782"/>
                </a:cubicBezTo>
                <a:cubicBezTo>
                  <a:pt x="13017" y="19664"/>
                  <a:pt x="16655" y="18604"/>
                  <a:pt x="20677" y="18604"/>
                </a:cubicBezTo>
                <a:cubicBezTo>
                  <a:pt x="23624" y="18604"/>
                  <a:pt x="26249" y="19230"/>
                  <a:pt x="28551" y="20482"/>
                </a:cubicBezTo>
                <a:cubicBezTo>
                  <a:pt x="30854" y="21734"/>
                  <a:pt x="32727" y="23364"/>
                  <a:pt x="34170" y="25372"/>
                </a:cubicBezTo>
                <a:lnTo>
                  <a:pt x="34170" y="1105"/>
                </a:lnTo>
                <a:lnTo>
                  <a:pt x="42413" y="1105"/>
                </a:lnTo>
                <a:lnTo>
                  <a:pt x="42413" y="68616"/>
                </a:lnTo>
                <a:lnTo>
                  <a:pt x="34722" y="68616"/>
                </a:lnTo>
                <a:moveTo>
                  <a:pt x="8519" y="44232"/>
                </a:moveTo>
                <a:cubicBezTo>
                  <a:pt x="8519" y="50487"/>
                  <a:pt x="9839" y="55163"/>
                  <a:pt x="12480" y="58260"/>
                </a:cubicBezTo>
                <a:cubicBezTo>
                  <a:pt x="15120" y="61357"/>
                  <a:pt x="18236" y="62905"/>
                  <a:pt x="21828" y="62905"/>
                </a:cubicBezTo>
                <a:cubicBezTo>
                  <a:pt x="25451" y="62905"/>
                  <a:pt x="28528" y="61426"/>
                  <a:pt x="31061" y="58467"/>
                </a:cubicBezTo>
                <a:cubicBezTo>
                  <a:pt x="33594" y="55508"/>
                  <a:pt x="34860" y="50993"/>
                  <a:pt x="34860" y="44921"/>
                </a:cubicBezTo>
                <a:cubicBezTo>
                  <a:pt x="34860" y="38237"/>
                  <a:pt x="33571" y="33331"/>
                  <a:pt x="30992" y="30203"/>
                </a:cubicBezTo>
                <a:cubicBezTo>
                  <a:pt x="28413" y="27076"/>
                  <a:pt x="25236" y="25512"/>
                  <a:pt x="21460" y="25512"/>
                </a:cubicBezTo>
                <a:cubicBezTo>
                  <a:pt x="17776" y="25512"/>
                  <a:pt x="14698" y="27014"/>
                  <a:pt x="12226" y="30019"/>
                </a:cubicBezTo>
                <a:cubicBezTo>
                  <a:pt x="9755" y="33024"/>
                  <a:pt x="8519" y="37762"/>
                  <a:pt x="8519" y="44232"/>
                </a:cubicBezTo>
                <a:close/>
                <a:moveTo>
                  <a:pt x="88607" y="52774"/>
                </a:moveTo>
                <a:lnTo>
                  <a:pt x="97172" y="53879"/>
                </a:lnTo>
                <a:cubicBezTo>
                  <a:pt x="95822" y="58898"/>
                  <a:pt x="93319" y="62793"/>
                  <a:pt x="89666" y="65565"/>
                </a:cubicBezTo>
                <a:cubicBezTo>
                  <a:pt x="86013" y="68335"/>
                  <a:pt x="81346" y="69721"/>
                  <a:pt x="75667" y="69721"/>
                </a:cubicBezTo>
                <a:cubicBezTo>
                  <a:pt x="68513" y="69721"/>
                  <a:pt x="62842" y="67518"/>
                  <a:pt x="58651" y="63112"/>
                </a:cubicBezTo>
                <a:cubicBezTo>
                  <a:pt x="54460" y="58707"/>
                  <a:pt x="52365" y="52528"/>
                  <a:pt x="52365" y="44577"/>
                </a:cubicBezTo>
                <a:cubicBezTo>
                  <a:pt x="52365" y="36349"/>
                  <a:pt x="54483" y="29964"/>
                  <a:pt x="58720" y="25420"/>
                </a:cubicBezTo>
                <a:cubicBezTo>
                  <a:pt x="62957" y="20876"/>
                  <a:pt x="68452" y="18604"/>
                  <a:pt x="75206" y="18604"/>
                </a:cubicBezTo>
                <a:cubicBezTo>
                  <a:pt x="81745" y="18604"/>
                  <a:pt x="87087" y="20827"/>
                  <a:pt x="91232" y="25272"/>
                </a:cubicBezTo>
                <a:cubicBezTo>
                  <a:pt x="95376" y="29716"/>
                  <a:pt x="97449" y="35968"/>
                  <a:pt x="97449" y="44029"/>
                </a:cubicBezTo>
                <a:cubicBezTo>
                  <a:pt x="97449" y="44519"/>
                  <a:pt x="97433" y="45254"/>
                  <a:pt x="97403" y="46235"/>
                </a:cubicBezTo>
                <a:lnTo>
                  <a:pt x="60930" y="46235"/>
                </a:lnTo>
                <a:cubicBezTo>
                  <a:pt x="61237" y="51623"/>
                  <a:pt x="62757" y="55748"/>
                  <a:pt x="65489" y="58611"/>
                </a:cubicBezTo>
                <a:cubicBezTo>
                  <a:pt x="68222" y="61474"/>
                  <a:pt x="71630" y="62905"/>
                  <a:pt x="75713" y="62905"/>
                </a:cubicBezTo>
                <a:cubicBezTo>
                  <a:pt x="78752" y="62905"/>
                  <a:pt x="81346" y="62100"/>
                  <a:pt x="83495" y="60489"/>
                </a:cubicBezTo>
                <a:cubicBezTo>
                  <a:pt x="85644" y="58877"/>
                  <a:pt x="87348" y="56306"/>
                  <a:pt x="88607" y="52774"/>
                </a:cubicBezTo>
                <a:moveTo>
                  <a:pt x="61391" y="39419"/>
                </a:moveTo>
                <a:lnTo>
                  <a:pt x="88699" y="39419"/>
                </a:lnTo>
                <a:cubicBezTo>
                  <a:pt x="88331" y="35319"/>
                  <a:pt x="87287" y="32244"/>
                  <a:pt x="85568" y="30193"/>
                </a:cubicBezTo>
                <a:cubicBezTo>
                  <a:pt x="82927" y="27011"/>
                  <a:pt x="79504" y="25420"/>
                  <a:pt x="75298" y="25420"/>
                </a:cubicBezTo>
                <a:cubicBezTo>
                  <a:pt x="71491" y="25420"/>
                  <a:pt x="68291" y="26690"/>
                  <a:pt x="65697" y="29231"/>
                </a:cubicBezTo>
                <a:cubicBezTo>
                  <a:pt x="63103" y="31770"/>
                  <a:pt x="61667" y="35166"/>
                  <a:pt x="61391" y="39419"/>
                </a:cubicBezTo>
                <a:close/>
                <a:moveTo>
                  <a:pt x="109244" y="68616"/>
                </a:moveTo>
                <a:lnTo>
                  <a:pt x="109244" y="26157"/>
                </a:lnTo>
                <a:lnTo>
                  <a:pt x="101922" y="26157"/>
                </a:lnTo>
                <a:lnTo>
                  <a:pt x="101922" y="19710"/>
                </a:lnTo>
                <a:lnTo>
                  <a:pt x="109244" y="19710"/>
                </a:lnTo>
                <a:lnTo>
                  <a:pt x="109244" y="14517"/>
                </a:lnTo>
                <a:cubicBezTo>
                  <a:pt x="109244" y="11240"/>
                  <a:pt x="109535" y="8805"/>
                  <a:pt x="110119" y="7213"/>
                </a:cubicBezTo>
                <a:cubicBezTo>
                  <a:pt x="110917" y="5069"/>
                  <a:pt x="112321" y="3331"/>
                  <a:pt x="114332" y="1999"/>
                </a:cubicBezTo>
                <a:cubicBezTo>
                  <a:pt x="116343" y="666"/>
                  <a:pt x="119160" y="0"/>
                  <a:pt x="122783" y="0"/>
                </a:cubicBezTo>
                <a:cubicBezTo>
                  <a:pt x="125116" y="0"/>
                  <a:pt x="127695" y="278"/>
                  <a:pt x="130519" y="833"/>
                </a:cubicBezTo>
                <a:lnTo>
                  <a:pt x="129276" y="8102"/>
                </a:lnTo>
                <a:cubicBezTo>
                  <a:pt x="127556" y="7797"/>
                  <a:pt x="125929" y="7644"/>
                  <a:pt x="124394" y="7644"/>
                </a:cubicBezTo>
                <a:cubicBezTo>
                  <a:pt x="121877" y="7644"/>
                  <a:pt x="120096" y="8178"/>
                  <a:pt x="119052" y="9245"/>
                </a:cubicBezTo>
                <a:cubicBezTo>
                  <a:pt x="118009" y="10311"/>
                  <a:pt x="117487" y="12306"/>
                  <a:pt x="117487" y="15231"/>
                </a:cubicBezTo>
                <a:lnTo>
                  <a:pt x="117487" y="19710"/>
                </a:lnTo>
                <a:lnTo>
                  <a:pt x="127019" y="19710"/>
                </a:lnTo>
                <a:lnTo>
                  <a:pt x="127019" y="26157"/>
                </a:lnTo>
                <a:lnTo>
                  <a:pt x="117487" y="26157"/>
                </a:lnTo>
                <a:lnTo>
                  <a:pt x="117487" y="68616"/>
                </a:lnTo>
                <a:lnTo>
                  <a:pt x="109244" y="68616"/>
                </a:lnTo>
                <a:close/>
              </a:path>
            </a:pathLst>
          </a:custGeom>
          <a:solidFill xmlns:a="http://schemas.openxmlformats.org/drawingml/2006/main">
            <a:srgbClr val="282D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__init__">
            <a:extLst xmlns:a="http://schemas.openxmlformats.org/drawingml/2006/main">
              <a:ext uri="{FF2B5EF4-FFF2-40B4-BE49-F238E27FC236}">
                <a16:creationId xmlns:a16="http://schemas.microsoft.com/office/drawing/2014/main" id="{A286FF40-5FB8-4B8C-B954-959DA490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121" y="1064113"/>
            <a:ext cx="331430" cy="86299"/>
          </a:xfrm>
          <a:custGeom xmlns:a="http://schemas.openxmlformats.org/drawingml/2006/main">
            <a:pathLst>
              <a:path w="331430" h="86299">
                <a:moveTo>
                  <a:pt x="111961" y="0"/>
                </a:moveTo>
                <a:lnTo>
                  <a:pt x="111961" y="9486"/>
                </a:lnTo>
                <a:lnTo>
                  <a:pt x="120250" y="9486"/>
                </a:lnTo>
                <a:lnTo>
                  <a:pt x="120250" y="0"/>
                </a:lnTo>
                <a:lnTo>
                  <a:pt x="111961" y="0"/>
                </a:lnTo>
                <a:close/>
                <a:moveTo>
                  <a:pt x="141319" y="39277"/>
                </a:moveTo>
                <a:lnTo>
                  <a:pt x="141352" y="38547"/>
                </a:lnTo>
                <a:lnTo>
                  <a:pt x="141399" y="37837"/>
                </a:lnTo>
                <a:lnTo>
                  <a:pt x="141459" y="37148"/>
                </a:lnTo>
                <a:lnTo>
                  <a:pt x="141533" y="36481"/>
                </a:lnTo>
                <a:lnTo>
                  <a:pt x="141619" y="35834"/>
                </a:lnTo>
                <a:lnTo>
                  <a:pt x="141720" y="35208"/>
                </a:lnTo>
                <a:lnTo>
                  <a:pt x="141833" y="34603"/>
                </a:lnTo>
                <a:lnTo>
                  <a:pt x="141960" y="34020"/>
                </a:lnTo>
                <a:lnTo>
                  <a:pt x="142100" y="33457"/>
                </a:lnTo>
                <a:lnTo>
                  <a:pt x="142254" y="32915"/>
                </a:lnTo>
                <a:lnTo>
                  <a:pt x="142421" y="32394"/>
                </a:lnTo>
                <a:lnTo>
                  <a:pt x="142601" y="31894"/>
                </a:lnTo>
                <a:lnTo>
                  <a:pt x="142794" y="31414"/>
                </a:lnTo>
                <a:lnTo>
                  <a:pt x="143001" y="30956"/>
                </a:lnTo>
                <a:lnTo>
                  <a:pt x="143222" y="30519"/>
                </a:lnTo>
                <a:lnTo>
                  <a:pt x="143455" y="30103"/>
                </a:lnTo>
                <a:lnTo>
                  <a:pt x="143702" y="29707"/>
                </a:lnTo>
                <a:lnTo>
                  <a:pt x="143963" y="29333"/>
                </a:lnTo>
                <a:lnTo>
                  <a:pt x="144236" y="28980"/>
                </a:lnTo>
                <a:lnTo>
                  <a:pt x="144523" y="28647"/>
                </a:lnTo>
                <a:lnTo>
                  <a:pt x="144824" y="28335"/>
                </a:lnTo>
                <a:lnTo>
                  <a:pt x="145138" y="28045"/>
                </a:lnTo>
                <a:lnTo>
                  <a:pt x="145461" y="27771"/>
                </a:lnTo>
                <a:lnTo>
                  <a:pt x="145789" y="27508"/>
                </a:lnTo>
                <a:lnTo>
                  <a:pt x="146122" y="27257"/>
                </a:lnTo>
                <a:lnTo>
                  <a:pt x="146460" y="27018"/>
                </a:lnTo>
                <a:lnTo>
                  <a:pt x="146803" y="26790"/>
                </a:lnTo>
                <a:lnTo>
                  <a:pt x="147151" y="26574"/>
                </a:lnTo>
                <a:lnTo>
                  <a:pt x="147504" y="26370"/>
                </a:lnTo>
                <a:lnTo>
                  <a:pt x="147862" y="26177"/>
                </a:lnTo>
                <a:lnTo>
                  <a:pt x="148225" y="25996"/>
                </a:lnTo>
                <a:lnTo>
                  <a:pt x="148594" y="25827"/>
                </a:lnTo>
                <a:lnTo>
                  <a:pt x="148967" y="25669"/>
                </a:lnTo>
                <a:lnTo>
                  <a:pt x="149345" y="25524"/>
                </a:lnTo>
                <a:lnTo>
                  <a:pt x="149729" y="25389"/>
                </a:lnTo>
                <a:lnTo>
                  <a:pt x="150117" y="25267"/>
                </a:lnTo>
                <a:lnTo>
                  <a:pt x="150511" y="25156"/>
                </a:lnTo>
                <a:lnTo>
                  <a:pt x="150909" y="25057"/>
                </a:lnTo>
                <a:lnTo>
                  <a:pt x="151313" y="24969"/>
                </a:lnTo>
                <a:lnTo>
                  <a:pt x="151721" y="24893"/>
                </a:lnTo>
                <a:lnTo>
                  <a:pt x="152135" y="24829"/>
                </a:lnTo>
                <a:lnTo>
                  <a:pt x="152554" y="24777"/>
                </a:lnTo>
                <a:lnTo>
                  <a:pt x="152977" y="24736"/>
                </a:lnTo>
                <a:lnTo>
                  <a:pt x="153406" y="24707"/>
                </a:lnTo>
                <a:lnTo>
                  <a:pt x="153840" y="24689"/>
                </a:lnTo>
                <a:lnTo>
                  <a:pt x="154279" y="24683"/>
                </a:lnTo>
                <a:lnTo>
                  <a:pt x="154553" y="24686"/>
                </a:lnTo>
                <a:lnTo>
                  <a:pt x="154825" y="24694"/>
                </a:lnTo>
                <a:lnTo>
                  <a:pt x="155094" y="24707"/>
                </a:lnTo>
                <a:lnTo>
                  <a:pt x="155360" y="24725"/>
                </a:lnTo>
                <a:lnTo>
                  <a:pt x="155623" y="24748"/>
                </a:lnTo>
                <a:lnTo>
                  <a:pt x="155883" y="24777"/>
                </a:lnTo>
                <a:lnTo>
                  <a:pt x="156140" y="24810"/>
                </a:lnTo>
                <a:lnTo>
                  <a:pt x="156394" y="24849"/>
                </a:lnTo>
                <a:lnTo>
                  <a:pt x="156646" y="24894"/>
                </a:lnTo>
                <a:lnTo>
                  <a:pt x="156894" y="24943"/>
                </a:lnTo>
                <a:lnTo>
                  <a:pt x="157139" y="24998"/>
                </a:lnTo>
                <a:lnTo>
                  <a:pt x="157381" y="25057"/>
                </a:lnTo>
                <a:lnTo>
                  <a:pt x="157621" y="25122"/>
                </a:lnTo>
                <a:lnTo>
                  <a:pt x="157857" y="25192"/>
                </a:lnTo>
                <a:lnTo>
                  <a:pt x="158090" y="25268"/>
                </a:lnTo>
                <a:lnTo>
                  <a:pt x="158321" y="25348"/>
                </a:lnTo>
                <a:lnTo>
                  <a:pt x="158548" y="25434"/>
                </a:lnTo>
                <a:lnTo>
                  <a:pt x="158773" y="25525"/>
                </a:lnTo>
                <a:lnTo>
                  <a:pt x="158994" y="25621"/>
                </a:lnTo>
                <a:lnTo>
                  <a:pt x="159213" y="25723"/>
                </a:lnTo>
                <a:lnTo>
                  <a:pt x="159429" y="25829"/>
                </a:lnTo>
                <a:lnTo>
                  <a:pt x="159641" y="25941"/>
                </a:lnTo>
                <a:lnTo>
                  <a:pt x="159851" y="26058"/>
                </a:lnTo>
                <a:lnTo>
                  <a:pt x="160058" y="26180"/>
                </a:lnTo>
                <a:lnTo>
                  <a:pt x="160261" y="26306"/>
                </a:lnTo>
                <a:lnTo>
                  <a:pt x="160458" y="26436"/>
                </a:lnTo>
                <a:lnTo>
                  <a:pt x="160651" y="26570"/>
                </a:lnTo>
                <a:lnTo>
                  <a:pt x="160838" y="26707"/>
                </a:lnTo>
                <a:lnTo>
                  <a:pt x="161020" y="26847"/>
                </a:lnTo>
                <a:lnTo>
                  <a:pt x="161196" y="26991"/>
                </a:lnTo>
                <a:lnTo>
                  <a:pt x="161368" y="27139"/>
                </a:lnTo>
                <a:lnTo>
                  <a:pt x="161534" y="27290"/>
                </a:lnTo>
                <a:lnTo>
                  <a:pt x="161695" y="27445"/>
                </a:lnTo>
                <a:lnTo>
                  <a:pt x="161851" y="27603"/>
                </a:lnTo>
                <a:lnTo>
                  <a:pt x="162002" y="27765"/>
                </a:lnTo>
                <a:lnTo>
                  <a:pt x="162148" y="27930"/>
                </a:lnTo>
                <a:lnTo>
                  <a:pt x="162288" y="28098"/>
                </a:lnTo>
                <a:lnTo>
                  <a:pt x="162423" y="28271"/>
                </a:lnTo>
                <a:lnTo>
                  <a:pt x="162553" y="28446"/>
                </a:lnTo>
                <a:lnTo>
                  <a:pt x="162678" y="28626"/>
                </a:lnTo>
                <a:lnTo>
                  <a:pt x="162797" y="28808"/>
                </a:lnTo>
                <a:lnTo>
                  <a:pt x="162912" y="28995"/>
                </a:lnTo>
                <a:lnTo>
                  <a:pt x="163021" y="29184"/>
                </a:lnTo>
                <a:lnTo>
                  <a:pt x="163125" y="29378"/>
                </a:lnTo>
                <a:lnTo>
                  <a:pt x="163224" y="29575"/>
                </a:lnTo>
                <a:lnTo>
                  <a:pt x="163317" y="29775"/>
                </a:lnTo>
                <a:lnTo>
                  <a:pt x="163406" y="29979"/>
                </a:lnTo>
                <a:lnTo>
                  <a:pt x="163489" y="30186"/>
                </a:lnTo>
                <a:lnTo>
                  <a:pt x="163568" y="30400"/>
                </a:lnTo>
                <a:lnTo>
                  <a:pt x="163643" y="30622"/>
                </a:lnTo>
                <a:lnTo>
                  <a:pt x="163715" y="30854"/>
                </a:lnTo>
                <a:lnTo>
                  <a:pt x="163784" y="31094"/>
                </a:lnTo>
                <a:lnTo>
                  <a:pt x="163850" y="31343"/>
                </a:lnTo>
                <a:lnTo>
                  <a:pt x="163912" y="31601"/>
                </a:lnTo>
                <a:lnTo>
                  <a:pt x="163971" y="31868"/>
                </a:lnTo>
                <a:lnTo>
                  <a:pt x="164026" y="32143"/>
                </a:lnTo>
                <a:lnTo>
                  <a:pt x="164078" y="32428"/>
                </a:lnTo>
                <a:lnTo>
                  <a:pt x="164127" y="32721"/>
                </a:lnTo>
                <a:lnTo>
                  <a:pt x="164172" y="33024"/>
                </a:lnTo>
                <a:lnTo>
                  <a:pt x="164214" y="33335"/>
                </a:lnTo>
                <a:lnTo>
                  <a:pt x="164253" y="33655"/>
                </a:lnTo>
                <a:lnTo>
                  <a:pt x="164288" y="33984"/>
                </a:lnTo>
                <a:lnTo>
                  <a:pt x="164320" y="34322"/>
                </a:lnTo>
                <a:lnTo>
                  <a:pt x="164348" y="34668"/>
                </a:lnTo>
                <a:lnTo>
                  <a:pt x="164374" y="35024"/>
                </a:lnTo>
                <a:lnTo>
                  <a:pt x="164395" y="35389"/>
                </a:lnTo>
                <a:lnTo>
                  <a:pt x="164414" y="35762"/>
                </a:lnTo>
                <a:lnTo>
                  <a:pt x="164429" y="36144"/>
                </a:lnTo>
                <a:lnTo>
                  <a:pt x="164441" y="36535"/>
                </a:lnTo>
                <a:lnTo>
                  <a:pt x="164449" y="36935"/>
                </a:lnTo>
                <a:lnTo>
                  <a:pt x="164454" y="37344"/>
                </a:lnTo>
                <a:lnTo>
                  <a:pt x="164456" y="37762"/>
                </a:lnTo>
                <a:lnTo>
                  <a:pt x="164456" y="67510"/>
                </a:lnTo>
                <a:lnTo>
                  <a:pt x="172745" y="67510"/>
                </a:lnTo>
                <a:lnTo>
                  <a:pt x="172745" y="37439"/>
                </a:lnTo>
                <a:lnTo>
                  <a:pt x="172744" y="36966"/>
                </a:lnTo>
                <a:lnTo>
                  <a:pt x="172742" y="36504"/>
                </a:lnTo>
                <a:lnTo>
                  <a:pt x="172738" y="36054"/>
                </a:lnTo>
                <a:lnTo>
                  <a:pt x="172732" y="35616"/>
                </a:lnTo>
                <a:lnTo>
                  <a:pt x="172725" y="35191"/>
                </a:lnTo>
                <a:lnTo>
                  <a:pt x="172716" y="34777"/>
                </a:lnTo>
                <a:lnTo>
                  <a:pt x="172706" y="34375"/>
                </a:lnTo>
                <a:lnTo>
                  <a:pt x="172694" y="33985"/>
                </a:lnTo>
                <a:lnTo>
                  <a:pt x="172680" y="33608"/>
                </a:lnTo>
                <a:lnTo>
                  <a:pt x="172665" y="33242"/>
                </a:lnTo>
                <a:lnTo>
                  <a:pt x="172648" y="32888"/>
                </a:lnTo>
                <a:lnTo>
                  <a:pt x="172630" y="32546"/>
                </a:lnTo>
                <a:lnTo>
                  <a:pt x="172610" y="32217"/>
                </a:lnTo>
                <a:lnTo>
                  <a:pt x="172588" y="31899"/>
                </a:lnTo>
                <a:lnTo>
                  <a:pt x="172565" y="31593"/>
                </a:lnTo>
                <a:lnTo>
                  <a:pt x="172540" y="31299"/>
                </a:lnTo>
                <a:lnTo>
                  <a:pt x="172514" y="31017"/>
                </a:lnTo>
                <a:lnTo>
                  <a:pt x="172486" y="30747"/>
                </a:lnTo>
                <a:lnTo>
                  <a:pt x="172456" y="30490"/>
                </a:lnTo>
                <a:lnTo>
                  <a:pt x="172425" y="30244"/>
                </a:lnTo>
                <a:lnTo>
                  <a:pt x="172392" y="30010"/>
                </a:lnTo>
                <a:lnTo>
                  <a:pt x="172358" y="29788"/>
                </a:lnTo>
                <a:lnTo>
                  <a:pt x="172322" y="29578"/>
                </a:lnTo>
                <a:lnTo>
                  <a:pt x="172284" y="29380"/>
                </a:lnTo>
                <a:lnTo>
                  <a:pt x="172221" y="29087"/>
                </a:lnTo>
                <a:lnTo>
                  <a:pt x="172154" y="28796"/>
                </a:lnTo>
                <a:lnTo>
                  <a:pt x="172083" y="28509"/>
                </a:lnTo>
                <a:lnTo>
                  <a:pt x="172008" y="28225"/>
                </a:lnTo>
                <a:lnTo>
                  <a:pt x="171929" y="27945"/>
                </a:lnTo>
                <a:lnTo>
                  <a:pt x="171847" y="27668"/>
                </a:lnTo>
                <a:lnTo>
                  <a:pt x="171761" y="27394"/>
                </a:lnTo>
                <a:lnTo>
                  <a:pt x="171670" y="27124"/>
                </a:lnTo>
                <a:lnTo>
                  <a:pt x="171576" y="26857"/>
                </a:lnTo>
                <a:lnTo>
                  <a:pt x="171479" y="26593"/>
                </a:lnTo>
                <a:lnTo>
                  <a:pt x="171377" y="26333"/>
                </a:lnTo>
                <a:lnTo>
                  <a:pt x="171271" y="26076"/>
                </a:lnTo>
                <a:lnTo>
                  <a:pt x="171162" y="25823"/>
                </a:lnTo>
                <a:lnTo>
                  <a:pt x="171049" y="25573"/>
                </a:lnTo>
                <a:lnTo>
                  <a:pt x="170932" y="25326"/>
                </a:lnTo>
                <a:lnTo>
                  <a:pt x="170811" y="25082"/>
                </a:lnTo>
                <a:lnTo>
                  <a:pt x="170686" y="24842"/>
                </a:lnTo>
                <a:lnTo>
                  <a:pt x="170558" y="24605"/>
                </a:lnTo>
                <a:lnTo>
                  <a:pt x="170425" y="24372"/>
                </a:lnTo>
                <a:lnTo>
                  <a:pt x="170289" y="24142"/>
                </a:lnTo>
                <a:lnTo>
                  <a:pt x="170149" y="23915"/>
                </a:lnTo>
                <a:lnTo>
                  <a:pt x="170005" y="23692"/>
                </a:lnTo>
                <a:lnTo>
                  <a:pt x="169857" y="23472"/>
                </a:lnTo>
                <a:lnTo>
                  <a:pt x="169706" y="23256"/>
                </a:lnTo>
                <a:lnTo>
                  <a:pt x="169549" y="23042"/>
                </a:lnTo>
                <a:lnTo>
                  <a:pt x="169386" y="22833"/>
                </a:lnTo>
                <a:lnTo>
                  <a:pt x="169216" y="22626"/>
                </a:lnTo>
                <a:lnTo>
                  <a:pt x="169040" y="22423"/>
                </a:lnTo>
                <a:lnTo>
                  <a:pt x="168857" y="22224"/>
                </a:lnTo>
                <a:lnTo>
                  <a:pt x="168668" y="22028"/>
                </a:lnTo>
                <a:lnTo>
                  <a:pt x="168472" y="21835"/>
                </a:lnTo>
                <a:lnTo>
                  <a:pt x="168270" y="21646"/>
                </a:lnTo>
                <a:lnTo>
                  <a:pt x="168062" y="21461"/>
                </a:lnTo>
                <a:lnTo>
                  <a:pt x="167847" y="21278"/>
                </a:lnTo>
                <a:lnTo>
                  <a:pt x="167625" y="21100"/>
                </a:lnTo>
                <a:lnTo>
                  <a:pt x="167397" y="20924"/>
                </a:lnTo>
                <a:lnTo>
                  <a:pt x="167163" y="20752"/>
                </a:lnTo>
                <a:lnTo>
                  <a:pt x="166922" y="20584"/>
                </a:lnTo>
                <a:lnTo>
                  <a:pt x="166675" y="20419"/>
                </a:lnTo>
                <a:lnTo>
                  <a:pt x="166421" y="20257"/>
                </a:lnTo>
                <a:lnTo>
                  <a:pt x="166160" y="20099"/>
                </a:lnTo>
                <a:lnTo>
                  <a:pt x="165893" y="19944"/>
                </a:lnTo>
                <a:lnTo>
                  <a:pt x="165620" y="19793"/>
                </a:lnTo>
                <a:lnTo>
                  <a:pt x="165340" y="19645"/>
                </a:lnTo>
                <a:lnTo>
                  <a:pt x="165054" y="19501"/>
                </a:lnTo>
                <a:lnTo>
                  <a:pt x="164761" y="19360"/>
                </a:lnTo>
                <a:lnTo>
                  <a:pt x="164462" y="19222"/>
                </a:lnTo>
                <a:lnTo>
                  <a:pt x="164157" y="19088"/>
                </a:lnTo>
                <a:lnTo>
                  <a:pt x="163846" y="18958"/>
                </a:lnTo>
                <a:lnTo>
                  <a:pt x="163534" y="18834"/>
                </a:lnTo>
                <a:lnTo>
                  <a:pt x="163219" y="18716"/>
                </a:lnTo>
                <a:lnTo>
                  <a:pt x="162901" y="18603"/>
                </a:lnTo>
                <a:lnTo>
                  <a:pt x="162581" y="18495"/>
                </a:lnTo>
                <a:lnTo>
                  <a:pt x="162258" y="18393"/>
                </a:lnTo>
                <a:lnTo>
                  <a:pt x="161933" y="18296"/>
                </a:lnTo>
                <a:lnTo>
                  <a:pt x="161606" y="18205"/>
                </a:lnTo>
                <a:lnTo>
                  <a:pt x="161276" y="18120"/>
                </a:lnTo>
                <a:lnTo>
                  <a:pt x="160943" y="18040"/>
                </a:lnTo>
                <a:lnTo>
                  <a:pt x="160608" y="17965"/>
                </a:lnTo>
                <a:lnTo>
                  <a:pt x="160271" y="17896"/>
                </a:lnTo>
                <a:lnTo>
                  <a:pt x="159931" y="17833"/>
                </a:lnTo>
                <a:lnTo>
                  <a:pt x="159589" y="17775"/>
                </a:lnTo>
                <a:lnTo>
                  <a:pt x="159244" y="17723"/>
                </a:lnTo>
                <a:lnTo>
                  <a:pt x="158896" y="17676"/>
                </a:lnTo>
                <a:lnTo>
                  <a:pt x="158547" y="17634"/>
                </a:lnTo>
                <a:lnTo>
                  <a:pt x="158194" y="17599"/>
                </a:lnTo>
                <a:lnTo>
                  <a:pt x="157840" y="17568"/>
                </a:lnTo>
                <a:lnTo>
                  <a:pt x="157482" y="17543"/>
                </a:lnTo>
                <a:lnTo>
                  <a:pt x="157123" y="17524"/>
                </a:lnTo>
                <a:lnTo>
                  <a:pt x="156760" y="17510"/>
                </a:lnTo>
                <a:lnTo>
                  <a:pt x="156396" y="17502"/>
                </a:lnTo>
                <a:lnTo>
                  <a:pt x="156029" y="17499"/>
                </a:lnTo>
                <a:lnTo>
                  <a:pt x="155189" y="17513"/>
                </a:lnTo>
                <a:lnTo>
                  <a:pt x="154366" y="17555"/>
                </a:lnTo>
                <a:lnTo>
                  <a:pt x="153559" y="17625"/>
                </a:lnTo>
                <a:lnTo>
                  <a:pt x="152769" y="17723"/>
                </a:lnTo>
                <a:lnTo>
                  <a:pt x="151996" y="17849"/>
                </a:lnTo>
                <a:lnTo>
                  <a:pt x="151239" y="18003"/>
                </a:lnTo>
                <a:lnTo>
                  <a:pt x="150499" y="18185"/>
                </a:lnTo>
                <a:lnTo>
                  <a:pt x="149776" y="18395"/>
                </a:lnTo>
                <a:lnTo>
                  <a:pt x="149069" y="18633"/>
                </a:lnTo>
                <a:lnTo>
                  <a:pt x="148379" y="18898"/>
                </a:lnTo>
                <a:lnTo>
                  <a:pt x="147706" y="19192"/>
                </a:lnTo>
                <a:lnTo>
                  <a:pt x="147049" y="19514"/>
                </a:lnTo>
                <a:lnTo>
                  <a:pt x="146408" y="19864"/>
                </a:lnTo>
                <a:lnTo>
                  <a:pt x="145785" y="20242"/>
                </a:lnTo>
                <a:lnTo>
                  <a:pt x="145178" y="20647"/>
                </a:lnTo>
                <a:lnTo>
                  <a:pt x="144588" y="21081"/>
                </a:lnTo>
                <a:lnTo>
                  <a:pt x="144014" y="21543"/>
                </a:lnTo>
                <a:lnTo>
                  <a:pt x="143457" y="22032"/>
                </a:lnTo>
                <a:lnTo>
                  <a:pt x="142916" y="22550"/>
                </a:lnTo>
                <a:lnTo>
                  <a:pt x="142392" y="23096"/>
                </a:lnTo>
                <a:lnTo>
                  <a:pt x="141885" y="23669"/>
                </a:lnTo>
                <a:lnTo>
                  <a:pt x="141395" y="24271"/>
                </a:lnTo>
                <a:lnTo>
                  <a:pt x="140921" y="24901"/>
                </a:lnTo>
                <a:lnTo>
                  <a:pt x="140463" y="25558"/>
                </a:lnTo>
                <a:lnTo>
                  <a:pt x="140463" y="18604"/>
                </a:lnTo>
                <a:lnTo>
                  <a:pt x="133003" y="18604"/>
                </a:lnTo>
                <a:lnTo>
                  <a:pt x="133003" y="67510"/>
                </a:lnTo>
                <a:lnTo>
                  <a:pt x="141292" y="67510"/>
                </a:lnTo>
                <a:lnTo>
                  <a:pt x="141292" y="40801"/>
                </a:lnTo>
                <a:lnTo>
                  <a:pt x="141299" y="40029"/>
                </a:lnTo>
                <a:lnTo>
                  <a:pt x="141319" y="39277"/>
                </a:lnTo>
                <a:close/>
                <a:moveTo>
                  <a:pt x="111961" y="67510"/>
                </a:moveTo>
                <a:lnTo>
                  <a:pt x="120250" y="67510"/>
                </a:lnTo>
                <a:lnTo>
                  <a:pt x="120250" y="18604"/>
                </a:lnTo>
                <a:lnTo>
                  <a:pt x="111961" y="18604"/>
                </a:lnTo>
                <a:lnTo>
                  <a:pt x="111961" y="67510"/>
                </a:lnTo>
                <a:close/>
                <a:moveTo>
                  <a:pt x="52135" y="86299"/>
                </a:moveTo>
                <a:lnTo>
                  <a:pt x="54938" y="86299"/>
                </a:lnTo>
                <a:lnTo>
                  <a:pt x="107074" y="86299"/>
                </a:lnTo>
                <a:lnTo>
                  <a:pt x="107074" y="80312"/>
                </a:lnTo>
                <a:lnTo>
                  <a:pt x="54938" y="80312"/>
                </a:lnTo>
                <a:lnTo>
                  <a:pt x="52135" y="80312"/>
                </a:lnTo>
                <a:lnTo>
                  <a:pt x="0" y="80312"/>
                </a:lnTo>
                <a:lnTo>
                  <a:pt x="0" y="86299"/>
                </a:lnTo>
                <a:lnTo>
                  <a:pt x="52135" y="86299"/>
                </a:lnTo>
                <a:close/>
                <a:moveTo>
                  <a:pt x="185185" y="0"/>
                </a:moveTo>
                <a:lnTo>
                  <a:pt x="185185" y="9486"/>
                </a:lnTo>
                <a:lnTo>
                  <a:pt x="193474" y="9486"/>
                </a:lnTo>
                <a:lnTo>
                  <a:pt x="193474" y="0"/>
                </a:lnTo>
                <a:lnTo>
                  <a:pt x="185185" y="0"/>
                </a:lnTo>
                <a:close/>
                <a:moveTo>
                  <a:pt x="223597" y="60195"/>
                </a:moveTo>
                <a:lnTo>
                  <a:pt x="223422" y="60216"/>
                </a:lnTo>
                <a:lnTo>
                  <a:pt x="223251" y="60237"/>
                </a:lnTo>
                <a:lnTo>
                  <a:pt x="223083" y="60257"/>
                </a:lnTo>
                <a:lnTo>
                  <a:pt x="222917" y="60275"/>
                </a:lnTo>
                <a:lnTo>
                  <a:pt x="222755" y="60293"/>
                </a:lnTo>
                <a:lnTo>
                  <a:pt x="222596" y="60309"/>
                </a:lnTo>
                <a:lnTo>
                  <a:pt x="222440" y="60324"/>
                </a:lnTo>
                <a:lnTo>
                  <a:pt x="222287" y="60338"/>
                </a:lnTo>
                <a:lnTo>
                  <a:pt x="222137" y="60351"/>
                </a:lnTo>
                <a:lnTo>
                  <a:pt x="221990" y="60363"/>
                </a:lnTo>
                <a:lnTo>
                  <a:pt x="221846" y="60373"/>
                </a:lnTo>
                <a:lnTo>
                  <a:pt x="221705" y="60383"/>
                </a:lnTo>
                <a:lnTo>
                  <a:pt x="221567" y="60391"/>
                </a:lnTo>
                <a:lnTo>
                  <a:pt x="221432" y="60398"/>
                </a:lnTo>
                <a:lnTo>
                  <a:pt x="221300" y="60405"/>
                </a:lnTo>
                <a:lnTo>
                  <a:pt x="221171" y="60410"/>
                </a:lnTo>
                <a:lnTo>
                  <a:pt x="221046" y="60413"/>
                </a:lnTo>
                <a:lnTo>
                  <a:pt x="220923" y="60416"/>
                </a:lnTo>
                <a:lnTo>
                  <a:pt x="220803" y="60418"/>
                </a:lnTo>
                <a:lnTo>
                  <a:pt x="220687" y="60418"/>
                </a:lnTo>
                <a:lnTo>
                  <a:pt x="220535" y="60417"/>
                </a:lnTo>
                <a:lnTo>
                  <a:pt x="220385" y="60414"/>
                </a:lnTo>
                <a:lnTo>
                  <a:pt x="220239" y="60409"/>
                </a:lnTo>
                <a:lnTo>
                  <a:pt x="220096" y="60402"/>
                </a:lnTo>
                <a:lnTo>
                  <a:pt x="219956" y="60393"/>
                </a:lnTo>
                <a:lnTo>
                  <a:pt x="219819" y="60381"/>
                </a:lnTo>
                <a:lnTo>
                  <a:pt x="219685" y="60368"/>
                </a:lnTo>
                <a:lnTo>
                  <a:pt x="219553" y="60352"/>
                </a:lnTo>
                <a:lnTo>
                  <a:pt x="219425" y="60334"/>
                </a:lnTo>
                <a:lnTo>
                  <a:pt x="219299" y="60315"/>
                </a:lnTo>
                <a:lnTo>
                  <a:pt x="219177" y="60293"/>
                </a:lnTo>
                <a:lnTo>
                  <a:pt x="219058" y="60269"/>
                </a:lnTo>
                <a:lnTo>
                  <a:pt x="218941" y="60243"/>
                </a:lnTo>
                <a:lnTo>
                  <a:pt x="218827" y="60215"/>
                </a:lnTo>
                <a:lnTo>
                  <a:pt x="218717" y="60185"/>
                </a:lnTo>
                <a:lnTo>
                  <a:pt x="218609" y="60152"/>
                </a:lnTo>
                <a:lnTo>
                  <a:pt x="218504" y="60118"/>
                </a:lnTo>
                <a:lnTo>
                  <a:pt x="218403" y="60082"/>
                </a:lnTo>
                <a:lnTo>
                  <a:pt x="218304" y="60043"/>
                </a:lnTo>
                <a:lnTo>
                  <a:pt x="218208" y="60003"/>
                </a:lnTo>
                <a:lnTo>
                  <a:pt x="218115" y="59960"/>
                </a:lnTo>
                <a:lnTo>
                  <a:pt x="218025" y="59915"/>
                </a:lnTo>
                <a:lnTo>
                  <a:pt x="217938" y="59869"/>
                </a:lnTo>
                <a:lnTo>
                  <a:pt x="217854" y="59820"/>
                </a:lnTo>
                <a:lnTo>
                  <a:pt x="217773" y="59769"/>
                </a:lnTo>
                <a:lnTo>
                  <a:pt x="217693" y="59717"/>
                </a:lnTo>
                <a:lnTo>
                  <a:pt x="217616" y="59664"/>
                </a:lnTo>
                <a:lnTo>
                  <a:pt x="217540" y="59609"/>
                </a:lnTo>
                <a:lnTo>
                  <a:pt x="217466" y="59552"/>
                </a:lnTo>
                <a:lnTo>
                  <a:pt x="217394" y="59495"/>
                </a:lnTo>
                <a:lnTo>
                  <a:pt x="217324" y="59435"/>
                </a:lnTo>
                <a:lnTo>
                  <a:pt x="217256" y="59375"/>
                </a:lnTo>
                <a:lnTo>
                  <a:pt x="217190" y="59313"/>
                </a:lnTo>
                <a:lnTo>
                  <a:pt x="217125" y="59249"/>
                </a:lnTo>
                <a:lnTo>
                  <a:pt x="217063" y="59184"/>
                </a:lnTo>
                <a:lnTo>
                  <a:pt x="217003" y="59118"/>
                </a:lnTo>
                <a:lnTo>
                  <a:pt x="216944" y="59050"/>
                </a:lnTo>
                <a:lnTo>
                  <a:pt x="216887" y="58980"/>
                </a:lnTo>
                <a:lnTo>
                  <a:pt x="216833" y="58910"/>
                </a:lnTo>
                <a:lnTo>
                  <a:pt x="216780" y="58837"/>
                </a:lnTo>
                <a:lnTo>
                  <a:pt x="216729" y="58764"/>
                </a:lnTo>
                <a:lnTo>
                  <a:pt x="216680" y="58689"/>
                </a:lnTo>
                <a:lnTo>
                  <a:pt x="216633" y="58612"/>
                </a:lnTo>
                <a:lnTo>
                  <a:pt x="216588" y="58534"/>
                </a:lnTo>
                <a:lnTo>
                  <a:pt x="216545" y="58455"/>
                </a:lnTo>
                <a:lnTo>
                  <a:pt x="216504" y="58374"/>
                </a:lnTo>
                <a:lnTo>
                  <a:pt x="216464" y="58292"/>
                </a:lnTo>
                <a:lnTo>
                  <a:pt x="216427" y="58208"/>
                </a:lnTo>
                <a:lnTo>
                  <a:pt x="216391" y="58119"/>
                </a:lnTo>
                <a:lnTo>
                  <a:pt x="216357" y="58022"/>
                </a:lnTo>
                <a:lnTo>
                  <a:pt x="216324" y="57915"/>
                </a:lnTo>
                <a:lnTo>
                  <a:pt x="216293" y="57800"/>
                </a:lnTo>
                <a:lnTo>
                  <a:pt x="216264" y="57676"/>
                </a:lnTo>
                <a:lnTo>
                  <a:pt x="216235" y="57543"/>
                </a:lnTo>
                <a:lnTo>
                  <a:pt x="216209" y="57402"/>
                </a:lnTo>
                <a:lnTo>
                  <a:pt x="216184" y="57251"/>
                </a:lnTo>
                <a:lnTo>
                  <a:pt x="216160" y="57092"/>
                </a:lnTo>
                <a:lnTo>
                  <a:pt x="216138" y="56924"/>
                </a:lnTo>
                <a:lnTo>
                  <a:pt x="216118" y="56747"/>
                </a:lnTo>
                <a:lnTo>
                  <a:pt x="216099" y="56562"/>
                </a:lnTo>
                <a:lnTo>
                  <a:pt x="216081" y="56367"/>
                </a:lnTo>
                <a:lnTo>
                  <a:pt x="216065" y="56164"/>
                </a:lnTo>
                <a:lnTo>
                  <a:pt x="216051" y="55952"/>
                </a:lnTo>
                <a:lnTo>
                  <a:pt x="216038" y="55732"/>
                </a:lnTo>
                <a:lnTo>
                  <a:pt x="216027" y="55502"/>
                </a:lnTo>
                <a:lnTo>
                  <a:pt x="216017" y="55264"/>
                </a:lnTo>
                <a:lnTo>
                  <a:pt x="216008" y="55017"/>
                </a:lnTo>
                <a:lnTo>
                  <a:pt x="216002" y="54761"/>
                </a:lnTo>
                <a:lnTo>
                  <a:pt x="215996" y="54496"/>
                </a:lnTo>
                <a:lnTo>
                  <a:pt x="215992" y="54222"/>
                </a:lnTo>
                <a:lnTo>
                  <a:pt x="215990" y="53940"/>
                </a:lnTo>
                <a:lnTo>
                  <a:pt x="215989" y="53649"/>
                </a:lnTo>
                <a:lnTo>
                  <a:pt x="215989" y="25052"/>
                </a:lnTo>
                <a:lnTo>
                  <a:pt x="224325" y="25052"/>
                </a:lnTo>
                <a:lnTo>
                  <a:pt x="224325" y="18604"/>
                </a:lnTo>
                <a:lnTo>
                  <a:pt x="215989" y="18604"/>
                </a:lnTo>
                <a:lnTo>
                  <a:pt x="215989" y="1520"/>
                </a:lnTo>
                <a:lnTo>
                  <a:pt x="207746" y="6493"/>
                </a:lnTo>
                <a:lnTo>
                  <a:pt x="207746" y="18604"/>
                </a:lnTo>
                <a:lnTo>
                  <a:pt x="201668" y="18604"/>
                </a:lnTo>
                <a:lnTo>
                  <a:pt x="201668" y="25052"/>
                </a:lnTo>
                <a:lnTo>
                  <a:pt x="207746" y="25052"/>
                </a:lnTo>
                <a:lnTo>
                  <a:pt x="207746" y="53189"/>
                </a:lnTo>
                <a:lnTo>
                  <a:pt x="207748" y="53801"/>
                </a:lnTo>
                <a:lnTo>
                  <a:pt x="207753" y="54396"/>
                </a:lnTo>
                <a:lnTo>
                  <a:pt x="207762" y="54973"/>
                </a:lnTo>
                <a:lnTo>
                  <a:pt x="207774" y="55533"/>
                </a:lnTo>
                <a:lnTo>
                  <a:pt x="207790" y="56074"/>
                </a:lnTo>
                <a:lnTo>
                  <a:pt x="207810" y="56598"/>
                </a:lnTo>
                <a:lnTo>
                  <a:pt x="207833" y="57104"/>
                </a:lnTo>
                <a:lnTo>
                  <a:pt x="207859" y="57591"/>
                </a:lnTo>
                <a:lnTo>
                  <a:pt x="207889" y="58062"/>
                </a:lnTo>
                <a:lnTo>
                  <a:pt x="207922" y="58514"/>
                </a:lnTo>
                <a:lnTo>
                  <a:pt x="207959" y="58948"/>
                </a:lnTo>
                <a:lnTo>
                  <a:pt x="208000" y="59365"/>
                </a:lnTo>
                <a:lnTo>
                  <a:pt x="208044" y="59764"/>
                </a:lnTo>
                <a:lnTo>
                  <a:pt x="208091" y="60145"/>
                </a:lnTo>
                <a:lnTo>
                  <a:pt x="208142" y="60508"/>
                </a:lnTo>
                <a:lnTo>
                  <a:pt x="208197" y="60853"/>
                </a:lnTo>
                <a:lnTo>
                  <a:pt x="208255" y="61181"/>
                </a:lnTo>
                <a:lnTo>
                  <a:pt x="208316" y="61491"/>
                </a:lnTo>
                <a:lnTo>
                  <a:pt x="208381" y="61782"/>
                </a:lnTo>
                <a:lnTo>
                  <a:pt x="208450" y="62056"/>
                </a:lnTo>
                <a:lnTo>
                  <a:pt x="208522" y="62313"/>
                </a:lnTo>
                <a:lnTo>
                  <a:pt x="208598" y="62551"/>
                </a:lnTo>
                <a:lnTo>
                  <a:pt x="208677" y="62772"/>
                </a:lnTo>
                <a:lnTo>
                  <a:pt x="208759" y="62974"/>
                </a:lnTo>
                <a:lnTo>
                  <a:pt x="208846" y="63167"/>
                </a:lnTo>
                <a:lnTo>
                  <a:pt x="208939" y="63356"/>
                </a:lnTo>
                <a:lnTo>
                  <a:pt x="209036" y="63542"/>
                </a:lnTo>
                <a:lnTo>
                  <a:pt x="209138" y="63725"/>
                </a:lnTo>
                <a:lnTo>
                  <a:pt x="209246" y="63904"/>
                </a:lnTo>
                <a:lnTo>
                  <a:pt x="209358" y="64081"/>
                </a:lnTo>
                <a:lnTo>
                  <a:pt x="209476" y="64254"/>
                </a:lnTo>
                <a:lnTo>
                  <a:pt x="209599" y="64425"/>
                </a:lnTo>
                <a:lnTo>
                  <a:pt x="209727" y="64592"/>
                </a:lnTo>
                <a:lnTo>
                  <a:pt x="209860" y="64756"/>
                </a:lnTo>
                <a:lnTo>
                  <a:pt x="209998" y="64917"/>
                </a:lnTo>
                <a:lnTo>
                  <a:pt x="210141" y="65075"/>
                </a:lnTo>
                <a:lnTo>
                  <a:pt x="210289" y="65230"/>
                </a:lnTo>
                <a:lnTo>
                  <a:pt x="210443" y="65382"/>
                </a:lnTo>
                <a:lnTo>
                  <a:pt x="210601" y="65530"/>
                </a:lnTo>
                <a:lnTo>
                  <a:pt x="210765" y="65676"/>
                </a:lnTo>
                <a:lnTo>
                  <a:pt x="210934" y="65818"/>
                </a:lnTo>
                <a:lnTo>
                  <a:pt x="211108" y="65958"/>
                </a:lnTo>
                <a:lnTo>
                  <a:pt x="211287" y="66094"/>
                </a:lnTo>
                <a:lnTo>
                  <a:pt x="211471" y="66227"/>
                </a:lnTo>
                <a:lnTo>
                  <a:pt x="211661" y="66357"/>
                </a:lnTo>
                <a:lnTo>
                  <a:pt x="211855" y="66483"/>
                </a:lnTo>
                <a:lnTo>
                  <a:pt x="212055" y="66607"/>
                </a:lnTo>
                <a:lnTo>
                  <a:pt x="212259" y="66727"/>
                </a:lnTo>
                <a:lnTo>
                  <a:pt x="212470" y="66844"/>
                </a:lnTo>
                <a:lnTo>
                  <a:pt x="212688" y="66955"/>
                </a:lnTo>
                <a:lnTo>
                  <a:pt x="212913" y="67062"/>
                </a:lnTo>
                <a:lnTo>
                  <a:pt x="213144" y="67164"/>
                </a:lnTo>
                <a:lnTo>
                  <a:pt x="213383" y="67260"/>
                </a:lnTo>
                <a:lnTo>
                  <a:pt x="213629" y="67352"/>
                </a:lnTo>
                <a:lnTo>
                  <a:pt x="213882" y="67439"/>
                </a:lnTo>
                <a:lnTo>
                  <a:pt x="214142" y="67521"/>
                </a:lnTo>
                <a:lnTo>
                  <a:pt x="214409" y="67597"/>
                </a:lnTo>
                <a:lnTo>
                  <a:pt x="214683" y="67669"/>
                </a:lnTo>
                <a:lnTo>
                  <a:pt x="214964" y="67736"/>
                </a:lnTo>
                <a:lnTo>
                  <a:pt x="215253" y="67798"/>
                </a:lnTo>
                <a:lnTo>
                  <a:pt x="215548" y="67855"/>
                </a:lnTo>
                <a:lnTo>
                  <a:pt x="215850" y="67907"/>
                </a:lnTo>
                <a:lnTo>
                  <a:pt x="216159" y="67954"/>
                </a:lnTo>
                <a:lnTo>
                  <a:pt x="216475" y="67996"/>
                </a:lnTo>
                <a:lnTo>
                  <a:pt x="216799" y="68034"/>
                </a:lnTo>
                <a:lnTo>
                  <a:pt x="217129" y="68066"/>
                </a:lnTo>
                <a:lnTo>
                  <a:pt x="217467" y="68093"/>
                </a:lnTo>
                <a:lnTo>
                  <a:pt x="217811" y="68115"/>
                </a:lnTo>
                <a:lnTo>
                  <a:pt x="218162" y="68133"/>
                </a:lnTo>
                <a:lnTo>
                  <a:pt x="218521" y="68145"/>
                </a:lnTo>
                <a:lnTo>
                  <a:pt x="218886" y="68153"/>
                </a:lnTo>
                <a:lnTo>
                  <a:pt x="219259" y="68155"/>
                </a:lnTo>
                <a:lnTo>
                  <a:pt x="219491" y="68154"/>
                </a:lnTo>
                <a:lnTo>
                  <a:pt x="219725" y="68150"/>
                </a:lnTo>
                <a:lnTo>
                  <a:pt x="219961" y="68143"/>
                </a:lnTo>
                <a:lnTo>
                  <a:pt x="220200" y="68135"/>
                </a:lnTo>
                <a:lnTo>
                  <a:pt x="220442" y="68123"/>
                </a:lnTo>
                <a:lnTo>
                  <a:pt x="220687" y="68109"/>
                </a:lnTo>
                <a:lnTo>
                  <a:pt x="220933" y="68092"/>
                </a:lnTo>
                <a:lnTo>
                  <a:pt x="221183" y="68073"/>
                </a:lnTo>
                <a:lnTo>
                  <a:pt x="221435" y="68051"/>
                </a:lnTo>
                <a:lnTo>
                  <a:pt x="221689" y="68027"/>
                </a:lnTo>
                <a:lnTo>
                  <a:pt x="221947" y="68000"/>
                </a:lnTo>
                <a:lnTo>
                  <a:pt x="222206" y="67971"/>
                </a:lnTo>
                <a:lnTo>
                  <a:pt x="222468" y="67939"/>
                </a:lnTo>
                <a:lnTo>
                  <a:pt x="222733" y="67904"/>
                </a:lnTo>
                <a:lnTo>
                  <a:pt x="223001" y="67867"/>
                </a:lnTo>
                <a:lnTo>
                  <a:pt x="223271" y="67828"/>
                </a:lnTo>
                <a:lnTo>
                  <a:pt x="223543" y="67785"/>
                </a:lnTo>
                <a:lnTo>
                  <a:pt x="223818" y="67741"/>
                </a:lnTo>
                <a:lnTo>
                  <a:pt x="224096" y="67693"/>
                </a:lnTo>
                <a:lnTo>
                  <a:pt x="224376" y="67643"/>
                </a:lnTo>
                <a:lnTo>
                  <a:pt x="224658" y="67591"/>
                </a:lnTo>
                <a:lnTo>
                  <a:pt x="224944" y="67536"/>
                </a:lnTo>
                <a:lnTo>
                  <a:pt x="225232" y="67478"/>
                </a:lnTo>
                <a:lnTo>
                  <a:pt x="225522" y="67418"/>
                </a:lnTo>
                <a:lnTo>
                  <a:pt x="224325" y="60096"/>
                </a:lnTo>
                <a:lnTo>
                  <a:pt x="224138" y="60122"/>
                </a:lnTo>
                <a:lnTo>
                  <a:pt x="223955" y="60148"/>
                </a:lnTo>
                <a:lnTo>
                  <a:pt x="223774" y="60172"/>
                </a:lnTo>
                <a:lnTo>
                  <a:pt x="223597" y="60195"/>
                </a:lnTo>
                <a:close/>
                <a:moveTo>
                  <a:pt x="185185" y="67510"/>
                </a:moveTo>
                <a:lnTo>
                  <a:pt x="193474" y="67510"/>
                </a:lnTo>
                <a:lnTo>
                  <a:pt x="193474" y="18604"/>
                </a:lnTo>
                <a:lnTo>
                  <a:pt x="185185" y="18604"/>
                </a:lnTo>
                <a:lnTo>
                  <a:pt x="185185" y="67510"/>
                </a:lnTo>
                <a:close/>
                <a:moveTo>
                  <a:pt x="276492" y="86299"/>
                </a:moveTo>
                <a:lnTo>
                  <a:pt x="279296" y="86299"/>
                </a:lnTo>
                <a:lnTo>
                  <a:pt x="331430" y="86299"/>
                </a:lnTo>
                <a:lnTo>
                  <a:pt x="331430" y="80312"/>
                </a:lnTo>
                <a:lnTo>
                  <a:pt x="279296" y="80312"/>
                </a:lnTo>
                <a:lnTo>
                  <a:pt x="276492" y="80312"/>
                </a:lnTo>
                <a:lnTo>
                  <a:pt x="224357" y="80312"/>
                </a:lnTo>
                <a:lnTo>
                  <a:pt x="224357" y="86299"/>
                </a:lnTo>
                <a:lnTo>
                  <a:pt x="276492" y="86299"/>
                </a:lnTo>
                <a:close/>
              </a:path>
            </a:pathLst>
          </a:custGeom>
          <a:solidFill xmlns:a="http://schemas.openxmlformats.org/drawingml/2006/main">
            <a:srgbClr val="6E54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:">
            <a:extLst xmlns:a="http://schemas.openxmlformats.org/drawingml/2006/main">
              <a:ext uri="{FF2B5EF4-FFF2-40B4-BE49-F238E27FC236}">
                <a16:creationId xmlns:a16="http://schemas.microsoft.com/office/drawing/2014/main" id="{123797D7-720D-4371-83A5-07FCA77D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695" y="1082717"/>
            <a:ext cx="9440" cy="48906"/>
          </a:xfrm>
          <a:custGeom xmlns:a="http://schemas.openxmlformats.org/drawingml/2006/main">
            <a:pathLst>
              <a:path w="9440" h="48906">
                <a:moveTo>
                  <a:pt x="0" y="9486"/>
                </a:moveTo>
                <a:lnTo>
                  <a:pt x="0" y="0"/>
                </a:lnTo>
                <a:lnTo>
                  <a:pt x="9440" y="0"/>
                </a:lnTo>
                <a:lnTo>
                  <a:pt x="9440" y="9486"/>
                </a:lnTo>
                <a:lnTo>
                  <a:pt x="0" y="9486"/>
                </a:lnTo>
                <a:moveTo>
                  <a:pt x="0" y="48906"/>
                </a:moveTo>
                <a:lnTo>
                  <a:pt x="0" y="39419"/>
                </a:lnTo>
                <a:lnTo>
                  <a:pt x="9440" y="39419"/>
                </a:lnTo>
                <a:lnTo>
                  <a:pt x="9440" y="48906"/>
                </a:lnTo>
                <a:lnTo>
                  <a:pt x="0" y="48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def">
            <a:extLst xmlns:a="http://schemas.openxmlformats.org/drawingml/2006/main">
              <a:ext uri="{FF2B5EF4-FFF2-40B4-BE49-F238E27FC236}">
                <a16:creationId xmlns:a16="http://schemas.microsoft.com/office/drawing/2014/main" id="{037A63C8-700A-4C44-A3AA-7EFDBC27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53" y="1175479"/>
            <a:ext cx="130519" cy="69721"/>
          </a:xfrm>
          <a:custGeom xmlns:a="http://schemas.openxmlformats.org/drawingml/2006/main">
            <a:pathLst>
              <a:path w="130519" h="69721">
                <a:moveTo>
                  <a:pt x="34722" y="68616"/>
                </a:moveTo>
                <a:lnTo>
                  <a:pt x="34722" y="62445"/>
                </a:lnTo>
                <a:cubicBezTo>
                  <a:pt x="31621" y="67295"/>
                  <a:pt x="27062" y="69721"/>
                  <a:pt x="21045" y="69721"/>
                </a:cubicBezTo>
                <a:cubicBezTo>
                  <a:pt x="17146" y="69721"/>
                  <a:pt x="13562" y="68646"/>
                  <a:pt x="10292" y="66497"/>
                </a:cubicBezTo>
                <a:cubicBezTo>
                  <a:pt x="7023" y="64348"/>
                  <a:pt x="4490" y="61347"/>
                  <a:pt x="2694" y="57494"/>
                </a:cubicBezTo>
                <a:cubicBezTo>
                  <a:pt x="898" y="53641"/>
                  <a:pt x="0" y="49213"/>
                  <a:pt x="0" y="44209"/>
                </a:cubicBezTo>
                <a:cubicBezTo>
                  <a:pt x="0" y="39327"/>
                  <a:pt x="814" y="34899"/>
                  <a:pt x="2441" y="30923"/>
                </a:cubicBezTo>
                <a:cubicBezTo>
                  <a:pt x="4068" y="26947"/>
                  <a:pt x="6508" y="23900"/>
                  <a:pt x="9763" y="21782"/>
                </a:cubicBezTo>
                <a:cubicBezTo>
                  <a:pt x="13017" y="19664"/>
                  <a:pt x="16655" y="18604"/>
                  <a:pt x="20677" y="18604"/>
                </a:cubicBezTo>
                <a:cubicBezTo>
                  <a:pt x="23624" y="18604"/>
                  <a:pt x="26249" y="19230"/>
                  <a:pt x="28551" y="20482"/>
                </a:cubicBezTo>
                <a:cubicBezTo>
                  <a:pt x="30854" y="21734"/>
                  <a:pt x="32727" y="23364"/>
                  <a:pt x="34170" y="25372"/>
                </a:cubicBezTo>
                <a:lnTo>
                  <a:pt x="34170" y="1105"/>
                </a:lnTo>
                <a:lnTo>
                  <a:pt x="42413" y="1105"/>
                </a:lnTo>
                <a:lnTo>
                  <a:pt x="42413" y="68616"/>
                </a:lnTo>
                <a:lnTo>
                  <a:pt x="34722" y="68616"/>
                </a:lnTo>
                <a:moveTo>
                  <a:pt x="8519" y="44232"/>
                </a:moveTo>
                <a:cubicBezTo>
                  <a:pt x="8519" y="50487"/>
                  <a:pt x="9839" y="55163"/>
                  <a:pt x="12480" y="58260"/>
                </a:cubicBezTo>
                <a:cubicBezTo>
                  <a:pt x="15120" y="61357"/>
                  <a:pt x="18236" y="62905"/>
                  <a:pt x="21828" y="62905"/>
                </a:cubicBezTo>
                <a:cubicBezTo>
                  <a:pt x="25451" y="62905"/>
                  <a:pt x="28528" y="61426"/>
                  <a:pt x="31061" y="58467"/>
                </a:cubicBezTo>
                <a:cubicBezTo>
                  <a:pt x="33594" y="55508"/>
                  <a:pt x="34860" y="50993"/>
                  <a:pt x="34860" y="44921"/>
                </a:cubicBezTo>
                <a:cubicBezTo>
                  <a:pt x="34860" y="38237"/>
                  <a:pt x="33571" y="33331"/>
                  <a:pt x="30992" y="30203"/>
                </a:cubicBezTo>
                <a:cubicBezTo>
                  <a:pt x="28413" y="27076"/>
                  <a:pt x="25236" y="25512"/>
                  <a:pt x="21460" y="25512"/>
                </a:cubicBezTo>
                <a:cubicBezTo>
                  <a:pt x="17776" y="25512"/>
                  <a:pt x="14698" y="27014"/>
                  <a:pt x="12226" y="30019"/>
                </a:cubicBezTo>
                <a:cubicBezTo>
                  <a:pt x="9755" y="33024"/>
                  <a:pt x="8519" y="37762"/>
                  <a:pt x="8519" y="44232"/>
                </a:cubicBezTo>
                <a:close/>
                <a:moveTo>
                  <a:pt x="88607" y="52774"/>
                </a:moveTo>
                <a:lnTo>
                  <a:pt x="97172" y="53879"/>
                </a:lnTo>
                <a:cubicBezTo>
                  <a:pt x="95822" y="58898"/>
                  <a:pt x="93319" y="62793"/>
                  <a:pt x="89666" y="65565"/>
                </a:cubicBezTo>
                <a:cubicBezTo>
                  <a:pt x="86013" y="68335"/>
                  <a:pt x="81346" y="69721"/>
                  <a:pt x="75667" y="69721"/>
                </a:cubicBezTo>
                <a:cubicBezTo>
                  <a:pt x="68513" y="69721"/>
                  <a:pt x="62842" y="67518"/>
                  <a:pt x="58651" y="63112"/>
                </a:cubicBezTo>
                <a:cubicBezTo>
                  <a:pt x="54460" y="58707"/>
                  <a:pt x="52365" y="52528"/>
                  <a:pt x="52365" y="44577"/>
                </a:cubicBezTo>
                <a:cubicBezTo>
                  <a:pt x="52365" y="36349"/>
                  <a:pt x="54483" y="29964"/>
                  <a:pt x="58720" y="25420"/>
                </a:cubicBezTo>
                <a:cubicBezTo>
                  <a:pt x="62957" y="20876"/>
                  <a:pt x="68452" y="18604"/>
                  <a:pt x="75206" y="18604"/>
                </a:cubicBezTo>
                <a:cubicBezTo>
                  <a:pt x="81745" y="18604"/>
                  <a:pt x="87087" y="20827"/>
                  <a:pt x="91232" y="25272"/>
                </a:cubicBezTo>
                <a:cubicBezTo>
                  <a:pt x="95376" y="29716"/>
                  <a:pt x="97449" y="35968"/>
                  <a:pt x="97449" y="44029"/>
                </a:cubicBezTo>
                <a:cubicBezTo>
                  <a:pt x="97449" y="44519"/>
                  <a:pt x="97433" y="45254"/>
                  <a:pt x="97403" y="46235"/>
                </a:cubicBezTo>
                <a:lnTo>
                  <a:pt x="60930" y="46235"/>
                </a:lnTo>
                <a:cubicBezTo>
                  <a:pt x="61237" y="51623"/>
                  <a:pt x="62757" y="55748"/>
                  <a:pt x="65489" y="58611"/>
                </a:cubicBezTo>
                <a:cubicBezTo>
                  <a:pt x="68222" y="61474"/>
                  <a:pt x="71630" y="62905"/>
                  <a:pt x="75713" y="62905"/>
                </a:cubicBezTo>
                <a:cubicBezTo>
                  <a:pt x="78752" y="62905"/>
                  <a:pt x="81346" y="62100"/>
                  <a:pt x="83495" y="60489"/>
                </a:cubicBezTo>
                <a:cubicBezTo>
                  <a:pt x="85644" y="58877"/>
                  <a:pt x="87348" y="56306"/>
                  <a:pt x="88607" y="52774"/>
                </a:cubicBezTo>
                <a:moveTo>
                  <a:pt x="61391" y="39419"/>
                </a:moveTo>
                <a:lnTo>
                  <a:pt x="88699" y="39419"/>
                </a:lnTo>
                <a:cubicBezTo>
                  <a:pt x="88331" y="35319"/>
                  <a:pt x="87287" y="32244"/>
                  <a:pt x="85568" y="30193"/>
                </a:cubicBezTo>
                <a:cubicBezTo>
                  <a:pt x="82927" y="27011"/>
                  <a:pt x="79504" y="25420"/>
                  <a:pt x="75298" y="25420"/>
                </a:cubicBezTo>
                <a:cubicBezTo>
                  <a:pt x="71491" y="25420"/>
                  <a:pt x="68291" y="26690"/>
                  <a:pt x="65697" y="29231"/>
                </a:cubicBezTo>
                <a:cubicBezTo>
                  <a:pt x="63103" y="31770"/>
                  <a:pt x="61667" y="35166"/>
                  <a:pt x="61391" y="39419"/>
                </a:cubicBezTo>
                <a:close/>
                <a:moveTo>
                  <a:pt x="109244" y="68616"/>
                </a:moveTo>
                <a:lnTo>
                  <a:pt x="109244" y="26157"/>
                </a:lnTo>
                <a:lnTo>
                  <a:pt x="101922" y="26157"/>
                </a:lnTo>
                <a:lnTo>
                  <a:pt x="101922" y="19710"/>
                </a:lnTo>
                <a:lnTo>
                  <a:pt x="109244" y="19710"/>
                </a:lnTo>
                <a:lnTo>
                  <a:pt x="109244" y="14517"/>
                </a:lnTo>
                <a:cubicBezTo>
                  <a:pt x="109244" y="11240"/>
                  <a:pt x="109535" y="8805"/>
                  <a:pt x="110119" y="7213"/>
                </a:cubicBezTo>
                <a:cubicBezTo>
                  <a:pt x="110917" y="5069"/>
                  <a:pt x="112321" y="3331"/>
                  <a:pt x="114332" y="1999"/>
                </a:cubicBezTo>
                <a:cubicBezTo>
                  <a:pt x="116343" y="666"/>
                  <a:pt x="119160" y="0"/>
                  <a:pt x="122783" y="0"/>
                </a:cubicBezTo>
                <a:cubicBezTo>
                  <a:pt x="125116" y="0"/>
                  <a:pt x="127695" y="278"/>
                  <a:pt x="130519" y="833"/>
                </a:cubicBezTo>
                <a:lnTo>
                  <a:pt x="129276" y="8102"/>
                </a:lnTo>
                <a:cubicBezTo>
                  <a:pt x="127556" y="7797"/>
                  <a:pt x="125929" y="7644"/>
                  <a:pt x="124394" y="7644"/>
                </a:cubicBezTo>
                <a:cubicBezTo>
                  <a:pt x="121877" y="7644"/>
                  <a:pt x="120096" y="8178"/>
                  <a:pt x="119052" y="9245"/>
                </a:cubicBezTo>
                <a:cubicBezTo>
                  <a:pt x="118009" y="10311"/>
                  <a:pt x="117487" y="12306"/>
                  <a:pt x="117487" y="15231"/>
                </a:cubicBezTo>
                <a:lnTo>
                  <a:pt x="117487" y="19710"/>
                </a:lnTo>
                <a:lnTo>
                  <a:pt x="127019" y="19710"/>
                </a:lnTo>
                <a:lnTo>
                  <a:pt x="127019" y="26157"/>
                </a:lnTo>
                <a:lnTo>
                  <a:pt x="117487" y="26157"/>
                </a:lnTo>
                <a:lnTo>
                  <a:pt x="117487" y="68616"/>
                </a:lnTo>
                <a:lnTo>
                  <a:pt x="109244" y="68616"/>
                </a:lnTo>
                <a:close/>
              </a:path>
            </a:pathLst>
          </a:custGeom>
          <a:solidFill xmlns:a="http://schemas.openxmlformats.org/drawingml/2006/main">
            <a:srgbClr val="282D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build">
            <a:extLst xmlns:a="http://schemas.openxmlformats.org/drawingml/2006/main">
              <a:ext uri="{FF2B5EF4-FFF2-40B4-BE49-F238E27FC236}">
                <a16:creationId xmlns:a16="http://schemas.microsoft.com/office/drawing/2014/main" id="{2C2D0FDE-58FF-4177-9D16-CD9C879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720" y="1176584"/>
            <a:ext cx="185912" cy="68616"/>
          </a:xfrm>
          <a:custGeom xmlns:a="http://schemas.openxmlformats.org/drawingml/2006/main">
            <a:pathLst>
              <a:path w="185912" h="68616">
                <a:moveTo>
                  <a:pt x="7690" y="67510"/>
                </a:moveTo>
                <a:lnTo>
                  <a:pt x="0" y="67510"/>
                </a:lnTo>
                <a:lnTo>
                  <a:pt x="0" y="0"/>
                </a:lnTo>
                <a:lnTo>
                  <a:pt x="8289" y="0"/>
                </a:lnTo>
                <a:lnTo>
                  <a:pt x="8289" y="24085"/>
                </a:lnTo>
                <a:cubicBezTo>
                  <a:pt x="11789" y="19694"/>
                  <a:pt x="16256" y="17499"/>
                  <a:pt x="21690" y="17499"/>
                </a:cubicBezTo>
                <a:cubicBezTo>
                  <a:pt x="24699" y="17499"/>
                  <a:pt x="27546" y="18106"/>
                  <a:pt x="30232" y="19318"/>
                </a:cubicBezTo>
                <a:cubicBezTo>
                  <a:pt x="32919" y="20531"/>
                  <a:pt x="35129" y="22235"/>
                  <a:pt x="36864" y="24430"/>
                </a:cubicBezTo>
                <a:cubicBezTo>
                  <a:pt x="38598" y="26625"/>
                  <a:pt x="39957" y="29273"/>
                  <a:pt x="40939" y="32374"/>
                </a:cubicBezTo>
                <a:cubicBezTo>
                  <a:pt x="41921" y="35474"/>
                  <a:pt x="42413" y="38790"/>
                  <a:pt x="42413" y="42321"/>
                </a:cubicBezTo>
                <a:cubicBezTo>
                  <a:pt x="42413" y="50702"/>
                  <a:pt x="40340" y="57180"/>
                  <a:pt x="36196" y="61754"/>
                </a:cubicBezTo>
                <a:cubicBezTo>
                  <a:pt x="32051" y="66328"/>
                  <a:pt x="27078" y="68616"/>
                  <a:pt x="21275" y="68616"/>
                </a:cubicBezTo>
                <a:cubicBezTo>
                  <a:pt x="15504" y="68616"/>
                  <a:pt x="10975" y="66206"/>
                  <a:pt x="7690" y="61386"/>
                </a:cubicBezTo>
                <a:lnTo>
                  <a:pt x="7690" y="67510"/>
                </a:lnTo>
                <a:moveTo>
                  <a:pt x="7598" y="42689"/>
                </a:moveTo>
                <a:cubicBezTo>
                  <a:pt x="7598" y="48553"/>
                  <a:pt x="8397" y="52789"/>
                  <a:pt x="9993" y="55399"/>
                </a:cubicBezTo>
                <a:cubicBezTo>
                  <a:pt x="12603" y="59666"/>
                  <a:pt x="16133" y="61800"/>
                  <a:pt x="20585" y="61800"/>
                </a:cubicBezTo>
                <a:cubicBezTo>
                  <a:pt x="24207" y="61800"/>
                  <a:pt x="27339" y="60227"/>
                  <a:pt x="29979" y="57080"/>
                </a:cubicBezTo>
                <a:cubicBezTo>
                  <a:pt x="32619" y="53933"/>
                  <a:pt x="33939" y="49244"/>
                  <a:pt x="33939" y="43011"/>
                </a:cubicBezTo>
                <a:cubicBezTo>
                  <a:pt x="33939" y="36626"/>
                  <a:pt x="32673" y="31913"/>
                  <a:pt x="30140" y="28874"/>
                </a:cubicBezTo>
                <a:cubicBezTo>
                  <a:pt x="27607" y="25834"/>
                  <a:pt x="24545" y="24315"/>
                  <a:pt x="20953" y="24315"/>
                </a:cubicBezTo>
                <a:cubicBezTo>
                  <a:pt x="17330" y="24315"/>
                  <a:pt x="14199" y="25888"/>
                  <a:pt x="11559" y="29035"/>
                </a:cubicBezTo>
                <a:cubicBezTo>
                  <a:pt x="8918" y="32182"/>
                  <a:pt x="7598" y="36733"/>
                  <a:pt x="7598" y="42689"/>
                </a:cubicBezTo>
                <a:close/>
                <a:moveTo>
                  <a:pt x="84233" y="67510"/>
                </a:moveTo>
                <a:lnTo>
                  <a:pt x="84233" y="60282"/>
                </a:lnTo>
                <a:cubicBezTo>
                  <a:pt x="80426" y="65838"/>
                  <a:pt x="75253" y="68616"/>
                  <a:pt x="68714" y="68616"/>
                </a:cubicBezTo>
                <a:cubicBezTo>
                  <a:pt x="65828" y="68616"/>
                  <a:pt x="63134" y="68063"/>
                  <a:pt x="60632" y="66958"/>
                </a:cubicBezTo>
                <a:cubicBezTo>
                  <a:pt x="58130" y="65852"/>
                  <a:pt x="56272" y="64463"/>
                  <a:pt x="55060" y="62790"/>
                </a:cubicBezTo>
                <a:cubicBezTo>
                  <a:pt x="53847" y="61117"/>
                  <a:pt x="52995" y="59068"/>
                  <a:pt x="52504" y="56642"/>
                </a:cubicBezTo>
                <a:cubicBezTo>
                  <a:pt x="52166" y="55015"/>
                  <a:pt x="51997" y="52436"/>
                  <a:pt x="51997" y="48906"/>
                </a:cubicBezTo>
                <a:lnTo>
                  <a:pt x="51997" y="18604"/>
                </a:lnTo>
                <a:lnTo>
                  <a:pt x="60286" y="18604"/>
                </a:lnTo>
                <a:lnTo>
                  <a:pt x="60286" y="45700"/>
                </a:lnTo>
                <a:cubicBezTo>
                  <a:pt x="60286" y="50024"/>
                  <a:pt x="60455" y="52937"/>
                  <a:pt x="60793" y="54439"/>
                </a:cubicBezTo>
                <a:cubicBezTo>
                  <a:pt x="61315" y="56617"/>
                  <a:pt x="62420" y="58327"/>
                  <a:pt x="64109" y="59569"/>
                </a:cubicBezTo>
                <a:cubicBezTo>
                  <a:pt x="65797" y="60811"/>
                  <a:pt x="67885" y="61432"/>
                  <a:pt x="70371" y="61432"/>
                </a:cubicBezTo>
                <a:cubicBezTo>
                  <a:pt x="72858" y="61432"/>
                  <a:pt x="75191" y="60796"/>
                  <a:pt x="77371" y="59523"/>
                </a:cubicBezTo>
                <a:cubicBezTo>
                  <a:pt x="79551" y="58250"/>
                  <a:pt x="81094" y="56518"/>
                  <a:pt x="81999" y="54325"/>
                </a:cubicBezTo>
                <a:cubicBezTo>
                  <a:pt x="82905" y="52132"/>
                  <a:pt x="83358" y="48950"/>
                  <a:pt x="83358" y="44780"/>
                </a:cubicBezTo>
                <a:lnTo>
                  <a:pt x="83358" y="18604"/>
                </a:lnTo>
                <a:lnTo>
                  <a:pt x="91647" y="18604"/>
                </a:lnTo>
                <a:lnTo>
                  <a:pt x="91647" y="67510"/>
                </a:lnTo>
                <a:lnTo>
                  <a:pt x="84233" y="67510"/>
                </a:lnTo>
                <a:close/>
                <a:moveTo>
                  <a:pt x="104363" y="9486"/>
                </a:moveTo>
                <a:lnTo>
                  <a:pt x="104363" y="0"/>
                </a:lnTo>
                <a:lnTo>
                  <a:pt x="112652" y="0"/>
                </a:lnTo>
                <a:lnTo>
                  <a:pt x="112652" y="9486"/>
                </a:lnTo>
                <a:lnTo>
                  <a:pt x="104363" y="9486"/>
                </a:lnTo>
                <a:moveTo>
                  <a:pt x="104363" y="67510"/>
                </a:moveTo>
                <a:lnTo>
                  <a:pt x="104363" y="18604"/>
                </a:lnTo>
                <a:lnTo>
                  <a:pt x="112652" y="18604"/>
                </a:lnTo>
                <a:lnTo>
                  <a:pt x="112652" y="67510"/>
                </a:lnTo>
                <a:lnTo>
                  <a:pt x="104363" y="67510"/>
                </a:lnTo>
                <a:close/>
                <a:moveTo>
                  <a:pt x="125221" y="67510"/>
                </a:moveTo>
                <a:lnTo>
                  <a:pt x="125221" y="0"/>
                </a:lnTo>
                <a:lnTo>
                  <a:pt x="133510" y="0"/>
                </a:lnTo>
                <a:lnTo>
                  <a:pt x="133510" y="67510"/>
                </a:lnTo>
                <a:lnTo>
                  <a:pt x="125221" y="67510"/>
                </a:lnTo>
                <a:close/>
                <a:moveTo>
                  <a:pt x="178222" y="67510"/>
                </a:moveTo>
                <a:lnTo>
                  <a:pt x="178222" y="61340"/>
                </a:lnTo>
                <a:cubicBezTo>
                  <a:pt x="175121" y="66190"/>
                  <a:pt x="170562" y="68616"/>
                  <a:pt x="164545" y="68616"/>
                </a:cubicBezTo>
                <a:cubicBezTo>
                  <a:pt x="160646" y="68616"/>
                  <a:pt x="157062" y="67541"/>
                  <a:pt x="153792" y="65392"/>
                </a:cubicBezTo>
                <a:cubicBezTo>
                  <a:pt x="150522" y="63243"/>
                  <a:pt x="147990" y="60242"/>
                  <a:pt x="146194" y="56389"/>
                </a:cubicBezTo>
                <a:cubicBezTo>
                  <a:pt x="144398" y="52536"/>
                  <a:pt x="143500" y="48108"/>
                  <a:pt x="143500" y="43103"/>
                </a:cubicBezTo>
                <a:cubicBezTo>
                  <a:pt x="143500" y="38222"/>
                  <a:pt x="144313" y="33794"/>
                  <a:pt x="145940" y="29818"/>
                </a:cubicBezTo>
                <a:cubicBezTo>
                  <a:pt x="147567" y="25842"/>
                  <a:pt x="150008" y="22795"/>
                  <a:pt x="153262" y="20677"/>
                </a:cubicBezTo>
                <a:cubicBezTo>
                  <a:pt x="156517" y="18558"/>
                  <a:pt x="160155" y="17499"/>
                  <a:pt x="164176" y="17499"/>
                </a:cubicBezTo>
                <a:cubicBezTo>
                  <a:pt x="167124" y="17499"/>
                  <a:pt x="169749" y="18125"/>
                  <a:pt x="172051" y="19377"/>
                </a:cubicBezTo>
                <a:cubicBezTo>
                  <a:pt x="174354" y="20628"/>
                  <a:pt x="176226" y="22258"/>
                  <a:pt x="177669" y="24267"/>
                </a:cubicBezTo>
                <a:lnTo>
                  <a:pt x="177669" y="0"/>
                </a:lnTo>
                <a:lnTo>
                  <a:pt x="185912" y="0"/>
                </a:lnTo>
                <a:lnTo>
                  <a:pt x="185912" y="67510"/>
                </a:lnTo>
                <a:lnTo>
                  <a:pt x="178222" y="67510"/>
                </a:lnTo>
                <a:moveTo>
                  <a:pt x="152019" y="43126"/>
                </a:moveTo>
                <a:cubicBezTo>
                  <a:pt x="152019" y="49382"/>
                  <a:pt x="153339" y="54058"/>
                  <a:pt x="155979" y="57155"/>
                </a:cubicBezTo>
                <a:cubicBezTo>
                  <a:pt x="158620" y="60252"/>
                  <a:pt x="161736" y="61800"/>
                  <a:pt x="165328" y="61800"/>
                </a:cubicBezTo>
                <a:cubicBezTo>
                  <a:pt x="168950" y="61800"/>
                  <a:pt x="172028" y="60321"/>
                  <a:pt x="174561" y="57362"/>
                </a:cubicBezTo>
                <a:cubicBezTo>
                  <a:pt x="177094" y="54403"/>
                  <a:pt x="178360" y="49888"/>
                  <a:pt x="178360" y="43816"/>
                </a:cubicBezTo>
                <a:cubicBezTo>
                  <a:pt x="178360" y="37132"/>
                  <a:pt x="177071" y="32226"/>
                  <a:pt x="174492" y="29098"/>
                </a:cubicBezTo>
                <a:cubicBezTo>
                  <a:pt x="171913" y="25971"/>
                  <a:pt x="168735" y="24407"/>
                  <a:pt x="164959" y="24407"/>
                </a:cubicBezTo>
                <a:cubicBezTo>
                  <a:pt x="161275" y="24407"/>
                  <a:pt x="158197" y="25909"/>
                  <a:pt x="155726" y="28914"/>
                </a:cubicBezTo>
                <a:cubicBezTo>
                  <a:pt x="153255" y="31919"/>
                  <a:pt x="152019" y="36656"/>
                  <a:pt x="152019" y="43126"/>
                </a:cubicBezTo>
                <a:close/>
              </a:path>
            </a:pathLst>
          </a:custGeom>
          <a:solidFill xmlns:a="http://schemas.openxmlformats.org/drawingml/2006/main">
            <a:srgbClr val="6E54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:">
            <a:extLst xmlns:a="http://schemas.openxmlformats.org/drawingml/2006/main">
              <a:ext uri="{FF2B5EF4-FFF2-40B4-BE49-F238E27FC236}">
                <a16:creationId xmlns:a16="http://schemas.microsoft.com/office/drawing/2014/main" id="{4B233B45-B64A-46AE-AA11-FB4DA84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50" y="1195188"/>
            <a:ext cx="9440" cy="48906"/>
          </a:xfrm>
          <a:custGeom xmlns:a="http://schemas.openxmlformats.org/drawingml/2006/main">
            <a:pathLst>
              <a:path w="9440" h="48906">
                <a:moveTo>
                  <a:pt x="0" y="9486"/>
                </a:moveTo>
                <a:lnTo>
                  <a:pt x="0" y="0"/>
                </a:lnTo>
                <a:lnTo>
                  <a:pt x="9440" y="0"/>
                </a:lnTo>
                <a:lnTo>
                  <a:pt x="9440" y="9486"/>
                </a:lnTo>
                <a:lnTo>
                  <a:pt x="0" y="9486"/>
                </a:lnTo>
                <a:moveTo>
                  <a:pt x="0" y="48906"/>
                </a:moveTo>
                <a:lnTo>
                  <a:pt x="0" y="39419"/>
                </a:lnTo>
                <a:lnTo>
                  <a:pt x="9440" y="39419"/>
                </a:lnTo>
                <a:lnTo>
                  <a:pt x="9440" y="48906"/>
                </a:lnTo>
                <a:lnTo>
                  <a:pt x="0" y="48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def">
            <a:extLst xmlns:a="http://schemas.openxmlformats.org/drawingml/2006/main">
              <a:ext uri="{FF2B5EF4-FFF2-40B4-BE49-F238E27FC236}">
                <a16:creationId xmlns:a16="http://schemas.microsoft.com/office/drawing/2014/main" id="{737C7AD4-EAD2-4893-8273-0829F73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855" y="1287950"/>
            <a:ext cx="130519" cy="69721"/>
          </a:xfrm>
          <a:custGeom xmlns:a="http://schemas.openxmlformats.org/drawingml/2006/main">
            <a:pathLst>
              <a:path w="130519" h="69721">
                <a:moveTo>
                  <a:pt x="34722" y="68616"/>
                </a:moveTo>
                <a:lnTo>
                  <a:pt x="34722" y="62445"/>
                </a:lnTo>
                <a:cubicBezTo>
                  <a:pt x="31621" y="67295"/>
                  <a:pt x="27062" y="69721"/>
                  <a:pt x="21045" y="69721"/>
                </a:cubicBezTo>
                <a:cubicBezTo>
                  <a:pt x="17146" y="69721"/>
                  <a:pt x="13562" y="68646"/>
                  <a:pt x="10292" y="66497"/>
                </a:cubicBezTo>
                <a:cubicBezTo>
                  <a:pt x="7023" y="64348"/>
                  <a:pt x="4490" y="61347"/>
                  <a:pt x="2694" y="57494"/>
                </a:cubicBezTo>
                <a:cubicBezTo>
                  <a:pt x="898" y="53641"/>
                  <a:pt x="0" y="49213"/>
                  <a:pt x="0" y="44209"/>
                </a:cubicBezTo>
                <a:cubicBezTo>
                  <a:pt x="0" y="39327"/>
                  <a:pt x="814" y="34899"/>
                  <a:pt x="2441" y="30923"/>
                </a:cubicBezTo>
                <a:cubicBezTo>
                  <a:pt x="4068" y="26947"/>
                  <a:pt x="6508" y="23900"/>
                  <a:pt x="9763" y="21782"/>
                </a:cubicBezTo>
                <a:cubicBezTo>
                  <a:pt x="13017" y="19664"/>
                  <a:pt x="16655" y="18604"/>
                  <a:pt x="20677" y="18604"/>
                </a:cubicBezTo>
                <a:cubicBezTo>
                  <a:pt x="23624" y="18604"/>
                  <a:pt x="26249" y="19230"/>
                  <a:pt x="28551" y="20482"/>
                </a:cubicBezTo>
                <a:cubicBezTo>
                  <a:pt x="30854" y="21734"/>
                  <a:pt x="32727" y="23364"/>
                  <a:pt x="34170" y="25372"/>
                </a:cubicBezTo>
                <a:lnTo>
                  <a:pt x="34170" y="1105"/>
                </a:lnTo>
                <a:lnTo>
                  <a:pt x="42413" y="1105"/>
                </a:lnTo>
                <a:lnTo>
                  <a:pt x="42413" y="68616"/>
                </a:lnTo>
                <a:lnTo>
                  <a:pt x="34722" y="68616"/>
                </a:lnTo>
                <a:moveTo>
                  <a:pt x="8519" y="44232"/>
                </a:moveTo>
                <a:cubicBezTo>
                  <a:pt x="8519" y="50487"/>
                  <a:pt x="9839" y="55163"/>
                  <a:pt x="12480" y="58260"/>
                </a:cubicBezTo>
                <a:cubicBezTo>
                  <a:pt x="15120" y="61357"/>
                  <a:pt x="18236" y="62905"/>
                  <a:pt x="21828" y="62905"/>
                </a:cubicBezTo>
                <a:cubicBezTo>
                  <a:pt x="25451" y="62905"/>
                  <a:pt x="28528" y="61426"/>
                  <a:pt x="31061" y="58467"/>
                </a:cubicBezTo>
                <a:cubicBezTo>
                  <a:pt x="33594" y="55508"/>
                  <a:pt x="34860" y="50993"/>
                  <a:pt x="34860" y="44921"/>
                </a:cubicBezTo>
                <a:cubicBezTo>
                  <a:pt x="34860" y="38237"/>
                  <a:pt x="33571" y="33331"/>
                  <a:pt x="30992" y="30203"/>
                </a:cubicBezTo>
                <a:cubicBezTo>
                  <a:pt x="28413" y="27076"/>
                  <a:pt x="25236" y="25512"/>
                  <a:pt x="21460" y="25512"/>
                </a:cubicBezTo>
                <a:cubicBezTo>
                  <a:pt x="17776" y="25512"/>
                  <a:pt x="14698" y="27014"/>
                  <a:pt x="12226" y="30019"/>
                </a:cubicBezTo>
                <a:cubicBezTo>
                  <a:pt x="9755" y="33024"/>
                  <a:pt x="8519" y="37762"/>
                  <a:pt x="8519" y="44232"/>
                </a:cubicBezTo>
                <a:close/>
                <a:moveTo>
                  <a:pt x="88608" y="52774"/>
                </a:moveTo>
                <a:lnTo>
                  <a:pt x="97173" y="53879"/>
                </a:lnTo>
                <a:cubicBezTo>
                  <a:pt x="95822" y="58898"/>
                  <a:pt x="93320" y="62793"/>
                  <a:pt x="89667" y="65565"/>
                </a:cubicBezTo>
                <a:cubicBezTo>
                  <a:pt x="86013" y="68335"/>
                  <a:pt x="81347" y="69721"/>
                  <a:pt x="75667" y="69721"/>
                </a:cubicBezTo>
                <a:cubicBezTo>
                  <a:pt x="68514" y="69721"/>
                  <a:pt x="62842" y="67518"/>
                  <a:pt x="58652" y="63112"/>
                </a:cubicBezTo>
                <a:cubicBezTo>
                  <a:pt x="54461" y="58707"/>
                  <a:pt x="52366" y="52528"/>
                  <a:pt x="52366" y="44577"/>
                </a:cubicBezTo>
                <a:cubicBezTo>
                  <a:pt x="52366" y="36349"/>
                  <a:pt x="54484" y="29964"/>
                  <a:pt x="58721" y="25420"/>
                </a:cubicBezTo>
                <a:cubicBezTo>
                  <a:pt x="62957" y="20876"/>
                  <a:pt x="68453" y="18604"/>
                  <a:pt x="75207" y="18604"/>
                </a:cubicBezTo>
                <a:cubicBezTo>
                  <a:pt x="81746" y="18604"/>
                  <a:pt x="87088" y="20827"/>
                  <a:pt x="91232" y="25272"/>
                </a:cubicBezTo>
                <a:cubicBezTo>
                  <a:pt x="95377" y="29716"/>
                  <a:pt x="97449" y="35968"/>
                  <a:pt x="97449" y="44029"/>
                </a:cubicBezTo>
                <a:cubicBezTo>
                  <a:pt x="97449" y="44519"/>
                  <a:pt x="97434" y="45254"/>
                  <a:pt x="97403" y="46235"/>
                </a:cubicBezTo>
                <a:lnTo>
                  <a:pt x="60931" y="46235"/>
                </a:lnTo>
                <a:cubicBezTo>
                  <a:pt x="61238" y="51623"/>
                  <a:pt x="62758" y="55748"/>
                  <a:pt x="65490" y="58611"/>
                </a:cubicBezTo>
                <a:cubicBezTo>
                  <a:pt x="68222" y="61474"/>
                  <a:pt x="71630" y="62905"/>
                  <a:pt x="75713" y="62905"/>
                </a:cubicBezTo>
                <a:cubicBezTo>
                  <a:pt x="78753" y="62905"/>
                  <a:pt x="81347" y="62100"/>
                  <a:pt x="83496" y="60489"/>
                </a:cubicBezTo>
                <a:cubicBezTo>
                  <a:pt x="85645" y="58877"/>
                  <a:pt x="87349" y="56306"/>
                  <a:pt x="88608" y="52774"/>
                </a:cubicBezTo>
                <a:moveTo>
                  <a:pt x="61392" y="39419"/>
                </a:moveTo>
                <a:lnTo>
                  <a:pt x="88700" y="39419"/>
                </a:lnTo>
                <a:cubicBezTo>
                  <a:pt x="88331" y="35319"/>
                  <a:pt x="87287" y="32244"/>
                  <a:pt x="85568" y="30193"/>
                </a:cubicBezTo>
                <a:cubicBezTo>
                  <a:pt x="82928" y="27011"/>
                  <a:pt x="79505" y="25420"/>
                  <a:pt x="75299" y="25420"/>
                </a:cubicBezTo>
                <a:cubicBezTo>
                  <a:pt x="71492" y="25420"/>
                  <a:pt x="68291" y="26690"/>
                  <a:pt x="65697" y="29231"/>
                </a:cubicBezTo>
                <a:cubicBezTo>
                  <a:pt x="63103" y="31770"/>
                  <a:pt x="61668" y="35166"/>
                  <a:pt x="61392" y="39419"/>
                </a:cubicBezTo>
                <a:close/>
                <a:moveTo>
                  <a:pt x="109244" y="68616"/>
                </a:moveTo>
                <a:lnTo>
                  <a:pt x="109244" y="26157"/>
                </a:lnTo>
                <a:lnTo>
                  <a:pt x="101922" y="26157"/>
                </a:lnTo>
                <a:lnTo>
                  <a:pt x="101922" y="19710"/>
                </a:lnTo>
                <a:lnTo>
                  <a:pt x="109244" y="19710"/>
                </a:lnTo>
                <a:lnTo>
                  <a:pt x="109244" y="14517"/>
                </a:lnTo>
                <a:cubicBezTo>
                  <a:pt x="109244" y="11240"/>
                  <a:pt x="109536" y="8805"/>
                  <a:pt x="110119" y="7213"/>
                </a:cubicBezTo>
                <a:cubicBezTo>
                  <a:pt x="110917" y="5069"/>
                  <a:pt x="112322" y="3331"/>
                  <a:pt x="114333" y="1999"/>
                </a:cubicBezTo>
                <a:cubicBezTo>
                  <a:pt x="116343" y="666"/>
                  <a:pt x="119160" y="0"/>
                  <a:pt x="122783" y="0"/>
                </a:cubicBezTo>
                <a:cubicBezTo>
                  <a:pt x="125116" y="0"/>
                  <a:pt x="127695" y="278"/>
                  <a:pt x="130519" y="833"/>
                </a:cubicBezTo>
                <a:lnTo>
                  <a:pt x="129276" y="8102"/>
                </a:lnTo>
                <a:cubicBezTo>
                  <a:pt x="127557" y="7797"/>
                  <a:pt x="125930" y="7644"/>
                  <a:pt x="124395" y="7644"/>
                </a:cubicBezTo>
                <a:cubicBezTo>
                  <a:pt x="121877" y="7644"/>
                  <a:pt x="120097" y="8178"/>
                  <a:pt x="119053" y="9245"/>
                </a:cubicBezTo>
                <a:cubicBezTo>
                  <a:pt x="118009" y="10311"/>
                  <a:pt x="117487" y="12306"/>
                  <a:pt x="117487" y="15231"/>
                </a:cubicBezTo>
                <a:lnTo>
                  <a:pt x="117487" y="19710"/>
                </a:lnTo>
                <a:lnTo>
                  <a:pt x="127019" y="19710"/>
                </a:lnTo>
                <a:lnTo>
                  <a:pt x="127019" y="26157"/>
                </a:lnTo>
                <a:lnTo>
                  <a:pt x="117487" y="26157"/>
                </a:lnTo>
                <a:lnTo>
                  <a:pt x="117487" y="68616"/>
                </a:lnTo>
                <a:lnTo>
                  <a:pt x="109244" y="68616"/>
                </a:lnTo>
                <a:close/>
              </a:path>
            </a:pathLst>
          </a:custGeom>
          <a:solidFill xmlns:a="http://schemas.openxmlformats.org/drawingml/2006/main">
            <a:srgbClr val="282D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handle_temp">
            <a:extLst xmlns:a="http://schemas.openxmlformats.org/drawingml/2006/main">
              <a:ext uri="{FF2B5EF4-FFF2-40B4-BE49-F238E27FC236}">
                <a16:creationId xmlns:a16="http://schemas.microsoft.com/office/drawing/2014/main" id="{48C69043-EF29-470D-A3B4-756349AC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667" y="1289055"/>
            <a:ext cx="532179" cy="86299"/>
          </a:xfrm>
          <a:custGeom xmlns:a="http://schemas.openxmlformats.org/drawingml/2006/main">
            <a:pathLst>
              <a:path w="532179" h="86299">
                <a:moveTo>
                  <a:pt x="0" y="67510"/>
                </a:moveTo>
                <a:lnTo>
                  <a:pt x="0" y="0"/>
                </a:lnTo>
                <a:lnTo>
                  <a:pt x="8289" y="0"/>
                </a:lnTo>
                <a:lnTo>
                  <a:pt x="8289" y="24266"/>
                </a:lnTo>
                <a:cubicBezTo>
                  <a:pt x="12157" y="19755"/>
                  <a:pt x="17039" y="17499"/>
                  <a:pt x="22933" y="17499"/>
                </a:cubicBezTo>
                <a:cubicBezTo>
                  <a:pt x="26556" y="17499"/>
                  <a:pt x="29703" y="18213"/>
                  <a:pt x="32374" y="19641"/>
                </a:cubicBezTo>
                <a:cubicBezTo>
                  <a:pt x="35045" y="21068"/>
                  <a:pt x="36956" y="23041"/>
                  <a:pt x="38107" y="25558"/>
                </a:cubicBezTo>
                <a:cubicBezTo>
                  <a:pt x="39258" y="28076"/>
                  <a:pt x="39834" y="31729"/>
                  <a:pt x="39834" y="36518"/>
                </a:cubicBezTo>
                <a:lnTo>
                  <a:pt x="39834" y="67510"/>
                </a:lnTo>
                <a:lnTo>
                  <a:pt x="31545" y="67510"/>
                </a:lnTo>
                <a:lnTo>
                  <a:pt x="31545" y="36551"/>
                </a:lnTo>
                <a:cubicBezTo>
                  <a:pt x="31545" y="32412"/>
                  <a:pt x="30647" y="29399"/>
                  <a:pt x="28851" y="27512"/>
                </a:cubicBezTo>
                <a:cubicBezTo>
                  <a:pt x="27055" y="25626"/>
                  <a:pt x="24514" y="24683"/>
                  <a:pt x="21229" y="24683"/>
                </a:cubicBezTo>
                <a:cubicBezTo>
                  <a:pt x="18773" y="24683"/>
                  <a:pt x="16463" y="25320"/>
                  <a:pt x="14299" y="26593"/>
                </a:cubicBezTo>
                <a:cubicBezTo>
                  <a:pt x="12134" y="27865"/>
                  <a:pt x="10592" y="29590"/>
                  <a:pt x="9671" y="31768"/>
                </a:cubicBezTo>
                <a:cubicBezTo>
                  <a:pt x="8750" y="33945"/>
                  <a:pt x="8289" y="36950"/>
                  <a:pt x="8289" y="40784"/>
                </a:cubicBezTo>
                <a:lnTo>
                  <a:pt x="8289" y="67510"/>
                </a:lnTo>
                <a:lnTo>
                  <a:pt x="0" y="67510"/>
                </a:lnTo>
                <a:close/>
                <a:moveTo>
                  <a:pt x="84048" y="61340"/>
                </a:moveTo>
                <a:cubicBezTo>
                  <a:pt x="80978" y="64000"/>
                  <a:pt x="78024" y="65878"/>
                  <a:pt x="75184" y="66974"/>
                </a:cubicBezTo>
                <a:cubicBezTo>
                  <a:pt x="72344" y="68068"/>
                  <a:pt x="69297" y="68616"/>
                  <a:pt x="66043" y="68616"/>
                </a:cubicBezTo>
                <a:cubicBezTo>
                  <a:pt x="60670" y="68616"/>
                  <a:pt x="56541" y="67303"/>
                  <a:pt x="53655" y="64678"/>
                </a:cubicBezTo>
                <a:cubicBezTo>
                  <a:pt x="50769" y="62053"/>
                  <a:pt x="49326" y="58699"/>
                  <a:pt x="49326" y="54616"/>
                </a:cubicBezTo>
                <a:cubicBezTo>
                  <a:pt x="49326" y="52221"/>
                  <a:pt x="49871" y="50034"/>
                  <a:pt x="50961" y="48054"/>
                </a:cubicBezTo>
                <a:cubicBezTo>
                  <a:pt x="52051" y="46074"/>
                  <a:pt x="53479" y="44485"/>
                  <a:pt x="55244" y="43288"/>
                </a:cubicBezTo>
                <a:cubicBezTo>
                  <a:pt x="57009" y="42090"/>
                  <a:pt x="58997" y="41185"/>
                  <a:pt x="61207" y="40571"/>
                </a:cubicBezTo>
                <a:cubicBezTo>
                  <a:pt x="62834" y="40141"/>
                  <a:pt x="65291" y="39726"/>
                  <a:pt x="68575" y="39327"/>
                </a:cubicBezTo>
                <a:cubicBezTo>
                  <a:pt x="75268" y="38529"/>
                  <a:pt x="80196" y="37577"/>
                  <a:pt x="83358" y="36472"/>
                </a:cubicBezTo>
                <a:cubicBezTo>
                  <a:pt x="83388" y="35341"/>
                  <a:pt x="83404" y="34622"/>
                  <a:pt x="83404" y="34316"/>
                </a:cubicBezTo>
                <a:cubicBezTo>
                  <a:pt x="83404" y="30952"/>
                  <a:pt x="82621" y="28582"/>
                  <a:pt x="81055" y="27206"/>
                </a:cubicBezTo>
                <a:cubicBezTo>
                  <a:pt x="78937" y="25340"/>
                  <a:pt x="75790" y="24407"/>
                  <a:pt x="71615" y="24407"/>
                </a:cubicBezTo>
                <a:cubicBezTo>
                  <a:pt x="67716" y="24407"/>
                  <a:pt x="64838" y="25090"/>
                  <a:pt x="62980" y="26456"/>
                </a:cubicBezTo>
                <a:cubicBezTo>
                  <a:pt x="61123" y="27822"/>
                  <a:pt x="59749" y="30240"/>
                  <a:pt x="58859" y="33709"/>
                </a:cubicBezTo>
                <a:lnTo>
                  <a:pt x="50754" y="32604"/>
                </a:lnTo>
                <a:cubicBezTo>
                  <a:pt x="51491" y="29124"/>
                  <a:pt x="52703" y="26314"/>
                  <a:pt x="54392" y="24174"/>
                </a:cubicBezTo>
                <a:cubicBezTo>
                  <a:pt x="56080" y="22033"/>
                  <a:pt x="58521" y="20386"/>
                  <a:pt x="61714" y="19232"/>
                </a:cubicBezTo>
                <a:cubicBezTo>
                  <a:pt x="64907" y="18077"/>
                  <a:pt x="68606" y="17499"/>
                  <a:pt x="72812" y="17499"/>
                </a:cubicBezTo>
                <a:cubicBezTo>
                  <a:pt x="76987" y="17499"/>
                  <a:pt x="80380" y="17992"/>
                  <a:pt x="82989" y="18979"/>
                </a:cubicBezTo>
                <a:cubicBezTo>
                  <a:pt x="85599" y="19964"/>
                  <a:pt x="87518" y="21204"/>
                  <a:pt x="88746" y="22699"/>
                </a:cubicBezTo>
                <a:cubicBezTo>
                  <a:pt x="89974" y="24192"/>
                  <a:pt x="90833" y="26080"/>
                  <a:pt x="91325" y="28360"/>
                </a:cubicBezTo>
                <a:cubicBezTo>
                  <a:pt x="91601" y="29777"/>
                  <a:pt x="91739" y="32322"/>
                  <a:pt x="91739" y="35996"/>
                </a:cubicBezTo>
                <a:lnTo>
                  <a:pt x="91739" y="47016"/>
                </a:lnTo>
                <a:cubicBezTo>
                  <a:pt x="91739" y="54700"/>
                  <a:pt x="91915" y="59567"/>
                  <a:pt x="92269" y="61616"/>
                </a:cubicBezTo>
                <a:cubicBezTo>
                  <a:pt x="92622" y="63665"/>
                  <a:pt x="93320" y="65630"/>
                  <a:pt x="94364" y="67510"/>
                </a:cubicBezTo>
                <a:lnTo>
                  <a:pt x="85706" y="67510"/>
                </a:lnTo>
                <a:cubicBezTo>
                  <a:pt x="84847" y="65752"/>
                  <a:pt x="84294" y="63695"/>
                  <a:pt x="84048" y="61340"/>
                </a:cubicBezTo>
                <a:moveTo>
                  <a:pt x="83358" y="43011"/>
                </a:moveTo>
                <a:cubicBezTo>
                  <a:pt x="80349" y="44234"/>
                  <a:pt x="75836" y="45273"/>
                  <a:pt x="69819" y="46128"/>
                </a:cubicBezTo>
                <a:cubicBezTo>
                  <a:pt x="66411" y="46617"/>
                  <a:pt x="64001" y="47166"/>
                  <a:pt x="62589" y="47778"/>
                </a:cubicBezTo>
                <a:cubicBezTo>
                  <a:pt x="61177" y="48389"/>
                  <a:pt x="60087" y="49282"/>
                  <a:pt x="59319" y="50459"/>
                </a:cubicBezTo>
                <a:cubicBezTo>
                  <a:pt x="58552" y="51635"/>
                  <a:pt x="58168" y="52941"/>
                  <a:pt x="58168" y="54377"/>
                </a:cubicBezTo>
                <a:cubicBezTo>
                  <a:pt x="58168" y="56577"/>
                  <a:pt x="59005" y="58410"/>
                  <a:pt x="60678" y="59877"/>
                </a:cubicBezTo>
                <a:cubicBezTo>
                  <a:pt x="62351" y="61343"/>
                  <a:pt x="64799" y="62076"/>
                  <a:pt x="68023" y="62076"/>
                </a:cubicBezTo>
                <a:cubicBezTo>
                  <a:pt x="71216" y="62076"/>
                  <a:pt x="74055" y="61380"/>
                  <a:pt x="76542" y="59988"/>
                </a:cubicBezTo>
                <a:cubicBezTo>
                  <a:pt x="79029" y="58595"/>
                  <a:pt x="80856" y="56692"/>
                  <a:pt x="82022" y="54279"/>
                </a:cubicBezTo>
                <a:cubicBezTo>
                  <a:pt x="82913" y="52417"/>
                  <a:pt x="83358" y="49669"/>
                  <a:pt x="83358" y="46035"/>
                </a:cubicBezTo>
                <a:lnTo>
                  <a:pt x="83358" y="43011"/>
                </a:lnTo>
                <a:close/>
                <a:moveTo>
                  <a:pt x="104271" y="67510"/>
                </a:moveTo>
                <a:lnTo>
                  <a:pt x="104271" y="18604"/>
                </a:lnTo>
                <a:lnTo>
                  <a:pt x="111731" y="18604"/>
                </a:lnTo>
                <a:lnTo>
                  <a:pt x="111731" y="25558"/>
                </a:lnTo>
                <a:cubicBezTo>
                  <a:pt x="115323" y="20186"/>
                  <a:pt x="120511" y="17499"/>
                  <a:pt x="127296" y="17499"/>
                </a:cubicBezTo>
                <a:cubicBezTo>
                  <a:pt x="130243" y="17499"/>
                  <a:pt x="132953" y="18029"/>
                  <a:pt x="135424" y="19088"/>
                </a:cubicBezTo>
                <a:cubicBezTo>
                  <a:pt x="137895" y="20147"/>
                  <a:pt x="139745" y="21536"/>
                  <a:pt x="140973" y="23256"/>
                </a:cubicBezTo>
                <a:cubicBezTo>
                  <a:pt x="142201" y="24975"/>
                  <a:pt x="143061" y="27016"/>
                  <a:pt x="143552" y="29380"/>
                </a:cubicBezTo>
                <a:cubicBezTo>
                  <a:pt x="143859" y="30915"/>
                  <a:pt x="144012" y="33602"/>
                  <a:pt x="144012" y="37439"/>
                </a:cubicBezTo>
                <a:lnTo>
                  <a:pt x="144012" y="67510"/>
                </a:lnTo>
                <a:lnTo>
                  <a:pt x="135723" y="67510"/>
                </a:lnTo>
                <a:lnTo>
                  <a:pt x="135723" y="37762"/>
                </a:lnTo>
                <a:cubicBezTo>
                  <a:pt x="135723" y="34385"/>
                  <a:pt x="135401" y="31859"/>
                  <a:pt x="134756" y="30186"/>
                </a:cubicBezTo>
                <a:cubicBezTo>
                  <a:pt x="134112" y="28513"/>
                  <a:pt x="132968" y="27178"/>
                  <a:pt x="131326" y="26180"/>
                </a:cubicBezTo>
                <a:cubicBezTo>
                  <a:pt x="129683" y="25182"/>
                  <a:pt x="127757" y="24683"/>
                  <a:pt x="125546" y="24683"/>
                </a:cubicBezTo>
                <a:cubicBezTo>
                  <a:pt x="122016" y="24683"/>
                  <a:pt x="118969" y="25804"/>
                  <a:pt x="116405" y="28045"/>
                </a:cubicBezTo>
                <a:cubicBezTo>
                  <a:pt x="113842" y="30286"/>
                  <a:pt x="112560" y="34538"/>
                  <a:pt x="112560" y="40801"/>
                </a:cubicBezTo>
                <a:lnTo>
                  <a:pt x="112560" y="67510"/>
                </a:lnTo>
                <a:lnTo>
                  <a:pt x="104271" y="67510"/>
                </a:lnTo>
                <a:close/>
                <a:moveTo>
                  <a:pt x="188135" y="67510"/>
                </a:moveTo>
                <a:lnTo>
                  <a:pt x="188135" y="61340"/>
                </a:lnTo>
                <a:cubicBezTo>
                  <a:pt x="185034" y="66190"/>
                  <a:pt x="180475" y="68616"/>
                  <a:pt x="174458" y="68616"/>
                </a:cubicBezTo>
                <a:cubicBezTo>
                  <a:pt x="170559" y="68616"/>
                  <a:pt x="166974" y="67541"/>
                  <a:pt x="163705" y="65392"/>
                </a:cubicBezTo>
                <a:cubicBezTo>
                  <a:pt x="160435" y="63243"/>
                  <a:pt x="157902" y="60242"/>
                  <a:pt x="156107" y="56389"/>
                </a:cubicBezTo>
                <a:cubicBezTo>
                  <a:pt x="154311" y="52536"/>
                  <a:pt x="153413" y="48108"/>
                  <a:pt x="153413" y="43103"/>
                </a:cubicBezTo>
                <a:cubicBezTo>
                  <a:pt x="153413" y="38222"/>
                  <a:pt x="154226" y="33794"/>
                  <a:pt x="155853" y="29818"/>
                </a:cubicBezTo>
                <a:cubicBezTo>
                  <a:pt x="157480" y="25842"/>
                  <a:pt x="159921" y="22795"/>
                  <a:pt x="163175" y="20677"/>
                </a:cubicBezTo>
                <a:cubicBezTo>
                  <a:pt x="166430" y="18558"/>
                  <a:pt x="170068" y="17499"/>
                  <a:pt x="174089" y="17499"/>
                </a:cubicBezTo>
                <a:cubicBezTo>
                  <a:pt x="177037" y="17499"/>
                  <a:pt x="179661" y="18125"/>
                  <a:pt x="181964" y="19377"/>
                </a:cubicBezTo>
                <a:cubicBezTo>
                  <a:pt x="184266" y="20628"/>
                  <a:pt x="186139" y="22258"/>
                  <a:pt x="187582" y="24267"/>
                </a:cubicBezTo>
                <a:lnTo>
                  <a:pt x="187582" y="0"/>
                </a:lnTo>
                <a:lnTo>
                  <a:pt x="195825" y="0"/>
                </a:lnTo>
                <a:lnTo>
                  <a:pt x="195825" y="67510"/>
                </a:lnTo>
                <a:lnTo>
                  <a:pt x="188135" y="67510"/>
                </a:lnTo>
                <a:moveTo>
                  <a:pt x="161932" y="43126"/>
                </a:moveTo>
                <a:cubicBezTo>
                  <a:pt x="161932" y="49382"/>
                  <a:pt x="163252" y="54058"/>
                  <a:pt x="165892" y="57155"/>
                </a:cubicBezTo>
                <a:cubicBezTo>
                  <a:pt x="168533" y="60252"/>
                  <a:pt x="171649" y="61800"/>
                  <a:pt x="175241" y="61800"/>
                </a:cubicBezTo>
                <a:cubicBezTo>
                  <a:pt x="178863" y="61800"/>
                  <a:pt x="181941" y="60321"/>
                  <a:pt x="184474" y="57362"/>
                </a:cubicBezTo>
                <a:cubicBezTo>
                  <a:pt x="187007" y="54403"/>
                  <a:pt x="188273" y="49888"/>
                  <a:pt x="188273" y="43816"/>
                </a:cubicBezTo>
                <a:cubicBezTo>
                  <a:pt x="188273" y="37132"/>
                  <a:pt x="186983" y="32226"/>
                  <a:pt x="184405" y="29098"/>
                </a:cubicBezTo>
                <a:cubicBezTo>
                  <a:pt x="181826" y="25971"/>
                  <a:pt x="178648" y="24407"/>
                  <a:pt x="174872" y="24407"/>
                </a:cubicBezTo>
                <a:cubicBezTo>
                  <a:pt x="171188" y="24407"/>
                  <a:pt x="168110" y="25909"/>
                  <a:pt x="165639" y="28914"/>
                </a:cubicBezTo>
                <a:cubicBezTo>
                  <a:pt x="163168" y="31919"/>
                  <a:pt x="161932" y="36656"/>
                  <a:pt x="161932" y="43126"/>
                </a:cubicBezTo>
                <a:close/>
                <a:moveTo>
                  <a:pt x="208357" y="67510"/>
                </a:moveTo>
                <a:lnTo>
                  <a:pt x="208357" y="0"/>
                </a:lnTo>
                <a:lnTo>
                  <a:pt x="216646" y="0"/>
                </a:lnTo>
                <a:lnTo>
                  <a:pt x="216646" y="67510"/>
                </a:lnTo>
                <a:lnTo>
                  <a:pt x="208357" y="67510"/>
                </a:lnTo>
                <a:close/>
                <a:moveTo>
                  <a:pt x="263108" y="51669"/>
                </a:moveTo>
                <a:lnTo>
                  <a:pt x="271674" y="52774"/>
                </a:lnTo>
                <a:cubicBezTo>
                  <a:pt x="270323" y="57793"/>
                  <a:pt x="267821" y="61688"/>
                  <a:pt x="264167" y="64459"/>
                </a:cubicBezTo>
                <a:cubicBezTo>
                  <a:pt x="260514" y="67230"/>
                  <a:pt x="255847" y="68616"/>
                  <a:pt x="250168" y="68616"/>
                </a:cubicBezTo>
                <a:cubicBezTo>
                  <a:pt x="243015" y="68616"/>
                  <a:pt x="237343" y="66413"/>
                  <a:pt x="233152" y="62007"/>
                </a:cubicBezTo>
                <a:cubicBezTo>
                  <a:pt x="228962" y="57602"/>
                  <a:pt x="226866" y="51423"/>
                  <a:pt x="226866" y="43472"/>
                </a:cubicBezTo>
                <a:cubicBezTo>
                  <a:pt x="226866" y="35244"/>
                  <a:pt x="228985" y="28858"/>
                  <a:pt x="233221" y="24315"/>
                </a:cubicBezTo>
                <a:cubicBezTo>
                  <a:pt x="237458" y="19771"/>
                  <a:pt x="242953" y="17499"/>
                  <a:pt x="249707" y="17499"/>
                </a:cubicBezTo>
                <a:cubicBezTo>
                  <a:pt x="256247" y="17499"/>
                  <a:pt x="261588" y="19722"/>
                  <a:pt x="265733" y="24167"/>
                </a:cubicBezTo>
                <a:cubicBezTo>
                  <a:pt x="269878" y="28610"/>
                  <a:pt x="271950" y="34863"/>
                  <a:pt x="271950" y="42924"/>
                </a:cubicBezTo>
                <a:cubicBezTo>
                  <a:pt x="271950" y="43414"/>
                  <a:pt x="271934" y="44149"/>
                  <a:pt x="271904" y="45130"/>
                </a:cubicBezTo>
                <a:lnTo>
                  <a:pt x="235432" y="45130"/>
                </a:lnTo>
                <a:cubicBezTo>
                  <a:pt x="235739" y="50518"/>
                  <a:pt x="237258" y="54643"/>
                  <a:pt x="239991" y="57506"/>
                </a:cubicBezTo>
                <a:cubicBezTo>
                  <a:pt x="242723" y="60369"/>
                  <a:pt x="246131" y="61800"/>
                  <a:pt x="250214" y="61800"/>
                </a:cubicBezTo>
                <a:cubicBezTo>
                  <a:pt x="253253" y="61800"/>
                  <a:pt x="255847" y="60995"/>
                  <a:pt x="257996" y="59384"/>
                </a:cubicBezTo>
                <a:cubicBezTo>
                  <a:pt x="260146" y="57772"/>
                  <a:pt x="261849" y="55200"/>
                  <a:pt x="263108" y="51669"/>
                </a:cubicBezTo>
                <a:moveTo>
                  <a:pt x="235892" y="38314"/>
                </a:moveTo>
                <a:lnTo>
                  <a:pt x="263200" y="38314"/>
                </a:lnTo>
                <a:cubicBezTo>
                  <a:pt x="262832" y="34214"/>
                  <a:pt x="261788" y="31138"/>
                  <a:pt x="260069" y="29088"/>
                </a:cubicBezTo>
                <a:cubicBezTo>
                  <a:pt x="257429" y="25906"/>
                  <a:pt x="254005" y="24315"/>
                  <a:pt x="249799" y="24315"/>
                </a:cubicBezTo>
                <a:cubicBezTo>
                  <a:pt x="245993" y="24315"/>
                  <a:pt x="242792" y="25585"/>
                  <a:pt x="240198" y="28125"/>
                </a:cubicBezTo>
                <a:cubicBezTo>
                  <a:pt x="237604" y="30665"/>
                  <a:pt x="236168" y="34061"/>
                  <a:pt x="235892" y="38314"/>
                </a:cubicBezTo>
                <a:close/>
                <a:moveTo>
                  <a:pt x="274120" y="86299"/>
                </a:moveTo>
                <a:lnTo>
                  <a:pt x="274120" y="80312"/>
                </a:lnTo>
                <a:lnTo>
                  <a:pt x="329058" y="80312"/>
                </a:lnTo>
                <a:lnTo>
                  <a:pt x="329058" y="86299"/>
                </a:lnTo>
                <a:lnTo>
                  <a:pt x="274120" y="86299"/>
                </a:lnTo>
                <a:close/>
                <a:moveTo>
                  <a:pt x="351997" y="60096"/>
                </a:moveTo>
                <a:lnTo>
                  <a:pt x="353195" y="67418"/>
                </a:lnTo>
                <a:cubicBezTo>
                  <a:pt x="350861" y="67909"/>
                  <a:pt x="348774" y="68155"/>
                  <a:pt x="346932" y="68155"/>
                </a:cubicBezTo>
                <a:cubicBezTo>
                  <a:pt x="343923" y="68155"/>
                  <a:pt x="341590" y="67679"/>
                  <a:pt x="339932" y="66727"/>
                </a:cubicBezTo>
                <a:cubicBezTo>
                  <a:pt x="338274" y="65776"/>
                  <a:pt x="337108" y="64525"/>
                  <a:pt x="336432" y="62974"/>
                </a:cubicBezTo>
                <a:cubicBezTo>
                  <a:pt x="335757" y="61424"/>
                  <a:pt x="335419" y="58162"/>
                  <a:pt x="335419" y="53189"/>
                </a:cubicBezTo>
                <a:lnTo>
                  <a:pt x="335419" y="25052"/>
                </a:lnTo>
                <a:lnTo>
                  <a:pt x="329340" y="25052"/>
                </a:lnTo>
                <a:lnTo>
                  <a:pt x="329340" y="18604"/>
                </a:lnTo>
                <a:lnTo>
                  <a:pt x="335419" y="18604"/>
                </a:lnTo>
                <a:lnTo>
                  <a:pt x="335419" y="6493"/>
                </a:lnTo>
                <a:lnTo>
                  <a:pt x="343662" y="1520"/>
                </a:lnTo>
                <a:lnTo>
                  <a:pt x="343662" y="18604"/>
                </a:lnTo>
                <a:lnTo>
                  <a:pt x="351997" y="18604"/>
                </a:lnTo>
                <a:lnTo>
                  <a:pt x="351997" y="25052"/>
                </a:lnTo>
                <a:lnTo>
                  <a:pt x="343662" y="25052"/>
                </a:lnTo>
                <a:lnTo>
                  <a:pt x="343662" y="53649"/>
                </a:lnTo>
                <a:cubicBezTo>
                  <a:pt x="343662" y="56013"/>
                  <a:pt x="343808" y="57533"/>
                  <a:pt x="344100" y="58208"/>
                </a:cubicBezTo>
                <a:cubicBezTo>
                  <a:pt x="344391" y="58883"/>
                  <a:pt x="344867" y="59421"/>
                  <a:pt x="345527" y="59820"/>
                </a:cubicBezTo>
                <a:cubicBezTo>
                  <a:pt x="346187" y="60219"/>
                  <a:pt x="347131" y="60418"/>
                  <a:pt x="348359" y="60418"/>
                </a:cubicBezTo>
                <a:cubicBezTo>
                  <a:pt x="349280" y="60418"/>
                  <a:pt x="350493" y="60311"/>
                  <a:pt x="351997" y="60096"/>
                </a:cubicBezTo>
                <a:close/>
                <a:moveTo>
                  <a:pt x="393154" y="51669"/>
                </a:moveTo>
                <a:lnTo>
                  <a:pt x="401719" y="52774"/>
                </a:lnTo>
                <a:cubicBezTo>
                  <a:pt x="400368" y="57793"/>
                  <a:pt x="397866" y="61688"/>
                  <a:pt x="394213" y="64459"/>
                </a:cubicBezTo>
                <a:cubicBezTo>
                  <a:pt x="390559" y="67230"/>
                  <a:pt x="385893" y="68616"/>
                  <a:pt x="380213" y="68616"/>
                </a:cubicBezTo>
                <a:cubicBezTo>
                  <a:pt x="373060" y="68616"/>
                  <a:pt x="367388" y="66413"/>
                  <a:pt x="363198" y="62007"/>
                </a:cubicBezTo>
                <a:cubicBezTo>
                  <a:pt x="359007" y="57602"/>
                  <a:pt x="356912" y="51423"/>
                  <a:pt x="356912" y="43472"/>
                </a:cubicBezTo>
                <a:cubicBezTo>
                  <a:pt x="356912" y="35244"/>
                  <a:pt x="359030" y="28858"/>
                  <a:pt x="363267" y="24315"/>
                </a:cubicBezTo>
                <a:cubicBezTo>
                  <a:pt x="367503" y="19771"/>
                  <a:pt x="372999" y="17499"/>
                  <a:pt x="379753" y="17499"/>
                </a:cubicBezTo>
                <a:cubicBezTo>
                  <a:pt x="386292" y="17499"/>
                  <a:pt x="391634" y="19722"/>
                  <a:pt x="395778" y="24167"/>
                </a:cubicBezTo>
                <a:cubicBezTo>
                  <a:pt x="399923" y="28610"/>
                  <a:pt x="401995" y="34863"/>
                  <a:pt x="401995" y="42924"/>
                </a:cubicBezTo>
                <a:cubicBezTo>
                  <a:pt x="401995" y="43414"/>
                  <a:pt x="401980" y="44149"/>
                  <a:pt x="401949" y="45130"/>
                </a:cubicBezTo>
                <a:lnTo>
                  <a:pt x="365477" y="45130"/>
                </a:lnTo>
                <a:cubicBezTo>
                  <a:pt x="365784" y="50518"/>
                  <a:pt x="367304" y="54643"/>
                  <a:pt x="370036" y="57506"/>
                </a:cubicBezTo>
                <a:cubicBezTo>
                  <a:pt x="372768" y="60369"/>
                  <a:pt x="376176" y="61800"/>
                  <a:pt x="380259" y="61800"/>
                </a:cubicBezTo>
                <a:cubicBezTo>
                  <a:pt x="383299" y="61800"/>
                  <a:pt x="385893" y="60995"/>
                  <a:pt x="388042" y="59384"/>
                </a:cubicBezTo>
                <a:cubicBezTo>
                  <a:pt x="390191" y="57772"/>
                  <a:pt x="391895" y="55200"/>
                  <a:pt x="393154" y="51669"/>
                </a:cubicBezTo>
                <a:moveTo>
                  <a:pt x="365938" y="38314"/>
                </a:moveTo>
                <a:lnTo>
                  <a:pt x="393246" y="38314"/>
                </a:lnTo>
                <a:cubicBezTo>
                  <a:pt x="392877" y="34214"/>
                  <a:pt x="391833" y="31138"/>
                  <a:pt x="390114" y="29088"/>
                </a:cubicBezTo>
                <a:cubicBezTo>
                  <a:pt x="387474" y="25906"/>
                  <a:pt x="384051" y="24315"/>
                  <a:pt x="379845" y="24315"/>
                </a:cubicBezTo>
                <a:cubicBezTo>
                  <a:pt x="376038" y="24315"/>
                  <a:pt x="372837" y="25585"/>
                  <a:pt x="370243" y="28125"/>
                </a:cubicBezTo>
                <a:cubicBezTo>
                  <a:pt x="367649" y="30665"/>
                  <a:pt x="366214" y="34061"/>
                  <a:pt x="365938" y="38314"/>
                </a:cubicBezTo>
                <a:close/>
                <a:moveTo>
                  <a:pt x="411810" y="67510"/>
                </a:moveTo>
                <a:lnTo>
                  <a:pt x="411810" y="18604"/>
                </a:lnTo>
                <a:lnTo>
                  <a:pt x="419224" y="18604"/>
                </a:lnTo>
                <a:lnTo>
                  <a:pt x="419224" y="25466"/>
                </a:lnTo>
                <a:cubicBezTo>
                  <a:pt x="420759" y="23071"/>
                  <a:pt x="422801" y="21145"/>
                  <a:pt x="425349" y="19687"/>
                </a:cubicBezTo>
                <a:cubicBezTo>
                  <a:pt x="427897" y="18228"/>
                  <a:pt x="430798" y="17499"/>
                  <a:pt x="434053" y="17499"/>
                </a:cubicBezTo>
                <a:cubicBezTo>
                  <a:pt x="437675" y="17499"/>
                  <a:pt x="440645" y="18251"/>
                  <a:pt x="442963" y="19756"/>
                </a:cubicBezTo>
                <a:cubicBezTo>
                  <a:pt x="445281" y="21260"/>
                  <a:pt x="446916" y="23363"/>
                  <a:pt x="447868" y="26065"/>
                </a:cubicBezTo>
                <a:cubicBezTo>
                  <a:pt x="451736" y="20354"/>
                  <a:pt x="456771" y="17499"/>
                  <a:pt x="462972" y="17499"/>
                </a:cubicBezTo>
                <a:cubicBezTo>
                  <a:pt x="467823" y="17499"/>
                  <a:pt x="471553" y="18842"/>
                  <a:pt x="474163" y="21529"/>
                </a:cubicBezTo>
                <a:cubicBezTo>
                  <a:pt x="476772" y="24215"/>
                  <a:pt x="478077" y="28352"/>
                  <a:pt x="478077" y="33939"/>
                </a:cubicBezTo>
                <a:lnTo>
                  <a:pt x="478077" y="67510"/>
                </a:lnTo>
                <a:lnTo>
                  <a:pt x="469834" y="67510"/>
                </a:lnTo>
                <a:lnTo>
                  <a:pt x="469834" y="36702"/>
                </a:lnTo>
                <a:cubicBezTo>
                  <a:pt x="469834" y="33387"/>
                  <a:pt x="469565" y="31000"/>
                  <a:pt x="469028" y="29542"/>
                </a:cubicBezTo>
                <a:cubicBezTo>
                  <a:pt x="468491" y="28083"/>
                  <a:pt x="467516" y="26909"/>
                  <a:pt x="466104" y="26019"/>
                </a:cubicBezTo>
                <a:cubicBezTo>
                  <a:pt x="464692" y="25128"/>
                  <a:pt x="463034" y="24683"/>
                  <a:pt x="461130" y="24683"/>
                </a:cubicBezTo>
                <a:cubicBezTo>
                  <a:pt x="457692" y="24683"/>
                  <a:pt x="454837" y="25827"/>
                  <a:pt x="452565" y="28114"/>
                </a:cubicBezTo>
                <a:cubicBezTo>
                  <a:pt x="450293" y="30401"/>
                  <a:pt x="449157" y="34062"/>
                  <a:pt x="449157" y="39097"/>
                </a:cubicBezTo>
                <a:lnTo>
                  <a:pt x="449157" y="67510"/>
                </a:lnTo>
                <a:lnTo>
                  <a:pt x="440868" y="67510"/>
                </a:lnTo>
                <a:lnTo>
                  <a:pt x="440868" y="35735"/>
                </a:lnTo>
                <a:cubicBezTo>
                  <a:pt x="440868" y="32051"/>
                  <a:pt x="440193" y="29288"/>
                  <a:pt x="438842" y="27446"/>
                </a:cubicBezTo>
                <a:cubicBezTo>
                  <a:pt x="437491" y="25604"/>
                  <a:pt x="435281" y="24683"/>
                  <a:pt x="432210" y="24683"/>
                </a:cubicBezTo>
                <a:cubicBezTo>
                  <a:pt x="429877" y="24683"/>
                  <a:pt x="427721" y="25297"/>
                  <a:pt x="425740" y="26525"/>
                </a:cubicBezTo>
                <a:cubicBezTo>
                  <a:pt x="423760" y="27753"/>
                  <a:pt x="422325" y="29549"/>
                  <a:pt x="421435" y="31913"/>
                </a:cubicBezTo>
                <a:cubicBezTo>
                  <a:pt x="420544" y="34277"/>
                  <a:pt x="420099" y="37685"/>
                  <a:pt x="420099" y="42136"/>
                </a:cubicBezTo>
                <a:lnTo>
                  <a:pt x="420099" y="67510"/>
                </a:lnTo>
                <a:lnTo>
                  <a:pt x="411810" y="67510"/>
                </a:lnTo>
                <a:close/>
                <a:moveTo>
                  <a:pt x="489720" y="86299"/>
                </a:moveTo>
                <a:lnTo>
                  <a:pt x="489720" y="18604"/>
                </a:lnTo>
                <a:lnTo>
                  <a:pt x="497272" y="18604"/>
                </a:lnTo>
                <a:lnTo>
                  <a:pt x="497272" y="25004"/>
                </a:lnTo>
                <a:cubicBezTo>
                  <a:pt x="499053" y="22502"/>
                  <a:pt x="501064" y="20626"/>
                  <a:pt x="503305" y="19376"/>
                </a:cubicBezTo>
                <a:cubicBezTo>
                  <a:pt x="505546" y="18125"/>
                  <a:pt x="508263" y="17499"/>
                  <a:pt x="511456" y="17499"/>
                </a:cubicBezTo>
                <a:cubicBezTo>
                  <a:pt x="515631" y="17499"/>
                  <a:pt x="519315" y="18574"/>
                  <a:pt x="522508" y="20723"/>
                </a:cubicBezTo>
                <a:cubicBezTo>
                  <a:pt x="525701" y="22872"/>
                  <a:pt x="528111" y="25904"/>
                  <a:pt x="529738" y="29818"/>
                </a:cubicBezTo>
                <a:cubicBezTo>
                  <a:pt x="531365" y="33732"/>
                  <a:pt x="532179" y="38023"/>
                  <a:pt x="532179" y="42689"/>
                </a:cubicBezTo>
                <a:cubicBezTo>
                  <a:pt x="532179" y="47693"/>
                  <a:pt x="531281" y="52198"/>
                  <a:pt x="529485" y="56205"/>
                </a:cubicBezTo>
                <a:cubicBezTo>
                  <a:pt x="527689" y="60211"/>
                  <a:pt x="525079" y="63281"/>
                  <a:pt x="521656" y="65415"/>
                </a:cubicBezTo>
                <a:cubicBezTo>
                  <a:pt x="518233" y="67549"/>
                  <a:pt x="514633" y="68616"/>
                  <a:pt x="510857" y="68616"/>
                </a:cubicBezTo>
                <a:cubicBezTo>
                  <a:pt x="508094" y="68616"/>
                  <a:pt x="505615" y="68032"/>
                  <a:pt x="503420" y="66866"/>
                </a:cubicBezTo>
                <a:cubicBezTo>
                  <a:pt x="501225" y="65699"/>
                  <a:pt x="499421" y="64225"/>
                  <a:pt x="498009" y="62445"/>
                </a:cubicBezTo>
                <a:lnTo>
                  <a:pt x="498009" y="86299"/>
                </a:lnTo>
                <a:lnTo>
                  <a:pt x="489720" y="86299"/>
                </a:lnTo>
                <a:moveTo>
                  <a:pt x="497226" y="43357"/>
                </a:moveTo>
                <a:cubicBezTo>
                  <a:pt x="497226" y="49643"/>
                  <a:pt x="498500" y="54288"/>
                  <a:pt x="501048" y="57293"/>
                </a:cubicBezTo>
                <a:cubicBezTo>
                  <a:pt x="503596" y="60298"/>
                  <a:pt x="506682" y="61800"/>
                  <a:pt x="510304" y="61800"/>
                </a:cubicBezTo>
                <a:cubicBezTo>
                  <a:pt x="513988" y="61800"/>
                  <a:pt x="517143" y="60244"/>
                  <a:pt x="519768" y="57132"/>
                </a:cubicBezTo>
                <a:cubicBezTo>
                  <a:pt x="522393" y="54019"/>
                  <a:pt x="523705" y="49197"/>
                  <a:pt x="523705" y="42666"/>
                </a:cubicBezTo>
                <a:cubicBezTo>
                  <a:pt x="523705" y="36441"/>
                  <a:pt x="522423" y="31781"/>
                  <a:pt x="519860" y="28684"/>
                </a:cubicBezTo>
                <a:cubicBezTo>
                  <a:pt x="517296" y="25587"/>
                  <a:pt x="514234" y="24038"/>
                  <a:pt x="510673" y="24038"/>
                </a:cubicBezTo>
                <a:cubicBezTo>
                  <a:pt x="507142" y="24038"/>
                  <a:pt x="504019" y="25687"/>
                  <a:pt x="501302" y="28983"/>
                </a:cubicBezTo>
                <a:cubicBezTo>
                  <a:pt x="498585" y="32280"/>
                  <a:pt x="497226" y="37071"/>
                  <a:pt x="497226" y="43357"/>
                </a:cubicBezTo>
                <a:close/>
              </a:path>
            </a:pathLst>
          </a:custGeom>
          <a:solidFill xmlns:a="http://schemas.openxmlformats.org/drawingml/2006/main">
            <a:srgbClr val="6E54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:">
            <a:extLst xmlns:a="http://schemas.openxmlformats.org/drawingml/2006/main">
              <a:ext uri="{FF2B5EF4-FFF2-40B4-BE49-F238E27FC236}">
                <a16:creationId xmlns:a16="http://schemas.microsoft.com/office/drawing/2014/main" id="{981F2B76-5132-4966-AD94-86D473F2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823" y="1307659"/>
            <a:ext cx="9440" cy="48906"/>
          </a:xfrm>
          <a:custGeom xmlns:a="http://schemas.openxmlformats.org/drawingml/2006/main">
            <a:pathLst>
              <a:path w="9440" h="48906">
                <a:moveTo>
                  <a:pt x="0" y="9486"/>
                </a:moveTo>
                <a:lnTo>
                  <a:pt x="0" y="0"/>
                </a:lnTo>
                <a:lnTo>
                  <a:pt x="9440" y="0"/>
                </a:lnTo>
                <a:lnTo>
                  <a:pt x="9440" y="9486"/>
                </a:lnTo>
                <a:lnTo>
                  <a:pt x="0" y="9486"/>
                </a:lnTo>
                <a:moveTo>
                  <a:pt x="0" y="48906"/>
                </a:moveTo>
                <a:lnTo>
                  <a:pt x="0" y="39419"/>
                </a:lnTo>
                <a:lnTo>
                  <a:pt x="9440" y="39419"/>
                </a:lnTo>
                <a:lnTo>
                  <a:pt x="9440" y="48906"/>
                </a:lnTo>
                <a:lnTo>
                  <a:pt x="0" y="48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77f137a154155"/>
          <a:stretch xmlns:a="http://schemas.openxmlformats.org/drawingml/2006/main"/>
        </p:blipFill>
        <p:spPr>
          <a:xfrm xmlns:a="http://schemas.openxmlformats.org/drawingml/2006/main">
            <a:off x="570191" y="1034370"/>
            <a:ext cx="298166" cy="298166"/>
          </a:xfrm>
          <a:prstGeom xmlns:a="http://schemas.openxmlformats.org/drawingml/2006/main" prst="rect">
            <a:avLst/>
          </a:prstGeom>
        </p:spPr>
      </p:pic>
      <p:pic>
        <p:nvPicPr>
          <p:cNvPr id="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3bec1760347ff"/>
          <a:stretch xmlns:a="http://schemas.openxmlformats.org/drawingml/2006/main"/>
        </p:blipFill>
        <p:spPr>
          <a:xfrm xmlns:a="http://schemas.openxmlformats.org/drawingml/2006/main">
            <a:off x="495796" y="2065707"/>
            <a:ext cx="426453" cy="315038"/>
          </a:xfrm>
          <a:prstGeom xmlns:a="http://schemas.openxmlformats.org/drawingml/2006/main" prst="rect">
            <a:avLst/>
          </a:prstGeom>
        </p:spPr>
      </p:pic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2E4A9-679A-456E-AFD7-E508E21F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035" y="262771"/>
            <a:ext cx="1232028" cy="544079"/>
          </a:xfrm>
          <a:custGeom xmlns:a="http://schemas.openxmlformats.org/drawingml/2006/main">
            <a:pathLst>
              <a:path w="1232028" h="544079">
                <a:moveTo>
                  <a:pt x="469" y="40771"/>
                </a:moveTo>
                <a:cubicBezTo>
                  <a:pt x="0" y="18558"/>
                  <a:pt x="18441" y="117"/>
                  <a:pt x="41239" y="0"/>
                </a:cubicBezTo>
                <a:lnTo>
                  <a:pt x="1191257" y="0"/>
                </a:lnTo>
                <a:cubicBezTo>
                  <a:pt x="1213459" y="117"/>
                  <a:pt x="1231911" y="18558"/>
                  <a:pt x="1232028" y="40771"/>
                </a:cubicBezTo>
                <a:lnTo>
                  <a:pt x="1232028" y="501903"/>
                </a:lnTo>
                <a:cubicBezTo>
                  <a:pt x="1231911" y="525287"/>
                  <a:pt x="1213459" y="543728"/>
                  <a:pt x="1191257" y="544079"/>
                </a:cubicBezTo>
                <a:lnTo>
                  <a:pt x="41239" y="544079"/>
                </a:lnTo>
                <a:cubicBezTo>
                  <a:pt x="18441" y="543728"/>
                  <a:pt x="0" y="525287"/>
                  <a:pt x="469" y="501903"/>
                </a:cubicBezTo>
                <a:lnTo>
                  <a:pt x="469" y="4077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30955-7F1A-443E-AED9-E5CF70AD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177" y="257031"/>
            <a:ext cx="1243627" cy="555327"/>
          </a:xfrm>
          <a:custGeom xmlns:a="http://schemas.openxmlformats.org/drawingml/2006/main">
            <a:pathLst>
              <a:path w="1243627" h="555327">
                <a:moveTo>
                  <a:pt x="3690" y="526588"/>
                </a:moveTo>
                <a:lnTo>
                  <a:pt x="5670" y="530700"/>
                </a:lnTo>
                <a:lnTo>
                  <a:pt x="8037" y="534590"/>
                </a:lnTo>
                <a:lnTo>
                  <a:pt x="10743" y="538210"/>
                </a:lnTo>
                <a:lnTo>
                  <a:pt x="13778" y="541549"/>
                </a:lnTo>
                <a:lnTo>
                  <a:pt x="17117" y="544583"/>
                </a:lnTo>
                <a:lnTo>
                  <a:pt x="20737" y="547290"/>
                </a:lnTo>
                <a:lnTo>
                  <a:pt x="24627" y="549644"/>
                </a:lnTo>
                <a:lnTo>
                  <a:pt x="28739" y="551636"/>
                </a:lnTo>
                <a:lnTo>
                  <a:pt x="33062" y="553218"/>
                </a:lnTo>
                <a:lnTo>
                  <a:pt x="37584" y="554378"/>
                </a:lnTo>
                <a:lnTo>
                  <a:pt x="42259" y="555092"/>
                </a:lnTo>
                <a:lnTo>
                  <a:pt x="46910" y="555327"/>
                </a:lnTo>
                <a:lnTo>
                  <a:pt x="1196717" y="555327"/>
                </a:lnTo>
                <a:lnTo>
                  <a:pt x="1201368" y="555092"/>
                </a:lnTo>
                <a:lnTo>
                  <a:pt x="1206043" y="554378"/>
                </a:lnTo>
                <a:lnTo>
                  <a:pt x="1210565" y="553218"/>
                </a:lnTo>
                <a:lnTo>
                  <a:pt x="1214888" y="551636"/>
                </a:lnTo>
                <a:lnTo>
                  <a:pt x="1219000" y="549644"/>
                </a:lnTo>
                <a:lnTo>
                  <a:pt x="1222890" y="547290"/>
                </a:lnTo>
                <a:lnTo>
                  <a:pt x="1226510" y="544583"/>
                </a:lnTo>
                <a:lnTo>
                  <a:pt x="1229849" y="541549"/>
                </a:lnTo>
                <a:lnTo>
                  <a:pt x="1232884" y="538210"/>
                </a:lnTo>
                <a:lnTo>
                  <a:pt x="1235590" y="534590"/>
                </a:lnTo>
                <a:lnTo>
                  <a:pt x="1237945" y="530700"/>
                </a:lnTo>
                <a:lnTo>
                  <a:pt x="1239936" y="526588"/>
                </a:lnTo>
                <a:lnTo>
                  <a:pt x="1241518" y="522265"/>
                </a:lnTo>
                <a:lnTo>
                  <a:pt x="1242678" y="517742"/>
                </a:lnTo>
                <a:lnTo>
                  <a:pt x="1243393" y="513068"/>
                </a:lnTo>
                <a:lnTo>
                  <a:pt x="1243627" y="508417"/>
                </a:lnTo>
                <a:lnTo>
                  <a:pt x="1243627" y="46910"/>
                </a:lnTo>
                <a:lnTo>
                  <a:pt x="1243393" y="42259"/>
                </a:lnTo>
                <a:lnTo>
                  <a:pt x="1242678" y="37584"/>
                </a:lnTo>
                <a:lnTo>
                  <a:pt x="1241518" y="33062"/>
                </a:lnTo>
                <a:lnTo>
                  <a:pt x="1239936" y="28739"/>
                </a:lnTo>
                <a:lnTo>
                  <a:pt x="1237945" y="24627"/>
                </a:lnTo>
                <a:lnTo>
                  <a:pt x="1235590" y="20737"/>
                </a:lnTo>
                <a:lnTo>
                  <a:pt x="1232884" y="17117"/>
                </a:lnTo>
                <a:lnTo>
                  <a:pt x="1229849" y="13778"/>
                </a:lnTo>
                <a:lnTo>
                  <a:pt x="1226510" y="10743"/>
                </a:lnTo>
                <a:lnTo>
                  <a:pt x="1222890" y="8037"/>
                </a:lnTo>
                <a:lnTo>
                  <a:pt x="1219000" y="5682"/>
                </a:lnTo>
                <a:lnTo>
                  <a:pt x="1214888" y="3690"/>
                </a:lnTo>
                <a:lnTo>
                  <a:pt x="1210565" y="2109"/>
                </a:lnTo>
                <a:lnTo>
                  <a:pt x="1206043" y="949"/>
                </a:lnTo>
                <a:lnTo>
                  <a:pt x="1201368" y="234"/>
                </a:lnTo>
                <a:lnTo>
                  <a:pt x="1196717" y="0"/>
                </a:lnTo>
                <a:lnTo>
                  <a:pt x="46910" y="0"/>
                </a:lnTo>
                <a:lnTo>
                  <a:pt x="42259" y="234"/>
                </a:lnTo>
                <a:lnTo>
                  <a:pt x="37584" y="949"/>
                </a:lnTo>
                <a:lnTo>
                  <a:pt x="33062" y="2109"/>
                </a:lnTo>
                <a:lnTo>
                  <a:pt x="28739" y="3690"/>
                </a:lnTo>
                <a:lnTo>
                  <a:pt x="24627" y="5682"/>
                </a:lnTo>
                <a:lnTo>
                  <a:pt x="20737" y="8037"/>
                </a:lnTo>
                <a:lnTo>
                  <a:pt x="17117" y="10743"/>
                </a:lnTo>
                <a:lnTo>
                  <a:pt x="13778" y="13778"/>
                </a:lnTo>
                <a:lnTo>
                  <a:pt x="10743" y="17117"/>
                </a:lnTo>
                <a:lnTo>
                  <a:pt x="8037" y="20737"/>
                </a:lnTo>
                <a:lnTo>
                  <a:pt x="5670" y="24627"/>
                </a:lnTo>
                <a:lnTo>
                  <a:pt x="3690" y="28739"/>
                </a:lnTo>
                <a:lnTo>
                  <a:pt x="2109" y="33062"/>
                </a:lnTo>
                <a:lnTo>
                  <a:pt x="949" y="37584"/>
                </a:lnTo>
                <a:lnTo>
                  <a:pt x="234" y="42259"/>
                </a:lnTo>
                <a:lnTo>
                  <a:pt x="0" y="46910"/>
                </a:lnTo>
                <a:lnTo>
                  <a:pt x="0" y="508417"/>
                </a:lnTo>
                <a:lnTo>
                  <a:pt x="234" y="513068"/>
                </a:lnTo>
                <a:lnTo>
                  <a:pt x="949" y="517742"/>
                </a:lnTo>
                <a:lnTo>
                  <a:pt x="2109" y="522265"/>
                </a:lnTo>
                <a:lnTo>
                  <a:pt x="3690" y="526588"/>
                </a:lnTo>
                <a:close/>
                <a:moveTo>
                  <a:pt x="12444" y="39925"/>
                </a:moveTo>
                <a:lnTo>
                  <a:pt x="13283" y="36636"/>
                </a:lnTo>
                <a:lnTo>
                  <a:pt x="14500" y="33305"/>
                </a:lnTo>
                <a:lnTo>
                  <a:pt x="15971" y="30244"/>
                </a:lnTo>
                <a:lnTo>
                  <a:pt x="17757" y="27302"/>
                </a:lnTo>
                <a:lnTo>
                  <a:pt x="19759" y="24616"/>
                </a:lnTo>
                <a:lnTo>
                  <a:pt x="22070" y="22070"/>
                </a:lnTo>
                <a:lnTo>
                  <a:pt x="24616" y="19759"/>
                </a:lnTo>
                <a:lnTo>
                  <a:pt x="27302" y="17757"/>
                </a:lnTo>
                <a:lnTo>
                  <a:pt x="30244" y="15971"/>
                </a:lnTo>
                <a:lnTo>
                  <a:pt x="33305" y="14500"/>
                </a:lnTo>
                <a:lnTo>
                  <a:pt x="36636" y="13283"/>
                </a:lnTo>
                <a:lnTo>
                  <a:pt x="39925" y="12444"/>
                </a:lnTo>
                <a:lnTo>
                  <a:pt x="43353" y="11915"/>
                </a:lnTo>
                <a:lnTo>
                  <a:pt x="47133" y="11716"/>
                </a:lnTo>
                <a:lnTo>
                  <a:pt x="1196494" y="11716"/>
                </a:lnTo>
                <a:lnTo>
                  <a:pt x="1200274" y="11915"/>
                </a:lnTo>
                <a:lnTo>
                  <a:pt x="1203674" y="12440"/>
                </a:lnTo>
                <a:lnTo>
                  <a:pt x="1206993" y="13284"/>
                </a:lnTo>
                <a:lnTo>
                  <a:pt x="1210322" y="14500"/>
                </a:lnTo>
                <a:lnTo>
                  <a:pt x="1213383" y="15971"/>
                </a:lnTo>
                <a:lnTo>
                  <a:pt x="1216325" y="17757"/>
                </a:lnTo>
                <a:lnTo>
                  <a:pt x="1219011" y="19759"/>
                </a:lnTo>
                <a:lnTo>
                  <a:pt x="1221557" y="22070"/>
                </a:lnTo>
                <a:lnTo>
                  <a:pt x="1223807" y="24548"/>
                </a:lnTo>
                <a:lnTo>
                  <a:pt x="1225873" y="27308"/>
                </a:lnTo>
                <a:lnTo>
                  <a:pt x="1227656" y="30244"/>
                </a:lnTo>
                <a:lnTo>
                  <a:pt x="1229127" y="33305"/>
                </a:lnTo>
                <a:lnTo>
                  <a:pt x="1230343" y="36636"/>
                </a:lnTo>
                <a:lnTo>
                  <a:pt x="1231183" y="39925"/>
                </a:lnTo>
                <a:lnTo>
                  <a:pt x="1231712" y="43353"/>
                </a:lnTo>
                <a:lnTo>
                  <a:pt x="1231911" y="47133"/>
                </a:lnTo>
                <a:lnTo>
                  <a:pt x="1231911" y="508193"/>
                </a:lnTo>
                <a:lnTo>
                  <a:pt x="1231712" y="511973"/>
                </a:lnTo>
                <a:lnTo>
                  <a:pt x="1231183" y="515401"/>
                </a:lnTo>
                <a:lnTo>
                  <a:pt x="1230343" y="518690"/>
                </a:lnTo>
                <a:lnTo>
                  <a:pt x="1229127" y="522021"/>
                </a:lnTo>
                <a:lnTo>
                  <a:pt x="1227656" y="525082"/>
                </a:lnTo>
                <a:lnTo>
                  <a:pt x="1225873" y="528019"/>
                </a:lnTo>
                <a:lnTo>
                  <a:pt x="1223807" y="530778"/>
                </a:lnTo>
                <a:lnTo>
                  <a:pt x="1221557" y="533256"/>
                </a:lnTo>
                <a:lnTo>
                  <a:pt x="1219011" y="535568"/>
                </a:lnTo>
                <a:lnTo>
                  <a:pt x="1216325" y="537569"/>
                </a:lnTo>
                <a:lnTo>
                  <a:pt x="1213383" y="539355"/>
                </a:lnTo>
                <a:lnTo>
                  <a:pt x="1210322" y="540826"/>
                </a:lnTo>
                <a:lnTo>
                  <a:pt x="1206993" y="542042"/>
                </a:lnTo>
                <a:lnTo>
                  <a:pt x="1203674" y="542887"/>
                </a:lnTo>
                <a:lnTo>
                  <a:pt x="1200274" y="543411"/>
                </a:lnTo>
                <a:lnTo>
                  <a:pt x="1196494" y="543611"/>
                </a:lnTo>
                <a:lnTo>
                  <a:pt x="47133" y="543611"/>
                </a:lnTo>
                <a:lnTo>
                  <a:pt x="43353" y="543411"/>
                </a:lnTo>
                <a:lnTo>
                  <a:pt x="39925" y="542882"/>
                </a:lnTo>
                <a:lnTo>
                  <a:pt x="36636" y="542043"/>
                </a:lnTo>
                <a:lnTo>
                  <a:pt x="33305" y="540826"/>
                </a:lnTo>
                <a:lnTo>
                  <a:pt x="30244" y="539355"/>
                </a:lnTo>
                <a:lnTo>
                  <a:pt x="27302" y="537569"/>
                </a:lnTo>
                <a:lnTo>
                  <a:pt x="24616" y="535568"/>
                </a:lnTo>
                <a:lnTo>
                  <a:pt x="22070" y="533256"/>
                </a:lnTo>
                <a:lnTo>
                  <a:pt x="19759" y="530710"/>
                </a:lnTo>
                <a:lnTo>
                  <a:pt x="17757" y="528025"/>
                </a:lnTo>
                <a:lnTo>
                  <a:pt x="15971" y="525082"/>
                </a:lnTo>
                <a:lnTo>
                  <a:pt x="14500" y="522021"/>
                </a:lnTo>
                <a:lnTo>
                  <a:pt x="13283" y="518690"/>
                </a:lnTo>
                <a:lnTo>
                  <a:pt x="12444" y="515401"/>
                </a:lnTo>
                <a:lnTo>
                  <a:pt x="11899" y="511867"/>
                </a:lnTo>
                <a:lnTo>
                  <a:pt x="11716" y="508206"/>
                </a:lnTo>
                <a:lnTo>
                  <a:pt x="11716" y="47121"/>
                </a:lnTo>
                <a:lnTo>
                  <a:pt x="11899" y="43460"/>
                </a:lnTo>
                <a:lnTo>
                  <a:pt x="12444" y="3992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def">
            <a:extLst xmlns:a="http://schemas.openxmlformats.org/drawingml/2006/main">
              <a:ext uri="{FF2B5EF4-FFF2-40B4-BE49-F238E27FC236}">
                <a16:creationId xmlns:a16="http://schemas.microsoft.com/office/drawing/2014/main" id="{984666F5-0AE9-4656-8B87-5E581E86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679" y="331113"/>
            <a:ext cx="130520" cy="69721"/>
          </a:xfrm>
          <a:custGeom xmlns:a="http://schemas.openxmlformats.org/drawingml/2006/main">
            <a:pathLst>
              <a:path w="130520" h="69721">
                <a:moveTo>
                  <a:pt x="34722" y="68616"/>
                </a:moveTo>
                <a:lnTo>
                  <a:pt x="34722" y="62445"/>
                </a:lnTo>
                <a:cubicBezTo>
                  <a:pt x="31621" y="67295"/>
                  <a:pt x="27062" y="69721"/>
                  <a:pt x="21045" y="69721"/>
                </a:cubicBezTo>
                <a:cubicBezTo>
                  <a:pt x="17146" y="69721"/>
                  <a:pt x="13562" y="68646"/>
                  <a:pt x="10292" y="66497"/>
                </a:cubicBezTo>
                <a:cubicBezTo>
                  <a:pt x="7023" y="64348"/>
                  <a:pt x="4490" y="61347"/>
                  <a:pt x="2694" y="57494"/>
                </a:cubicBezTo>
                <a:cubicBezTo>
                  <a:pt x="898" y="53641"/>
                  <a:pt x="0" y="49213"/>
                  <a:pt x="0" y="44209"/>
                </a:cubicBezTo>
                <a:cubicBezTo>
                  <a:pt x="0" y="39327"/>
                  <a:pt x="814" y="34899"/>
                  <a:pt x="2441" y="30923"/>
                </a:cubicBezTo>
                <a:cubicBezTo>
                  <a:pt x="4068" y="26947"/>
                  <a:pt x="6508" y="23900"/>
                  <a:pt x="9763" y="21782"/>
                </a:cubicBezTo>
                <a:cubicBezTo>
                  <a:pt x="13017" y="19664"/>
                  <a:pt x="16655" y="18604"/>
                  <a:pt x="20677" y="18604"/>
                </a:cubicBezTo>
                <a:cubicBezTo>
                  <a:pt x="23624" y="18604"/>
                  <a:pt x="26249" y="19230"/>
                  <a:pt x="28551" y="20482"/>
                </a:cubicBezTo>
                <a:cubicBezTo>
                  <a:pt x="30854" y="21734"/>
                  <a:pt x="32727" y="23364"/>
                  <a:pt x="34170" y="25372"/>
                </a:cubicBezTo>
                <a:lnTo>
                  <a:pt x="34170" y="1105"/>
                </a:lnTo>
                <a:lnTo>
                  <a:pt x="42413" y="1105"/>
                </a:lnTo>
                <a:lnTo>
                  <a:pt x="42413" y="68616"/>
                </a:lnTo>
                <a:lnTo>
                  <a:pt x="34722" y="68616"/>
                </a:lnTo>
                <a:moveTo>
                  <a:pt x="8519" y="44232"/>
                </a:moveTo>
                <a:cubicBezTo>
                  <a:pt x="8519" y="50487"/>
                  <a:pt x="9839" y="55163"/>
                  <a:pt x="12480" y="58260"/>
                </a:cubicBezTo>
                <a:cubicBezTo>
                  <a:pt x="15120" y="61357"/>
                  <a:pt x="18236" y="62905"/>
                  <a:pt x="21828" y="62905"/>
                </a:cubicBezTo>
                <a:cubicBezTo>
                  <a:pt x="25451" y="62905"/>
                  <a:pt x="28528" y="61426"/>
                  <a:pt x="31061" y="58467"/>
                </a:cubicBezTo>
                <a:cubicBezTo>
                  <a:pt x="33594" y="55508"/>
                  <a:pt x="34860" y="50993"/>
                  <a:pt x="34860" y="44921"/>
                </a:cubicBezTo>
                <a:cubicBezTo>
                  <a:pt x="34860" y="38237"/>
                  <a:pt x="33571" y="33331"/>
                  <a:pt x="30992" y="30203"/>
                </a:cubicBezTo>
                <a:cubicBezTo>
                  <a:pt x="28413" y="27076"/>
                  <a:pt x="25236" y="25512"/>
                  <a:pt x="21460" y="25512"/>
                </a:cubicBezTo>
                <a:cubicBezTo>
                  <a:pt x="17776" y="25512"/>
                  <a:pt x="14698" y="27014"/>
                  <a:pt x="12226" y="30019"/>
                </a:cubicBezTo>
                <a:cubicBezTo>
                  <a:pt x="9755" y="33024"/>
                  <a:pt x="8519" y="37762"/>
                  <a:pt x="8519" y="44232"/>
                </a:cubicBezTo>
                <a:close/>
                <a:moveTo>
                  <a:pt x="88608" y="52774"/>
                </a:moveTo>
                <a:lnTo>
                  <a:pt x="97173" y="53879"/>
                </a:lnTo>
                <a:cubicBezTo>
                  <a:pt x="95822" y="58898"/>
                  <a:pt x="93320" y="62793"/>
                  <a:pt x="89667" y="65565"/>
                </a:cubicBezTo>
                <a:cubicBezTo>
                  <a:pt x="86013" y="68335"/>
                  <a:pt x="81347" y="69721"/>
                  <a:pt x="75667" y="69721"/>
                </a:cubicBezTo>
                <a:cubicBezTo>
                  <a:pt x="68514" y="69721"/>
                  <a:pt x="62842" y="67518"/>
                  <a:pt x="58652" y="63112"/>
                </a:cubicBezTo>
                <a:cubicBezTo>
                  <a:pt x="54461" y="58707"/>
                  <a:pt x="52366" y="52528"/>
                  <a:pt x="52366" y="44577"/>
                </a:cubicBezTo>
                <a:cubicBezTo>
                  <a:pt x="52366" y="36349"/>
                  <a:pt x="54484" y="29964"/>
                  <a:pt x="58721" y="25420"/>
                </a:cubicBezTo>
                <a:cubicBezTo>
                  <a:pt x="62957" y="20876"/>
                  <a:pt x="68453" y="18604"/>
                  <a:pt x="75207" y="18604"/>
                </a:cubicBezTo>
                <a:cubicBezTo>
                  <a:pt x="81746" y="18604"/>
                  <a:pt x="87088" y="20827"/>
                  <a:pt x="91232" y="25272"/>
                </a:cubicBezTo>
                <a:cubicBezTo>
                  <a:pt x="95377" y="29716"/>
                  <a:pt x="97449" y="35968"/>
                  <a:pt x="97449" y="44029"/>
                </a:cubicBezTo>
                <a:cubicBezTo>
                  <a:pt x="97449" y="44519"/>
                  <a:pt x="97434" y="45254"/>
                  <a:pt x="97403" y="46235"/>
                </a:cubicBezTo>
                <a:lnTo>
                  <a:pt x="60931" y="46235"/>
                </a:lnTo>
                <a:cubicBezTo>
                  <a:pt x="61238" y="51623"/>
                  <a:pt x="62758" y="55748"/>
                  <a:pt x="65490" y="58611"/>
                </a:cubicBezTo>
                <a:cubicBezTo>
                  <a:pt x="68222" y="61474"/>
                  <a:pt x="71630" y="62905"/>
                  <a:pt x="75713" y="62905"/>
                </a:cubicBezTo>
                <a:cubicBezTo>
                  <a:pt x="78753" y="62905"/>
                  <a:pt x="81347" y="62100"/>
                  <a:pt x="83496" y="60489"/>
                </a:cubicBezTo>
                <a:cubicBezTo>
                  <a:pt x="85645" y="58877"/>
                  <a:pt x="87349" y="56306"/>
                  <a:pt x="88608" y="52774"/>
                </a:cubicBezTo>
                <a:moveTo>
                  <a:pt x="61392" y="39419"/>
                </a:moveTo>
                <a:lnTo>
                  <a:pt x="88700" y="39419"/>
                </a:lnTo>
                <a:cubicBezTo>
                  <a:pt x="88331" y="35319"/>
                  <a:pt x="87287" y="32244"/>
                  <a:pt x="85568" y="30193"/>
                </a:cubicBezTo>
                <a:cubicBezTo>
                  <a:pt x="82928" y="27011"/>
                  <a:pt x="79505" y="25420"/>
                  <a:pt x="75299" y="25420"/>
                </a:cubicBezTo>
                <a:cubicBezTo>
                  <a:pt x="71492" y="25420"/>
                  <a:pt x="68291" y="26690"/>
                  <a:pt x="65697" y="29231"/>
                </a:cubicBezTo>
                <a:cubicBezTo>
                  <a:pt x="63103" y="31770"/>
                  <a:pt x="61668" y="35166"/>
                  <a:pt x="61392" y="39419"/>
                </a:cubicBezTo>
                <a:close/>
                <a:moveTo>
                  <a:pt x="109244" y="68616"/>
                </a:moveTo>
                <a:lnTo>
                  <a:pt x="109244" y="26157"/>
                </a:lnTo>
                <a:lnTo>
                  <a:pt x="101922" y="26157"/>
                </a:lnTo>
                <a:lnTo>
                  <a:pt x="101922" y="19710"/>
                </a:lnTo>
                <a:lnTo>
                  <a:pt x="109244" y="19710"/>
                </a:lnTo>
                <a:lnTo>
                  <a:pt x="109244" y="14517"/>
                </a:lnTo>
                <a:cubicBezTo>
                  <a:pt x="109244" y="11240"/>
                  <a:pt x="109536" y="8805"/>
                  <a:pt x="110119" y="7213"/>
                </a:cubicBezTo>
                <a:cubicBezTo>
                  <a:pt x="110917" y="5069"/>
                  <a:pt x="112322" y="3331"/>
                  <a:pt x="114333" y="1999"/>
                </a:cubicBezTo>
                <a:cubicBezTo>
                  <a:pt x="116344" y="666"/>
                  <a:pt x="119160" y="0"/>
                  <a:pt x="122783" y="0"/>
                </a:cubicBezTo>
                <a:cubicBezTo>
                  <a:pt x="125116" y="0"/>
                  <a:pt x="127695" y="278"/>
                  <a:pt x="130520" y="833"/>
                </a:cubicBezTo>
                <a:lnTo>
                  <a:pt x="129276" y="8102"/>
                </a:lnTo>
                <a:cubicBezTo>
                  <a:pt x="127557" y="7797"/>
                  <a:pt x="125930" y="7644"/>
                  <a:pt x="124395" y="7644"/>
                </a:cubicBezTo>
                <a:cubicBezTo>
                  <a:pt x="121877" y="7644"/>
                  <a:pt x="120097" y="8178"/>
                  <a:pt x="119053" y="9245"/>
                </a:cubicBezTo>
                <a:cubicBezTo>
                  <a:pt x="118009" y="10311"/>
                  <a:pt x="117487" y="12306"/>
                  <a:pt x="117487" y="15231"/>
                </a:cubicBezTo>
                <a:lnTo>
                  <a:pt x="117487" y="19710"/>
                </a:lnTo>
                <a:lnTo>
                  <a:pt x="127020" y="19710"/>
                </a:lnTo>
                <a:lnTo>
                  <a:pt x="127020" y="26157"/>
                </a:lnTo>
                <a:lnTo>
                  <a:pt x="117487" y="26157"/>
                </a:lnTo>
                <a:lnTo>
                  <a:pt x="117487" y="68616"/>
                </a:lnTo>
                <a:lnTo>
                  <a:pt x="109244" y="68616"/>
                </a:lnTo>
                <a:close/>
              </a:path>
            </a:pathLst>
          </a:custGeom>
          <a:solidFill xmlns:a="http://schemas.openxmlformats.org/drawingml/2006/main">
            <a:srgbClr val="282D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_find_property">
            <a:extLst xmlns:a="http://schemas.openxmlformats.org/drawingml/2006/main">
              <a:ext uri="{FF2B5EF4-FFF2-40B4-BE49-F238E27FC236}">
                <a16:creationId xmlns:a16="http://schemas.microsoft.com/office/drawing/2014/main" id="{7FAF9F2E-BD64-4880-A790-D5B0360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47" y="331113"/>
            <a:ext cx="599568" cy="88509"/>
          </a:xfrm>
          <a:custGeom xmlns:a="http://schemas.openxmlformats.org/drawingml/2006/main">
            <a:pathLst>
              <a:path w="599568" h="88509">
                <a:moveTo>
                  <a:pt x="0" y="87404"/>
                </a:moveTo>
                <a:lnTo>
                  <a:pt x="0" y="81418"/>
                </a:lnTo>
                <a:lnTo>
                  <a:pt x="54938" y="81418"/>
                </a:lnTo>
                <a:lnTo>
                  <a:pt x="54938" y="87404"/>
                </a:lnTo>
                <a:lnTo>
                  <a:pt x="0" y="87404"/>
                </a:lnTo>
                <a:close/>
                <a:moveTo>
                  <a:pt x="61759" y="68616"/>
                </a:moveTo>
                <a:lnTo>
                  <a:pt x="61759" y="26157"/>
                </a:lnTo>
                <a:lnTo>
                  <a:pt x="54437" y="26157"/>
                </a:lnTo>
                <a:lnTo>
                  <a:pt x="54437" y="19710"/>
                </a:lnTo>
                <a:lnTo>
                  <a:pt x="61759" y="19710"/>
                </a:lnTo>
                <a:lnTo>
                  <a:pt x="61759" y="14517"/>
                </a:lnTo>
                <a:cubicBezTo>
                  <a:pt x="61759" y="11240"/>
                  <a:pt x="62051" y="8805"/>
                  <a:pt x="62634" y="7213"/>
                </a:cubicBezTo>
                <a:cubicBezTo>
                  <a:pt x="63433" y="5069"/>
                  <a:pt x="64837" y="3331"/>
                  <a:pt x="66848" y="1999"/>
                </a:cubicBezTo>
                <a:cubicBezTo>
                  <a:pt x="68859" y="666"/>
                  <a:pt x="71676" y="0"/>
                  <a:pt x="75298" y="0"/>
                </a:cubicBezTo>
                <a:cubicBezTo>
                  <a:pt x="77632" y="0"/>
                  <a:pt x="80210" y="278"/>
                  <a:pt x="83035" y="833"/>
                </a:cubicBezTo>
                <a:lnTo>
                  <a:pt x="81791" y="8102"/>
                </a:lnTo>
                <a:cubicBezTo>
                  <a:pt x="80072" y="7797"/>
                  <a:pt x="78445" y="7644"/>
                  <a:pt x="76910" y="7644"/>
                </a:cubicBezTo>
                <a:cubicBezTo>
                  <a:pt x="74393" y="7644"/>
                  <a:pt x="72612" y="8178"/>
                  <a:pt x="71568" y="9245"/>
                </a:cubicBezTo>
                <a:cubicBezTo>
                  <a:pt x="70524" y="10311"/>
                  <a:pt x="70002" y="12306"/>
                  <a:pt x="70002" y="15231"/>
                </a:cubicBezTo>
                <a:lnTo>
                  <a:pt x="70002" y="19710"/>
                </a:lnTo>
                <a:lnTo>
                  <a:pt x="79535" y="19710"/>
                </a:lnTo>
                <a:lnTo>
                  <a:pt x="79535" y="26157"/>
                </a:lnTo>
                <a:lnTo>
                  <a:pt x="70002" y="26157"/>
                </a:lnTo>
                <a:lnTo>
                  <a:pt x="70002" y="68616"/>
                </a:lnTo>
                <a:lnTo>
                  <a:pt x="61759" y="68616"/>
                </a:lnTo>
                <a:close/>
                <a:moveTo>
                  <a:pt x="85600" y="10592"/>
                </a:moveTo>
                <a:lnTo>
                  <a:pt x="85600" y="1105"/>
                </a:lnTo>
                <a:lnTo>
                  <a:pt x="93889" y="1105"/>
                </a:lnTo>
                <a:lnTo>
                  <a:pt x="93889" y="10592"/>
                </a:lnTo>
                <a:lnTo>
                  <a:pt x="85600" y="10592"/>
                </a:lnTo>
                <a:moveTo>
                  <a:pt x="85600" y="68616"/>
                </a:moveTo>
                <a:lnTo>
                  <a:pt x="85600" y="19710"/>
                </a:lnTo>
                <a:lnTo>
                  <a:pt x="93889" y="19710"/>
                </a:lnTo>
                <a:lnTo>
                  <a:pt x="93889" y="68616"/>
                </a:lnTo>
                <a:lnTo>
                  <a:pt x="85600" y="68616"/>
                </a:lnTo>
                <a:close/>
                <a:moveTo>
                  <a:pt x="106642" y="68616"/>
                </a:moveTo>
                <a:lnTo>
                  <a:pt x="106642" y="19710"/>
                </a:lnTo>
                <a:lnTo>
                  <a:pt x="114102" y="19710"/>
                </a:lnTo>
                <a:lnTo>
                  <a:pt x="114102" y="26663"/>
                </a:lnTo>
                <a:cubicBezTo>
                  <a:pt x="117694" y="21291"/>
                  <a:pt x="122883" y="18604"/>
                  <a:pt x="129668" y="18604"/>
                </a:cubicBezTo>
                <a:cubicBezTo>
                  <a:pt x="132615" y="18604"/>
                  <a:pt x="135324" y="19134"/>
                  <a:pt x="137796" y="20193"/>
                </a:cubicBezTo>
                <a:cubicBezTo>
                  <a:pt x="140267" y="21252"/>
                  <a:pt x="142117" y="22642"/>
                  <a:pt x="143345" y="24361"/>
                </a:cubicBezTo>
                <a:cubicBezTo>
                  <a:pt x="144573" y="26080"/>
                  <a:pt x="145432" y="28122"/>
                  <a:pt x="145923" y="30486"/>
                </a:cubicBezTo>
                <a:cubicBezTo>
                  <a:pt x="146230" y="32021"/>
                  <a:pt x="146384" y="34707"/>
                  <a:pt x="146384" y="38544"/>
                </a:cubicBezTo>
                <a:lnTo>
                  <a:pt x="146384" y="68616"/>
                </a:lnTo>
                <a:lnTo>
                  <a:pt x="138095" y="68616"/>
                </a:lnTo>
                <a:lnTo>
                  <a:pt x="138095" y="38867"/>
                </a:lnTo>
                <a:cubicBezTo>
                  <a:pt x="138095" y="35490"/>
                  <a:pt x="137772" y="32965"/>
                  <a:pt x="137128" y="31291"/>
                </a:cubicBezTo>
                <a:cubicBezTo>
                  <a:pt x="136483" y="29618"/>
                  <a:pt x="135339" y="28283"/>
                  <a:pt x="133697" y="27285"/>
                </a:cubicBezTo>
                <a:cubicBezTo>
                  <a:pt x="132055" y="26287"/>
                  <a:pt x="130128" y="25788"/>
                  <a:pt x="127918" y="25788"/>
                </a:cubicBezTo>
                <a:cubicBezTo>
                  <a:pt x="124387" y="25788"/>
                  <a:pt x="121340" y="26909"/>
                  <a:pt x="118777" y="29150"/>
                </a:cubicBezTo>
                <a:cubicBezTo>
                  <a:pt x="116213" y="31391"/>
                  <a:pt x="114931" y="35643"/>
                  <a:pt x="114931" y="41906"/>
                </a:cubicBezTo>
                <a:lnTo>
                  <a:pt x="114931" y="68616"/>
                </a:lnTo>
                <a:lnTo>
                  <a:pt x="106642" y="68616"/>
                </a:lnTo>
                <a:close/>
                <a:moveTo>
                  <a:pt x="190507" y="68616"/>
                </a:moveTo>
                <a:lnTo>
                  <a:pt x="190507" y="62445"/>
                </a:lnTo>
                <a:cubicBezTo>
                  <a:pt x="187406" y="67295"/>
                  <a:pt x="182847" y="69721"/>
                  <a:pt x="176829" y="69721"/>
                </a:cubicBezTo>
                <a:cubicBezTo>
                  <a:pt x="172930" y="69721"/>
                  <a:pt x="169346" y="68646"/>
                  <a:pt x="166077" y="66497"/>
                </a:cubicBezTo>
                <a:cubicBezTo>
                  <a:pt x="162807" y="64348"/>
                  <a:pt x="160274" y="61347"/>
                  <a:pt x="158478" y="57494"/>
                </a:cubicBezTo>
                <a:cubicBezTo>
                  <a:pt x="156682" y="53641"/>
                  <a:pt x="155784" y="49213"/>
                  <a:pt x="155784" y="44209"/>
                </a:cubicBezTo>
                <a:cubicBezTo>
                  <a:pt x="155784" y="39327"/>
                  <a:pt x="156598" y="34899"/>
                  <a:pt x="158225" y="30923"/>
                </a:cubicBezTo>
                <a:cubicBezTo>
                  <a:pt x="159852" y="26947"/>
                  <a:pt x="162293" y="23900"/>
                  <a:pt x="165547" y="21782"/>
                </a:cubicBezTo>
                <a:cubicBezTo>
                  <a:pt x="168801" y="19664"/>
                  <a:pt x="172439" y="18604"/>
                  <a:pt x="176461" y="18604"/>
                </a:cubicBezTo>
                <a:cubicBezTo>
                  <a:pt x="179408" y="18604"/>
                  <a:pt x="182033" y="19230"/>
                  <a:pt x="184336" y="20482"/>
                </a:cubicBezTo>
                <a:cubicBezTo>
                  <a:pt x="186638" y="21734"/>
                  <a:pt x="188511" y="23364"/>
                  <a:pt x="189954" y="25372"/>
                </a:cubicBezTo>
                <a:lnTo>
                  <a:pt x="189954" y="1105"/>
                </a:lnTo>
                <a:lnTo>
                  <a:pt x="198197" y="1105"/>
                </a:lnTo>
                <a:lnTo>
                  <a:pt x="198197" y="68616"/>
                </a:lnTo>
                <a:lnTo>
                  <a:pt x="190507" y="68616"/>
                </a:lnTo>
                <a:moveTo>
                  <a:pt x="164304" y="44232"/>
                </a:moveTo>
                <a:cubicBezTo>
                  <a:pt x="164304" y="50487"/>
                  <a:pt x="165624" y="55163"/>
                  <a:pt x="168264" y="58260"/>
                </a:cubicBezTo>
                <a:cubicBezTo>
                  <a:pt x="170904" y="61357"/>
                  <a:pt x="174020" y="62905"/>
                  <a:pt x="177612" y="62905"/>
                </a:cubicBezTo>
                <a:cubicBezTo>
                  <a:pt x="181235" y="62905"/>
                  <a:pt x="184313" y="61426"/>
                  <a:pt x="186845" y="58467"/>
                </a:cubicBezTo>
                <a:cubicBezTo>
                  <a:pt x="189378" y="55508"/>
                  <a:pt x="190645" y="50993"/>
                  <a:pt x="190645" y="44921"/>
                </a:cubicBezTo>
                <a:cubicBezTo>
                  <a:pt x="190645" y="38237"/>
                  <a:pt x="189355" y="33331"/>
                  <a:pt x="186776" y="30203"/>
                </a:cubicBezTo>
                <a:cubicBezTo>
                  <a:pt x="184198" y="27076"/>
                  <a:pt x="181020" y="25512"/>
                  <a:pt x="177244" y="25512"/>
                </a:cubicBezTo>
                <a:cubicBezTo>
                  <a:pt x="173560" y="25512"/>
                  <a:pt x="170482" y="27014"/>
                  <a:pt x="168011" y="30019"/>
                </a:cubicBezTo>
                <a:cubicBezTo>
                  <a:pt x="165539" y="33024"/>
                  <a:pt x="164304" y="37762"/>
                  <a:pt x="164304" y="44232"/>
                </a:cubicBezTo>
                <a:close/>
                <a:moveTo>
                  <a:pt x="203269" y="87404"/>
                </a:moveTo>
                <a:lnTo>
                  <a:pt x="203269" y="81418"/>
                </a:lnTo>
                <a:lnTo>
                  <a:pt x="258207" y="81418"/>
                </a:lnTo>
                <a:lnTo>
                  <a:pt x="258207" y="87404"/>
                </a:lnTo>
                <a:lnTo>
                  <a:pt x="203269" y="87404"/>
                </a:lnTo>
                <a:close/>
                <a:moveTo>
                  <a:pt x="263048" y="87404"/>
                </a:moveTo>
                <a:lnTo>
                  <a:pt x="263048" y="19710"/>
                </a:lnTo>
                <a:lnTo>
                  <a:pt x="270601" y="19710"/>
                </a:lnTo>
                <a:lnTo>
                  <a:pt x="270601" y="26109"/>
                </a:lnTo>
                <a:cubicBezTo>
                  <a:pt x="272381" y="23607"/>
                  <a:pt x="274392" y="21731"/>
                  <a:pt x="276633" y="20481"/>
                </a:cubicBezTo>
                <a:cubicBezTo>
                  <a:pt x="278874" y="19230"/>
                  <a:pt x="281591" y="18604"/>
                  <a:pt x="284784" y="18604"/>
                </a:cubicBezTo>
                <a:cubicBezTo>
                  <a:pt x="288960" y="18604"/>
                  <a:pt x="292644" y="19679"/>
                  <a:pt x="295836" y="21828"/>
                </a:cubicBezTo>
                <a:cubicBezTo>
                  <a:pt x="299029" y="23977"/>
                  <a:pt x="301439" y="27009"/>
                  <a:pt x="303066" y="30923"/>
                </a:cubicBezTo>
                <a:cubicBezTo>
                  <a:pt x="304694" y="34837"/>
                  <a:pt x="305507" y="39128"/>
                  <a:pt x="305507" y="43794"/>
                </a:cubicBezTo>
                <a:cubicBezTo>
                  <a:pt x="305507" y="48798"/>
                  <a:pt x="304609" y="53304"/>
                  <a:pt x="302813" y="57310"/>
                </a:cubicBezTo>
                <a:cubicBezTo>
                  <a:pt x="301017" y="61316"/>
                  <a:pt x="298408" y="64387"/>
                  <a:pt x="294984" y="66520"/>
                </a:cubicBezTo>
                <a:cubicBezTo>
                  <a:pt x="291561" y="68654"/>
                  <a:pt x="287962" y="69721"/>
                  <a:pt x="284186" y="69721"/>
                </a:cubicBezTo>
                <a:cubicBezTo>
                  <a:pt x="281423" y="69721"/>
                  <a:pt x="278943" y="69137"/>
                  <a:pt x="276748" y="67971"/>
                </a:cubicBezTo>
                <a:cubicBezTo>
                  <a:pt x="274553" y="66804"/>
                  <a:pt x="272750" y="65331"/>
                  <a:pt x="271337" y="63550"/>
                </a:cubicBezTo>
                <a:lnTo>
                  <a:pt x="271337" y="87404"/>
                </a:lnTo>
                <a:lnTo>
                  <a:pt x="263048" y="87404"/>
                </a:lnTo>
                <a:moveTo>
                  <a:pt x="270555" y="44462"/>
                </a:moveTo>
                <a:cubicBezTo>
                  <a:pt x="270555" y="50748"/>
                  <a:pt x="271829" y="55393"/>
                  <a:pt x="274377" y="58398"/>
                </a:cubicBezTo>
                <a:cubicBezTo>
                  <a:pt x="276925" y="61403"/>
                  <a:pt x="280010" y="62905"/>
                  <a:pt x="283633" y="62905"/>
                </a:cubicBezTo>
                <a:cubicBezTo>
                  <a:pt x="287317" y="62905"/>
                  <a:pt x="290472" y="61349"/>
                  <a:pt x="293096" y="58237"/>
                </a:cubicBezTo>
                <a:cubicBezTo>
                  <a:pt x="295721" y="55125"/>
                  <a:pt x="297034" y="50303"/>
                  <a:pt x="297034" y="43771"/>
                </a:cubicBezTo>
                <a:cubicBezTo>
                  <a:pt x="297034" y="37547"/>
                  <a:pt x="295752" y="32886"/>
                  <a:pt x="293189" y="29789"/>
                </a:cubicBezTo>
                <a:cubicBezTo>
                  <a:pt x="290625" y="26692"/>
                  <a:pt x="287563" y="25144"/>
                  <a:pt x="284001" y="25144"/>
                </a:cubicBezTo>
                <a:cubicBezTo>
                  <a:pt x="280471" y="25144"/>
                  <a:pt x="277347" y="26792"/>
                  <a:pt x="274630" y="30088"/>
                </a:cubicBezTo>
                <a:cubicBezTo>
                  <a:pt x="271913" y="33385"/>
                  <a:pt x="270555" y="38176"/>
                  <a:pt x="270555" y="44462"/>
                </a:cubicBezTo>
                <a:close/>
                <a:moveTo>
                  <a:pt x="315091" y="68616"/>
                </a:moveTo>
                <a:lnTo>
                  <a:pt x="315091" y="19710"/>
                </a:lnTo>
                <a:lnTo>
                  <a:pt x="322551" y="19710"/>
                </a:lnTo>
                <a:lnTo>
                  <a:pt x="322551" y="27124"/>
                </a:lnTo>
                <a:cubicBezTo>
                  <a:pt x="324455" y="23655"/>
                  <a:pt x="326212" y="21368"/>
                  <a:pt x="327824" y="20262"/>
                </a:cubicBezTo>
                <a:cubicBezTo>
                  <a:pt x="329436" y="19157"/>
                  <a:pt x="331209" y="18604"/>
                  <a:pt x="333143" y="18604"/>
                </a:cubicBezTo>
                <a:cubicBezTo>
                  <a:pt x="335937" y="18604"/>
                  <a:pt x="338776" y="19495"/>
                  <a:pt x="341662" y="21275"/>
                </a:cubicBezTo>
                <a:lnTo>
                  <a:pt x="338807" y="28960"/>
                </a:lnTo>
                <a:cubicBezTo>
                  <a:pt x="336781" y="27767"/>
                  <a:pt x="334755" y="27170"/>
                  <a:pt x="332728" y="27170"/>
                </a:cubicBezTo>
                <a:cubicBezTo>
                  <a:pt x="330917" y="27170"/>
                  <a:pt x="329290" y="27715"/>
                  <a:pt x="327847" y="28805"/>
                </a:cubicBezTo>
                <a:cubicBezTo>
                  <a:pt x="326404" y="29895"/>
                  <a:pt x="325376" y="31407"/>
                  <a:pt x="324762" y="33341"/>
                </a:cubicBezTo>
                <a:cubicBezTo>
                  <a:pt x="323841" y="36288"/>
                  <a:pt x="323380" y="39511"/>
                  <a:pt x="323380" y="43011"/>
                </a:cubicBezTo>
                <a:lnTo>
                  <a:pt x="323380" y="68616"/>
                </a:lnTo>
                <a:lnTo>
                  <a:pt x="315091" y="68616"/>
                </a:lnTo>
                <a:close/>
                <a:moveTo>
                  <a:pt x="343145" y="44163"/>
                </a:moveTo>
                <a:cubicBezTo>
                  <a:pt x="343145" y="35106"/>
                  <a:pt x="345662" y="28398"/>
                  <a:pt x="350697" y="24038"/>
                </a:cubicBezTo>
                <a:cubicBezTo>
                  <a:pt x="354903" y="20416"/>
                  <a:pt x="360030" y="18604"/>
                  <a:pt x="366078" y="18604"/>
                </a:cubicBezTo>
                <a:cubicBezTo>
                  <a:pt x="372802" y="18604"/>
                  <a:pt x="378297" y="20807"/>
                  <a:pt x="382564" y="25213"/>
                </a:cubicBezTo>
                <a:cubicBezTo>
                  <a:pt x="386832" y="29618"/>
                  <a:pt x="388965" y="35705"/>
                  <a:pt x="388965" y="43472"/>
                </a:cubicBezTo>
                <a:cubicBezTo>
                  <a:pt x="388965" y="49765"/>
                  <a:pt x="388021" y="54716"/>
                  <a:pt x="386133" y="58323"/>
                </a:cubicBezTo>
                <a:cubicBezTo>
                  <a:pt x="384245" y="61930"/>
                  <a:pt x="381498" y="64732"/>
                  <a:pt x="377890" y="66727"/>
                </a:cubicBezTo>
                <a:cubicBezTo>
                  <a:pt x="374283" y="68723"/>
                  <a:pt x="370346" y="69721"/>
                  <a:pt x="366078" y="69721"/>
                </a:cubicBezTo>
                <a:cubicBezTo>
                  <a:pt x="359232" y="69721"/>
                  <a:pt x="353698" y="67526"/>
                  <a:pt x="349477" y="63135"/>
                </a:cubicBezTo>
                <a:cubicBezTo>
                  <a:pt x="345256" y="58745"/>
                  <a:pt x="343145" y="52421"/>
                  <a:pt x="343145" y="44163"/>
                </a:cubicBezTo>
                <a:moveTo>
                  <a:pt x="351664" y="44186"/>
                </a:moveTo>
                <a:cubicBezTo>
                  <a:pt x="351664" y="50441"/>
                  <a:pt x="353031" y="55125"/>
                  <a:pt x="355763" y="58237"/>
                </a:cubicBezTo>
                <a:cubicBezTo>
                  <a:pt x="358495" y="61349"/>
                  <a:pt x="361934" y="62905"/>
                  <a:pt x="366078" y="62905"/>
                </a:cubicBezTo>
                <a:cubicBezTo>
                  <a:pt x="370192" y="62905"/>
                  <a:pt x="373615" y="61341"/>
                  <a:pt x="376348" y="58214"/>
                </a:cubicBezTo>
                <a:cubicBezTo>
                  <a:pt x="379080" y="55086"/>
                  <a:pt x="380446" y="50318"/>
                  <a:pt x="380446" y="43909"/>
                </a:cubicBezTo>
                <a:cubicBezTo>
                  <a:pt x="380446" y="37869"/>
                  <a:pt x="379072" y="33293"/>
                  <a:pt x="376325" y="30180"/>
                </a:cubicBezTo>
                <a:cubicBezTo>
                  <a:pt x="373577" y="27068"/>
                  <a:pt x="370161" y="25512"/>
                  <a:pt x="366078" y="25512"/>
                </a:cubicBezTo>
                <a:cubicBezTo>
                  <a:pt x="361934" y="25512"/>
                  <a:pt x="358495" y="27061"/>
                  <a:pt x="355763" y="30157"/>
                </a:cubicBezTo>
                <a:cubicBezTo>
                  <a:pt x="353031" y="33254"/>
                  <a:pt x="351664" y="37930"/>
                  <a:pt x="351664" y="44186"/>
                </a:cubicBezTo>
                <a:close/>
                <a:moveTo>
                  <a:pt x="398366" y="87404"/>
                </a:moveTo>
                <a:lnTo>
                  <a:pt x="398366" y="19710"/>
                </a:lnTo>
                <a:lnTo>
                  <a:pt x="405918" y="19710"/>
                </a:lnTo>
                <a:lnTo>
                  <a:pt x="405918" y="26109"/>
                </a:lnTo>
                <a:cubicBezTo>
                  <a:pt x="407699" y="23607"/>
                  <a:pt x="409710" y="21731"/>
                  <a:pt x="411951" y="20481"/>
                </a:cubicBezTo>
                <a:cubicBezTo>
                  <a:pt x="414192" y="19230"/>
                  <a:pt x="416909" y="18604"/>
                  <a:pt x="420102" y="18604"/>
                </a:cubicBezTo>
                <a:cubicBezTo>
                  <a:pt x="424277" y="18604"/>
                  <a:pt x="427961" y="19679"/>
                  <a:pt x="431154" y="21828"/>
                </a:cubicBezTo>
                <a:cubicBezTo>
                  <a:pt x="434347" y="23977"/>
                  <a:pt x="436757" y="27009"/>
                  <a:pt x="438384" y="30923"/>
                </a:cubicBezTo>
                <a:cubicBezTo>
                  <a:pt x="440011" y="34837"/>
                  <a:pt x="440825" y="39128"/>
                  <a:pt x="440825" y="43794"/>
                </a:cubicBezTo>
                <a:cubicBezTo>
                  <a:pt x="440825" y="48798"/>
                  <a:pt x="439927" y="53304"/>
                  <a:pt x="438131" y="57310"/>
                </a:cubicBezTo>
                <a:cubicBezTo>
                  <a:pt x="436335" y="61316"/>
                  <a:pt x="433725" y="64387"/>
                  <a:pt x="430302" y="66520"/>
                </a:cubicBezTo>
                <a:cubicBezTo>
                  <a:pt x="426879" y="68654"/>
                  <a:pt x="423279" y="69721"/>
                  <a:pt x="419503" y="69721"/>
                </a:cubicBezTo>
                <a:cubicBezTo>
                  <a:pt x="416740" y="69721"/>
                  <a:pt x="414261" y="69137"/>
                  <a:pt x="412066" y="67971"/>
                </a:cubicBezTo>
                <a:cubicBezTo>
                  <a:pt x="409871" y="66804"/>
                  <a:pt x="408067" y="65331"/>
                  <a:pt x="406655" y="63550"/>
                </a:cubicBezTo>
                <a:lnTo>
                  <a:pt x="406655" y="87404"/>
                </a:lnTo>
                <a:lnTo>
                  <a:pt x="398366" y="87404"/>
                </a:lnTo>
                <a:moveTo>
                  <a:pt x="405872" y="44462"/>
                </a:moveTo>
                <a:cubicBezTo>
                  <a:pt x="405872" y="50748"/>
                  <a:pt x="407146" y="55393"/>
                  <a:pt x="409694" y="58398"/>
                </a:cubicBezTo>
                <a:cubicBezTo>
                  <a:pt x="412242" y="61403"/>
                  <a:pt x="415328" y="62905"/>
                  <a:pt x="418950" y="62905"/>
                </a:cubicBezTo>
                <a:cubicBezTo>
                  <a:pt x="422635" y="62905"/>
                  <a:pt x="425789" y="61349"/>
                  <a:pt x="428414" y="58237"/>
                </a:cubicBezTo>
                <a:cubicBezTo>
                  <a:pt x="431039" y="55125"/>
                  <a:pt x="432351" y="50303"/>
                  <a:pt x="432351" y="43771"/>
                </a:cubicBezTo>
                <a:cubicBezTo>
                  <a:pt x="432351" y="37547"/>
                  <a:pt x="431069" y="32886"/>
                  <a:pt x="428506" y="29789"/>
                </a:cubicBezTo>
                <a:cubicBezTo>
                  <a:pt x="425943" y="26692"/>
                  <a:pt x="422880" y="25144"/>
                  <a:pt x="419319" y="25144"/>
                </a:cubicBezTo>
                <a:cubicBezTo>
                  <a:pt x="415788" y="25144"/>
                  <a:pt x="412665" y="26792"/>
                  <a:pt x="409948" y="30088"/>
                </a:cubicBezTo>
                <a:cubicBezTo>
                  <a:pt x="407231" y="33385"/>
                  <a:pt x="405872" y="38176"/>
                  <a:pt x="405872" y="44462"/>
                </a:cubicBezTo>
                <a:close/>
                <a:moveTo>
                  <a:pt x="483979" y="52774"/>
                </a:moveTo>
                <a:lnTo>
                  <a:pt x="492545" y="53879"/>
                </a:lnTo>
                <a:cubicBezTo>
                  <a:pt x="491194" y="58898"/>
                  <a:pt x="488692" y="62793"/>
                  <a:pt x="485039" y="65565"/>
                </a:cubicBezTo>
                <a:cubicBezTo>
                  <a:pt x="481385" y="68335"/>
                  <a:pt x="476719" y="69721"/>
                  <a:pt x="471039" y="69721"/>
                </a:cubicBezTo>
                <a:cubicBezTo>
                  <a:pt x="463886" y="69721"/>
                  <a:pt x="458214" y="67518"/>
                  <a:pt x="454023" y="63112"/>
                </a:cubicBezTo>
                <a:cubicBezTo>
                  <a:pt x="449833" y="58707"/>
                  <a:pt x="447738" y="52528"/>
                  <a:pt x="447738" y="44577"/>
                </a:cubicBezTo>
                <a:cubicBezTo>
                  <a:pt x="447738" y="36349"/>
                  <a:pt x="449856" y="29964"/>
                  <a:pt x="454093" y="25420"/>
                </a:cubicBezTo>
                <a:cubicBezTo>
                  <a:pt x="458329" y="20876"/>
                  <a:pt x="463825" y="18604"/>
                  <a:pt x="470579" y="18604"/>
                </a:cubicBezTo>
                <a:cubicBezTo>
                  <a:pt x="477118" y="18604"/>
                  <a:pt x="482460" y="20827"/>
                  <a:pt x="486604" y="25272"/>
                </a:cubicBezTo>
                <a:cubicBezTo>
                  <a:pt x="490749" y="29716"/>
                  <a:pt x="492821" y="35968"/>
                  <a:pt x="492821" y="44029"/>
                </a:cubicBezTo>
                <a:cubicBezTo>
                  <a:pt x="492821" y="44519"/>
                  <a:pt x="492806" y="45254"/>
                  <a:pt x="492775" y="46235"/>
                </a:cubicBezTo>
                <a:lnTo>
                  <a:pt x="456303" y="46235"/>
                </a:lnTo>
                <a:cubicBezTo>
                  <a:pt x="456610" y="51623"/>
                  <a:pt x="458130" y="55748"/>
                  <a:pt x="460862" y="58611"/>
                </a:cubicBezTo>
                <a:cubicBezTo>
                  <a:pt x="463594" y="61474"/>
                  <a:pt x="467002" y="62905"/>
                  <a:pt x="471085" y="62905"/>
                </a:cubicBezTo>
                <a:cubicBezTo>
                  <a:pt x="474125" y="62905"/>
                  <a:pt x="476719" y="62100"/>
                  <a:pt x="478868" y="60489"/>
                </a:cubicBezTo>
                <a:cubicBezTo>
                  <a:pt x="481017" y="58877"/>
                  <a:pt x="482721" y="56306"/>
                  <a:pt x="483979" y="52774"/>
                </a:cubicBezTo>
                <a:moveTo>
                  <a:pt x="456764" y="39419"/>
                </a:moveTo>
                <a:lnTo>
                  <a:pt x="484072" y="39419"/>
                </a:lnTo>
                <a:cubicBezTo>
                  <a:pt x="483703" y="35319"/>
                  <a:pt x="482659" y="32244"/>
                  <a:pt x="480940" y="30193"/>
                </a:cubicBezTo>
                <a:cubicBezTo>
                  <a:pt x="478300" y="27011"/>
                  <a:pt x="474877" y="25420"/>
                  <a:pt x="470671" y="25420"/>
                </a:cubicBezTo>
                <a:cubicBezTo>
                  <a:pt x="466864" y="25420"/>
                  <a:pt x="463663" y="26690"/>
                  <a:pt x="461069" y="29231"/>
                </a:cubicBezTo>
                <a:cubicBezTo>
                  <a:pt x="458475" y="31770"/>
                  <a:pt x="457040" y="35166"/>
                  <a:pt x="456764" y="39419"/>
                </a:cubicBezTo>
                <a:close/>
                <a:moveTo>
                  <a:pt x="502544" y="68616"/>
                </a:moveTo>
                <a:lnTo>
                  <a:pt x="502544" y="19710"/>
                </a:lnTo>
                <a:lnTo>
                  <a:pt x="510004" y="19710"/>
                </a:lnTo>
                <a:lnTo>
                  <a:pt x="510004" y="27124"/>
                </a:lnTo>
                <a:cubicBezTo>
                  <a:pt x="511908" y="23655"/>
                  <a:pt x="513665" y="21368"/>
                  <a:pt x="515277" y="20262"/>
                </a:cubicBezTo>
                <a:cubicBezTo>
                  <a:pt x="516889" y="19157"/>
                  <a:pt x="518662" y="18604"/>
                  <a:pt x="520596" y="18604"/>
                </a:cubicBezTo>
                <a:cubicBezTo>
                  <a:pt x="523390" y="18604"/>
                  <a:pt x="526229" y="19495"/>
                  <a:pt x="529115" y="21275"/>
                </a:cubicBezTo>
                <a:lnTo>
                  <a:pt x="526260" y="28960"/>
                </a:lnTo>
                <a:cubicBezTo>
                  <a:pt x="524234" y="27767"/>
                  <a:pt x="522208" y="27170"/>
                  <a:pt x="520181" y="27170"/>
                </a:cubicBezTo>
                <a:cubicBezTo>
                  <a:pt x="518370" y="27170"/>
                  <a:pt x="516743" y="27715"/>
                  <a:pt x="515300" y="28805"/>
                </a:cubicBezTo>
                <a:cubicBezTo>
                  <a:pt x="513857" y="29895"/>
                  <a:pt x="512829" y="31407"/>
                  <a:pt x="512215" y="33341"/>
                </a:cubicBezTo>
                <a:cubicBezTo>
                  <a:pt x="511294" y="36288"/>
                  <a:pt x="510833" y="39511"/>
                  <a:pt x="510833" y="43011"/>
                </a:cubicBezTo>
                <a:lnTo>
                  <a:pt x="510833" y="68616"/>
                </a:lnTo>
                <a:lnTo>
                  <a:pt x="502544" y="68616"/>
                </a:lnTo>
                <a:close/>
                <a:moveTo>
                  <a:pt x="551781" y="61201"/>
                </a:moveTo>
                <a:lnTo>
                  <a:pt x="552979" y="68523"/>
                </a:lnTo>
                <a:cubicBezTo>
                  <a:pt x="550645" y="69015"/>
                  <a:pt x="548558" y="69260"/>
                  <a:pt x="546716" y="69260"/>
                </a:cubicBezTo>
                <a:cubicBezTo>
                  <a:pt x="543707" y="69260"/>
                  <a:pt x="541374" y="68784"/>
                  <a:pt x="539716" y="67833"/>
                </a:cubicBezTo>
                <a:cubicBezTo>
                  <a:pt x="538058" y="66881"/>
                  <a:pt x="536892" y="65630"/>
                  <a:pt x="536216" y="64080"/>
                </a:cubicBezTo>
                <a:cubicBezTo>
                  <a:pt x="535541" y="62529"/>
                  <a:pt x="535203" y="59267"/>
                  <a:pt x="535203" y="54294"/>
                </a:cubicBezTo>
                <a:lnTo>
                  <a:pt x="535203" y="26157"/>
                </a:lnTo>
                <a:lnTo>
                  <a:pt x="529124" y="26157"/>
                </a:lnTo>
                <a:lnTo>
                  <a:pt x="529124" y="19710"/>
                </a:lnTo>
                <a:lnTo>
                  <a:pt x="535203" y="19710"/>
                </a:lnTo>
                <a:lnTo>
                  <a:pt x="535203" y="7598"/>
                </a:lnTo>
                <a:lnTo>
                  <a:pt x="543446" y="2625"/>
                </a:lnTo>
                <a:lnTo>
                  <a:pt x="543446" y="19710"/>
                </a:lnTo>
                <a:lnTo>
                  <a:pt x="551781" y="19710"/>
                </a:lnTo>
                <a:lnTo>
                  <a:pt x="551781" y="26157"/>
                </a:lnTo>
                <a:lnTo>
                  <a:pt x="543446" y="26157"/>
                </a:lnTo>
                <a:lnTo>
                  <a:pt x="543446" y="54754"/>
                </a:lnTo>
                <a:cubicBezTo>
                  <a:pt x="543446" y="57118"/>
                  <a:pt x="543592" y="58638"/>
                  <a:pt x="543884" y="59313"/>
                </a:cubicBezTo>
                <a:cubicBezTo>
                  <a:pt x="544175" y="59989"/>
                  <a:pt x="544651" y="60526"/>
                  <a:pt x="545311" y="60925"/>
                </a:cubicBezTo>
                <a:cubicBezTo>
                  <a:pt x="545971" y="61324"/>
                  <a:pt x="546915" y="61524"/>
                  <a:pt x="548143" y="61524"/>
                </a:cubicBezTo>
                <a:cubicBezTo>
                  <a:pt x="549064" y="61524"/>
                  <a:pt x="550277" y="61416"/>
                  <a:pt x="551781" y="61201"/>
                </a:cubicBezTo>
                <a:close/>
                <a:moveTo>
                  <a:pt x="559089" y="87502"/>
                </a:moveTo>
                <a:lnTo>
                  <a:pt x="558168" y="79760"/>
                </a:lnTo>
                <a:cubicBezTo>
                  <a:pt x="559980" y="80251"/>
                  <a:pt x="561561" y="80497"/>
                  <a:pt x="562911" y="80497"/>
                </a:cubicBezTo>
                <a:cubicBezTo>
                  <a:pt x="564753" y="80497"/>
                  <a:pt x="566227" y="80189"/>
                  <a:pt x="567332" y="79574"/>
                </a:cubicBezTo>
                <a:cubicBezTo>
                  <a:pt x="568438" y="78959"/>
                  <a:pt x="569343" y="78098"/>
                  <a:pt x="570049" y="76991"/>
                </a:cubicBezTo>
                <a:cubicBezTo>
                  <a:pt x="570571" y="76161"/>
                  <a:pt x="571415" y="74101"/>
                  <a:pt x="572582" y="70812"/>
                </a:cubicBezTo>
                <a:cubicBezTo>
                  <a:pt x="572736" y="70350"/>
                  <a:pt x="572981" y="69674"/>
                  <a:pt x="573319" y="68782"/>
                </a:cubicBezTo>
                <a:lnTo>
                  <a:pt x="554760" y="19710"/>
                </a:lnTo>
                <a:lnTo>
                  <a:pt x="563694" y="19710"/>
                </a:lnTo>
                <a:lnTo>
                  <a:pt x="573872" y="48039"/>
                </a:lnTo>
                <a:cubicBezTo>
                  <a:pt x="575192" y="51632"/>
                  <a:pt x="576374" y="55410"/>
                  <a:pt x="577417" y="59371"/>
                </a:cubicBezTo>
                <a:cubicBezTo>
                  <a:pt x="578369" y="55555"/>
                  <a:pt x="579505" y="51837"/>
                  <a:pt x="580825" y="48217"/>
                </a:cubicBezTo>
                <a:lnTo>
                  <a:pt x="591279" y="19710"/>
                </a:lnTo>
                <a:lnTo>
                  <a:pt x="599568" y="19710"/>
                </a:lnTo>
                <a:lnTo>
                  <a:pt x="580963" y="69439"/>
                </a:lnTo>
                <a:cubicBezTo>
                  <a:pt x="578968" y="74826"/>
                  <a:pt x="577417" y="78535"/>
                  <a:pt x="576312" y="80567"/>
                </a:cubicBezTo>
                <a:cubicBezTo>
                  <a:pt x="574839" y="83307"/>
                  <a:pt x="573150" y="85316"/>
                  <a:pt x="571247" y="86593"/>
                </a:cubicBezTo>
                <a:cubicBezTo>
                  <a:pt x="569343" y="87870"/>
                  <a:pt x="567071" y="88509"/>
                  <a:pt x="564431" y="88509"/>
                </a:cubicBezTo>
                <a:cubicBezTo>
                  <a:pt x="562835" y="88509"/>
                  <a:pt x="561054" y="88174"/>
                  <a:pt x="559089" y="87502"/>
                </a:cubicBezTo>
                <a:close/>
              </a:path>
            </a:pathLst>
          </a:custGeom>
          <a:solidFill xmlns:a="http://schemas.openxmlformats.org/drawingml/2006/main">
            <a:srgbClr val="6E54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(path):">
            <a:extLst xmlns:a="http://schemas.openxmlformats.org/drawingml/2006/main">
              <a:ext uri="{FF2B5EF4-FFF2-40B4-BE49-F238E27FC236}">
                <a16:creationId xmlns:a16="http://schemas.microsoft.com/office/drawing/2014/main" id="{81FDB4ED-5190-4174-A8B5-C675A0DF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660" y="331021"/>
            <a:ext cx="256524" cy="88602"/>
          </a:xfrm>
          <a:custGeom xmlns:a="http://schemas.openxmlformats.org/drawingml/2006/main">
            <a:pathLst>
              <a:path w="256524" h="88602">
                <a:moveTo>
                  <a:pt x="16348" y="88602"/>
                </a:moveTo>
                <a:cubicBezTo>
                  <a:pt x="11774" y="82824"/>
                  <a:pt x="7905" y="76063"/>
                  <a:pt x="4743" y="68319"/>
                </a:cubicBezTo>
                <a:cubicBezTo>
                  <a:pt x="1581" y="60574"/>
                  <a:pt x="0" y="52552"/>
                  <a:pt x="0" y="44255"/>
                </a:cubicBezTo>
                <a:cubicBezTo>
                  <a:pt x="0" y="36940"/>
                  <a:pt x="1182" y="29933"/>
                  <a:pt x="3546" y="23234"/>
                </a:cubicBezTo>
                <a:cubicBezTo>
                  <a:pt x="6309" y="15458"/>
                  <a:pt x="10576" y="7713"/>
                  <a:pt x="16348" y="0"/>
                </a:cubicBezTo>
                <a:lnTo>
                  <a:pt x="22289" y="0"/>
                </a:lnTo>
                <a:cubicBezTo>
                  <a:pt x="18574" y="6392"/>
                  <a:pt x="16118" y="10956"/>
                  <a:pt x="14920" y="13691"/>
                </a:cubicBezTo>
                <a:cubicBezTo>
                  <a:pt x="13048" y="17932"/>
                  <a:pt x="11574" y="22357"/>
                  <a:pt x="10500" y="26967"/>
                </a:cubicBezTo>
                <a:cubicBezTo>
                  <a:pt x="9179" y="32715"/>
                  <a:pt x="8519" y="38493"/>
                  <a:pt x="8519" y="44301"/>
                </a:cubicBezTo>
                <a:cubicBezTo>
                  <a:pt x="8519" y="59083"/>
                  <a:pt x="13109" y="73850"/>
                  <a:pt x="22289" y="88602"/>
                </a:cubicBezTo>
                <a:lnTo>
                  <a:pt x="16348" y="88602"/>
                </a:lnTo>
                <a:close/>
                <a:moveTo>
                  <a:pt x="31554" y="87496"/>
                </a:moveTo>
                <a:lnTo>
                  <a:pt x="31554" y="19802"/>
                </a:lnTo>
                <a:lnTo>
                  <a:pt x="39106" y="19802"/>
                </a:lnTo>
                <a:lnTo>
                  <a:pt x="39106" y="26201"/>
                </a:lnTo>
                <a:cubicBezTo>
                  <a:pt x="40887" y="23699"/>
                  <a:pt x="42898" y="21823"/>
                  <a:pt x="45139" y="20573"/>
                </a:cubicBezTo>
                <a:cubicBezTo>
                  <a:pt x="47380" y="19322"/>
                  <a:pt x="50097" y="18697"/>
                  <a:pt x="53290" y="18697"/>
                </a:cubicBezTo>
                <a:cubicBezTo>
                  <a:pt x="57465" y="18697"/>
                  <a:pt x="61149" y="19771"/>
                  <a:pt x="64342" y="21920"/>
                </a:cubicBezTo>
                <a:cubicBezTo>
                  <a:pt x="67535" y="24069"/>
                  <a:pt x="69945" y="27101"/>
                  <a:pt x="71572" y="31015"/>
                </a:cubicBezTo>
                <a:cubicBezTo>
                  <a:pt x="73199" y="34929"/>
                  <a:pt x="74013" y="39220"/>
                  <a:pt x="74013" y="43886"/>
                </a:cubicBezTo>
                <a:cubicBezTo>
                  <a:pt x="74013" y="48890"/>
                  <a:pt x="73115" y="53396"/>
                  <a:pt x="71319" y="57402"/>
                </a:cubicBezTo>
                <a:cubicBezTo>
                  <a:pt x="69523" y="61409"/>
                  <a:pt x="66913" y="64479"/>
                  <a:pt x="63490" y="66612"/>
                </a:cubicBezTo>
                <a:cubicBezTo>
                  <a:pt x="60067" y="68746"/>
                  <a:pt x="56467" y="69813"/>
                  <a:pt x="52691" y="69813"/>
                </a:cubicBezTo>
                <a:cubicBezTo>
                  <a:pt x="49928" y="69813"/>
                  <a:pt x="47449" y="69230"/>
                  <a:pt x="45254" y="68063"/>
                </a:cubicBezTo>
                <a:cubicBezTo>
                  <a:pt x="43059" y="66896"/>
                  <a:pt x="41255" y="65423"/>
                  <a:pt x="39843" y="63642"/>
                </a:cubicBezTo>
                <a:lnTo>
                  <a:pt x="39843" y="87496"/>
                </a:lnTo>
                <a:lnTo>
                  <a:pt x="31554" y="87496"/>
                </a:lnTo>
                <a:moveTo>
                  <a:pt x="39060" y="44554"/>
                </a:moveTo>
                <a:cubicBezTo>
                  <a:pt x="39060" y="50840"/>
                  <a:pt x="40334" y="55485"/>
                  <a:pt x="42882" y="58490"/>
                </a:cubicBezTo>
                <a:cubicBezTo>
                  <a:pt x="45430" y="61495"/>
                  <a:pt x="48516" y="62997"/>
                  <a:pt x="52139" y="62997"/>
                </a:cubicBezTo>
                <a:cubicBezTo>
                  <a:pt x="55823" y="62997"/>
                  <a:pt x="58977" y="61441"/>
                  <a:pt x="61602" y="58329"/>
                </a:cubicBezTo>
                <a:cubicBezTo>
                  <a:pt x="64227" y="55217"/>
                  <a:pt x="65539" y="50395"/>
                  <a:pt x="65539" y="43863"/>
                </a:cubicBezTo>
                <a:cubicBezTo>
                  <a:pt x="65539" y="37639"/>
                  <a:pt x="64258" y="32978"/>
                  <a:pt x="61694" y="29881"/>
                </a:cubicBezTo>
                <a:cubicBezTo>
                  <a:pt x="59131" y="26784"/>
                  <a:pt x="56068" y="25236"/>
                  <a:pt x="52507" y="25236"/>
                </a:cubicBezTo>
                <a:cubicBezTo>
                  <a:pt x="48976" y="25236"/>
                  <a:pt x="45853" y="26884"/>
                  <a:pt x="43136" y="30180"/>
                </a:cubicBezTo>
                <a:cubicBezTo>
                  <a:pt x="40419" y="33477"/>
                  <a:pt x="39060" y="38268"/>
                  <a:pt x="39060" y="44554"/>
                </a:cubicBezTo>
                <a:close/>
                <a:moveTo>
                  <a:pt x="115602" y="62537"/>
                </a:moveTo>
                <a:cubicBezTo>
                  <a:pt x="112532" y="65197"/>
                  <a:pt x="109577" y="67075"/>
                  <a:pt x="106738" y="68171"/>
                </a:cubicBezTo>
                <a:cubicBezTo>
                  <a:pt x="103898" y="69265"/>
                  <a:pt x="100851" y="69813"/>
                  <a:pt x="97597" y="69813"/>
                </a:cubicBezTo>
                <a:cubicBezTo>
                  <a:pt x="92224" y="69813"/>
                  <a:pt x="88095" y="68500"/>
                  <a:pt x="85209" y="65875"/>
                </a:cubicBezTo>
                <a:cubicBezTo>
                  <a:pt x="82323" y="63251"/>
                  <a:pt x="80880" y="59897"/>
                  <a:pt x="80880" y="55813"/>
                </a:cubicBezTo>
                <a:cubicBezTo>
                  <a:pt x="80880" y="53419"/>
                  <a:pt x="81425" y="51231"/>
                  <a:pt x="82515" y="49251"/>
                </a:cubicBezTo>
                <a:cubicBezTo>
                  <a:pt x="83605" y="47271"/>
                  <a:pt x="85032" y="45682"/>
                  <a:pt x="86798" y="44485"/>
                </a:cubicBezTo>
                <a:cubicBezTo>
                  <a:pt x="88563" y="43288"/>
                  <a:pt x="90551" y="42382"/>
                  <a:pt x="92761" y="41768"/>
                </a:cubicBezTo>
                <a:cubicBezTo>
                  <a:pt x="94388" y="41338"/>
                  <a:pt x="96844" y="40924"/>
                  <a:pt x="100129" y="40525"/>
                </a:cubicBezTo>
                <a:cubicBezTo>
                  <a:pt x="106822" y="39726"/>
                  <a:pt x="111749" y="38775"/>
                  <a:pt x="114912" y="37669"/>
                </a:cubicBezTo>
                <a:cubicBezTo>
                  <a:pt x="114942" y="36538"/>
                  <a:pt x="114958" y="35820"/>
                  <a:pt x="114958" y="35514"/>
                </a:cubicBezTo>
                <a:cubicBezTo>
                  <a:pt x="114958" y="32149"/>
                  <a:pt x="114175" y="29779"/>
                  <a:pt x="112609" y="28403"/>
                </a:cubicBezTo>
                <a:cubicBezTo>
                  <a:pt x="110491" y="26537"/>
                  <a:pt x="107344" y="25604"/>
                  <a:pt x="103169" y="25604"/>
                </a:cubicBezTo>
                <a:cubicBezTo>
                  <a:pt x="99270" y="25604"/>
                  <a:pt x="96392" y="26287"/>
                  <a:pt x="94534" y="27653"/>
                </a:cubicBezTo>
                <a:cubicBezTo>
                  <a:pt x="92677" y="29020"/>
                  <a:pt x="91303" y="31437"/>
                  <a:pt x="90413" y="34906"/>
                </a:cubicBezTo>
                <a:lnTo>
                  <a:pt x="82308" y="33801"/>
                </a:lnTo>
                <a:cubicBezTo>
                  <a:pt x="83045" y="30321"/>
                  <a:pt x="84257" y="27511"/>
                  <a:pt x="85946" y="25371"/>
                </a:cubicBezTo>
                <a:cubicBezTo>
                  <a:pt x="87634" y="23231"/>
                  <a:pt x="90075" y="21583"/>
                  <a:pt x="93268" y="20429"/>
                </a:cubicBezTo>
                <a:cubicBezTo>
                  <a:pt x="96461" y="19274"/>
                  <a:pt x="100160" y="18697"/>
                  <a:pt x="104366" y="18697"/>
                </a:cubicBezTo>
                <a:cubicBezTo>
                  <a:pt x="108541" y="18697"/>
                  <a:pt x="111934" y="19190"/>
                  <a:pt x="114543" y="20176"/>
                </a:cubicBezTo>
                <a:cubicBezTo>
                  <a:pt x="117153" y="21161"/>
                  <a:pt x="119072" y="22401"/>
                  <a:pt x="120300" y="23896"/>
                </a:cubicBezTo>
                <a:cubicBezTo>
                  <a:pt x="121528" y="25390"/>
                  <a:pt x="122387" y="27277"/>
                  <a:pt x="122878" y="29557"/>
                </a:cubicBezTo>
                <a:cubicBezTo>
                  <a:pt x="123155" y="30974"/>
                  <a:pt x="123293" y="33520"/>
                  <a:pt x="123293" y="37193"/>
                </a:cubicBezTo>
                <a:lnTo>
                  <a:pt x="123293" y="48214"/>
                </a:lnTo>
                <a:cubicBezTo>
                  <a:pt x="123293" y="55897"/>
                  <a:pt x="123469" y="60764"/>
                  <a:pt x="123822" y="62813"/>
                </a:cubicBezTo>
                <a:cubicBezTo>
                  <a:pt x="124175" y="64862"/>
                  <a:pt x="124874" y="66827"/>
                  <a:pt x="125918" y="68708"/>
                </a:cubicBezTo>
                <a:lnTo>
                  <a:pt x="117260" y="68708"/>
                </a:lnTo>
                <a:cubicBezTo>
                  <a:pt x="116401" y="66949"/>
                  <a:pt x="115848" y="64892"/>
                  <a:pt x="115602" y="62537"/>
                </a:cubicBezTo>
                <a:moveTo>
                  <a:pt x="114912" y="44209"/>
                </a:moveTo>
                <a:cubicBezTo>
                  <a:pt x="111903" y="45431"/>
                  <a:pt x="107390" y="46470"/>
                  <a:pt x="101373" y="47326"/>
                </a:cubicBezTo>
                <a:cubicBezTo>
                  <a:pt x="97965" y="47814"/>
                  <a:pt x="95555" y="48364"/>
                  <a:pt x="94143" y="48975"/>
                </a:cubicBezTo>
                <a:cubicBezTo>
                  <a:pt x="92731" y="49586"/>
                  <a:pt x="91641" y="50480"/>
                  <a:pt x="90873" y="51656"/>
                </a:cubicBezTo>
                <a:cubicBezTo>
                  <a:pt x="90106" y="52832"/>
                  <a:pt x="89722" y="54138"/>
                  <a:pt x="89722" y="55575"/>
                </a:cubicBezTo>
                <a:cubicBezTo>
                  <a:pt x="89722" y="57774"/>
                  <a:pt x="90558" y="59608"/>
                  <a:pt x="92232" y="61075"/>
                </a:cubicBezTo>
                <a:cubicBezTo>
                  <a:pt x="93905" y="62541"/>
                  <a:pt x="96353" y="63274"/>
                  <a:pt x="99577" y="63274"/>
                </a:cubicBezTo>
                <a:cubicBezTo>
                  <a:pt x="102770" y="63274"/>
                  <a:pt x="105609" y="62578"/>
                  <a:pt x="108096" y="61186"/>
                </a:cubicBezTo>
                <a:cubicBezTo>
                  <a:pt x="110583" y="59792"/>
                  <a:pt x="112410" y="57890"/>
                  <a:pt x="113576" y="55477"/>
                </a:cubicBezTo>
                <a:cubicBezTo>
                  <a:pt x="114466" y="53615"/>
                  <a:pt x="114912" y="50866"/>
                  <a:pt x="114912" y="47232"/>
                </a:cubicBezTo>
                <a:lnTo>
                  <a:pt x="114912" y="44209"/>
                </a:lnTo>
                <a:close/>
                <a:moveTo>
                  <a:pt x="153922" y="61293"/>
                </a:moveTo>
                <a:lnTo>
                  <a:pt x="155119" y="68616"/>
                </a:lnTo>
                <a:cubicBezTo>
                  <a:pt x="152786" y="69107"/>
                  <a:pt x="150698" y="69352"/>
                  <a:pt x="148856" y="69352"/>
                </a:cubicBezTo>
                <a:cubicBezTo>
                  <a:pt x="145848" y="69352"/>
                  <a:pt x="143515" y="68876"/>
                  <a:pt x="141857" y="67925"/>
                </a:cubicBezTo>
                <a:cubicBezTo>
                  <a:pt x="140199" y="66973"/>
                  <a:pt x="139032" y="65722"/>
                  <a:pt x="138357" y="64172"/>
                </a:cubicBezTo>
                <a:cubicBezTo>
                  <a:pt x="137681" y="62621"/>
                  <a:pt x="137344" y="59359"/>
                  <a:pt x="137344" y="54386"/>
                </a:cubicBezTo>
                <a:lnTo>
                  <a:pt x="137344" y="26249"/>
                </a:lnTo>
                <a:lnTo>
                  <a:pt x="131265" y="26249"/>
                </a:lnTo>
                <a:lnTo>
                  <a:pt x="131265" y="19802"/>
                </a:lnTo>
                <a:lnTo>
                  <a:pt x="137344" y="19802"/>
                </a:lnTo>
                <a:lnTo>
                  <a:pt x="137344" y="7690"/>
                </a:lnTo>
                <a:lnTo>
                  <a:pt x="145587" y="2717"/>
                </a:lnTo>
                <a:lnTo>
                  <a:pt x="145587" y="19802"/>
                </a:lnTo>
                <a:lnTo>
                  <a:pt x="153922" y="19802"/>
                </a:lnTo>
                <a:lnTo>
                  <a:pt x="153922" y="26249"/>
                </a:lnTo>
                <a:lnTo>
                  <a:pt x="145587" y="26249"/>
                </a:lnTo>
                <a:lnTo>
                  <a:pt x="145587" y="54846"/>
                </a:lnTo>
                <a:cubicBezTo>
                  <a:pt x="145587" y="57210"/>
                  <a:pt x="145733" y="58730"/>
                  <a:pt x="146024" y="59405"/>
                </a:cubicBezTo>
                <a:cubicBezTo>
                  <a:pt x="146316" y="60081"/>
                  <a:pt x="146792" y="60618"/>
                  <a:pt x="147452" y="61017"/>
                </a:cubicBezTo>
                <a:cubicBezTo>
                  <a:pt x="148112" y="61416"/>
                  <a:pt x="149056" y="61616"/>
                  <a:pt x="150284" y="61616"/>
                </a:cubicBezTo>
                <a:cubicBezTo>
                  <a:pt x="151205" y="61616"/>
                  <a:pt x="152418" y="61508"/>
                  <a:pt x="153922" y="61293"/>
                </a:cubicBezTo>
                <a:close/>
                <a:moveTo>
                  <a:pt x="161599" y="68708"/>
                </a:moveTo>
                <a:lnTo>
                  <a:pt x="161599" y="1197"/>
                </a:lnTo>
                <a:lnTo>
                  <a:pt x="169888" y="1197"/>
                </a:lnTo>
                <a:lnTo>
                  <a:pt x="169888" y="25463"/>
                </a:lnTo>
                <a:cubicBezTo>
                  <a:pt x="173756" y="20952"/>
                  <a:pt x="178638" y="18697"/>
                  <a:pt x="184532" y="18697"/>
                </a:cubicBezTo>
                <a:cubicBezTo>
                  <a:pt x="188155" y="18697"/>
                  <a:pt x="191302" y="19410"/>
                  <a:pt x="193973" y="20838"/>
                </a:cubicBezTo>
                <a:cubicBezTo>
                  <a:pt x="196644" y="22266"/>
                  <a:pt x="198555" y="24238"/>
                  <a:pt x="199706" y="26755"/>
                </a:cubicBezTo>
                <a:cubicBezTo>
                  <a:pt x="200857" y="29273"/>
                  <a:pt x="201433" y="32926"/>
                  <a:pt x="201433" y="37716"/>
                </a:cubicBezTo>
                <a:lnTo>
                  <a:pt x="201433" y="68708"/>
                </a:lnTo>
                <a:lnTo>
                  <a:pt x="193144" y="68708"/>
                </a:lnTo>
                <a:lnTo>
                  <a:pt x="193144" y="37749"/>
                </a:lnTo>
                <a:cubicBezTo>
                  <a:pt x="193144" y="33609"/>
                  <a:pt x="192246" y="30596"/>
                  <a:pt x="190450" y="28710"/>
                </a:cubicBezTo>
                <a:cubicBezTo>
                  <a:pt x="188654" y="26824"/>
                  <a:pt x="186113" y="25880"/>
                  <a:pt x="182828" y="25880"/>
                </a:cubicBezTo>
                <a:cubicBezTo>
                  <a:pt x="180372" y="25880"/>
                  <a:pt x="178062" y="26517"/>
                  <a:pt x="175898" y="27790"/>
                </a:cubicBezTo>
                <a:cubicBezTo>
                  <a:pt x="173733" y="29062"/>
                  <a:pt x="172191" y="30787"/>
                  <a:pt x="171270" y="32965"/>
                </a:cubicBezTo>
                <a:cubicBezTo>
                  <a:pt x="170349" y="35142"/>
                  <a:pt x="169888" y="38147"/>
                  <a:pt x="169888" y="41981"/>
                </a:cubicBezTo>
                <a:lnTo>
                  <a:pt x="169888" y="68708"/>
                </a:lnTo>
                <a:lnTo>
                  <a:pt x="161599" y="68708"/>
                </a:lnTo>
                <a:close/>
                <a:moveTo>
                  <a:pt x="219168" y="88602"/>
                </a:moveTo>
                <a:lnTo>
                  <a:pt x="213228" y="88602"/>
                </a:lnTo>
                <a:cubicBezTo>
                  <a:pt x="222407" y="73850"/>
                  <a:pt x="226997" y="59083"/>
                  <a:pt x="226997" y="44301"/>
                </a:cubicBezTo>
                <a:cubicBezTo>
                  <a:pt x="226997" y="38523"/>
                  <a:pt x="226337" y="32792"/>
                  <a:pt x="225017" y="27107"/>
                </a:cubicBezTo>
                <a:cubicBezTo>
                  <a:pt x="223973" y="22497"/>
                  <a:pt x="222515" y="18071"/>
                  <a:pt x="220642" y="13830"/>
                </a:cubicBezTo>
                <a:cubicBezTo>
                  <a:pt x="219445" y="11064"/>
                  <a:pt x="216973" y="6454"/>
                  <a:pt x="213228" y="0"/>
                </a:cubicBezTo>
                <a:lnTo>
                  <a:pt x="219168" y="0"/>
                </a:lnTo>
                <a:cubicBezTo>
                  <a:pt x="224940" y="7713"/>
                  <a:pt x="229207" y="15458"/>
                  <a:pt x="231970" y="23234"/>
                </a:cubicBezTo>
                <a:cubicBezTo>
                  <a:pt x="234334" y="29933"/>
                  <a:pt x="235516" y="36940"/>
                  <a:pt x="235516" y="44255"/>
                </a:cubicBezTo>
                <a:cubicBezTo>
                  <a:pt x="235516" y="52552"/>
                  <a:pt x="233928" y="60574"/>
                  <a:pt x="230750" y="68319"/>
                </a:cubicBezTo>
                <a:cubicBezTo>
                  <a:pt x="227573" y="76063"/>
                  <a:pt x="223712" y="82824"/>
                  <a:pt x="219168" y="88602"/>
                </a:cubicBezTo>
                <a:close/>
                <a:moveTo>
                  <a:pt x="247084" y="29288"/>
                </a:moveTo>
                <a:lnTo>
                  <a:pt x="247084" y="19802"/>
                </a:lnTo>
                <a:lnTo>
                  <a:pt x="256524" y="19802"/>
                </a:lnTo>
                <a:lnTo>
                  <a:pt x="256524" y="29288"/>
                </a:lnTo>
                <a:lnTo>
                  <a:pt x="247084" y="29288"/>
                </a:lnTo>
                <a:moveTo>
                  <a:pt x="247084" y="68708"/>
                </a:moveTo>
                <a:lnTo>
                  <a:pt x="247084" y="59221"/>
                </a:lnTo>
                <a:lnTo>
                  <a:pt x="256524" y="59221"/>
                </a:lnTo>
                <a:lnTo>
                  <a:pt x="256524" y="68708"/>
                </a:lnTo>
                <a:lnTo>
                  <a:pt x="247084" y="68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for">
            <a:extLst xmlns:a="http://schemas.openxmlformats.org/drawingml/2006/main">
              <a:ext uri="{FF2B5EF4-FFF2-40B4-BE49-F238E27FC236}">
                <a16:creationId xmlns:a16="http://schemas.microsoft.com/office/drawing/2014/main" id="{FB952863-FB2D-4C85-B9EE-FF778E4F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429" y="443584"/>
            <a:ext cx="109731" cy="69721"/>
          </a:xfrm>
          <a:custGeom xmlns:a="http://schemas.openxmlformats.org/drawingml/2006/main">
            <a:pathLst>
              <a:path w="109731" h="69721">
                <a:moveTo>
                  <a:pt x="7322" y="68616"/>
                </a:moveTo>
                <a:lnTo>
                  <a:pt x="7322" y="26157"/>
                </a:lnTo>
                <a:lnTo>
                  <a:pt x="0" y="26157"/>
                </a:lnTo>
                <a:lnTo>
                  <a:pt x="0" y="19710"/>
                </a:lnTo>
                <a:lnTo>
                  <a:pt x="7322" y="19710"/>
                </a:lnTo>
                <a:lnTo>
                  <a:pt x="7322" y="14517"/>
                </a:lnTo>
                <a:cubicBezTo>
                  <a:pt x="7322" y="11240"/>
                  <a:pt x="7614" y="8805"/>
                  <a:pt x="8197" y="7213"/>
                </a:cubicBezTo>
                <a:cubicBezTo>
                  <a:pt x="8995" y="5069"/>
                  <a:pt x="10400" y="3331"/>
                  <a:pt x="12411" y="1999"/>
                </a:cubicBezTo>
                <a:cubicBezTo>
                  <a:pt x="14422" y="666"/>
                  <a:pt x="17238" y="0"/>
                  <a:pt x="20861" y="0"/>
                </a:cubicBezTo>
                <a:cubicBezTo>
                  <a:pt x="23194" y="0"/>
                  <a:pt x="25773" y="278"/>
                  <a:pt x="28597" y="833"/>
                </a:cubicBezTo>
                <a:lnTo>
                  <a:pt x="27354" y="8102"/>
                </a:lnTo>
                <a:cubicBezTo>
                  <a:pt x="25635" y="7797"/>
                  <a:pt x="24008" y="7644"/>
                  <a:pt x="22473" y="7644"/>
                </a:cubicBezTo>
                <a:cubicBezTo>
                  <a:pt x="19955" y="7644"/>
                  <a:pt x="18175" y="8178"/>
                  <a:pt x="17131" y="9245"/>
                </a:cubicBezTo>
                <a:cubicBezTo>
                  <a:pt x="16087" y="10311"/>
                  <a:pt x="15565" y="12306"/>
                  <a:pt x="15565" y="15231"/>
                </a:cubicBezTo>
                <a:lnTo>
                  <a:pt x="15565" y="19710"/>
                </a:lnTo>
                <a:lnTo>
                  <a:pt x="25098" y="19710"/>
                </a:lnTo>
                <a:lnTo>
                  <a:pt x="25098" y="26157"/>
                </a:lnTo>
                <a:lnTo>
                  <a:pt x="15565" y="26157"/>
                </a:lnTo>
                <a:lnTo>
                  <a:pt x="15565" y="68616"/>
                </a:lnTo>
                <a:lnTo>
                  <a:pt x="7322" y="68616"/>
                </a:lnTo>
                <a:close/>
                <a:moveTo>
                  <a:pt x="28031" y="44163"/>
                </a:moveTo>
                <a:cubicBezTo>
                  <a:pt x="28031" y="35106"/>
                  <a:pt x="30548" y="28398"/>
                  <a:pt x="35583" y="24038"/>
                </a:cubicBezTo>
                <a:cubicBezTo>
                  <a:pt x="39789" y="20416"/>
                  <a:pt x="44916" y="18604"/>
                  <a:pt x="50964" y="18604"/>
                </a:cubicBezTo>
                <a:cubicBezTo>
                  <a:pt x="57687" y="18604"/>
                  <a:pt x="63183" y="20807"/>
                  <a:pt x="67450" y="25213"/>
                </a:cubicBezTo>
                <a:cubicBezTo>
                  <a:pt x="71718" y="29618"/>
                  <a:pt x="73851" y="35705"/>
                  <a:pt x="73851" y="43472"/>
                </a:cubicBezTo>
                <a:cubicBezTo>
                  <a:pt x="73851" y="49765"/>
                  <a:pt x="72907" y="54716"/>
                  <a:pt x="71019" y="58323"/>
                </a:cubicBezTo>
                <a:cubicBezTo>
                  <a:pt x="69131" y="61930"/>
                  <a:pt x="66383" y="64732"/>
                  <a:pt x="62776" y="66727"/>
                </a:cubicBezTo>
                <a:cubicBezTo>
                  <a:pt x="59169" y="68723"/>
                  <a:pt x="55231" y="69721"/>
                  <a:pt x="50964" y="69721"/>
                </a:cubicBezTo>
                <a:cubicBezTo>
                  <a:pt x="44118" y="69721"/>
                  <a:pt x="38584" y="67526"/>
                  <a:pt x="34363" y="63135"/>
                </a:cubicBezTo>
                <a:cubicBezTo>
                  <a:pt x="30142" y="58745"/>
                  <a:pt x="28031" y="52421"/>
                  <a:pt x="28031" y="44163"/>
                </a:cubicBezTo>
                <a:moveTo>
                  <a:pt x="36550" y="44186"/>
                </a:moveTo>
                <a:cubicBezTo>
                  <a:pt x="36550" y="50441"/>
                  <a:pt x="37916" y="55125"/>
                  <a:pt x="40649" y="58237"/>
                </a:cubicBezTo>
                <a:cubicBezTo>
                  <a:pt x="43381" y="61349"/>
                  <a:pt x="46820" y="62905"/>
                  <a:pt x="50964" y="62905"/>
                </a:cubicBezTo>
                <a:cubicBezTo>
                  <a:pt x="55078" y="62905"/>
                  <a:pt x="58501" y="61341"/>
                  <a:pt x="61233" y="58214"/>
                </a:cubicBezTo>
                <a:cubicBezTo>
                  <a:pt x="63966" y="55086"/>
                  <a:pt x="65332" y="50318"/>
                  <a:pt x="65332" y="43909"/>
                </a:cubicBezTo>
                <a:cubicBezTo>
                  <a:pt x="65332" y="37869"/>
                  <a:pt x="63958" y="33293"/>
                  <a:pt x="61210" y="30180"/>
                </a:cubicBezTo>
                <a:cubicBezTo>
                  <a:pt x="58463" y="27068"/>
                  <a:pt x="55047" y="25512"/>
                  <a:pt x="50964" y="25512"/>
                </a:cubicBezTo>
                <a:cubicBezTo>
                  <a:pt x="46820" y="25512"/>
                  <a:pt x="43381" y="27061"/>
                  <a:pt x="40649" y="30157"/>
                </a:cubicBezTo>
                <a:cubicBezTo>
                  <a:pt x="37916" y="33254"/>
                  <a:pt x="36550" y="37930"/>
                  <a:pt x="36550" y="44186"/>
                </a:cubicBezTo>
                <a:close/>
                <a:moveTo>
                  <a:pt x="83160" y="68616"/>
                </a:moveTo>
                <a:lnTo>
                  <a:pt x="83160" y="19710"/>
                </a:lnTo>
                <a:lnTo>
                  <a:pt x="90620" y="19710"/>
                </a:lnTo>
                <a:lnTo>
                  <a:pt x="90620" y="27124"/>
                </a:lnTo>
                <a:cubicBezTo>
                  <a:pt x="92523" y="23655"/>
                  <a:pt x="94281" y="21368"/>
                  <a:pt x="95893" y="20262"/>
                </a:cubicBezTo>
                <a:cubicBezTo>
                  <a:pt x="97504" y="19157"/>
                  <a:pt x="99277" y="18604"/>
                  <a:pt x="101211" y="18604"/>
                </a:cubicBezTo>
                <a:cubicBezTo>
                  <a:pt x="104005" y="18604"/>
                  <a:pt x="106845" y="19495"/>
                  <a:pt x="109731" y="21275"/>
                </a:cubicBezTo>
                <a:lnTo>
                  <a:pt x="106876" y="28960"/>
                </a:lnTo>
                <a:cubicBezTo>
                  <a:pt x="104849" y="27767"/>
                  <a:pt x="102823" y="27170"/>
                  <a:pt x="100797" y="27170"/>
                </a:cubicBezTo>
                <a:cubicBezTo>
                  <a:pt x="98986" y="27170"/>
                  <a:pt x="97358" y="27715"/>
                  <a:pt x="95916" y="28805"/>
                </a:cubicBezTo>
                <a:cubicBezTo>
                  <a:pt x="94473" y="29895"/>
                  <a:pt x="93444" y="31407"/>
                  <a:pt x="92830" y="33341"/>
                </a:cubicBezTo>
                <a:cubicBezTo>
                  <a:pt x="91909" y="36288"/>
                  <a:pt x="91449" y="39511"/>
                  <a:pt x="91449" y="43011"/>
                </a:cubicBezTo>
                <a:lnTo>
                  <a:pt x="91449" y="68616"/>
                </a:lnTo>
                <a:lnTo>
                  <a:pt x="83160" y="68616"/>
                </a:lnTo>
                <a:close/>
              </a:path>
            </a:pathLst>
          </a:custGeom>
          <a:solidFill xmlns:a="http://schemas.openxmlformats.org/drawingml/2006/main">
            <a:srgbClr val="A524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part">
            <a:extLst xmlns:a="http://schemas.openxmlformats.org/drawingml/2006/main">
              <a:ext uri="{FF2B5EF4-FFF2-40B4-BE49-F238E27FC236}">
                <a16:creationId xmlns:a16="http://schemas.microsoft.com/office/drawing/2014/main" id="{89655ADF-EA26-4052-A3B1-FBDEF0E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502" y="446209"/>
            <a:ext cx="154613" cy="84779"/>
          </a:xfrm>
          <a:custGeom xmlns:a="http://schemas.openxmlformats.org/drawingml/2006/main">
            <a:pathLst>
              <a:path w="154613" h="84779">
                <a:moveTo>
                  <a:pt x="0" y="84779"/>
                </a:moveTo>
                <a:lnTo>
                  <a:pt x="0" y="17085"/>
                </a:lnTo>
                <a:lnTo>
                  <a:pt x="7552" y="17085"/>
                </a:lnTo>
                <a:lnTo>
                  <a:pt x="7552" y="23484"/>
                </a:lnTo>
                <a:cubicBezTo>
                  <a:pt x="9333" y="20982"/>
                  <a:pt x="11344" y="19106"/>
                  <a:pt x="13585" y="17856"/>
                </a:cubicBezTo>
                <a:cubicBezTo>
                  <a:pt x="15826" y="16605"/>
                  <a:pt x="18543" y="15980"/>
                  <a:pt x="21736" y="15980"/>
                </a:cubicBezTo>
                <a:cubicBezTo>
                  <a:pt x="25911" y="15980"/>
                  <a:pt x="29595" y="17054"/>
                  <a:pt x="32788" y="19203"/>
                </a:cubicBezTo>
                <a:cubicBezTo>
                  <a:pt x="35981" y="21352"/>
                  <a:pt x="38391" y="24384"/>
                  <a:pt x="40018" y="28298"/>
                </a:cubicBezTo>
                <a:cubicBezTo>
                  <a:pt x="41645" y="32212"/>
                  <a:pt x="42459" y="36503"/>
                  <a:pt x="42459" y="41169"/>
                </a:cubicBezTo>
                <a:cubicBezTo>
                  <a:pt x="42459" y="46173"/>
                  <a:pt x="41561" y="50679"/>
                  <a:pt x="39765" y="54685"/>
                </a:cubicBezTo>
                <a:cubicBezTo>
                  <a:pt x="37969" y="58692"/>
                  <a:pt x="35359" y="61762"/>
                  <a:pt x="31936" y="63895"/>
                </a:cubicBezTo>
                <a:cubicBezTo>
                  <a:pt x="28513" y="66029"/>
                  <a:pt x="24913" y="67096"/>
                  <a:pt x="21137" y="67096"/>
                </a:cubicBezTo>
                <a:cubicBezTo>
                  <a:pt x="18374" y="67096"/>
                  <a:pt x="15895" y="66513"/>
                  <a:pt x="13700" y="65346"/>
                </a:cubicBezTo>
                <a:cubicBezTo>
                  <a:pt x="11505" y="64179"/>
                  <a:pt x="9701" y="62706"/>
                  <a:pt x="8289" y="60925"/>
                </a:cubicBezTo>
                <a:lnTo>
                  <a:pt x="8289" y="84779"/>
                </a:lnTo>
                <a:lnTo>
                  <a:pt x="0" y="84779"/>
                </a:lnTo>
                <a:moveTo>
                  <a:pt x="7506" y="41837"/>
                </a:moveTo>
                <a:cubicBezTo>
                  <a:pt x="7506" y="48123"/>
                  <a:pt x="8780" y="52768"/>
                  <a:pt x="11328" y="55773"/>
                </a:cubicBezTo>
                <a:cubicBezTo>
                  <a:pt x="13877" y="58778"/>
                  <a:pt x="16962" y="60280"/>
                  <a:pt x="20585" y="60280"/>
                </a:cubicBezTo>
                <a:cubicBezTo>
                  <a:pt x="24269" y="60280"/>
                  <a:pt x="27423" y="58724"/>
                  <a:pt x="30048" y="55612"/>
                </a:cubicBezTo>
                <a:cubicBezTo>
                  <a:pt x="32673" y="52500"/>
                  <a:pt x="33985" y="47678"/>
                  <a:pt x="33985" y="41146"/>
                </a:cubicBezTo>
                <a:cubicBezTo>
                  <a:pt x="33985" y="34922"/>
                  <a:pt x="32704" y="30261"/>
                  <a:pt x="30140" y="27164"/>
                </a:cubicBezTo>
                <a:cubicBezTo>
                  <a:pt x="27577" y="24067"/>
                  <a:pt x="24514" y="22519"/>
                  <a:pt x="20953" y="22519"/>
                </a:cubicBezTo>
                <a:cubicBezTo>
                  <a:pt x="17423" y="22519"/>
                  <a:pt x="14299" y="24167"/>
                  <a:pt x="11582" y="27463"/>
                </a:cubicBezTo>
                <a:cubicBezTo>
                  <a:pt x="8865" y="30760"/>
                  <a:pt x="7506" y="35551"/>
                  <a:pt x="7506" y="41837"/>
                </a:cubicBezTo>
                <a:close/>
                <a:moveTo>
                  <a:pt x="84048" y="59820"/>
                </a:moveTo>
                <a:cubicBezTo>
                  <a:pt x="80978" y="62480"/>
                  <a:pt x="78023" y="64358"/>
                  <a:pt x="75183" y="65454"/>
                </a:cubicBezTo>
                <a:cubicBezTo>
                  <a:pt x="72344" y="66549"/>
                  <a:pt x="69297" y="67096"/>
                  <a:pt x="66042" y="67096"/>
                </a:cubicBezTo>
                <a:cubicBezTo>
                  <a:pt x="60670" y="67096"/>
                  <a:pt x="56541" y="65783"/>
                  <a:pt x="53655" y="63159"/>
                </a:cubicBezTo>
                <a:cubicBezTo>
                  <a:pt x="50769" y="60534"/>
                  <a:pt x="49326" y="57180"/>
                  <a:pt x="49326" y="53096"/>
                </a:cubicBezTo>
                <a:cubicBezTo>
                  <a:pt x="49326" y="50702"/>
                  <a:pt x="49871" y="48514"/>
                  <a:pt x="50961" y="46534"/>
                </a:cubicBezTo>
                <a:cubicBezTo>
                  <a:pt x="52051" y="44554"/>
                  <a:pt x="53478" y="42965"/>
                  <a:pt x="55244" y="41768"/>
                </a:cubicBezTo>
                <a:cubicBezTo>
                  <a:pt x="57009" y="40571"/>
                  <a:pt x="58997" y="39665"/>
                  <a:pt x="61207" y="39051"/>
                </a:cubicBezTo>
                <a:cubicBezTo>
                  <a:pt x="62834" y="38621"/>
                  <a:pt x="65290" y="38207"/>
                  <a:pt x="68575" y="37808"/>
                </a:cubicBezTo>
                <a:cubicBezTo>
                  <a:pt x="75268" y="37009"/>
                  <a:pt x="80195" y="36058"/>
                  <a:pt x="83357" y="34952"/>
                </a:cubicBezTo>
                <a:cubicBezTo>
                  <a:pt x="83388" y="33821"/>
                  <a:pt x="83404" y="33103"/>
                  <a:pt x="83404" y="32797"/>
                </a:cubicBezTo>
                <a:cubicBezTo>
                  <a:pt x="83404" y="29432"/>
                  <a:pt x="82621" y="27062"/>
                  <a:pt x="81055" y="25686"/>
                </a:cubicBezTo>
                <a:cubicBezTo>
                  <a:pt x="78937" y="23820"/>
                  <a:pt x="75790" y="22887"/>
                  <a:pt x="71615" y="22887"/>
                </a:cubicBezTo>
                <a:cubicBezTo>
                  <a:pt x="67716" y="22887"/>
                  <a:pt x="64837" y="23570"/>
                  <a:pt x="62980" y="24936"/>
                </a:cubicBezTo>
                <a:cubicBezTo>
                  <a:pt x="61123" y="26303"/>
                  <a:pt x="59749" y="28720"/>
                  <a:pt x="58858" y="32189"/>
                </a:cubicBezTo>
                <a:lnTo>
                  <a:pt x="50754" y="31084"/>
                </a:lnTo>
                <a:cubicBezTo>
                  <a:pt x="51490" y="27605"/>
                  <a:pt x="52703" y="24794"/>
                  <a:pt x="54392" y="22654"/>
                </a:cubicBezTo>
                <a:cubicBezTo>
                  <a:pt x="56080" y="20514"/>
                  <a:pt x="58521" y="18866"/>
                  <a:pt x="61714" y="17712"/>
                </a:cubicBezTo>
                <a:cubicBezTo>
                  <a:pt x="64906" y="16557"/>
                  <a:pt x="68606" y="15980"/>
                  <a:pt x="72812" y="15980"/>
                </a:cubicBezTo>
                <a:cubicBezTo>
                  <a:pt x="76987" y="15980"/>
                  <a:pt x="80380" y="16473"/>
                  <a:pt x="82989" y="17459"/>
                </a:cubicBezTo>
                <a:cubicBezTo>
                  <a:pt x="85599" y="18444"/>
                  <a:pt x="87517" y="19684"/>
                  <a:pt x="88745" y="21179"/>
                </a:cubicBezTo>
                <a:cubicBezTo>
                  <a:pt x="89973" y="22673"/>
                  <a:pt x="90833" y="24560"/>
                  <a:pt x="91324" y="26840"/>
                </a:cubicBezTo>
                <a:cubicBezTo>
                  <a:pt x="91601" y="28257"/>
                  <a:pt x="91739" y="30803"/>
                  <a:pt x="91739" y="34476"/>
                </a:cubicBezTo>
                <a:lnTo>
                  <a:pt x="91739" y="45497"/>
                </a:lnTo>
                <a:cubicBezTo>
                  <a:pt x="91739" y="53180"/>
                  <a:pt x="91915" y="58047"/>
                  <a:pt x="92268" y="60096"/>
                </a:cubicBezTo>
                <a:cubicBezTo>
                  <a:pt x="92621" y="62145"/>
                  <a:pt x="93320" y="64110"/>
                  <a:pt x="94364" y="65991"/>
                </a:cubicBezTo>
                <a:lnTo>
                  <a:pt x="85706" y="65991"/>
                </a:lnTo>
                <a:cubicBezTo>
                  <a:pt x="84846" y="64232"/>
                  <a:pt x="84294" y="62175"/>
                  <a:pt x="84048" y="59820"/>
                </a:cubicBezTo>
                <a:moveTo>
                  <a:pt x="83357" y="41492"/>
                </a:moveTo>
                <a:cubicBezTo>
                  <a:pt x="80349" y="42714"/>
                  <a:pt x="75836" y="43753"/>
                  <a:pt x="69819" y="44609"/>
                </a:cubicBezTo>
                <a:cubicBezTo>
                  <a:pt x="66411" y="45097"/>
                  <a:pt x="64001" y="45647"/>
                  <a:pt x="62589" y="46258"/>
                </a:cubicBezTo>
                <a:cubicBezTo>
                  <a:pt x="61176" y="46869"/>
                  <a:pt x="60087" y="47763"/>
                  <a:pt x="59319" y="48939"/>
                </a:cubicBezTo>
                <a:cubicBezTo>
                  <a:pt x="58551" y="50115"/>
                  <a:pt x="58168" y="51421"/>
                  <a:pt x="58168" y="52858"/>
                </a:cubicBezTo>
                <a:cubicBezTo>
                  <a:pt x="58168" y="55057"/>
                  <a:pt x="59004" y="56891"/>
                  <a:pt x="60677" y="58358"/>
                </a:cubicBezTo>
                <a:cubicBezTo>
                  <a:pt x="62351" y="59824"/>
                  <a:pt x="64799" y="60557"/>
                  <a:pt x="68023" y="60557"/>
                </a:cubicBezTo>
                <a:cubicBezTo>
                  <a:pt x="71215" y="60557"/>
                  <a:pt x="74055" y="59861"/>
                  <a:pt x="76542" y="58469"/>
                </a:cubicBezTo>
                <a:cubicBezTo>
                  <a:pt x="79029" y="57076"/>
                  <a:pt x="80855" y="55173"/>
                  <a:pt x="82022" y="52760"/>
                </a:cubicBezTo>
                <a:cubicBezTo>
                  <a:pt x="82912" y="50898"/>
                  <a:pt x="83357" y="48149"/>
                  <a:pt x="83357" y="44515"/>
                </a:cubicBezTo>
                <a:lnTo>
                  <a:pt x="83357" y="41492"/>
                </a:lnTo>
                <a:close/>
                <a:moveTo>
                  <a:pt x="104178" y="65991"/>
                </a:moveTo>
                <a:lnTo>
                  <a:pt x="104178" y="17085"/>
                </a:lnTo>
                <a:lnTo>
                  <a:pt x="111638" y="17085"/>
                </a:lnTo>
                <a:lnTo>
                  <a:pt x="111638" y="24499"/>
                </a:lnTo>
                <a:cubicBezTo>
                  <a:pt x="113542" y="21030"/>
                  <a:pt x="115299" y="18743"/>
                  <a:pt x="116911" y="17637"/>
                </a:cubicBezTo>
                <a:cubicBezTo>
                  <a:pt x="118523" y="16532"/>
                  <a:pt x="120296" y="15980"/>
                  <a:pt x="122230" y="15980"/>
                </a:cubicBezTo>
                <a:cubicBezTo>
                  <a:pt x="125024" y="15980"/>
                  <a:pt x="127863" y="16870"/>
                  <a:pt x="130749" y="18651"/>
                </a:cubicBezTo>
                <a:lnTo>
                  <a:pt x="127894" y="26335"/>
                </a:lnTo>
                <a:cubicBezTo>
                  <a:pt x="125868" y="25142"/>
                  <a:pt x="123842" y="24545"/>
                  <a:pt x="121815" y="24545"/>
                </a:cubicBezTo>
                <a:cubicBezTo>
                  <a:pt x="120004" y="24545"/>
                  <a:pt x="118377" y="25090"/>
                  <a:pt x="116934" y="26180"/>
                </a:cubicBezTo>
                <a:cubicBezTo>
                  <a:pt x="115491" y="27270"/>
                  <a:pt x="114463" y="28782"/>
                  <a:pt x="113849" y="30716"/>
                </a:cubicBezTo>
                <a:cubicBezTo>
                  <a:pt x="112928" y="33663"/>
                  <a:pt x="112467" y="36887"/>
                  <a:pt x="112467" y="40386"/>
                </a:cubicBezTo>
                <a:lnTo>
                  <a:pt x="112467" y="65991"/>
                </a:lnTo>
                <a:lnTo>
                  <a:pt x="104178" y="65991"/>
                </a:lnTo>
                <a:close/>
                <a:moveTo>
                  <a:pt x="153415" y="58576"/>
                </a:moveTo>
                <a:lnTo>
                  <a:pt x="154613" y="65899"/>
                </a:lnTo>
                <a:cubicBezTo>
                  <a:pt x="152279" y="66390"/>
                  <a:pt x="150192" y="66635"/>
                  <a:pt x="148350" y="66635"/>
                </a:cubicBezTo>
                <a:cubicBezTo>
                  <a:pt x="145341" y="66635"/>
                  <a:pt x="143008" y="66159"/>
                  <a:pt x="141350" y="65208"/>
                </a:cubicBezTo>
                <a:cubicBezTo>
                  <a:pt x="139692" y="64256"/>
                  <a:pt x="138526" y="63005"/>
                  <a:pt x="137850" y="61455"/>
                </a:cubicBezTo>
                <a:cubicBezTo>
                  <a:pt x="137175" y="59904"/>
                  <a:pt x="136837" y="56642"/>
                  <a:pt x="136837" y="51669"/>
                </a:cubicBezTo>
                <a:lnTo>
                  <a:pt x="136837" y="23532"/>
                </a:lnTo>
                <a:lnTo>
                  <a:pt x="130758" y="23532"/>
                </a:lnTo>
                <a:lnTo>
                  <a:pt x="130758" y="17085"/>
                </a:lnTo>
                <a:lnTo>
                  <a:pt x="136837" y="17085"/>
                </a:lnTo>
                <a:lnTo>
                  <a:pt x="136837" y="4973"/>
                </a:lnTo>
                <a:lnTo>
                  <a:pt x="145080" y="0"/>
                </a:lnTo>
                <a:lnTo>
                  <a:pt x="145080" y="17085"/>
                </a:lnTo>
                <a:lnTo>
                  <a:pt x="153415" y="17085"/>
                </a:lnTo>
                <a:lnTo>
                  <a:pt x="153415" y="23532"/>
                </a:lnTo>
                <a:lnTo>
                  <a:pt x="145080" y="23532"/>
                </a:lnTo>
                <a:lnTo>
                  <a:pt x="145080" y="52129"/>
                </a:lnTo>
                <a:cubicBezTo>
                  <a:pt x="145080" y="54493"/>
                  <a:pt x="145226" y="56013"/>
                  <a:pt x="145518" y="56688"/>
                </a:cubicBezTo>
                <a:cubicBezTo>
                  <a:pt x="145809" y="57364"/>
                  <a:pt x="146285" y="57901"/>
                  <a:pt x="146945" y="58300"/>
                </a:cubicBezTo>
                <a:cubicBezTo>
                  <a:pt x="147605" y="58699"/>
                  <a:pt x="148549" y="58899"/>
                  <a:pt x="149777" y="58899"/>
                </a:cubicBezTo>
                <a:cubicBezTo>
                  <a:pt x="150698" y="58899"/>
                  <a:pt x="151911" y="58791"/>
                  <a:pt x="153415" y="58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in">
            <a:extLst xmlns:a="http://schemas.openxmlformats.org/drawingml/2006/main">
              <a:ext uri="{FF2B5EF4-FFF2-40B4-BE49-F238E27FC236}">
                <a16:creationId xmlns:a16="http://schemas.microsoft.com/office/drawing/2014/main" id="{1FF3089D-FEAF-469E-A0CB-EAF1D53B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414" y="444689"/>
            <a:ext cx="60784" cy="67510"/>
          </a:xfrm>
          <a:custGeom xmlns:a="http://schemas.openxmlformats.org/drawingml/2006/main">
            <a:pathLst>
              <a:path w="60784" h="67510">
                <a:moveTo>
                  <a:pt x="0" y="9486"/>
                </a:moveTo>
                <a:lnTo>
                  <a:pt x="0" y="0"/>
                </a:lnTo>
                <a:lnTo>
                  <a:pt x="8289" y="0"/>
                </a:lnTo>
                <a:lnTo>
                  <a:pt x="8289" y="9486"/>
                </a:lnTo>
                <a:lnTo>
                  <a:pt x="0" y="9486"/>
                </a:lnTo>
                <a:moveTo>
                  <a:pt x="0" y="67510"/>
                </a:moveTo>
                <a:lnTo>
                  <a:pt x="0" y="18604"/>
                </a:lnTo>
                <a:lnTo>
                  <a:pt x="8289" y="18604"/>
                </a:lnTo>
                <a:lnTo>
                  <a:pt x="8289" y="67510"/>
                </a:lnTo>
                <a:lnTo>
                  <a:pt x="0" y="67510"/>
                </a:lnTo>
                <a:close/>
                <a:moveTo>
                  <a:pt x="21042" y="67510"/>
                </a:moveTo>
                <a:lnTo>
                  <a:pt x="21042" y="18604"/>
                </a:lnTo>
                <a:lnTo>
                  <a:pt x="28502" y="18604"/>
                </a:lnTo>
                <a:lnTo>
                  <a:pt x="28502" y="25558"/>
                </a:lnTo>
                <a:cubicBezTo>
                  <a:pt x="32094" y="20186"/>
                  <a:pt x="37283" y="17499"/>
                  <a:pt x="44067" y="17499"/>
                </a:cubicBezTo>
                <a:cubicBezTo>
                  <a:pt x="47015" y="17499"/>
                  <a:pt x="49724" y="18029"/>
                  <a:pt x="52195" y="19088"/>
                </a:cubicBezTo>
                <a:cubicBezTo>
                  <a:pt x="54667" y="20147"/>
                  <a:pt x="56516" y="21536"/>
                  <a:pt x="57744" y="23256"/>
                </a:cubicBezTo>
                <a:cubicBezTo>
                  <a:pt x="58972" y="24975"/>
                  <a:pt x="59832" y="27016"/>
                  <a:pt x="60323" y="29380"/>
                </a:cubicBezTo>
                <a:cubicBezTo>
                  <a:pt x="60630" y="30915"/>
                  <a:pt x="60784" y="33602"/>
                  <a:pt x="60784" y="37439"/>
                </a:cubicBezTo>
                <a:lnTo>
                  <a:pt x="60784" y="67510"/>
                </a:lnTo>
                <a:lnTo>
                  <a:pt x="52495" y="67510"/>
                </a:lnTo>
                <a:lnTo>
                  <a:pt x="52495" y="37762"/>
                </a:lnTo>
                <a:cubicBezTo>
                  <a:pt x="52495" y="34385"/>
                  <a:pt x="52172" y="31859"/>
                  <a:pt x="51528" y="30186"/>
                </a:cubicBezTo>
                <a:cubicBezTo>
                  <a:pt x="50883" y="28513"/>
                  <a:pt x="49739" y="27178"/>
                  <a:pt x="48097" y="26180"/>
                </a:cubicBezTo>
                <a:cubicBezTo>
                  <a:pt x="46454" y="25182"/>
                  <a:pt x="44528" y="24683"/>
                  <a:pt x="42317" y="24683"/>
                </a:cubicBezTo>
                <a:cubicBezTo>
                  <a:pt x="38787" y="24683"/>
                  <a:pt x="35740" y="25804"/>
                  <a:pt x="33176" y="28045"/>
                </a:cubicBezTo>
                <a:cubicBezTo>
                  <a:pt x="30613" y="30286"/>
                  <a:pt x="29331" y="34538"/>
                  <a:pt x="29331" y="40801"/>
                </a:cubicBezTo>
                <a:lnTo>
                  <a:pt x="29331" y="67510"/>
                </a:lnTo>
                <a:lnTo>
                  <a:pt x="21042" y="67510"/>
                </a:lnTo>
                <a:close/>
              </a:path>
            </a:pathLst>
          </a:custGeom>
          <a:solidFill xmlns:a="http://schemas.openxmlformats.org/drawingml/2006/main">
            <a:srgbClr val="A524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path:">
            <a:extLst xmlns:a="http://schemas.openxmlformats.org/drawingml/2006/main">
              <a:ext uri="{FF2B5EF4-FFF2-40B4-BE49-F238E27FC236}">
                <a16:creationId xmlns:a16="http://schemas.microsoft.com/office/drawing/2014/main" id="{3F0FFE61-1C44-43F2-98A6-E42B63DA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67" y="444689"/>
            <a:ext cx="193923" cy="86299"/>
          </a:xfrm>
          <a:custGeom xmlns:a="http://schemas.openxmlformats.org/drawingml/2006/main">
            <a:pathLst>
              <a:path w="193923" h="86299">
                <a:moveTo>
                  <a:pt x="0" y="86299"/>
                </a:moveTo>
                <a:lnTo>
                  <a:pt x="0" y="18604"/>
                </a:lnTo>
                <a:lnTo>
                  <a:pt x="7552" y="18604"/>
                </a:lnTo>
                <a:lnTo>
                  <a:pt x="7552" y="25004"/>
                </a:lnTo>
                <a:cubicBezTo>
                  <a:pt x="9333" y="22502"/>
                  <a:pt x="11344" y="20626"/>
                  <a:pt x="13585" y="19376"/>
                </a:cubicBezTo>
                <a:cubicBezTo>
                  <a:pt x="15826" y="18125"/>
                  <a:pt x="18543" y="17499"/>
                  <a:pt x="21736" y="17499"/>
                </a:cubicBezTo>
                <a:cubicBezTo>
                  <a:pt x="25911" y="17499"/>
                  <a:pt x="29595" y="18574"/>
                  <a:pt x="32788" y="20723"/>
                </a:cubicBezTo>
                <a:cubicBezTo>
                  <a:pt x="35981" y="22872"/>
                  <a:pt x="38391" y="25904"/>
                  <a:pt x="40018" y="29818"/>
                </a:cubicBezTo>
                <a:cubicBezTo>
                  <a:pt x="41645" y="33732"/>
                  <a:pt x="42459" y="38023"/>
                  <a:pt x="42459" y="42689"/>
                </a:cubicBezTo>
                <a:cubicBezTo>
                  <a:pt x="42459" y="47693"/>
                  <a:pt x="41561" y="52198"/>
                  <a:pt x="39765" y="56205"/>
                </a:cubicBezTo>
                <a:cubicBezTo>
                  <a:pt x="37969" y="60211"/>
                  <a:pt x="35359" y="63281"/>
                  <a:pt x="31936" y="65415"/>
                </a:cubicBezTo>
                <a:cubicBezTo>
                  <a:pt x="28513" y="67549"/>
                  <a:pt x="24913" y="68616"/>
                  <a:pt x="21137" y="68616"/>
                </a:cubicBezTo>
                <a:cubicBezTo>
                  <a:pt x="18374" y="68616"/>
                  <a:pt x="15895" y="68032"/>
                  <a:pt x="13700" y="66866"/>
                </a:cubicBezTo>
                <a:cubicBezTo>
                  <a:pt x="11505" y="65699"/>
                  <a:pt x="9701" y="64225"/>
                  <a:pt x="8289" y="62445"/>
                </a:cubicBezTo>
                <a:lnTo>
                  <a:pt x="8289" y="86299"/>
                </a:lnTo>
                <a:lnTo>
                  <a:pt x="0" y="86299"/>
                </a:lnTo>
                <a:moveTo>
                  <a:pt x="7506" y="43357"/>
                </a:moveTo>
                <a:cubicBezTo>
                  <a:pt x="7506" y="49643"/>
                  <a:pt x="8780" y="54288"/>
                  <a:pt x="11328" y="57293"/>
                </a:cubicBezTo>
                <a:cubicBezTo>
                  <a:pt x="13877" y="60298"/>
                  <a:pt x="16962" y="61800"/>
                  <a:pt x="20585" y="61800"/>
                </a:cubicBezTo>
                <a:cubicBezTo>
                  <a:pt x="24269" y="61800"/>
                  <a:pt x="27423" y="60244"/>
                  <a:pt x="30048" y="57132"/>
                </a:cubicBezTo>
                <a:cubicBezTo>
                  <a:pt x="32673" y="54019"/>
                  <a:pt x="33985" y="49197"/>
                  <a:pt x="33985" y="42666"/>
                </a:cubicBezTo>
                <a:cubicBezTo>
                  <a:pt x="33985" y="36441"/>
                  <a:pt x="32704" y="31781"/>
                  <a:pt x="30140" y="28684"/>
                </a:cubicBezTo>
                <a:cubicBezTo>
                  <a:pt x="27577" y="25587"/>
                  <a:pt x="24514" y="24038"/>
                  <a:pt x="20953" y="24038"/>
                </a:cubicBezTo>
                <a:cubicBezTo>
                  <a:pt x="17423" y="24038"/>
                  <a:pt x="14299" y="25687"/>
                  <a:pt x="11582" y="28983"/>
                </a:cubicBezTo>
                <a:cubicBezTo>
                  <a:pt x="8865" y="32280"/>
                  <a:pt x="7506" y="37071"/>
                  <a:pt x="7506" y="43357"/>
                </a:cubicBezTo>
                <a:close/>
                <a:moveTo>
                  <a:pt x="84048" y="61340"/>
                </a:moveTo>
                <a:cubicBezTo>
                  <a:pt x="80978" y="64000"/>
                  <a:pt x="78023" y="65878"/>
                  <a:pt x="75183" y="66974"/>
                </a:cubicBezTo>
                <a:cubicBezTo>
                  <a:pt x="72343" y="68068"/>
                  <a:pt x="69296" y="68616"/>
                  <a:pt x="66042" y="68616"/>
                </a:cubicBezTo>
                <a:cubicBezTo>
                  <a:pt x="60670" y="68616"/>
                  <a:pt x="56540" y="67303"/>
                  <a:pt x="53654" y="64678"/>
                </a:cubicBezTo>
                <a:cubicBezTo>
                  <a:pt x="50769" y="62053"/>
                  <a:pt x="49326" y="58699"/>
                  <a:pt x="49326" y="54616"/>
                </a:cubicBezTo>
                <a:cubicBezTo>
                  <a:pt x="49326" y="52221"/>
                  <a:pt x="49871" y="50034"/>
                  <a:pt x="50961" y="48054"/>
                </a:cubicBezTo>
                <a:cubicBezTo>
                  <a:pt x="52050" y="46074"/>
                  <a:pt x="53478" y="44485"/>
                  <a:pt x="55243" y="43288"/>
                </a:cubicBezTo>
                <a:cubicBezTo>
                  <a:pt x="57008" y="42090"/>
                  <a:pt x="58996" y="41185"/>
                  <a:pt x="61207" y="40571"/>
                </a:cubicBezTo>
                <a:cubicBezTo>
                  <a:pt x="62834" y="40141"/>
                  <a:pt x="65290" y="39726"/>
                  <a:pt x="68575" y="39327"/>
                </a:cubicBezTo>
                <a:cubicBezTo>
                  <a:pt x="75268" y="38529"/>
                  <a:pt x="80195" y="37577"/>
                  <a:pt x="83357" y="36472"/>
                </a:cubicBezTo>
                <a:cubicBezTo>
                  <a:pt x="83388" y="35341"/>
                  <a:pt x="83403" y="34622"/>
                  <a:pt x="83403" y="34316"/>
                </a:cubicBezTo>
                <a:cubicBezTo>
                  <a:pt x="83403" y="30952"/>
                  <a:pt x="82620" y="28582"/>
                  <a:pt x="81055" y="27206"/>
                </a:cubicBezTo>
                <a:cubicBezTo>
                  <a:pt x="78936" y="25340"/>
                  <a:pt x="75790" y="24407"/>
                  <a:pt x="71614" y="24407"/>
                </a:cubicBezTo>
                <a:cubicBezTo>
                  <a:pt x="67715" y="24407"/>
                  <a:pt x="64837" y="25090"/>
                  <a:pt x="62980" y="26456"/>
                </a:cubicBezTo>
                <a:cubicBezTo>
                  <a:pt x="61122" y="27822"/>
                  <a:pt x="59749" y="30240"/>
                  <a:pt x="58858" y="33709"/>
                </a:cubicBezTo>
                <a:lnTo>
                  <a:pt x="50753" y="32604"/>
                </a:lnTo>
                <a:cubicBezTo>
                  <a:pt x="51490" y="29124"/>
                  <a:pt x="52703" y="26314"/>
                  <a:pt x="54391" y="24174"/>
                </a:cubicBezTo>
                <a:cubicBezTo>
                  <a:pt x="56080" y="22033"/>
                  <a:pt x="58520" y="20386"/>
                  <a:pt x="61713" y="19232"/>
                </a:cubicBezTo>
                <a:cubicBezTo>
                  <a:pt x="64906" y="18077"/>
                  <a:pt x="68606" y="17499"/>
                  <a:pt x="72812" y="17499"/>
                </a:cubicBezTo>
                <a:cubicBezTo>
                  <a:pt x="76987" y="17499"/>
                  <a:pt x="80379" y="17992"/>
                  <a:pt x="82989" y="18979"/>
                </a:cubicBezTo>
                <a:cubicBezTo>
                  <a:pt x="85598" y="19964"/>
                  <a:pt x="87517" y="21204"/>
                  <a:pt x="88745" y="22699"/>
                </a:cubicBezTo>
                <a:cubicBezTo>
                  <a:pt x="89973" y="24192"/>
                  <a:pt x="90833" y="26080"/>
                  <a:pt x="91324" y="28360"/>
                </a:cubicBezTo>
                <a:cubicBezTo>
                  <a:pt x="91600" y="29777"/>
                  <a:pt x="91738" y="32322"/>
                  <a:pt x="91738" y="35996"/>
                </a:cubicBezTo>
                <a:lnTo>
                  <a:pt x="91738" y="47016"/>
                </a:lnTo>
                <a:cubicBezTo>
                  <a:pt x="91738" y="54700"/>
                  <a:pt x="91915" y="59567"/>
                  <a:pt x="92268" y="61616"/>
                </a:cubicBezTo>
                <a:cubicBezTo>
                  <a:pt x="92621" y="63665"/>
                  <a:pt x="93319" y="65630"/>
                  <a:pt x="94363" y="67510"/>
                </a:cubicBezTo>
                <a:lnTo>
                  <a:pt x="85706" y="67510"/>
                </a:lnTo>
                <a:cubicBezTo>
                  <a:pt x="84846" y="65752"/>
                  <a:pt x="84294" y="63695"/>
                  <a:pt x="84048" y="61340"/>
                </a:cubicBezTo>
                <a:moveTo>
                  <a:pt x="83357" y="43011"/>
                </a:moveTo>
                <a:cubicBezTo>
                  <a:pt x="80349" y="44234"/>
                  <a:pt x="75836" y="45273"/>
                  <a:pt x="69818" y="46128"/>
                </a:cubicBezTo>
                <a:cubicBezTo>
                  <a:pt x="66411" y="46617"/>
                  <a:pt x="64001" y="47166"/>
                  <a:pt x="62588" y="47778"/>
                </a:cubicBezTo>
                <a:cubicBezTo>
                  <a:pt x="61176" y="48389"/>
                  <a:pt x="60086" y="49282"/>
                  <a:pt x="59319" y="50459"/>
                </a:cubicBezTo>
                <a:cubicBezTo>
                  <a:pt x="58551" y="51635"/>
                  <a:pt x="58167" y="52941"/>
                  <a:pt x="58167" y="54377"/>
                </a:cubicBezTo>
                <a:cubicBezTo>
                  <a:pt x="58167" y="56577"/>
                  <a:pt x="59004" y="58410"/>
                  <a:pt x="60677" y="59877"/>
                </a:cubicBezTo>
                <a:cubicBezTo>
                  <a:pt x="62350" y="61343"/>
                  <a:pt x="64799" y="62076"/>
                  <a:pt x="68022" y="62076"/>
                </a:cubicBezTo>
                <a:cubicBezTo>
                  <a:pt x="71215" y="62076"/>
                  <a:pt x="74055" y="61380"/>
                  <a:pt x="76542" y="59988"/>
                </a:cubicBezTo>
                <a:cubicBezTo>
                  <a:pt x="79028" y="58595"/>
                  <a:pt x="80855" y="56692"/>
                  <a:pt x="82022" y="54279"/>
                </a:cubicBezTo>
                <a:cubicBezTo>
                  <a:pt x="82912" y="52417"/>
                  <a:pt x="83357" y="49669"/>
                  <a:pt x="83357" y="46035"/>
                </a:cubicBezTo>
                <a:lnTo>
                  <a:pt x="83357" y="43011"/>
                </a:lnTo>
                <a:close/>
                <a:moveTo>
                  <a:pt x="122368" y="60096"/>
                </a:moveTo>
                <a:lnTo>
                  <a:pt x="123565" y="67418"/>
                </a:lnTo>
                <a:cubicBezTo>
                  <a:pt x="121232" y="67909"/>
                  <a:pt x="119145" y="68155"/>
                  <a:pt x="117303" y="68155"/>
                </a:cubicBezTo>
                <a:cubicBezTo>
                  <a:pt x="114294" y="68155"/>
                  <a:pt x="111961" y="67679"/>
                  <a:pt x="110303" y="66727"/>
                </a:cubicBezTo>
                <a:cubicBezTo>
                  <a:pt x="108645" y="65776"/>
                  <a:pt x="107478" y="64525"/>
                  <a:pt x="106803" y="62974"/>
                </a:cubicBezTo>
                <a:cubicBezTo>
                  <a:pt x="106128" y="61424"/>
                  <a:pt x="105790" y="58162"/>
                  <a:pt x="105790" y="53189"/>
                </a:cubicBezTo>
                <a:lnTo>
                  <a:pt x="105790" y="25052"/>
                </a:lnTo>
                <a:lnTo>
                  <a:pt x="99711" y="25052"/>
                </a:lnTo>
                <a:lnTo>
                  <a:pt x="99711" y="18604"/>
                </a:lnTo>
                <a:lnTo>
                  <a:pt x="105790" y="18604"/>
                </a:lnTo>
                <a:lnTo>
                  <a:pt x="105790" y="6493"/>
                </a:lnTo>
                <a:lnTo>
                  <a:pt x="114033" y="1520"/>
                </a:lnTo>
                <a:lnTo>
                  <a:pt x="114033" y="18604"/>
                </a:lnTo>
                <a:lnTo>
                  <a:pt x="122368" y="18604"/>
                </a:lnTo>
                <a:lnTo>
                  <a:pt x="122368" y="25052"/>
                </a:lnTo>
                <a:lnTo>
                  <a:pt x="114033" y="25052"/>
                </a:lnTo>
                <a:lnTo>
                  <a:pt x="114033" y="53649"/>
                </a:lnTo>
                <a:cubicBezTo>
                  <a:pt x="114033" y="56013"/>
                  <a:pt x="114179" y="57533"/>
                  <a:pt x="114470" y="58208"/>
                </a:cubicBezTo>
                <a:cubicBezTo>
                  <a:pt x="114762" y="58883"/>
                  <a:pt x="115238" y="59421"/>
                  <a:pt x="115898" y="59820"/>
                </a:cubicBezTo>
                <a:cubicBezTo>
                  <a:pt x="116558" y="60219"/>
                  <a:pt x="117502" y="60418"/>
                  <a:pt x="118730" y="60418"/>
                </a:cubicBezTo>
                <a:cubicBezTo>
                  <a:pt x="119651" y="60418"/>
                  <a:pt x="120864" y="60311"/>
                  <a:pt x="122368" y="60096"/>
                </a:cubicBezTo>
                <a:close/>
                <a:moveTo>
                  <a:pt x="130045" y="67510"/>
                </a:moveTo>
                <a:lnTo>
                  <a:pt x="130045" y="0"/>
                </a:lnTo>
                <a:lnTo>
                  <a:pt x="138334" y="0"/>
                </a:lnTo>
                <a:lnTo>
                  <a:pt x="138334" y="24266"/>
                </a:lnTo>
                <a:cubicBezTo>
                  <a:pt x="142202" y="19755"/>
                  <a:pt x="147084" y="17499"/>
                  <a:pt x="152978" y="17499"/>
                </a:cubicBezTo>
                <a:cubicBezTo>
                  <a:pt x="156601" y="17499"/>
                  <a:pt x="159748" y="18213"/>
                  <a:pt x="162419" y="19641"/>
                </a:cubicBezTo>
                <a:cubicBezTo>
                  <a:pt x="165090" y="21068"/>
                  <a:pt x="167001" y="23041"/>
                  <a:pt x="168152" y="25558"/>
                </a:cubicBezTo>
                <a:cubicBezTo>
                  <a:pt x="169303" y="28076"/>
                  <a:pt x="169879" y="31729"/>
                  <a:pt x="169879" y="36518"/>
                </a:cubicBezTo>
                <a:lnTo>
                  <a:pt x="169879" y="67510"/>
                </a:lnTo>
                <a:lnTo>
                  <a:pt x="161590" y="67510"/>
                </a:lnTo>
                <a:lnTo>
                  <a:pt x="161590" y="36551"/>
                </a:lnTo>
                <a:cubicBezTo>
                  <a:pt x="161590" y="32412"/>
                  <a:pt x="160692" y="29399"/>
                  <a:pt x="158896" y="27512"/>
                </a:cubicBezTo>
                <a:cubicBezTo>
                  <a:pt x="157100" y="25626"/>
                  <a:pt x="154559" y="24683"/>
                  <a:pt x="151274" y="24683"/>
                </a:cubicBezTo>
                <a:cubicBezTo>
                  <a:pt x="148818" y="24683"/>
                  <a:pt x="146508" y="25320"/>
                  <a:pt x="144344" y="26593"/>
                </a:cubicBezTo>
                <a:cubicBezTo>
                  <a:pt x="142179" y="27865"/>
                  <a:pt x="140637" y="29590"/>
                  <a:pt x="139716" y="31768"/>
                </a:cubicBezTo>
                <a:cubicBezTo>
                  <a:pt x="138795" y="33945"/>
                  <a:pt x="138334" y="36950"/>
                  <a:pt x="138334" y="40784"/>
                </a:cubicBezTo>
                <a:lnTo>
                  <a:pt x="138334" y="67510"/>
                </a:lnTo>
                <a:lnTo>
                  <a:pt x="130045" y="67510"/>
                </a:lnTo>
                <a:close/>
                <a:moveTo>
                  <a:pt x="184483" y="28091"/>
                </a:moveTo>
                <a:lnTo>
                  <a:pt x="184483" y="18604"/>
                </a:lnTo>
                <a:lnTo>
                  <a:pt x="193923" y="18604"/>
                </a:lnTo>
                <a:lnTo>
                  <a:pt x="193923" y="28091"/>
                </a:lnTo>
                <a:lnTo>
                  <a:pt x="184483" y="28091"/>
                </a:lnTo>
                <a:moveTo>
                  <a:pt x="184483" y="67510"/>
                </a:moveTo>
                <a:lnTo>
                  <a:pt x="184483" y="58024"/>
                </a:lnTo>
                <a:lnTo>
                  <a:pt x="193923" y="58024"/>
                </a:lnTo>
                <a:lnTo>
                  <a:pt x="193923" y="67510"/>
                </a:lnTo>
                <a:lnTo>
                  <a:pt x="184483" y="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instance=...">
            <a:extLst xmlns:a="http://schemas.openxmlformats.org/drawingml/2006/main">
              <a:ext uri="{FF2B5EF4-FFF2-40B4-BE49-F238E27FC236}">
                <a16:creationId xmlns:a16="http://schemas.microsoft.com/office/drawing/2014/main" id="{EC8E4144-264E-4250-A0DB-4B935F56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17" y="557160"/>
            <a:ext cx="518451" cy="68616"/>
          </a:xfrm>
          <a:custGeom xmlns:a="http://schemas.openxmlformats.org/drawingml/2006/main">
            <a:pathLst>
              <a:path w="518451" h="68616">
                <a:moveTo>
                  <a:pt x="0" y="9486"/>
                </a:moveTo>
                <a:lnTo>
                  <a:pt x="0" y="0"/>
                </a:lnTo>
                <a:lnTo>
                  <a:pt x="8289" y="0"/>
                </a:lnTo>
                <a:lnTo>
                  <a:pt x="8289" y="9486"/>
                </a:lnTo>
                <a:lnTo>
                  <a:pt x="0" y="9486"/>
                </a:lnTo>
                <a:moveTo>
                  <a:pt x="0" y="67510"/>
                </a:moveTo>
                <a:lnTo>
                  <a:pt x="0" y="18604"/>
                </a:lnTo>
                <a:lnTo>
                  <a:pt x="8289" y="18604"/>
                </a:lnTo>
                <a:lnTo>
                  <a:pt x="8289" y="67510"/>
                </a:lnTo>
                <a:lnTo>
                  <a:pt x="0" y="67510"/>
                </a:lnTo>
                <a:close/>
                <a:moveTo>
                  <a:pt x="21043" y="67510"/>
                </a:moveTo>
                <a:lnTo>
                  <a:pt x="21043" y="18604"/>
                </a:lnTo>
                <a:lnTo>
                  <a:pt x="28503" y="18604"/>
                </a:lnTo>
                <a:lnTo>
                  <a:pt x="28503" y="25558"/>
                </a:lnTo>
                <a:cubicBezTo>
                  <a:pt x="32095" y="20186"/>
                  <a:pt x="37283" y="17499"/>
                  <a:pt x="44068" y="17499"/>
                </a:cubicBezTo>
                <a:cubicBezTo>
                  <a:pt x="47015" y="17499"/>
                  <a:pt x="49724" y="18029"/>
                  <a:pt x="52196" y="19088"/>
                </a:cubicBezTo>
                <a:cubicBezTo>
                  <a:pt x="54667" y="20147"/>
                  <a:pt x="56517" y="21536"/>
                  <a:pt x="57745" y="23256"/>
                </a:cubicBezTo>
                <a:cubicBezTo>
                  <a:pt x="58973" y="24975"/>
                  <a:pt x="59833" y="27016"/>
                  <a:pt x="60324" y="29380"/>
                </a:cubicBezTo>
                <a:cubicBezTo>
                  <a:pt x="60631" y="30915"/>
                  <a:pt x="60784" y="33602"/>
                  <a:pt x="60784" y="37439"/>
                </a:cubicBezTo>
                <a:lnTo>
                  <a:pt x="60784" y="67510"/>
                </a:lnTo>
                <a:lnTo>
                  <a:pt x="52495" y="67510"/>
                </a:lnTo>
                <a:lnTo>
                  <a:pt x="52495" y="37762"/>
                </a:lnTo>
                <a:cubicBezTo>
                  <a:pt x="52495" y="34385"/>
                  <a:pt x="52173" y="31859"/>
                  <a:pt x="51528" y="30186"/>
                </a:cubicBezTo>
                <a:cubicBezTo>
                  <a:pt x="50883" y="28513"/>
                  <a:pt x="49740" y="27178"/>
                  <a:pt x="48097" y="26180"/>
                </a:cubicBezTo>
                <a:cubicBezTo>
                  <a:pt x="46455" y="25182"/>
                  <a:pt x="44528" y="24683"/>
                  <a:pt x="42318" y="24683"/>
                </a:cubicBezTo>
                <a:cubicBezTo>
                  <a:pt x="38787" y="24683"/>
                  <a:pt x="35740" y="25804"/>
                  <a:pt x="33177" y="28045"/>
                </a:cubicBezTo>
                <a:cubicBezTo>
                  <a:pt x="30613" y="30286"/>
                  <a:pt x="29332" y="34538"/>
                  <a:pt x="29332" y="40801"/>
                </a:cubicBezTo>
                <a:lnTo>
                  <a:pt x="29332" y="67510"/>
                </a:lnTo>
                <a:lnTo>
                  <a:pt x="21043" y="67510"/>
                </a:lnTo>
                <a:close/>
                <a:moveTo>
                  <a:pt x="69862" y="52866"/>
                </a:moveTo>
                <a:lnTo>
                  <a:pt x="78059" y="51577"/>
                </a:lnTo>
                <a:cubicBezTo>
                  <a:pt x="78519" y="54876"/>
                  <a:pt x="79801" y="57405"/>
                  <a:pt x="81904" y="59164"/>
                </a:cubicBezTo>
                <a:cubicBezTo>
                  <a:pt x="84007" y="60921"/>
                  <a:pt x="86947" y="61800"/>
                  <a:pt x="90723" y="61800"/>
                </a:cubicBezTo>
                <a:cubicBezTo>
                  <a:pt x="94530" y="61800"/>
                  <a:pt x="97354" y="61025"/>
                  <a:pt x="99196" y="59474"/>
                </a:cubicBezTo>
                <a:cubicBezTo>
                  <a:pt x="101038" y="57924"/>
                  <a:pt x="101959" y="56105"/>
                  <a:pt x="101959" y="54017"/>
                </a:cubicBezTo>
                <a:cubicBezTo>
                  <a:pt x="101959" y="52145"/>
                  <a:pt x="101146" y="50671"/>
                  <a:pt x="99518" y="49597"/>
                </a:cubicBezTo>
                <a:cubicBezTo>
                  <a:pt x="98382" y="48860"/>
                  <a:pt x="95558" y="47923"/>
                  <a:pt x="91045" y="46787"/>
                </a:cubicBezTo>
                <a:cubicBezTo>
                  <a:pt x="84966" y="45252"/>
                  <a:pt x="80753" y="43925"/>
                  <a:pt x="78404" y="42804"/>
                </a:cubicBezTo>
                <a:cubicBezTo>
                  <a:pt x="76056" y="41684"/>
                  <a:pt x="74275" y="40133"/>
                  <a:pt x="73062" y="38153"/>
                </a:cubicBezTo>
                <a:cubicBezTo>
                  <a:pt x="71850" y="36173"/>
                  <a:pt x="71243" y="33985"/>
                  <a:pt x="71243" y="31591"/>
                </a:cubicBezTo>
                <a:cubicBezTo>
                  <a:pt x="71243" y="29411"/>
                  <a:pt x="71742" y="27392"/>
                  <a:pt x="72740" y="25535"/>
                </a:cubicBezTo>
                <a:cubicBezTo>
                  <a:pt x="73738" y="23678"/>
                  <a:pt x="75096" y="22135"/>
                  <a:pt x="76815" y="20907"/>
                </a:cubicBezTo>
                <a:cubicBezTo>
                  <a:pt x="78105" y="19955"/>
                  <a:pt x="79862" y="19149"/>
                  <a:pt x="82088" y="18489"/>
                </a:cubicBezTo>
                <a:cubicBezTo>
                  <a:pt x="84314" y="17829"/>
                  <a:pt x="86701" y="17499"/>
                  <a:pt x="89249" y="17499"/>
                </a:cubicBezTo>
                <a:cubicBezTo>
                  <a:pt x="93087" y="17499"/>
                  <a:pt x="96456" y="18052"/>
                  <a:pt x="99357" y="19157"/>
                </a:cubicBezTo>
                <a:cubicBezTo>
                  <a:pt x="102258" y="20262"/>
                  <a:pt x="104400" y="21759"/>
                  <a:pt x="105781" y="23647"/>
                </a:cubicBezTo>
                <a:cubicBezTo>
                  <a:pt x="107163" y="25535"/>
                  <a:pt x="108115" y="28060"/>
                  <a:pt x="108636" y="31222"/>
                </a:cubicBezTo>
                <a:lnTo>
                  <a:pt x="100531" y="32328"/>
                </a:lnTo>
                <a:cubicBezTo>
                  <a:pt x="100163" y="29810"/>
                  <a:pt x="99096" y="27845"/>
                  <a:pt x="97331" y="26433"/>
                </a:cubicBezTo>
                <a:cubicBezTo>
                  <a:pt x="95566" y="25021"/>
                  <a:pt x="93071" y="24315"/>
                  <a:pt x="89848" y="24315"/>
                </a:cubicBezTo>
                <a:cubicBezTo>
                  <a:pt x="86041" y="24315"/>
                  <a:pt x="83324" y="24944"/>
                  <a:pt x="81697" y="26203"/>
                </a:cubicBezTo>
                <a:cubicBezTo>
                  <a:pt x="80070" y="27462"/>
                  <a:pt x="79256" y="28935"/>
                  <a:pt x="79256" y="30624"/>
                </a:cubicBezTo>
                <a:cubicBezTo>
                  <a:pt x="79256" y="31698"/>
                  <a:pt x="79594" y="32665"/>
                  <a:pt x="80269" y="33525"/>
                </a:cubicBezTo>
                <a:cubicBezTo>
                  <a:pt x="80945" y="34415"/>
                  <a:pt x="82004" y="35152"/>
                  <a:pt x="83447" y="35735"/>
                </a:cubicBezTo>
                <a:cubicBezTo>
                  <a:pt x="84276" y="36042"/>
                  <a:pt x="86716" y="36748"/>
                  <a:pt x="90769" y="37854"/>
                </a:cubicBezTo>
                <a:cubicBezTo>
                  <a:pt x="96633" y="39419"/>
                  <a:pt x="100723" y="40701"/>
                  <a:pt x="103041" y="41699"/>
                </a:cubicBezTo>
                <a:cubicBezTo>
                  <a:pt x="105359" y="42697"/>
                  <a:pt x="107178" y="44147"/>
                  <a:pt x="108498" y="46051"/>
                </a:cubicBezTo>
                <a:cubicBezTo>
                  <a:pt x="109818" y="47954"/>
                  <a:pt x="110478" y="50318"/>
                  <a:pt x="110478" y="53142"/>
                </a:cubicBezTo>
                <a:cubicBezTo>
                  <a:pt x="110478" y="55906"/>
                  <a:pt x="109673" y="58507"/>
                  <a:pt x="108061" y="60948"/>
                </a:cubicBezTo>
                <a:cubicBezTo>
                  <a:pt x="106449" y="63389"/>
                  <a:pt x="104123" y="65277"/>
                  <a:pt x="101084" y="66612"/>
                </a:cubicBezTo>
                <a:cubicBezTo>
                  <a:pt x="98045" y="67948"/>
                  <a:pt x="94606" y="68616"/>
                  <a:pt x="90769" y="68616"/>
                </a:cubicBezTo>
                <a:cubicBezTo>
                  <a:pt x="84414" y="68616"/>
                  <a:pt x="79571" y="67292"/>
                  <a:pt x="76240" y="64644"/>
                </a:cubicBezTo>
                <a:cubicBezTo>
                  <a:pt x="72909" y="61996"/>
                  <a:pt x="70783" y="58070"/>
                  <a:pt x="69862" y="52866"/>
                </a:cubicBezTo>
                <a:close/>
                <a:moveTo>
                  <a:pt x="138139" y="60096"/>
                </a:moveTo>
                <a:lnTo>
                  <a:pt x="139336" y="67418"/>
                </a:lnTo>
                <a:cubicBezTo>
                  <a:pt x="137003" y="67909"/>
                  <a:pt x="134915" y="68155"/>
                  <a:pt x="133073" y="68155"/>
                </a:cubicBezTo>
                <a:cubicBezTo>
                  <a:pt x="130065" y="68155"/>
                  <a:pt x="127731" y="67679"/>
                  <a:pt x="126074" y="66727"/>
                </a:cubicBezTo>
                <a:cubicBezTo>
                  <a:pt x="124416" y="65776"/>
                  <a:pt x="123249" y="64525"/>
                  <a:pt x="122574" y="62974"/>
                </a:cubicBezTo>
                <a:cubicBezTo>
                  <a:pt x="121898" y="61424"/>
                  <a:pt x="121561" y="58162"/>
                  <a:pt x="121561" y="53189"/>
                </a:cubicBezTo>
                <a:lnTo>
                  <a:pt x="121561" y="25052"/>
                </a:lnTo>
                <a:lnTo>
                  <a:pt x="115482" y="25052"/>
                </a:lnTo>
                <a:lnTo>
                  <a:pt x="115482" y="18604"/>
                </a:lnTo>
                <a:lnTo>
                  <a:pt x="121561" y="18604"/>
                </a:lnTo>
                <a:lnTo>
                  <a:pt x="121561" y="6493"/>
                </a:lnTo>
                <a:lnTo>
                  <a:pt x="129804" y="1520"/>
                </a:lnTo>
                <a:lnTo>
                  <a:pt x="129804" y="18604"/>
                </a:lnTo>
                <a:lnTo>
                  <a:pt x="138139" y="18604"/>
                </a:lnTo>
                <a:lnTo>
                  <a:pt x="138139" y="25052"/>
                </a:lnTo>
                <a:lnTo>
                  <a:pt x="129804" y="25052"/>
                </a:lnTo>
                <a:lnTo>
                  <a:pt x="129804" y="53649"/>
                </a:lnTo>
                <a:cubicBezTo>
                  <a:pt x="129804" y="56013"/>
                  <a:pt x="129950" y="57533"/>
                  <a:pt x="130241" y="58208"/>
                </a:cubicBezTo>
                <a:cubicBezTo>
                  <a:pt x="130533" y="58883"/>
                  <a:pt x="131009" y="59421"/>
                  <a:pt x="131669" y="59820"/>
                </a:cubicBezTo>
                <a:cubicBezTo>
                  <a:pt x="132329" y="60219"/>
                  <a:pt x="133273" y="60418"/>
                  <a:pt x="134501" y="60418"/>
                </a:cubicBezTo>
                <a:cubicBezTo>
                  <a:pt x="135422" y="60418"/>
                  <a:pt x="136635" y="60311"/>
                  <a:pt x="138139" y="60096"/>
                </a:cubicBezTo>
                <a:close/>
                <a:moveTo>
                  <a:pt x="177728" y="61340"/>
                </a:moveTo>
                <a:cubicBezTo>
                  <a:pt x="174658" y="64000"/>
                  <a:pt x="171703" y="65878"/>
                  <a:pt x="168864" y="66974"/>
                </a:cubicBezTo>
                <a:cubicBezTo>
                  <a:pt x="166024" y="68068"/>
                  <a:pt x="162977" y="68616"/>
                  <a:pt x="159723" y="68616"/>
                </a:cubicBezTo>
                <a:cubicBezTo>
                  <a:pt x="154350" y="68616"/>
                  <a:pt x="150221" y="67303"/>
                  <a:pt x="147335" y="64678"/>
                </a:cubicBezTo>
                <a:cubicBezTo>
                  <a:pt x="144449" y="62053"/>
                  <a:pt x="143006" y="58699"/>
                  <a:pt x="143006" y="54616"/>
                </a:cubicBezTo>
                <a:cubicBezTo>
                  <a:pt x="143006" y="52221"/>
                  <a:pt x="143551" y="50034"/>
                  <a:pt x="144641" y="48054"/>
                </a:cubicBezTo>
                <a:cubicBezTo>
                  <a:pt x="145731" y="46074"/>
                  <a:pt x="147158" y="44485"/>
                  <a:pt x="148924" y="43288"/>
                </a:cubicBezTo>
                <a:cubicBezTo>
                  <a:pt x="150689" y="42090"/>
                  <a:pt x="152677" y="41185"/>
                  <a:pt x="154887" y="40571"/>
                </a:cubicBezTo>
                <a:cubicBezTo>
                  <a:pt x="156514" y="40141"/>
                  <a:pt x="158970" y="39726"/>
                  <a:pt x="162255" y="39327"/>
                </a:cubicBezTo>
                <a:cubicBezTo>
                  <a:pt x="168948" y="38529"/>
                  <a:pt x="173876" y="37577"/>
                  <a:pt x="177038" y="36472"/>
                </a:cubicBezTo>
                <a:cubicBezTo>
                  <a:pt x="177068" y="35341"/>
                  <a:pt x="177084" y="34622"/>
                  <a:pt x="177084" y="34316"/>
                </a:cubicBezTo>
                <a:cubicBezTo>
                  <a:pt x="177084" y="30952"/>
                  <a:pt x="176301" y="28582"/>
                  <a:pt x="174735" y="27206"/>
                </a:cubicBezTo>
                <a:cubicBezTo>
                  <a:pt x="172617" y="25340"/>
                  <a:pt x="169470" y="24407"/>
                  <a:pt x="165295" y="24407"/>
                </a:cubicBezTo>
                <a:cubicBezTo>
                  <a:pt x="161396" y="24407"/>
                  <a:pt x="158518" y="25090"/>
                  <a:pt x="156660" y="26456"/>
                </a:cubicBezTo>
                <a:cubicBezTo>
                  <a:pt x="154803" y="27822"/>
                  <a:pt x="153429" y="30240"/>
                  <a:pt x="152539" y="33709"/>
                </a:cubicBezTo>
                <a:lnTo>
                  <a:pt x="144434" y="32604"/>
                </a:lnTo>
                <a:cubicBezTo>
                  <a:pt x="145171" y="29124"/>
                  <a:pt x="146383" y="26314"/>
                  <a:pt x="148072" y="24174"/>
                </a:cubicBezTo>
                <a:cubicBezTo>
                  <a:pt x="149760" y="22033"/>
                  <a:pt x="152201" y="20386"/>
                  <a:pt x="155394" y="19232"/>
                </a:cubicBezTo>
                <a:cubicBezTo>
                  <a:pt x="158587" y="18077"/>
                  <a:pt x="162286" y="17499"/>
                  <a:pt x="166492" y="17499"/>
                </a:cubicBezTo>
                <a:cubicBezTo>
                  <a:pt x="170667" y="17499"/>
                  <a:pt x="174060" y="17992"/>
                  <a:pt x="176669" y="18979"/>
                </a:cubicBezTo>
                <a:cubicBezTo>
                  <a:pt x="179279" y="19964"/>
                  <a:pt x="181198" y="21204"/>
                  <a:pt x="182426" y="22699"/>
                </a:cubicBezTo>
                <a:cubicBezTo>
                  <a:pt x="183654" y="24192"/>
                  <a:pt x="184513" y="26080"/>
                  <a:pt x="185004" y="28360"/>
                </a:cubicBezTo>
                <a:cubicBezTo>
                  <a:pt x="185281" y="29777"/>
                  <a:pt x="185419" y="32322"/>
                  <a:pt x="185419" y="35996"/>
                </a:cubicBezTo>
                <a:lnTo>
                  <a:pt x="185419" y="47016"/>
                </a:lnTo>
                <a:cubicBezTo>
                  <a:pt x="185419" y="54700"/>
                  <a:pt x="185595" y="59567"/>
                  <a:pt x="185948" y="61616"/>
                </a:cubicBezTo>
                <a:cubicBezTo>
                  <a:pt x="186302" y="63665"/>
                  <a:pt x="187000" y="65630"/>
                  <a:pt x="188044" y="67510"/>
                </a:cubicBezTo>
                <a:lnTo>
                  <a:pt x="179386" y="67510"/>
                </a:lnTo>
                <a:cubicBezTo>
                  <a:pt x="178527" y="65752"/>
                  <a:pt x="177974" y="63695"/>
                  <a:pt x="177728" y="61340"/>
                </a:cubicBezTo>
                <a:moveTo>
                  <a:pt x="177038" y="43011"/>
                </a:moveTo>
                <a:cubicBezTo>
                  <a:pt x="174029" y="44234"/>
                  <a:pt x="169516" y="45273"/>
                  <a:pt x="163499" y="46128"/>
                </a:cubicBezTo>
                <a:cubicBezTo>
                  <a:pt x="160091" y="46617"/>
                  <a:pt x="157681" y="47166"/>
                  <a:pt x="156269" y="47778"/>
                </a:cubicBezTo>
                <a:cubicBezTo>
                  <a:pt x="154857" y="48389"/>
                  <a:pt x="153767" y="49282"/>
                  <a:pt x="152999" y="50459"/>
                </a:cubicBezTo>
                <a:cubicBezTo>
                  <a:pt x="152232" y="51635"/>
                  <a:pt x="151848" y="52941"/>
                  <a:pt x="151848" y="54377"/>
                </a:cubicBezTo>
                <a:cubicBezTo>
                  <a:pt x="151848" y="56577"/>
                  <a:pt x="152685" y="58410"/>
                  <a:pt x="154358" y="59877"/>
                </a:cubicBezTo>
                <a:cubicBezTo>
                  <a:pt x="156031" y="61343"/>
                  <a:pt x="158479" y="62076"/>
                  <a:pt x="161703" y="62076"/>
                </a:cubicBezTo>
                <a:cubicBezTo>
                  <a:pt x="164896" y="62076"/>
                  <a:pt x="167735" y="61380"/>
                  <a:pt x="170222" y="59988"/>
                </a:cubicBezTo>
                <a:cubicBezTo>
                  <a:pt x="172709" y="58595"/>
                  <a:pt x="174536" y="56692"/>
                  <a:pt x="175702" y="54279"/>
                </a:cubicBezTo>
                <a:cubicBezTo>
                  <a:pt x="176593" y="52417"/>
                  <a:pt x="177038" y="49669"/>
                  <a:pt x="177038" y="46035"/>
                </a:cubicBezTo>
                <a:lnTo>
                  <a:pt x="177038" y="43011"/>
                </a:lnTo>
                <a:close/>
                <a:moveTo>
                  <a:pt x="197951" y="67510"/>
                </a:moveTo>
                <a:lnTo>
                  <a:pt x="197951" y="18604"/>
                </a:lnTo>
                <a:lnTo>
                  <a:pt x="205411" y="18604"/>
                </a:lnTo>
                <a:lnTo>
                  <a:pt x="205411" y="25558"/>
                </a:lnTo>
                <a:cubicBezTo>
                  <a:pt x="209003" y="20186"/>
                  <a:pt x="214191" y="17499"/>
                  <a:pt x="220976" y="17499"/>
                </a:cubicBezTo>
                <a:cubicBezTo>
                  <a:pt x="223923" y="17499"/>
                  <a:pt x="226633" y="18029"/>
                  <a:pt x="229104" y="19088"/>
                </a:cubicBezTo>
                <a:cubicBezTo>
                  <a:pt x="231575" y="20147"/>
                  <a:pt x="233425" y="21536"/>
                  <a:pt x="234653" y="23256"/>
                </a:cubicBezTo>
                <a:cubicBezTo>
                  <a:pt x="235881" y="24975"/>
                  <a:pt x="236741" y="27016"/>
                  <a:pt x="237232" y="29380"/>
                </a:cubicBezTo>
                <a:cubicBezTo>
                  <a:pt x="237539" y="30915"/>
                  <a:pt x="237692" y="33602"/>
                  <a:pt x="237692" y="37439"/>
                </a:cubicBezTo>
                <a:lnTo>
                  <a:pt x="237692" y="67510"/>
                </a:lnTo>
                <a:lnTo>
                  <a:pt x="229403" y="67510"/>
                </a:lnTo>
                <a:lnTo>
                  <a:pt x="229403" y="37762"/>
                </a:lnTo>
                <a:cubicBezTo>
                  <a:pt x="229403" y="34385"/>
                  <a:pt x="229081" y="31859"/>
                  <a:pt x="228436" y="30186"/>
                </a:cubicBezTo>
                <a:cubicBezTo>
                  <a:pt x="227792" y="28513"/>
                  <a:pt x="226648" y="27178"/>
                  <a:pt x="225005" y="26180"/>
                </a:cubicBezTo>
                <a:cubicBezTo>
                  <a:pt x="223363" y="25182"/>
                  <a:pt x="221437" y="24683"/>
                  <a:pt x="219226" y="24683"/>
                </a:cubicBezTo>
                <a:cubicBezTo>
                  <a:pt x="215696" y="24683"/>
                  <a:pt x="212649" y="25804"/>
                  <a:pt x="210085" y="28045"/>
                </a:cubicBezTo>
                <a:cubicBezTo>
                  <a:pt x="207522" y="30286"/>
                  <a:pt x="206240" y="34538"/>
                  <a:pt x="206240" y="40801"/>
                </a:cubicBezTo>
                <a:lnTo>
                  <a:pt x="206240" y="67510"/>
                </a:lnTo>
                <a:lnTo>
                  <a:pt x="197951" y="67510"/>
                </a:lnTo>
                <a:close/>
                <a:moveTo>
                  <a:pt x="281999" y="49551"/>
                </a:moveTo>
                <a:lnTo>
                  <a:pt x="290150" y="50656"/>
                </a:lnTo>
                <a:cubicBezTo>
                  <a:pt x="289260" y="56274"/>
                  <a:pt x="286980" y="60672"/>
                  <a:pt x="283312" y="63849"/>
                </a:cubicBezTo>
                <a:cubicBezTo>
                  <a:pt x="279643" y="67027"/>
                  <a:pt x="275138" y="68616"/>
                  <a:pt x="269796" y="68616"/>
                </a:cubicBezTo>
                <a:cubicBezTo>
                  <a:pt x="263103" y="68616"/>
                  <a:pt x="257723" y="66428"/>
                  <a:pt x="253655" y="62053"/>
                </a:cubicBezTo>
                <a:cubicBezTo>
                  <a:pt x="249587" y="57678"/>
                  <a:pt x="247553" y="51408"/>
                  <a:pt x="247553" y="43242"/>
                </a:cubicBezTo>
                <a:cubicBezTo>
                  <a:pt x="247553" y="37961"/>
                  <a:pt x="248428" y="33341"/>
                  <a:pt x="250178" y="29380"/>
                </a:cubicBezTo>
                <a:cubicBezTo>
                  <a:pt x="251928" y="25420"/>
                  <a:pt x="254591" y="22450"/>
                  <a:pt x="258168" y="20470"/>
                </a:cubicBezTo>
                <a:cubicBezTo>
                  <a:pt x="261745" y="18489"/>
                  <a:pt x="265636" y="17499"/>
                  <a:pt x="269842" y="17499"/>
                </a:cubicBezTo>
                <a:cubicBezTo>
                  <a:pt x="275153" y="17499"/>
                  <a:pt x="279497" y="18835"/>
                  <a:pt x="282874" y="21506"/>
                </a:cubicBezTo>
                <a:cubicBezTo>
                  <a:pt x="286251" y="24176"/>
                  <a:pt x="288416" y="27967"/>
                  <a:pt x="289367" y="32880"/>
                </a:cubicBezTo>
                <a:lnTo>
                  <a:pt x="281308" y="34170"/>
                </a:lnTo>
                <a:cubicBezTo>
                  <a:pt x="280541" y="30900"/>
                  <a:pt x="279182" y="28440"/>
                  <a:pt x="277233" y="26790"/>
                </a:cubicBezTo>
                <a:cubicBezTo>
                  <a:pt x="275283" y="25140"/>
                  <a:pt x="272927" y="24315"/>
                  <a:pt x="270164" y="24315"/>
                </a:cubicBezTo>
                <a:cubicBezTo>
                  <a:pt x="265989" y="24315"/>
                  <a:pt x="262597" y="25811"/>
                  <a:pt x="259987" y="28805"/>
                </a:cubicBezTo>
                <a:cubicBezTo>
                  <a:pt x="257377" y="31798"/>
                  <a:pt x="256073" y="36534"/>
                  <a:pt x="256073" y="43011"/>
                </a:cubicBezTo>
                <a:cubicBezTo>
                  <a:pt x="256073" y="49581"/>
                  <a:pt x="257331" y="54355"/>
                  <a:pt x="259849" y="57333"/>
                </a:cubicBezTo>
                <a:cubicBezTo>
                  <a:pt x="262366" y="60311"/>
                  <a:pt x="265651" y="61800"/>
                  <a:pt x="269704" y="61800"/>
                </a:cubicBezTo>
                <a:cubicBezTo>
                  <a:pt x="272958" y="61800"/>
                  <a:pt x="275675" y="60798"/>
                  <a:pt x="277855" y="58795"/>
                </a:cubicBezTo>
                <a:cubicBezTo>
                  <a:pt x="280034" y="56792"/>
                  <a:pt x="281416" y="53710"/>
                  <a:pt x="281999" y="49551"/>
                </a:cubicBezTo>
                <a:close/>
                <a:moveTo>
                  <a:pt x="330428" y="51669"/>
                </a:moveTo>
                <a:lnTo>
                  <a:pt x="338993" y="52774"/>
                </a:lnTo>
                <a:cubicBezTo>
                  <a:pt x="337643" y="57793"/>
                  <a:pt x="335140" y="61688"/>
                  <a:pt x="331487" y="64459"/>
                </a:cubicBezTo>
                <a:cubicBezTo>
                  <a:pt x="327834" y="67230"/>
                  <a:pt x="323167" y="68616"/>
                  <a:pt x="317488" y="68616"/>
                </a:cubicBezTo>
                <a:cubicBezTo>
                  <a:pt x="310334" y="68616"/>
                  <a:pt x="304663" y="66413"/>
                  <a:pt x="300472" y="62007"/>
                </a:cubicBezTo>
                <a:cubicBezTo>
                  <a:pt x="296281" y="57602"/>
                  <a:pt x="294186" y="51423"/>
                  <a:pt x="294186" y="43472"/>
                </a:cubicBezTo>
                <a:cubicBezTo>
                  <a:pt x="294186" y="35244"/>
                  <a:pt x="296304" y="28858"/>
                  <a:pt x="300541" y="24315"/>
                </a:cubicBezTo>
                <a:cubicBezTo>
                  <a:pt x="304778" y="19771"/>
                  <a:pt x="310273" y="17499"/>
                  <a:pt x="317027" y="17499"/>
                </a:cubicBezTo>
                <a:cubicBezTo>
                  <a:pt x="323566" y="17499"/>
                  <a:pt x="328908" y="19722"/>
                  <a:pt x="333053" y="24167"/>
                </a:cubicBezTo>
                <a:cubicBezTo>
                  <a:pt x="337197" y="28610"/>
                  <a:pt x="339270" y="34863"/>
                  <a:pt x="339270" y="42924"/>
                </a:cubicBezTo>
                <a:cubicBezTo>
                  <a:pt x="339270" y="43414"/>
                  <a:pt x="339254" y="44149"/>
                  <a:pt x="339224" y="45130"/>
                </a:cubicBezTo>
                <a:lnTo>
                  <a:pt x="302751" y="45130"/>
                </a:lnTo>
                <a:cubicBezTo>
                  <a:pt x="303058" y="50518"/>
                  <a:pt x="304578" y="54643"/>
                  <a:pt x="307310" y="57506"/>
                </a:cubicBezTo>
                <a:cubicBezTo>
                  <a:pt x="310043" y="60369"/>
                  <a:pt x="313451" y="61800"/>
                  <a:pt x="317534" y="61800"/>
                </a:cubicBezTo>
                <a:cubicBezTo>
                  <a:pt x="320573" y="61800"/>
                  <a:pt x="323167" y="60995"/>
                  <a:pt x="325316" y="59384"/>
                </a:cubicBezTo>
                <a:cubicBezTo>
                  <a:pt x="327465" y="57772"/>
                  <a:pt x="329169" y="55200"/>
                  <a:pt x="330428" y="51669"/>
                </a:cubicBezTo>
                <a:moveTo>
                  <a:pt x="303212" y="38314"/>
                </a:moveTo>
                <a:lnTo>
                  <a:pt x="330520" y="38314"/>
                </a:lnTo>
                <a:cubicBezTo>
                  <a:pt x="330152" y="34214"/>
                  <a:pt x="329108" y="31138"/>
                  <a:pt x="327389" y="29088"/>
                </a:cubicBezTo>
                <a:cubicBezTo>
                  <a:pt x="324748" y="25906"/>
                  <a:pt x="321325" y="24315"/>
                  <a:pt x="317119" y="24315"/>
                </a:cubicBezTo>
                <a:cubicBezTo>
                  <a:pt x="313312" y="24315"/>
                  <a:pt x="310112" y="25585"/>
                  <a:pt x="307518" y="28125"/>
                </a:cubicBezTo>
                <a:cubicBezTo>
                  <a:pt x="304924" y="30665"/>
                  <a:pt x="303488" y="34061"/>
                  <a:pt x="303212" y="38314"/>
                </a:cubicBezTo>
                <a:close/>
                <a:moveTo>
                  <a:pt x="418469" y="27723"/>
                </a:moveTo>
                <a:lnTo>
                  <a:pt x="373892" y="27723"/>
                </a:lnTo>
                <a:lnTo>
                  <a:pt x="373892" y="19986"/>
                </a:lnTo>
                <a:lnTo>
                  <a:pt x="418469" y="19986"/>
                </a:lnTo>
                <a:lnTo>
                  <a:pt x="418469" y="27723"/>
                </a:lnTo>
                <a:moveTo>
                  <a:pt x="418469" y="48261"/>
                </a:moveTo>
                <a:lnTo>
                  <a:pt x="373892" y="48261"/>
                </a:lnTo>
                <a:lnTo>
                  <a:pt x="373892" y="40525"/>
                </a:lnTo>
                <a:lnTo>
                  <a:pt x="418469" y="40525"/>
                </a:lnTo>
                <a:lnTo>
                  <a:pt x="418469" y="48261"/>
                </a:lnTo>
                <a:close/>
                <a:moveTo>
                  <a:pt x="457461" y="67510"/>
                </a:moveTo>
                <a:lnTo>
                  <a:pt x="457461" y="58024"/>
                </a:lnTo>
                <a:lnTo>
                  <a:pt x="466901" y="58024"/>
                </a:lnTo>
                <a:lnTo>
                  <a:pt x="466901" y="67510"/>
                </a:lnTo>
                <a:lnTo>
                  <a:pt x="457461" y="67510"/>
                </a:lnTo>
                <a:close/>
                <a:moveTo>
                  <a:pt x="483236" y="67510"/>
                </a:moveTo>
                <a:lnTo>
                  <a:pt x="483236" y="58024"/>
                </a:lnTo>
                <a:lnTo>
                  <a:pt x="492676" y="58024"/>
                </a:lnTo>
                <a:lnTo>
                  <a:pt x="492676" y="67510"/>
                </a:lnTo>
                <a:lnTo>
                  <a:pt x="483236" y="67510"/>
                </a:lnTo>
                <a:close/>
                <a:moveTo>
                  <a:pt x="509010" y="67510"/>
                </a:moveTo>
                <a:lnTo>
                  <a:pt x="509010" y="58024"/>
                </a:lnTo>
                <a:lnTo>
                  <a:pt x="518451" y="58024"/>
                </a:lnTo>
                <a:lnTo>
                  <a:pt x="518451" y="67510"/>
                </a:lnTo>
                <a:lnTo>
                  <a:pt x="509010" y="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return">
            <a:extLst xmlns:a="http://schemas.openxmlformats.org/drawingml/2006/main">
              <a:ext uri="{FF2B5EF4-FFF2-40B4-BE49-F238E27FC236}">
                <a16:creationId xmlns:a16="http://schemas.microsoft.com/office/drawing/2014/main" id="{B09D6F6B-F3A5-40CB-916C-50C95C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679" y="671151"/>
            <a:ext cx="231973" cy="67096"/>
          </a:xfrm>
          <a:custGeom xmlns:a="http://schemas.openxmlformats.org/drawingml/2006/main">
            <a:pathLst>
              <a:path w="231973" h="67096">
                <a:moveTo>
                  <a:pt x="0" y="65991"/>
                </a:moveTo>
                <a:lnTo>
                  <a:pt x="0" y="17085"/>
                </a:lnTo>
                <a:lnTo>
                  <a:pt x="7460" y="17085"/>
                </a:lnTo>
                <a:lnTo>
                  <a:pt x="7460" y="24499"/>
                </a:lnTo>
                <a:cubicBezTo>
                  <a:pt x="9364" y="21030"/>
                  <a:pt x="11121" y="18743"/>
                  <a:pt x="12733" y="17637"/>
                </a:cubicBezTo>
                <a:cubicBezTo>
                  <a:pt x="14345" y="16532"/>
                  <a:pt x="16118" y="15980"/>
                  <a:pt x="18052" y="15980"/>
                </a:cubicBezTo>
                <a:cubicBezTo>
                  <a:pt x="20846" y="15980"/>
                  <a:pt x="23685" y="16870"/>
                  <a:pt x="26571" y="18651"/>
                </a:cubicBezTo>
                <a:lnTo>
                  <a:pt x="23716" y="26335"/>
                </a:lnTo>
                <a:cubicBezTo>
                  <a:pt x="21690" y="25142"/>
                  <a:pt x="19664" y="24545"/>
                  <a:pt x="17637" y="24545"/>
                </a:cubicBezTo>
                <a:cubicBezTo>
                  <a:pt x="15826" y="24545"/>
                  <a:pt x="14199" y="25090"/>
                  <a:pt x="12756" y="26180"/>
                </a:cubicBezTo>
                <a:cubicBezTo>
                  <a:pt x="11313" y="27270"/>
                  <a:pt x="10285" y="28782"/>
                  <a:pt x="9671" y="30716"/>
                </a:cubicBezTo>
                <a:cubicBezTo>
                  <a:pt x="8750" y="33663"/>
                  <a:pt x="8289" y="36887"/>
                  <a:pt x="8289" y="40386"/>
                </a:cubicBezTo>
                <a:lnTo>
                  <a:pt x="8289" y="65991"/>
                </a:lnTo>
                <a:lnTo>
                  <a:pt x="0" y="65991"/>
                </a:lnTo>
                <a:close/>
                <a:moveTo>
                  <a:pt x="64618" y="50149"/>
                </a:moveTo>
                <a:lnTo>
                  <a:pt x="73183" y="51254"/>
                </a:lnTo>
                <a:cubicBezTo>
                  <a:pt x="71832" y="56273"/>
                  <a:pt x="69330" y="60168"/>
                  <a:pt x="65677" y="62940"/>
                </a:cubicBezTo>
                <a:cubicBezTo>
                  <a:pt x="62023" y="65710"/>
                  <a:pt x="57357" y="67096"/>
                  <a:pt x="51677" y="67096"/>
                </a:cubicBezTo>
                <a:cubicBezTo>
                  <a:pt x="44524" y="67096"/>
                  <a:pt x="38852" y="64893"/>
                  <a:pt x="34662" y="60488"/>
                </a:cubicBezTo>
                <a:cubicBezTo>
                  <a:pt x="30471" y="56082"/>
                  <a:pt x="28376" y="49904"/>
                  <a:pt x="28376" y="41952"/>
                </a:cubicBezTo>
                <a:cubicBezTo>
                  <a:pt x="28376" y="33724"/>
                  <a:pt x="30494" y="27339"/>
                  <a:pt x="34731" y="22795"/>
                </a:cubicBezTo>
                <a:cubicBezTo>
                  <a:pt x="38967" y="18251"/>
                  <a:pt x="44463" y="15980"/>
                  <a:pt x="51217" y="15980"/>
                </a:cubicBezTo>
                <a:cubicBezTo>
                  <a:pt x="57756" y="15980"/>
                  <a:pt x="63098" y="18202"/>
                  <a:pt x="67243" y="22647"/>
                </a:cubicBezTo>
                <a:cubicBezTo>
                  <a:pt x="71387" y="27091"/>
                  <a:pt x="73459" y="33343"/>
                  <a:pt x="73459" y="41404"/>
                </a:cubicBezTo>
                <a:cubicBezTo>
                  <a:pt x="73459" y="41894"/>
                  <a:pt x="73444" y="42630"/>
                  <a:pt x="73413" y="43610"/>
                </a:cubicBezTo>
                <a:lnTo>
                  <a:pt x="36941" y="43610"/>
                </a:lnTo>
                <a:cubicBezTo>
                  <a:pt x="37248" y="48998"/>
                  <a:pt x="38768" y="53123"/>
                  <a:pt x="41500" y="55986"/>
                </a:cubicBezTo>
                <a:cubicBezTo>
                  <a:pt x="44233" y="58849"/>
                  <a:pt x="47640" y="60280"/>
                  <a:pt x="51723" y="60280"/>
                </a:cubicBezTo>
                <a:cubicBezTo>
                  <a:pt x="54763" y="60280"/>
                  <a:pt x="57357" y="59475"/>
                  <a:pt x="59506" y="57864"/>
                </a:cubicBezTo>
                <a:cubicBezTo>
                  <a:pt x="61655" y="56252"/>
                  <a:pt x="63359" y="53681"/>
                  <a:pt x="64618" y="50149"/>
                </a:cubicBezTo>
                <a:moveTo>
                  <a:pt x="37402" y="36794"/>
                </a:moveTo>
                <a:lnTo>
                  <a:pt x="64710" y="36794"/>
                </a:lnTo>
                <a:cubicBezTo>
                  <a:pt x="64341" y="32694"/>
                  <a:pt x="63298" y="29619"/>
                  <a:pt x="61578" y="27569"/>
                </a:cubicBezTo>
                <a:cubicBezTo>
                  <a:pt x="58938" y="24386"/>
                  <a:pt x="55515" y="22795"/>
                  <a:pt x="51309" y="22795"/>
                </a:cubicBezTo>
                <a:cubicBezTo>
                  <a:pt x="47502" y="22795"/>
                  <a:pt x="44302" y="24065"/>
                  <a:pt x="41707" y="26606"/>
                </a:cubicBezTo>
                <a:cubicBezTo>
                  <a:pt x="39113" y="29145"/>
                  <a:pt x="37678" y="32542"/>
                  <a:pt x="37402" y="36794"/>
                </a:cubicBezTo>
                <a:close/>
                <a:moveTo>
                  <a:pt x="101372" y="58576"/>
                </a:moveTo>
                <a:lnTo>
                  <a:pt x="102569" y="65899"/>
                </a:lnTo>
                <a:cubicBezTo>
                  <a:pt x="100236" y="66390"/>
                  <a:pt x="98149" y="66635"/>
                  <a:pt x="96307" y="66635"/>
                </a:cubicBezTo>
                <a:cubicBezTo>
                  <a:pt x="93298" y="66635"/>
                  <a:pt x="90965" y="66159"/>
                  <a:pt x="89307" y="65208"/>
                </a:cubicBezTo>
                <a:cubicBezTo>
                  <a:pt x="87649" y="64256"/>
                  <a:pt x="86482" y="63005"/>
                  <a:pt x="85807" y="61455"/>
                </a:cubicBezTo>
                <a:cubicBezTo>
                  <a:pt x="85132" y="59904"/>
                  <a:pt x="84794" y="56642"/>
                  <a:pt x="84794" y="51669"/>
                </a:cubicBezTo>
                <a:lnTo>
                  <a:pt x="84794" y="23532"/>
                </a:lnTo>
                <a:lnTo>
                  <a:pt x="78715" y="23532"/>
                </a:lnTo>
                <a:lnTo>
                  <a:pt x="78715" y="17085"/>
                </a:lnTo>
                <a:lnTo>
                  <a:pt x="84794" y="17085"/>
                </a:lnTo>
                <a:lnTo>
                  <a:pt x="84794" y="4973"/>
                </a:lnTo>
                <a:lnTo>
                  <a:pt x="93037" y="0"/>
                </a:lnTo>
                <a:lnTo>
                  <a:pt x="93037" y="17085"/>
                </a:lnTo>
                <a:lnTo>
                  <a:pt x="101372" y="17085"/>
                </a:lnTo>
                <a:lnTo>
                  <a:pt x="101372" y="23532"/>
                </a:lnTo>
                <a:lnTo>
                  <a:pt x="93037" y="23532"/>
                </a:lnTo>
                <a:lnTo>
                  <a:pt x="93037" y="52129"/>
                </a:lnTo>
                <a:cubicBezTo>
                  <a:pt x="93037" y="54493"/>
                  <a:pt x="93183" y="56013"/>
                  <a:pt x="93474" y="56688"/>
                </a:cubicBezTo>
                <a:cubicBezTo>
                  <a:pt x="93766" y="57364"/>
                  <a:pt x="94242" y="57901"/>
                  <a:pt x="94902" y="58300"/>
                </a:cubicBezTo>
                <a:cubicBezTo>
                  <a:pt x="95562" y="58699"/>
                  <a:pt x="96506" y="58899"/>
                  <a:pt x="97734" y="58899"/>
                </a:cubicBezTo>
                <a:cubicBezTo>
                  <a:pt x="98655" y="58899"/>
                  <a:pt x="99868" y="58791"/>
                  <a:pt x="101372" y="58576"/>
                </a:cubicBezTo>
                <a:close/>
                <a:moveTo>
                  <a:pt x="141100" y="65991"/>
                </a:moveTo>
                <a:lnTo>
                  <a:pt x="141100" y="58762"/>
                </a:lnTo>
                <a:cubicBezTo>
                  <a:pt x="137294" y="64318"/>
                  <a:pt x="132121" y="67096"/>
                  <a:pt x="125581" y="67096"/>
                </a:cubicBezTo>
                <a:cubicBezTo>
                  <a:pt x="122696" y="67096"/>
                  <a:pt x="120002" y="66543"/>
                  <a:pt x="117499" y="65438"/>
                </a:cubicBezTo>
                <a:cubicBezTo>
                  <a:pt x="114997" y="64333"/>
                  <a:pt x="113140" y="62944"/>
                  <a:pt x="111927" y="61270"/>
                </a:cubicBezTo>
                <a:cubicBezTo>
                  <a:pt x="110715" y="59597"/>
                  <a:pt x="109863" y="57548"/>
                  <a:pt x="109372" y="55123"/>
                </a:cubicBezTo>
                <a:cubicBezTo>
                  <a:pt x="109034" y="53496"/>
                  <a:pt x="108865" y="50917"/>
                  <a:pt x="108865" y="47386"/>
                </a:cubicBezTo>
                <a:lnTo>
                  <a:pt x="108865" y="17085"/>
                </a:lnTo>
                <a:lnTo>
                  <a:pt x="117154" y="17085"/>
                </a:lnTo>
                <a:lnTo>
                  <a:pt x="117154" y="44180"/>
                </a:lnTo>
                <a:cubicBezTo>
                  <a:pt x="117154" y="48504"/>
                  <a:pt x="117323" y="51417"/>
                  <a:pt x="117661" y="52919"/>
                </a:cubicBezTo>
                <a:cubicBezTo>
                  <a:pt x="118183" y="55097"/>
                  <a:pt x="119288" y="56807"/>
                  <a:pt x="120976" y="58050"/>
                </a:cubicBezTo>
                <a:cubicBezTo>
                  <a:pt x="122665" y="59291"/>
                  <a:pt x="124752" y="59912"/>
                  <a:pt x="127239" y="59912"/>
                </a:cubicBezTo>
                <a:cubicBezTo>
                  <a:pt x="129726" y="59912"/>
                  <a:pt x="132059" y="59276"/>
                  <a:pt x="134239" y="58004"/>
                </a:cubicBezTo>
                <a:cubicBezTo>
                  <a:pt x="136419" y="56731"/>
                  <a:pt x="137961" y="54998"/>
                  <a:pt x="138867" y="52806"/>
                </a:cubicBezTo>
                <a:cubicBezTo>
                  <a:pt x="139773" y="50613"/>
                  <a:pt x="140225" y="47431"/>
                  <a:pt x="140225" y="43260"/>
                </a:cubicBezTo>
                <a:lnTo>
                  <a:pt x="140225" y="17085"/>
                </a:lnTo>
                <a:lnTo>
                  <a:pt x="148515" y="17085"/>
                </a:lnTo>
                <a:lnTo>
                  <a:pt x="148515" y="65991"/>
                </a:lnTo>
                <a:lnTo>
                  <a:pt x="141100" y="65991"/>
                </a:lnTo>
                <a:close/>
                <a:moveTo>
                  <a:pt x="161092" y="65991"/>
                </a:moveTo>
                <a:lnTo>
                  <a:pt x="161092" y="17085"/>
                </a:lnTo>
                <a:lnTo>
                  <a:pt x="168552" y="17085"/>
                </a:lnTo>
                <a:lnTo>
                  <a:pt x="168552" y="24499"/>
                </a:lnTo>
                <a:cubicBezTo>
                  <a:pt x="170455" y="21030"/>
                  <a:pt x="172213" y="18743"/>
                  <a:pt x="173825" y="17637"/>
                </a:cubicBezTo>
                <a:cubicBezTo>
                  <a:pt x="175437" y="16532"/>
                  <a:pt x="177210" y="15980"/>
                  <a:pt x="179144" y="15980"/>
                </a:cubicBezTo>
                <a:cubicBezTo>
                  <a:pt x="181937" y="15980"/>
                  <a:pt x="184777" y="16870"/>
                  <a:pt x="187663" y="18651"/>
                </a:cubicBezTo>
                <a:lnTo>
                  <a:pt x="184808" y="26335"/>
                </a:lnTo>
                <a:cubicBezTo>
                  <a:pt x="182782" y="25142"/>
                  <a:pt x="180755" y="24545"/>
                  <a:pt x="178729" y="24545"/>
                </a:cubicBezTo>
                <a:cubicBezTo>
                  <a:pt x="176918" y="24545"/>
                  <a:pt x="175291" y="25090"/>
                  <a:pt x="173848" y="26180"/>
                </a:cubicBezTo>
                <a:cubicBezTo>
                  <a:pt x="172405" y="27270"/>
                  <a:pt x="171377" y="28782"/>
                  <a:pt x="170762" y="30716"/>
                </a:cubicBezTo>
                <a:cubicBezTo>
                  <a:pt x="169841" y="33663"/>
                  <a:pt x="169381" y="36887"/>
                  <a:pt x="169381" y="40386"/>
                </a:cubicBezTo>
                <a:lnTo>
                  <a:pt x="169381" y="65991"/>
                </a:lnTo>
                <a:lnTo>
                  <a:pt x="161092" y="65991"/>
                </a:lnTo>
                <a:close/>
                <a:moveTo>
                  <a:pt x="192231" y="65991"/>
                </a:moveTo>
                <a:lnTo>
                  <a:pt x="192231" y="17085"/>
                </a:lnTo>
                <a:lnTo>
                  <a:pt x="199691" y="17085"/>
                </a:lnTo>
                <a:lnTo>
                  <a:pt x="199691" y="24038"/>
                </a:lnTo>
                <a:cubicBezTo>
                  <a:pt x="203283" y="18666"/>
                  <a:pt x="208472" y="15980"/>
                  <a:pt x="215256" y="15980"/>
                </a:cubicBezTo>
                <a:cubicBezTo>
                  <a:pt x="218204" y="15980"/>
                  <a:pt x="220913" y="16509"/>
                  <a:pt x="223384" y="17568"/>
                </a:cubicBezTo>
                <a:cubicBezTo>
                  <a:pt x="225856" y="18628"/>
                  <a:pt x="227705" y="20017"/>
                  <a:pt x="228933" y="21736"/>
                </a:cubicBezTo>
                <a:cubicBezTo>
                  <a:pt x="230161" y="23455"/>
                  <a:pt x="231021" y="25497"/>
                  <a:pt x="231512" y="27861"/>
                </a:cubicBezTo>
                <a:cubicBezTo>
                  <a:pt x="231819" y="29396"/>
                  <a:pt x="231973" y="32082"/>
                  <a:pt x="231973" y="35920"/>
                </a:cubicBezTo>
                <a:lnTo>
                  <a:pt x="231973" y="65991"/>
                </a:lnTo>
                <a:lnTo>
                  <a:pt x="223684" y="65991"/>
                </a:lnTo>
                <a:lnTo>
                  <a:pt x="223684" y="36242"/>
                </a:lnTo>
                <a:cubicBezTo>
                  <a:pt x="223684" y="32865"/>
                  <a:pt x="223361" y="30340"/>
                  <a:pt x="222717" y="28667"/>
                </a:cubicBezTo>
                <a:cubicBezTo>
                  <a:pt x="222072" y="26993"/>
                  <a:pt x="220928" y="25658"/>
                  <a:pt x="219286" y="24660"/>
                </a:cubicBezTo>
                <a:cubicBezTo>
                  <a:pt x="217643" y="23662"/>
                  <a:pt x="215717" y="23163"/>
                  <a:pt x="213506" y="23163"/>
                </a:cubicBezTo>
                <a:cubicBezTo>
                  <a:pt x="209976" y="23163"/>
                  <a:pt x="206929" y="24284"/>
                  <a:pt x="204365" y="26525"/>
                </a:cubicBezTo>
                <a:cubicBezTo>
                  <a:pt x="201802" y="28766"/>
                  <a:pt x="200520" y="33018"/>
                  <a:pt x="200520" y="39281"/>
                </a:cubicBezTo>
                <a:lnTo>
                  <a:pt x="200520" y="65991"/>
                </a:lnTo>
                <a:lnTo>
                  <a:pt x="192231" y="65991"/>
                </a:lnTo>
                <a:close/>
              </a:path>
            </a:pathLst>
          </a:custGeom>
          <a:solidFill xmlns:a="http://schemas.openxmlformats.org/drawingml/2006/main">
            <a:srgbClr val="A524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instance">
            <a:extLst xmlns:a="http://schemas.openxmlformats.org/drawingml/2006/main">
              <a:ext uri="{FF2B5EF4-FFF2-40B4-BE49-F238E27FC236}">
                <a16:creationId xmlns:a16="http://schemas.microsoft.com/office/drawing/2014/main" id="{4252AC88-CE9C-4F56-A1D6-438AC8A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866" y="669632"/>
            <a:ext cx="339269" cy="68616"/>
          </a:xfrm>
          <a:custGeom xmlns:a="http://schemas.openxmlformats.org/drawingml/2006/main">
            <a:pathLst>
              <a:path w="339269" h="68616">
                <a:moveTo>
                  <a:pt x="0" y="9486"/>
                </a:moveTo>
                <a:lnTo>
                  <a:pt x="0" y="0"/>
                </a:lnTo>
                <a:lnTo>
                  <a:pt x="8289" y="0"/>
                </a:lnTo>
                <a:lnTo>
                  <a:pt x="8289" y="9486"/>
                </a:lnTo>
                <a:lnTo>
                  <a:pt x="0" y="9486"/>
                </a:lnTo>
                <a:moveTo>
                  <a:pt x="0" y="67510"/>
                </a:moveTo>
                <a:lnTo>
                  <a:pt x="0" y="18604"/>
                </a:lnTo>
                <a:lnTo>
                  <a:pt x="8289" y="18604"/>
                </a:lnTo>
                <a:lnTo>
                  <a:pt x="8289" y="67510"/>
                </a:lnTo>
                <a:lnTo>
                  <a:pt x="0" y="67510"/>
                </a:lnTo>
                <a:close/>
                <a:moveTo>
                  <a:pt x="21042" y="67510"/>
                </a:moveTo>
                <a:lnTo>
                  <a:pt x="21042" y="18604"/>
                </a:lnTo>
                <a:lnTo>
                  <a:pt x="28502" y="18604"/>
                </a:lnTo>
                <a:lnTo>
                  <a:pt x="28502" y="25558"/>
                </a:lnTo>
                <a:cubicBezTo>
                  <a:pt x="32094" y="20186"/>
                  <a:pt x="37283" y="17499"/>
                  <a:pt x="44067" y="17499"/>
                </a:cubicBezTo>
                <a:cubicBezTo>
                  <a:pt x="47015" y="17499"/>
                  <a:pt x="49724" y="18029"/>
                  <a:pt x="52195" y="19088"/>
                </a:cubicBezTo>
                <a:cubicBezTo>
                  <a:pt x="54667" y="20147"/>
                  <a:pt x="56516" y="21536"/>
                  <a:pt x="57744" y="23256"/>
                </a:cubicBezTo>
                <a:cubicBezTo>
                  <a:pt x="58972" y="24975"/>
                  <a:pt x="59832" y="27016"/>
                  <a:pt x="60323" y="29380"/>
                </a:cubicBezTo>
                <a:cubicBezTo>
                  <a:pt x="60630" y="30915"/>
                  <a:pt x="60784" y="33602"/>
                  <a:pt x="60784" y="37439"/>
                </a:cubicBezTo>
                <a:lnTo>
                  <a:pt x="60784" y="67510"/>
                </a:lnTo>
                <a:lnTo>
                  <a:pt x="52495" y="67510"/>
                </a:lnTo>
                <a:lnTo>
                  <a:pt x="52495" y="37762"/>
                </a:lnTo>
                <a:cubicBezTo>
                  <a:pt x="52495" y="34385"/>
                  <a:pt x="52172" y="31859"/>
                  <a:pt x="51528" y="30186"/>
                </a:cubicBezTo>
                <a:cubicBezTo>
                  <a:pt x="50883" y="28513"/>
                  <a:pt x="49739" y="27178"/>
                  <a:pt x="48097" y="26180"/>
                </a:cubicBezTo>
                <a:cubicBezTo>
                  <a:pt x="46454" y="25182"/>
                  <a:pt x="44528" y="24683"/>
                  <a:pt x="42317" y="24683"/>
                </a:cubicBezTo>
                <a:cubicBezTo>
                  <a:pt x="38787" y="24683"/>
                  <a:pt x="35740" y="25804"/>
                  <a:pt x="33176" y="28045"/>
                </a:cubicBezTo>
                <a:cubicBezTo>
                  <a:pt x="30613" y="30286"/>
                  <a:pt x="29331" y="34538"/>
                  <a:pt x="29331" y="40801"/>
                </a:cubicBezTo>
                <a:lnTo>
                  <a:pt x="29331" y="67510"/>
                </a:lnTo>
                <a:lnTo>
                  <a:pt x="21042" y="67510"/>
                </a:lnTo>
                <a:close/>
                <a:moveTo>
                  <a:pt x="69862" y="52866"/>
                </a:moveTo>
                <a:lnTo>
                  <a:pt x="78059" y="51577"/>
                </a:lnTo>
                <a:cubicBezTo>
                  <a:pt x="78519" y="54876"/>
                  <a:pt x="79801" y="57405"/>
                  <a:pt x="81904" y="59164"/>
                </a:cubicBezTo>
                <a:cubicBezTo>
                  <a:pt x="84007" y="60921"/>
                  <a:pt x="86947" y="61800"/>
                  <a:pt x="90723" y="61800"/>
                </a:cubicBezTo>
                <a:cubicBezTo>
                  <a:pt x="94530" y="61800"/>
                  <a:pt x="97354" y="61025"/>
                  <a:pt x="99196" y="59474"/>
                </a:cubicBezTo>
                <a:cubicBezTo>
                  <a:pt x="101038" y="57924"/>
                  <a:pt x="101959" y="56105"/>
                  <a:pt x="101959" y="54017"/>
                </a:cubicBezTo>
                <a:cubicBezTo>
                  <a:pt x="101959" y="52145"/>
                  <a:pt x="101146" y="50671"/>
                  <a:pt x="99518" y="49597"/>
                </a:cubicBezTo>
                <a:cubicBezTo>
                  <a:pt x="98382" y="48860"/>
                  <a:pt x="95558" y="47923"/>
                  <a:pt x="91045" y="46787"/>
                </a:cubicBezTo>
                <a:cubicBezTo>
                  <a:pt x="84966" y="45252"/>
                  <a:pt x="80753" y="43925"/>
                  <a:pt x="78404" y="42804"/>
                </a:cubicBezTo>
                <a:cubicBezTo>
                  <a:pt x="76056" y="41684"/>
                  <a:pt x="74275" y="40133"/>
                  <a:pt x="73062" y="38153"/>
                </a:cubicBezTo>
                <a:cubicBezTo>
                  <a:pt x="71850" y="36173"/>
                  <a:pt x="71243" y="33985"/>
                  <a:pt x="71243" y="31591"/>
                </a:cubicBezTo>
                <a:cubicBezTo>
                  <a:pt x="71243" y="29411"/>
                  <a:pt x="71742" y="27392"/>
                  <a:pt x="72740" y="25535"/>
                </a:cubicBezTo>
                <a:cubicBezTo>
                  <a:pt x="73738" y="23678"/>
                  <a:pt x="75096" y="22135"/>
                  <a:pt x="76815" y="20907"/>
                </a:cubicBezTo>
                <a:cubicBezTo>
                  <a:pt x="78105" y="19955"/>
                  <a:pt x="79862" y="19149"/>
                  <a:pt x="82088" y="18489"/>
                </a:cubicBezTo>
                <a:cubicBezTo>
                  <a:pt x="84314" y="17829"/>
                  <a:pt x="86701" y="17499"/>
                  <a:pt x="89249" y="17499"/>
                </a:cubicBezTo>
                <a:cubicBezTo>
                  <a:pt x="93087" y="17499"/>
                  <a:pt x="96456" y="18052"/>
                  <a:pt x="99357" y="19157"/>
                </a:cubicBezTo>
                <a:cubicBezTo>
                  <a:pt x="102258" y="20262"/>
                  <a:pt x="104400" y="21759"/>
                  <a:pt x="105781" y="23647"/>
                </a:cubicBezTo>
                <a:cubicBezTo>
                  <a:pt x="107163" y="25535"/>
                  <a:pt x="108115" y="28060"/>
                  <a:pt x="108636" y="31222"/>
                </a:cubicBezTo>
                <a:lnTo>
                  <a:pt x="100531" y="32328"/>
                </a:lnTo>
                <a:cubicBezTo>
                  <a:pt x="100163" y="29810"/>
                  <a:pt x="99096" y="27845"/>
                  <a:pt x="97331" y="26433"/>
                </a:cubicBezTo>
                <a:cubicBezTo>
                  <a:pt x="95566" y="25021"/>
                  <a:pt x="93071" y="24315"/>
                  <a:pt x="89848" y="24315"/>
                </a:cubicBezTo>
                <a:cubicBezTo>
                  <a:pt x="86041" y="24315"/>
                  <a:pt x="83324" y="24944"/>
                  <a:pt x="81697" y="26203"/>
                </a:cubicBezTo>
                <a:cubicBezTo>
                  <a:pt x="80070" y="27462"/>
                  <a:pt x="79256" y="28935"/>
                  <a:pt x="79256" y="30624"/>
                </a:cubicBezTo>
                <a:cubicBezTo>
                  <a:pt x="79256" y="31698"/>
                  <a:pt x="79594" y="32665"/>
                  <a:pt x="80269" y="33525"/>
                </a:cubicBezTo>
                <a:cubicBezTo>
                  <a:pt x="80945" y="34415"/>
                  <a:pt x="82004" y="35152"/>
                  <a:pt x="83447" y="35735"/>
                </a:cubicBezTo>
                <a:cubicBezTo>
                  <a:pt x="84276" y="36042"/>
                  <a:pt x="86716" y="36748"/>
                  <a:pt x="90769" y="37854"/>
                </a:cubicBezTo>
                <a:cubicBezTo>
                  <a:pt x="96633" y="39419"/>
                  <a:pt x="100723" y="40701"/>
                  <a:pt x="103041" y="41699"/>
                </a:cubicBezTo>
                <a:cubicBezTo>
                  <a:pt x="105359" y="42697"/>
                  <a:pt x="107178" y="44147"/>
                  <a:pt x="108498" y="46051"/>
                </a:cubicBezTo>
                <a:cubicBezTo>
                  <a:pt x="109818" y="47954"/>
                  <a:pt x="110478" y="50318"/>
                  <a:pt x="110478" y="53142"/>
                </a:cubicBezTo>
                <a:cubicBezTo>
                  <a:pt x="110478" y="55906"/>
                  <a:pt x="109673" y="58507"/>
                  <a:pt x="108061" y="60948"/>
                </a:cubicBezTo>
                <a:cubicBezTo>
                  <a:pt x="106449" y="63389"/>
                  <a:pt x="104123" y="65277"/>
                  <a:pt x="101084" y="66612"/>
                </a:cubicBezTo>
                <a:cubicBezTo>
                  <a:pt x="98045" y="67948"/>
                  <a:pt x="94606" y="68616"/>
                  <a:pt x="90769" y="68616"/>
                </a:cubicBezTo>
                <a:cubicBezTo>
                  <a:pt x="84414" y="68616"/>
                  <a:pt x="79571" y="67292"/>
                  <a:pt x="76240" y="64644"/>
                </a:cubicBezTo>
                <a:cubicBezTo>
                  <a:pt x="72909" y="61996"/>
                  <a:pt x="70783" y="58070"/>
                  <a:pt x="69862" y="52866"/>
                </a:cubicBezTo>
                <a:close/>
                <a:moveTo>
                  <a:pt x="138138" y="60096"/>
                </a:moveTo>
                <a:lnTo>
                  <a:pt x="139335" y="67418"/>
                </a:lnTo>
                <a:cubicBezTo>
                  <a:pt x="137002" y="67909"/>
                  <a:pt x="134914" y="68155"/>
                  <a:pt x="133072" y="68155"/>
                </a:cubicBezTo>
                <a:cubicBezTo>
                  <a:pt x="130064" y="68155"/>
                  <a:pt x="127731" y="67679"/>
                  <a:pt x="126073" y="66727"/>
                </a:cubicBezTo>
                <a:cubicBezTo>
                  <a:pt x="124415" y="65776"/>
                  <a:pt x="123248" y="64525"/>
                  <a:pt x="122573" y="62974"/>
                </a:cubicBezTo>
                <a:cubicBezTo>
                  <a:pt x="121897" y="61424"/>
                  <a:pt x="121560" y="58162"/>
                  <a:pt x="121560" y="53189"/>
                </a:cubicBezTo>
                <a:lnTo>
                  <a:pt x="121560" y="25052"/>
                </a:lnTo>
                <a:lnTo>
                  <a:pt x="115481" y="25052"/>
                </a:lnTo>
                <a:lnTo>
                  <a:pt x="115481" y="18604"/>
                </a:lnTo>
                <a:lnTo>
                  <a:pt x="121560" y="18604"/>
                </a:lnTo>
                <a:lnTo>
                  <a:pt x="121560" y="6493"/>
                </a:lnTo>
                <a:lnTo>
                  <a:pt x="129803" y="1520"/>
                </a:lnTo>
                <a:lnTo>
                  <a:pt x="129803" y="18604"/>
                </a:lnTo>
                <a:lnTo>
                  <a:pt x="138138" y="18604"/>
                </a:lnTo>
                <a:lnTo>
                  <a:pt x="138138" y="25052"/>
                </a:lnTo>
                <a:lnTo>
                  <a:pt x="129803" y="25052"/>
                </a:lnTo>
                <a:lnTo>
                  <a:pt x="129803" y="53649"/>
                </a:lnTo>
                <a:cubicBezTo>
                  <a:pt x="129803" y="56013"/>
                  <a:pt x="129949" y="57533"/>
                  <a:pt x="130240" y="58208"/>
                </a:cubicBezTo>
                <a:cubicBezTo>
                  <a:pt x="130532" y="58883"/>
                  <a:pt x="131008" y="59421"/>
                  <a:pt x="131668" y="59820"/>
                </a:cubicBezTo>
                <a:cubicBezTo>
                  <a:pt x="132328" y="60219"/>
                  <a:pt x="133272" y="60418"/>
                  <a:pt x="134500" y="60418"/>
                </a:cubicBezTo>
                <a:cubicBezTo>
                  <a:pt x="135421" y="60418"/>
                  <a:pt x="136634" y="60311"/>
                  <a:pt x="138138" y="60096"/>
                </a:cubicBezTo>
                <a:close/>
                <a:moveTo>
                  <a:pt x="177728" y="61340"/>
                </a:moveTo>
                <a:cubicBezTo>
                  <a:pt x="174658" y="64000"/>
                  <a:pt x="171703" y="65878"/>
                  <a:pt x="168863" y="66974"/>
                </a:cubicBezTo>
                <a:cubicBezTo>
                  <a:pt x="166024" y="68068"/>
                  <a:pt x="162977" y="68616"/>
                  <a:pt x="159722" y="68616"/>
                </a:cubicBezTo>
                <a:cubicBezTo>
                  <a:pt x="154350" y="68616"/>
                  <a:pt x="150221" y="67303"/>
                  <a:pt x="147335" y="64678"/>
                </a:cubicBezTo>
                <a:cubicBezTo>
                  <a:pt x="144449" y="62053"/>
                  <a:pt x="143006" y="58699"/>
                  <a:pt x="143006" y="54616"/>
                </a:cubicBezTo>
                <a:cubicBezTo>
                  <a:pt x="143006" y="52221"/>
                  <a:pt x="143551" y="50034"/>
                  <a:pt x="144641" y="48054"/>
                </a:cubicBezTo>
                <a:cubicBezTo>
                  <a:pt x="145731" y="46074"/>
                  <a:pt x="147158" y="44485"/>
                  <a:pt x="148923" y="43288"/>
                </a:cubicBezTo>
                <a:cubicBezTo>
                  <a:pt x="150689" y="42090"/>
                  <a:pt x="152677" y="41185"/>
                  <a:pt x="154887" y="40571"/>
                </a:cubicBezTo>
                <a:cubicBezTo>
                  <a:pt x="156514" y="40141"/>
                  <a:pt x="158970" y="39726"/>
                  <a:pt x="162255" y="39327"/>
                </a:cubicBezTo>
                <a:cubicBezTo>
                  <a:pt x="168948" y="38529"/>
                  <a:pt x="173875" y="37577"/>
                  <a:pt x="177037" y="36472"/>
                </a:cubicBezTo>
                <a:cubicBezTo>
                  <a:pt x="177068" y="35341"/>
                  <a:pt x="177083" y="34622"/>
                  <a:pt x="177083" y="34316"/>
                </a:cubicBezTo>
                <a:cubicBezTo>
                  <a:pt x="177083" y="30952"/>
                  <a:pt x="176301" y="28582"/>
                  <a:pt x="174735" y="27206"/>
                </a:cubicBezTo>
                <a:cubicBezTo>
                  <a:pt x="172617" y="25340"/>
                  <a:pt x="169470" y="24407"/>
                  <a:pt x="165294" y="24407"/>
                </a:cubicBezTo>
                <a:cubicBezTo>
                  <a:pt x="161396" y="24407"/>
                  <a:pt x="158517" y="25090"/>
                  <a:pt x="156660" y="26456"/>
                </a:cubicBezTo>
                <a:cubicBezTo>
                  <a:pt x="154803" y="27822"/>
                  <a:pt x="153429" y="30240"/>
                  <a:pt x="152538" y="33709"/>
                </a:cubicBezTo>
                <a:lnTo>
                  <a:pt x="144434" y="32604"/>
                </a:lnTo>
                <a:cubicBezTo>
                  <a:pt x="145170" y="29124"/>
                  <a:pt x="146383" y="26314"/>
                  <a:pt x="148072" y="24174"/>
                </a:cubicBezTo>
                <a:cubicBezTo>
                  <a:pt x="149760" y="22033"/>
                  <a:pt x="152201" y="20386"/>
                  <a:pt x="155394" y="19232"/>
                </a:cubicBezTo>
                <a:cubicBezTo>
                  <a:pt x="158586" y="18077"/>
                  <a:pt x="162286" y="17499"/>
                  <a:pt x="166492" y="17499"/>
                </a:cubicBezTo>
                <a:cubicBezTo>
                  <a:pt x="170667" y="17499"/>
                  <a:pt x="174059" y="17992"/>
                  <a:pt x="176669" y="18979"/>
                </a:cubicBezTo>
                <a:cubicBezTo>
                  <a:pt x="179279" y="19964"/>
                  <a:pt x="181197" y="21204"/>
                  <a:pt x="182425" y="22699"/>
                </a:cubicBezTo>
                <a:cubicBezTo>
                  <a:pt x="183653" y="24192"/>
                  <a:pt x="184513" y="26080"/>
                  <a:pt x="185004" y="28360"/>
                </a:cubicBezTo>
                <a:cubicBezTo>
                  <a:pt x="185280" y="29777"/>
                  <a:pt x="185419" y="32322"/>
                  <a:pt x="185419" y="35996"/>
                </a:cubicBezTo>
                <a:lnTo>
                  <a:pt x="185419" y="47016"/>
                </a:lnTo>
                <a:cubicBezTo>
                  <a:pt x="185419" y="54700"/>
                  <a:pt x="185595" y="59567"/>
                  <a:pt x="185948" y="61616"/>
                </a:cubicBezTo>
                <a:cubicBezTo>
                  <a:pt x="186301" y="63665"/>
                  <a:pt x="187000" y="65630"/>
                  <a:pt x="188044" y="67510"/>
                </a:cubicBezTo>
                <a:lnTo>
                  <a:pt x="179386" y="67510"/>
                </a:lnTo>
                <a:cubicBezTo>
                  <a:pt x="178526" y="65752"/>
                  <a:pt x="177974" y="63695"/>
                  <a:pt x="177728" y="61340"/>
                </a:cubicBezTo>
                <a:moveTo>
                  <a:pt x="177037" y="43011"/>
                </a:moveTo>
                <a:cubicBezTo>
                  <a:pt x="174029" y="44234"/>
                  <a:pt x="169516" y="45273"/>
                  <a:pt x="163498" y="46128"/>
                </a:cubicBezTo>
                <a:cubicBezTo>
                  <a:pt x="160091" y="46617"/>
                  <a:pt x="157681" y="47166"/>
                  <a:pt x="156269" y="47778"/>
                </a:cubicBezTo>
                <a:cubicBezTo>
                  <a:pt x="154856" y="48389"/>
                  <a:pt x="153766" y="49282"/>
                  <a:pt x="152999" y="50459"/>
                </a:cubicBezTo>
                <a:cubicBezTo>
                  <a:pt x="152231" y="51635"/>
                  <a:pt x="151848" y="52941"/>
                  <a:pt x="151848" y="54377"/>
                </a:cubicBezTo>
                <a:cubicBezTo>
                  <a:pt x="151848" y="56577"/>
                  <a:pt x="152684" y="58410"/>
                  <a:pt x="154357" y="59877"/>
                </a:cubicBezTo>
                <a:cubicBezTo>
                  <a:pt x="156031" y="61343"/>
                  <a:pt x="158479" y="62076"/>
                  <a:pt x="161703" y="62076"/>
                </a:cubicBezTo>
                <a:cubicBezTo>
                  <a:pt x="164895" y="62076"/>
                  <a:pt x="167735" y="61380"/>
                  <a:pt x="170222" y="59988"/>
                </a:cubicBezTo>
                <a:cubicBezTo>
                  <a:pt x="172709" y="58595"/>
                  <a:pt x="174535" y="56692"/>
                  <a:pt x="175702" y="54279"/>
                </a:cubicBezTo>
                <a:cubicBezTo>
                  <a:pt x="176592" y="52417"/>
                  <a:pt x="177037" y="49669"/>
                  <a:pt x="177037" y="46035"/>
                </a:cubicBezTo>
                <a:lnTo>
                  <a:pt x="177037" y="43011"/>
                </a:lnTo>
                <a:close/>
                <a:moveTo>
                  <a:pt x="197950" y="67510"/>
                </a:moveTo>
                <a:lnTo>
                  <a:pt x="197950" y="18604"/>
                </a:lnTo>
                <a:lnTo>
                  <a:pt x="205411" y="18604"/>
                </a:lnTo>
                <a:lnTo>
                  <a:pt x="205411" y="25558"/>
                </a:lnTo>
                <a:cubicBezTo>
                  <a:pt x="209003" y="20186"/>
                  <a:pt x="214191" y="17499"/>
                  <a:pt x="220976" y="17499"/>
                </a:cubicBezTo>
                <a:cubicBezTo>
                  <a:pt x="223923" y="17499"/>
                  <a:pt x="226632" y="18029"/>
                  <a:pt x="229104" y="19088"/>
                </a:cubicBezTo>
                <a:cubicBezTo>
                  <a:pt x="231575" y="20147"/>
                  <a:pt x="233425" y="21536"/>
                  <a:pt x="234653" y="23256"/>
                </a:cubicBezTo>
                <a:cubicBezTo>
                  <a:pt x="235881" y="24975"/>
                  <a:pt x="236740" y="27016"/>
                  <a:pt x="237232" y="29380"/>
                </a:cubicBezTo>
                <a:cubicBezTo>
                  <a:pt x="237539" y="30915"/>
                  <a:pt x="237692" y="33602"/>
                  <a:pt x="237692" y="37439"/>
                </a:cubicBezTo>
                <a:lnTo>
                  <a:pt x="237692" y="67510"/>
                </a:lnTo>
                <a:lnTo>
                  <a:pt x="229403" y="67510"/>
                </a:lnTo>
                <a:lnTo>
                  <a:pt x="229403" y="37762"/>
                </a:lnTo>
                <a:cubicBezTo>
                  <a:pt x="229403" y="34385"/>
                  <a:pt x="229081" y="31859"/>
                  <a:pt x="228436" y="30186"/>
                </a:cubicBezTo>
                <a:cubicBezTo>
                  <a:pt x="227791" y="28513"/>
                  <a:pt x="226648" y="27178"/>
                  <a:pt x="225005" y="26180"/>
                </a:cubicBezTo>
                <a:cubicBezTo>
                  <a:pt x="223363" y="25182"/>
                  <a:pt x="221436" y="24683"/>
                  <a:pt x="219226" y="24683"/>
                </a:cubicBezTo>
                <a:cubicBezTo>
                  <a:pt x="215695" y="24683"/>
                  <a:pt x="212648" y="25804"/>
                  <a:pt x="210085" y="28045"/>
                </a:cubicBezTo>
                <a:cubicBezTo>
                  <a:pt x="207521" y="30286"/>
                  <a:pt x="206240" y="34538"/>
                  <a:pt x="206240" y="40801"/>
                </a:cubicBezTo>
                <a:lnTo>
                  <a:pt x="206240" y="67510"/>
                </a:lnTo>
                <a:lnTo>
                  <a:pt x="197950" y="67510"/>
                </a:lnTo>
                <a:close/>
                <a:moveTo>
                  <a:pt x="281998" y="49551"/>
                </a:moveTo>
                <a:lnTo>
                  <a:pt x="290149" y="50656"/>
                </a:lnTo>
                <a:cubicBezTo>
                  <a:pt x="289259" y="56274"/>
                  <a:pt x="286979" y="60672"/>
                  <a:pt x="283311" y="63849"/>
                </a:cubicBezTo>
                <a:cubicBezTo>
                  <a:pt x="279642" y="67027"/>
                  <a:pt x="275137" y="68616"/>
                  <a:pt x="269795" y="68616"/>
                </a:cubicBezTo>
                <a:cubicBezTo>
                  <a:pt x="263102" y="68616"/>
                  <a:pt x="257722" y="66428"/>
                  <a:pt x="253654" y="62053"/>
                </a:cubicBezTo>
                <a:cubicBezTo>
                  <a:pt x="249586" y="57678"/>
                  <a:pt x="247552" y="51408"/>
                  <a:pt x="247552" y="43242"/>
                </a:cubicBezTo>
                <a:cubicBezTo>
                  <a:pt x="247552" y="37961"/>
                  <a:pt x="248427" y="33341"/>
                  <a:pt x="250177" y="29380"/>
                </a:cubicBezTo>
                <a:cubicBezTo>
                  <a:pt x="251927" y="25420"/>
                  <a:pt x="254591" y="22450"/>
                  <a:pt x="258167" y="20470"/>
                </a:cubicBezTo>
                <a:cubicBezTo>
                  <a:pt x="261744" y="18489"/>
                  <a:pt x="265635" y="17499"/>
                  <a:pt x="269841" y="17499"/>
                </a:cubicBezTo>
                <a:cubicBezTo>
                  <a:pt x="275152" y="17499"/>
                  <a:pt x="279496" y="18835"/>
                  <a:pt x="282873" y="21506"/>
                </a:cubicBezTo>
                <a:cubicBezTo>
                  <a:pt x="286250" y="24176"/>
                  <a:pt x="288415" y="27967"/>
                  <a:pt x="289366" y="32880"/>
                </a:cubicBezTo>
                <a:lnTo>
                  <a:pt x="281308" y="34170"/>
                </a:lnTo>
                <a:cubicBezTo>
                  <a:pt x="280540" y="30900"/>
                  <a:pt x="279182" y="28440"/>
                  <a:pt x="277232" y="26790"/>
                </a:cubicBezTo>
                <a:cubicBezTo>
                  <a:pt x="275283" y="25140"/>
                  <a:pt x="272926" y="24315"/>
                  <a:pt x="270163" y="24315"/>
                </a:cubicBezTo>
                <a:cubicBezTo>
                  <a:pt x="265988" y="24315"/>
                  <a:pt x="262596" y="25811"/>
                  <a:pt x="259986" y="28805"/>
                </a:cubicBezTo>
                <a:cubicBezTo>
                  <a:pt x="257377" y="31798"/>
                  <a:pt x="256072" y="36534"/>
                  <a:pt x="256072" y="43011"/>
                </a:cubicBezTo>
                <a:cubicBezTo>
                  <a:pt x="256072" y="49581"/>
                  <a:pt x="257331" y="54355"/>
                  <a:pt x="259848" y="57333"/>
                </a:cubicBezTo>
                <a:cubicBezTo>
                  <a:pt x="262365" y="60311"/>
                  <a:pt x="265650" y="61800"/>
                  <a:pt x="269703" y="61800"/>
                </a:cubicBezTo>
                <a:cubicBezTo>
                  <a:pt x="272957" y="61800"/>
                  <a:pt x="275674" y="60798"/>
                  <a:pt x="277854" y="58795"/>
                </a:cubicBezTo>
                <a:cubicBezTo>
                  <a:pt x="280034" y="56792"/>
                  <a:pt x="281415" y="53710"/>
                  <a:pt x="281998" y="49551"/>
                </a:cubicBezTo>
                <a:close/>
                <a:moveTo>
                  <a:pt x="330427" y="51669"/>
                </a:moveTo>
                <a:lnTo>
                  <a:pt x="338992" y="52774"/>
                </a:lnTo>
                <a:cubicBezTo>
                  <a:pt x="337642" y="57793"/>
                  <a:pt x="335140" y="61688"/>
                  <a:pt x="331486" y="64459"/>
                </a:cubicBezTo>
                <a:cubicBezTo>
                  <a:pt x="327833" y="67230"/>
                  <a:pt x="323166" y="68616"/>
                  <a:pt x="317487" y="68616"/>
                </a:cubicBezTo>
                <a:cubicBezTo>
                  <a:pt x="310334" y="68616"/>
                  <a:pt x="304662" y="66413"/>
                  <a:pt x="300471" y="62007"/>
                </a:cubicBezTo>
                <a:cubicBezTo>
                  <a:pt x="296280" y="57602"/>
                  <a:pt x="294185" y="51423"/>
                  <a:pt x="294185" y="43472"/>
                </a:cubicBezTo>
                <a:cubicBezTo>
                  <a:pt x="294185" y="35244"/>
                  <a:pt x="296304" y="28858"/>
                  <a:pt x="300540" y="24315"/>
                </a:cubicBezTo>
                <a:cubicBezTo>
                  <a:pt x="304777" y="19771"/>
                  <a:pt x="310272" y="17499"/>
                  <a:pt x="317026" y="17499"/>
                </a:cubicBezTo>
                <a:cubicBezTo>
                  <a:pt x="323566" y="17499"/>
                  <a:pt x="328907" y="19722"/>
                  <a:pt x="333052" y="24167"/>
                </a:cubicBezTo>
                <a:cubicBezTo>
                  <a:pt x="337197" y="28610"/>
                  <a:pt x="339269" y="34863"/>
                  <a:pt x="339269" y="42924"/>
                </a:cubicBezTo>
                <a:cubicBezTo>
                  <a:pt x="339269" y="43414"/>
                  <a:pt x="339253" y="44149"/>
                  <a:pt x="339223" y="45130"/>
                </a:cubicBezTo>
                <a:lnTo>
                  <a:pt x="302751" y="45130"/>
                </a:lnTo>
                <a:cubicBezTo>
                  <a:pt x="303058" y="50518"/>
                  <a:pt x="304577" y="54643"/>
                  <a:pt x="307310" y="57506"/>
                </a:cubicBezTo>
                <a:cubicBezTo>
                  <a:pt x="310042" y="60369"/>
                  <a:pt x="313450" y="61800"/>
                  <a:pt x="317533" y="61800"/>
                </a:cubicBezTo>
                <a:cubicBezTo>
                  <a:pt x="320572" y="61800"/>
                  <a:pt x="323166" y="60995"/>
                  <a:pt x="325315" y="59384"/>
                </a:cubicBezTo>
                <a:cubicBezTo>
                  <a:pt x="327464" y="57772"/>
                  <a:pt x="329168" y="55200"/>
                  <a:pt x="330427" y="51669"/>
                </a:cubicBezTo>
                <a:moveTo>
                  <a:pt x="303211" y="38314"/>
                </a:moveTo>
                <a:lnTo>
                  <a:pt x="330519" y="38314"/>
                </a:lnTo>
                <a:cubicBezTo>
                  <a:pt x="330151" y="34214"/>
                  <a:pt x="329107" y="31138"/>
                  <a:pt x="327388" y="29088"/>
                </a:cubicBezTo>
                <a:cubicBezTo>
                  <a:pt x="324747" y="25906"/>
                  <a:pt x="321324" y="24315"/>
                  <a:pt x="317118" y="24315"/>
                </a:cubicBezTo>
                <a:cubicBezTo>
                  <a:pt x="313312" y="24315"/>
                  <a:pt x="310111" y="25585"/>
                  <a:pt x="307517" y="28125"/>
                </a:cubicBezTo>
                <a:cubicBezTo>
                  <a:pt x="304923" y="30665"/>
                  <a:pt x="303487" y="34061"/>
                  <a:pt x="303211" y="383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9DE1E-D4C2-49B8-9202-A2C1316B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504" y="858869"/>
            <a:ext cx="1231560" cy="623044"/>
          </a:xfrm>
          <a:custGeom xmlns:a="http://schemas.openxmlformats.org/drawingml/2006/main">
            <a:pathLst>
              <a:path w="1231560" h="623044">
                <a:moveTo>
                  <a:pt x="0" y="47800"/>
                </a:moveTo>
                <a:cubicBezTo>
                  <a:pt x="117" y="21487"/>
                  <a:pt x="21252" y="351"/>
                  <a:pt x="47800" y="0"/>
                </a:cubicBezTo>
                <a:lnTo>
                  <a:pt x="1183759" y="0"/>
                </a:lnTo>
                <a:cubicBezTo>
                  <a:pt x="1210319" y="351"/>
                  <a:pt x="1231442" y="21487"/>
                  <a:pt x="1231560" y="47800"/>
                </a:cubicBezTo>
                <a:lnTo>
                  <a:pt x="1231560" y="576415"/>
                </a:lnTo>
                <a:cubicBezTo>
                  <a:pt x="1231442" y="601908"/>
                  <a:pt x="1210319" y="623044"/>
                  <a:pt x="1183759" y="622809"/>
                </a:cubicBezTo>
                <a:lnTo>
                  <a:pt x="47800" y="622809"/>
                </a:lnTo>
                <a:cubicBezTo>
                  <a:pt x="21252" y="623044"/>
                  <a:pt x="117" y="601908"/>
                  <a:pt x="0" y="576415"/>
                </a:cubicBezTo>
                <a:lnTo>
                  <a:pt x="0" y="4780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76622-C0C3-42F2-8CE3-48D0CD8C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63" y="853362"/>
            <a:ext cx="1243041" cy="634408"/>
          </a:xfrm>
          <a:custGeom xmlns:a="http://schemas.openxmlformats.org/drawingml/2006/main">
            <a:pathLst>
              <a:path w="1243041" h="634408">
                <a:moveTo>
                  <a:pt x="4159" y="602014"/>
                </a:moveTo>
                <a:lnTo>
                  <a:pt x="6397" y="606653"/>
                </a:lnTo>
                <a:lnTo>
                  <a:pt x="9056" y="611023"/>
                </a:lnTo>
                <a:lnTo>
                  <a:pt x="12114" y="615112"/>
                </a:lnTo>
                <a:lnTo>
                  <a:pt x="15535" y="618873"/>
                </a:lnTo>
                <a:lnTo>
                  <a:pt x="19296" y="622294"/>
                </a:lnTo>
                <a:lnTo>
                  <a:pt x="23385" y="625352"/>
                </a:lnTo>
                <a:lnTo>
                  <a:pt x="27755" y="628011"/>
                </a:lnTo>
                <a:lnTo>
                  <a:pt x="32394" y="630249"/>
                </a:lnTo>
                <a:lnTo>
                  <a:pt x="37280" y="632030"/>
                </a:lnTo>
                <a:lnTo>
                  <a:pt x="42364" y="633342"/>
                </a:lnTo>
                <a:lnTo>
                  <a:pt x="47566" y="634127"/>
                </a:lnTo>
                <a:lnTo>
                  <a:pt x="50331" y="634338"/>
                </a:lnTo>
                <a:lnTo>
                  <a:pt x="52979" y="634408"/>
                </a:lnTo>
                <a:lnTo>
                  <a:pt x="1190062" y="634408"/>
                </a:lnTo>
                <a:lnTo>
                  <a:pt x="1192710" y="634338"/>
                </a:lnTo>
                <a:lnTo>
                  <a:pt x="1195475" y="634127"/>
                </a:lnTo>
                <a:lnTo>
                  <a:pt x="1200677" y="633342"/>
                </a:lnTo>
                <a:lnTo>
                  <a:pt x="1205762" y="632030"/>
                </a:lnTo>
                <a:lnTo>
                  <a:pt x="1210647" y="630249"/>
                </a:lnTo>
                <a:lnTo>
                  <a:pt x="1215286" y="628011"/>
                </a:lnTo>
                <a:lnTo>
                  <a:pt x="1219656" y="625352"/>
                </a:lnTo>
                <a:lnTo>
                  <a:pt x="1223745" y="622294"/>
                </a:lnTo>
                <a:lnTo>
                  <a:pt x="1227506" y="618873"/>
                </a:lnTo>
                <a:lnTo>
                  <a:pt x="1230927" y="615112"/>
                </a:lnTo>
                <a:lnTo>
                  <a:pt x="1233985" y="611023"/>
                </a:lnTo>
                <a:lnTo>
                  <a:pt x="1236644" y="606653"/>
                </a:lnTo>
                <a:lnTo>
                  <a:pt x="1238882" y="602014"/>
                </a:lnTo>
                <a:lnTo>
                  <a:pt x="1240663" y="597128"/>
                </a:lnTo>
                <a:lnTo>
                  <a:pt x="1241975" y="592044"/>
                </a:lnTo>
                <a:lnTo>
                  <a:pt x="1242760" y="586842"/>
                </a:lnTo>
                <a:lnTo>
                  <a:pt x="1242971" y="584077"/>
                </a:lnTo>
                <a:lnTo>
                  <a:pt x="1243041" y="581429"/>
                </a:lnTo>
                <a:lnTo>
                  <a:pt x="1243041" y="52979"/>
                </a:lnTo>
                <a:lnTo>
                  <a:pt x="1242971" y="50331"/>
                </a:lnTo>
                <a:lnTo>
                  <a:pt x="1242760" y="47566"/>
                </a:lnTo>
                <a:lnTo>
                  <a:pt x="1241975" y="42364"/>
                </a:lnTo>
                <a:lnTo>
                  <a:pt x="1240663" y="37280"/>
                </a:lnTo>
                <a:lnTo>
                  <a:pt x="1238882" y="32394"/>
                </a:lnTo>
                <a:lnTo>
                  <a:pt x="1236644" y="27755"/>
                </a:lnTo>
                <a:lnTo>
                  <a:pt x="1233985" y="23385"/>
                </a:lnTo>
                <a:lnTo>
                  <a:pt x="1230927" y="19296"/>
                </a:lnTo>
                <a:lnTo>
                  <a:pt x="1227506" y="15535"/>
                </a:lnTo>
                <a:lnTo>
                  <a:pt x="1223745" y="12114"/>
                </a:lnTo>
                <a:lnTo>
                  <a:pt x="1219656" y="9056"/>
                </a:lnTo>
                <a:lnTo>
                  <a:pt x="1215286" y="6397"/>
                </a:lnTo>
                <a:lnTo>
                  <a:pt x="1210647" y="4159"/>
                </a:lnTo>
                <a:lnTo>
                  <a:pt x="1205762" y="2378"/>
                </a:lnTo>
                <a:lnTo>
                  <a:pt x="1200677" y="1066"/>
                </a:lnTo>
                <a:lnTo>
                  <a:pt x="1195475" y="281"/>
                </a:lnTo>
                <a:lnTo>
                  <a:pt x="1192710" y="70"/>
                </a:lnTo>
                <a:lnTo>
                  <a:pt x="1190062" y="0"/>
                </a:lnTo>
                <a:lnTo>
                  <a:pt x="52979" y="0"/>
                </a:lnTo>
                <a:lnTo>
                  <a:pt x="50331" y="70"/>
                </a:lnTo>
                <a:lnTo>
                  <a:pt x="47566" y="281"/>
                </a:lnTo>
                <a:lnTo>
                  <a:pt x="42364" y="1066"/>
                </a:lnTo>
                <a:lnTo>
                  <a:pt x="37280" y="2378"/>
                </a:lnTo>
                <a:lnTo>
                  <a:pt x="32394" y="4159"/>
                </a:lnTo>
                <a:lnTo>
                  <a:pt x="27755" y="6397"/>
                </a:lnTo>
                <a:lnTo>
                  <a:pt x="23385" y="9056"/>
                </a:lnTo>
                <a:lnTo>
                  <a:pt x="19296" y="12114"/>
                </a:lnTo>
                <a:lnTo>
                  <a:pt x="15535" y="15535"/>
                </a:lnTo>
                <a:lnTo>
                  <a:pt x="12114" y="19296"/>
                </a:lnTo>
                <a:lnTo>
                  <a:pt x="9056" y="23385"/>
                </a:lnTo>
                <a:lnTo>
                  <a:pt x="6397" y="27755"/>
                </a:lnTo>
                <a:lnTo>
                  <a:pt x="4159" y="32394"/>
                </a:lnTo>
                <a:lnTo>
                  <a:pt x="2378" y="37280"/>
                </a:lnTo>
                <a:lnTo>
                  <a:pt x="1066" y="42364"/>
                </a:lnTo>
                <a:lnTo>
                  <a:pt x="281" y="47566"/>
                </a:lnTo>
                <a:lnTo>
                  <a:pt x="70" y="50331"/>
                </a:lnTo>
                <a:lnTo>
                  <a:pt x="0" y="52979"/>
                </a:lnTo>
                <a:lnTo>
                  <a:pt x="0" y="581429"/>
                </a:lnTo>
                <a:lnTo>
                  <a:pt x="70" y="584077"/>
                </a:lnTo>
                <a:lnTo>
                  <a:pt x="281" y="586842"/>
                </a:lnTo>
                <a:lnTo>
                  <a:pt x="1066" y="592044"/>
                </a:lnTo>
                <a:lnTo>
                  <a:pt x="2378" y="597128"/>
                </a:lnTo>
                <a:lnTo>
                  <a:pt x="4159" y="602014"/>
                </a:lnTo>
                <a:close/>
                <a:moveTo>
                  <a:pt x="16695" y="33387"/>
                </a:moveTo>
                <a:lnTo>
                  <a:pt x="18812" y="29890"/>
                </a:lnTo>
                <a:lnTo>
                  <a:pt x="21124" y="26801"/>
                </a:lnTo>
                <a:lnTo>
                  <a:pt x="23828" y="23828"/>
                </a:lnTo>
                <a:lnTo>
                  <a:pt x="26801" y="21124"/>
                </a:lnTo>
                <a:lnTo>
                  <a:pt x="29890" y="18812"/>
                </a:lnTo>
                <a:lnTo>
                  <a:pt x="33387" y="16695"/>
                </a:lnTo>
                <a:lnTo>
                  <a:pt x="36965" y="14968"/>
                </a:lnTo>
                <a:lnTo>
                  <a:pt x="40818" y="13562"/>
                </a:lnTo>
                <a:lnTo>
                  <a:pt x="44715" y="12562"/>
                </a:lnTo>
                <a:lnTo>
                  <a:pt x="48932" y="11919"/>
                </a:lnTo>
                <a:lnTo>
                  <a:pt x="50974" y="11770"/>
                </a:lnTo>
                <a:lnTo>
                  <a:pt x="53201" y="11716"/>
                </a:lnTo>
                <a:lnTo>
                  <a:pt x="1189840" y="11716"/>
                </a:lnTo>
                <a:lnTo>
                  <a:pt x="1192067" y="11770"/>
                </a:lnTo>
                <a:lnTo>
                  <a:pt x="1194109" y="11919"/>
                </a:lnTo>
                <a:lnTo>
                  <a:pt x="1198326" y="12562"/>
                </a:lnTo>
                <a:lnTo>
                  <a:pt x="1202223" y="13562"/>
                </a:lnTo>
                <a:lnTo>
                  <a:pt x="1206076" y="14968"/>
                </a:lnTo>
                <a:lnTo>
                  <a:pt x="1209654" y="16695"/>
                </a:lnTo>
                <a:lnTo>
                  <a:pt x="1213151" y="18812"/>
                </a:lnTo>
                <a:lnTo>
                  <a:pt x="1216240" y="21124"/>
                </a:lnTo>
                <a:lnTo>
                  <a:pt x="1219213" y="23828"/>
                </a:lnTo>
                <a:lnTo>
                  <a:pt x="1221917" y="26801"/>
                </a:lnTo>
                <a:lnTo>
                  <a:pt x="1224229" y="29890"/>
                </a:lnTo>
                <a:lnTo>
                  <a:pt x="1226346" y="33387"/>
                </a:lnTo>
                <a:lnTo>
                  <a:pt x="1228074" y="36965"/>
                </a:lnTo>
                <a:lnTo>
                  <a:pt x="1229480" y="40818"/>
                </a:lnTo>
                <a:lnTo>
                  <a:pt x="1230479" y="44715"/>
                </a:lnTo>
                <a:lnTo>
                  <a:pt x="1231122" y="48932"/>
                </a:lnTo>
                <a:lnTo>
                  <a:pt x="1231272" y="50974"/>
                </a:lnTo>
                <a:lnTo>
                  <a:pt x="1231325" y="53201"/>
                </a:lnTo>
                <a:lnTo>
                  <a:pt x="1231325" y="581207"/>
                </a:lnTo>
                <a:lnTo>
                  <a:pt x="1231272" y="583434"/>
                </a:lnTo>
                <a:lnTo>
                  <a:pt x="1231122" y="585476"/>
                </a:lnTo>
                <a:lnTo>
                  <a:pt x="1230479" y="589692"/>
                </a:lnTo>
                <a:lnTo>
                  <a:pt x="1229480" y="593590"/>
                </a:lnTo>
                <a:lnTo>
                  <a:pt x="1228074" y="597443"/>
                </a:lnTo>
                <a:lnTo>
                  <a:pt x="1226346" y="601021"/>
                </a:lnTo>
                <a:lnTo>
                  <a:pt x="1224229" y="604517"/>
                </a:lnTo>
                <a:lnTo>
                  <a:pt x="1221917" y="607607"/>
                </a:lnTo>
                <a:lnTo>
                  <a:pt x="1219213" y="610580"/>
                </a:lnTo>
                <a:lnTo>
                  <a:pt x="1216240" y="613284"/>
                </a:lnTo>
                <a:lnTo>
                  <a:pt x="1213151" y="615595"/>
                </a:lnTo>
                <a:lnTo>
                  <a:pt x="1209654" y="617712"/>
                </a:lnTo>
                <a:lnTo>
                  <a:pt x="1206076" y="619440"/>
                </a:lnTo>
                <a:lnTo>
                  <a:pt x="1202223" y="620846"/>
                </a:lnTo>
                <a:lnTo>
                  <a:pt x="1198326" y="621846"/>
                </a:lnTo>
                <a:lnTo>
                  <a:pt x="1194109" y="622489"/>
                </a:lnTo>
                <a:lnTo>
                  <a:pt x="1192067" y="622638"/>
                </a:lnTo>
                <a:lnTo>
                  <a:pt x="1189840" y="622692"/>
                </a:lnTo>
                <a:lnTo>
                  <a:pt x="53201" y="622692"/>
                </a:lnTo>
                <a:lnTo>
                  <a:pt x="50974" y="622638"/>
                </a:lnTo>
                <a:lnTo>
                  <a:pt x="48932" y="622489"/>
                </a:lnTo>
                <a:lnTo>
                  <a:pt x="44715" y="621846"/>
                </a:lnTo>
                <a:lnTo>
                  <a:pt x="40818" y="620846"/>
                </a:lnTo>
                <a:lnTo>
                  <a:pt x="36965" y="619440"/>
                </a:lnTo>
                <a:lnTo>
                  <a:pt x="33387" y="617712"/>
                </a:lnTo>
                <a:lnTo>
                  <a:pt x="29890" y="615595"/>
                </a:lnTo>
                <a:lnTo>
                  <a:pt x="26801" y="613284"/>
                </a:lnTo>
                <a:lnTo>
                  <a:pt x="23828" y="610580"/>
                </a:lnTo>
                <a:lnTo>
                  <a:pt x="21124" y="607607"/>
                </a:lnTo>
                <a:lnTo>
                  <a:pt x="18812" y="604517"/>
                </a:lnTo>
                <a:lnTo>
                  <a:pt x="16695" y="601021"/>
                </a:lnTo>
                <a:lnTo>
                  <a:pt x="14968" y="597443"/>
                </a:lnTo>
                <a:lnTo>
                  <a:pt x="13562" y="593590"/>
                </a:lnTo>
                <a:lnTo>
                  <a:pt x="12562" y="589692"/>
                </a:lnTo>
                <a:lnTo>
                  <a:pt x="11919" y="585476"/>
                </a:lnTo>
                <a:lnTo>
                  <a:pt x="11770" y="583434"/>
                </a:lnTo>
                <a:lnTo>
                  <a:pt x="11716" y="581207"/>
                </a:lnTo>
                <a:lnTo>
                  <a:pt x="11716" y="53201"/>
                </a:lnTo>
                <a:lnTo>
                  <a:pt x="11770" y="50974"/>
                </a:lnTo>
                <a:lnTo>
                  <a:pt x="11919" y="48932"/>
                </a:lnTo>
                <a:lnTo>
                  <a:pt x="12562" y="44715"/>
                </a:lnTo>
                <a:lnTo>
                  <a:pt x="13562" y="40818"/>
                </a:lnTo>
                <a:lnTo>
                  <a:pt x="14968" y="36965"/>
                </a:lnTo>
                <a:lnTo>
                  <a:pt x="16695" y="33387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def">
            <a:extLst xmlns:a="http://schemas.openxmlformats.org/drawingml/2006/main">
              <a:ext uri="{FF2B5EF4-FFF2-40B4-BE49-F238E27FC236}">
                <a16:creationId xmlns:a16="http://schemas.microsoft.com/office/drawing/2014/main" id="{60AD5A91-6509-426C-A46F-787F65F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2" y="910457"/>
            <a:ext cx="130520" cy="69721"/>
          </a:xfrm>
          <a:custGeom xmlns:a="http://schemas.openxmlformats.org/drawingml/2006/main">
            <a:pathLst>
              <a:path w="130520" h="69721">
                <a:moveTo>
                  <a:pt x="34722" y="68616"/>
                </a:moveTo>
                <a:lnTo>
                  <a:pt x="34722" y="62445"/>
                </a:lnTo>
                <a:cubicBezTo>
                  <a:pt x="31621" y="67295"/>
                  <a:pt x="27062" y="69721"/>
                  <a:pt x="21045" y="69721"/>
                </a:cubicBezTo>
                <a:cubicBezTo>
                  <a:pt x="17146" y="69721"/>
                  <a:pt x="13562" y="68646"/>
                  <a:pt x="10292" y="66497"/>
                </a:cubicBezTo>
                <a:cubicBezTo>
                  <a:pt x="7023" y="64348"/>
                  <a:pt x="4490" y="61347"/>
                  <a:pt x="2694" y="57494"/>
                </a:cubicBezTo>
                <a:cubicBezTo>
                  <a:pt x="898" y="53641"/>
                  <a:pt x="0" y="49213"/>
                  <a:pt x="0" y="44209"/>
                </a:cubicBezTo>
                <a:cubicBezTo>
                  <a:pt x="0" y="39327"/>
                  <a:pt x="814" y="34899"/>
                  <a:pt x="2441" y="30923"/>
                </a:cubicBezTo>
                <a:cubicBezTo>
                  <a:pt x="4068" y="26947"/>
                  <a:pt x="6508" y="23900"/>
                  <a:pt x="9763" y="21782"/>
                </a:cubicBezTo>
                <a:cubicBezTo>
                  <a:pt x="13017" y="19664"/>
                  <a:pt x="16655" y="18604"/>
                  <a:pt x="20677" y="18604"/>
                </a:cubicBezTo>
                <a:cubicBezTo>
                  <a:pt x="23624" y="18604"/>
                  <a:pt x="26249" y="19230"/>
                  <a:pt x="28551" y="20482"/>
                </a:cubicBezTo>
                <a:cubicBezTo>
                  <a:pt x="30854" y="21734"/>
                  <a:pt x="32727" y="23364"/>
                  <a:pt x="34170" y="25372"/>
                </a:cubicBezTo>
                <a:lnTo>
                  <a:pt x="34170" y="1105"/>
                </a:lnTo>
                <a:lnTo>
                  <a:pt x="42413" y="1105"/>
                </a:lnTo>
                <a:lnTo>
                  <a:pt x="42413" y="68616"/>
                </a:lnTo>
                <a:lnTo>
                  <a:pt x="34722" y="68616"/>
                </a:lnTo>
                <a:moveTo>
                  <a:pt x="8519" y="44232"/>
                </a:moveTo>
                <a:cubicBezTo>
                  <a:pt x="8519" y="50487"/>
                  <a:pt x="9839" y="55163"/>
                  <a:pt x="12480" y="58260"/>
                </a:cubicBezTo>
                <a:cubicBezTo>
                  <a:pt x="15120" y="61357"/>
                  <a:pt x="18236" y="62905"/>
                  <a:pt x="21828" y="62905"/>
                </a:cubicBezTo>
                <a:cubicBezTo>
                  <a:pt x="25451" y="62905"/>
                  <a:pt x="28528" y="61426"/>
                  <a:pt x="31061" y="58467"/>
                </a:cubicBezTo>
                <a:cubicBezTo>
                  <a:pt x="33594" y="55508"/>
                  <a:pt x="34860" y="50993"/>
                  <a:pt x="34860" y="44921"/>
                </a:cubicBezTo>
                <a:cubicBezTo>
                  <a:pt x="34860" y="38237"/>
                  <a:pt x="33571" y="33331"/>
                  <a:pt x="30992" y="30203"/>
                </a:cubicBezTo>
                <a:cubicBezTo>
                  <a:pt x="28413" y="27076"/>
                  <a:pt x="25236" y="25512"/>
                  <a:pt x="21460" y="25512"/>
                </a:cubicBezTo>
                <a:cubicBezTo>
                  <a:pt x="17776" y="25512"/>
                  <a:pt x="14698" y="27014"/>
                  <a:pt x="12226" y="30019"/>
                </a:cubicBezTo>
                <a:cubicBezTo>
                  <a:pt x="9755" y="33024"/>
                  <a:pt x="8519" y="37762"/>
                  <a:pt x="8519" y="44232"/>
                </a:cubicBezTo>
                <a:close/>
                <a:moveTo>
                  <a:pt x="88608" y="52774"/>
                </a:moveTo>
                <a:lnTo>
                  <a:pt x="97173" y="53879"/>
                </a:lnTo>
                <a:cubicBezTo>
                  <a:pt x="95822" y="58898"/>
                  <a:pt x="93320" y="62793"/>
                  <a:pt x="89667" y="65565"/>
                </a:cubicBezTo>
                <a:cubicBezTo>
                  <a:pt x="86013" y="68335"/>
                  <a:pt x="81347" y="69721"/>
                  <a:pt x="75667" y="69721"/>
                </a:cubicBezTo>
                <a:cubicBezTo>
                  <a:pt x="68514" y="69721"/>
                  <a:pt x="62842" y="67518"/>
                  <a:pt x="58652" y="63112"/>
                </a:cubicBezTo>
                <a:cubicBezTo>
                  <a:pt x="54461" y="58707"/>
                  <a:pt x="52366" y="52528"/>
                  <a:pt x="52366" y="44577"/>
                </a:cubicBezTo>
                <a:cubicBezTo>
                  <a:pt x="52366" y="36349"/>
                  <a:pt x="54484" y="29964"/>
                  <a:pt x="58721" y="25420"/>
                </a:cubicBezTo>
                <a:cubicBezTo>
                  <a:pt x="62957" y="20876"/>
                  <a:pt x="68453" y="18604"/>
                  <a:pt x="75207" y="18604"/>
                </a:cubicBezTo>
                <a:cubicBezTo>
                  <a:pt x="81746" y="18604"/>
                  <a:pt x="87088" y="20827"/>
                  <a:pt x="91232" y="25272"/>
                </a:cubicBezTo>
                <a:cubicBezTo>
                  <a:pt x="95377" y="29716"/>
                  <a:pt x="97449" y="35968"/>
                  <a:pt x="97449" y="44029"/>
                </a:cubicBezTo>
                <a:cubicBezTo>
                  <a:pt x="97449" y="44519"/>
                  <a:pt x="97434" y="45254"/>
                  <a:pt x="97403" y="46235"/>
                </a:cubicBezTo>
                <a:lnTo>
                  <a:pt x="60931" y="46235"/>
                </a:lnTo>
                <a:cubicBezTo>
                  <a:pt x="61238" y="51623"/>
                  <a:pt x="62758" y="55748"/>
                  <a:pt x="65490" y="58611"/>
                </a:cubicBezTo>
                <a:cubicBezTo>
                  <a:pt x="68222" y="61474"/>
                  <a:pt x="71630" y="62905"/>
                  <a:pt x="75713" y="62905"/>
                </a:cubicBezTo>
                <a:cubicBezTo>
                  <a:pt x="78753" y="62905"/>
                  <a:pt x="81347" y="62100"/>
                  <a:pt x="83496" y="60489"/>
                </a:cubicBezTo>
                <a:cubicBezTo>
                  <a:pt x="85645" y="58877"/>
                  <a:pt x="87349" y="56306"/>
                  <a:pt x="88608" y="52774"/>
                </a:cubicBezTo>
                <a:moveTo>
                  <a:pt x="61392" y="39419"/>
                </a:moveTo>
                <a:lnTo>
                  <a:pt x="88700" y="39419"/>
                </a:lnTo>
                <a:cubicBezTo>
                  <a:pt x="88331" y="35319"/>
                  <a:pt x="87287" y="32244"/>
                  <a:pt x="85568" y="30193"/>
                </a:cubicBezTo>
                <a:cubicBezTo>
                  <a:pt x="82928" y="27011"/>
                  <a:pt x="79505" y="25420"/>
                  <a:pt x="75299" y="25420"/>
                </a:cubicBezTo>
                <a:cubicBezTo>
                  <a:pt x="71492" y="25420"/>
                  <a:pt x="68291" y="26690"/>
                  <a:pt x="65697" y="29231"/>
                </a:cubicBezTo>
                <a:cubicBezTo>
                  <a:pt x="63103" y="31770"/>
                  <a:pt x="61668" y="35166"/>
                  <a:pt x="61392" y="39419"/>
                </a:cubicBezTo>
                <a:close/>
                <a:moveTo>
                  <a:pt x="109244" y="68616"/>
                </a:moveTo>
                <a:lnTo>
                  <a:pt x="109244" y="26157"/>
                </a:lnTo>
                <a:lnTo>
                  <a:pt x="101922" y="26157"/>
                </a:lnTo>
                <a:lnTo>
                  <a:pt x="101922" y="19710"/>
                </a:lnTo>
                <a:lnTo>
                  <a:pt x="109244" y="19710"/>
                </a:lnTo>
                <a:lnTo>
                  <a:pt x="109244" y="14517"/>
                </a:lnTo>
                <a:cubicBezTo>
                  <a:pt x="109244" y="11240"/>
                  <a:pt x="109536" y="8805"/>
                  <a:pt x="110119" y="7213"/>
                </a:cubicBezTo>
                <a:cubicBezTo>
                  <a:pt x="110917" y="5069"/>
                  <a:pt x="112322" y="3331"/>
                  <a:pt x="114333" y="1999"/>
                </a:cubicBezTo>
                <a:cubicBezTo>
                  <a:pt x="116344" y="666"/>
                  <a:pt x="119160" y="0"/>
                  <a:pt x="122783" y="0"/>
                </a:cubicBezTo>
                <a:cubicBezTo>
                  <a:pt x="125116" y="0"/>
                  <a:pt x="127695" y="278"/>
                  <a:pt x="130520" y="833"/>
                </a:cubicBezTo>
                <a:lnTo>
                  <a:pt x="129276" y="8102"/>
                </a:lnTo>
                <a:cubicBezTo>
                  <a:pt x="127557" y="7797"/>
                  <a:pt x="125930" y="7644"/>
                  <a:pt x="124395" y="7644"/>
                </a:cubicBezTo>
                <a:cubicBezTo>
                  <a:pt x="121877" y="7644"/>
                  <a:pt x="120097" y="8178"/>
                  <a:pt x="119053" y="9245"/>
                </a:cubicBezTo>
                <a:cubicBezTo>
                  <a:pt x="118009" y="10311"/>
                  <a:pt x="117487" y="12306"/>
                  <a:pt x="117487" y="15231"/>
                </a:cubicBezTo>
                <a:lnTo>
                  <a:pt x="117487" y="19710"/>
                </a:lnTo>
                <a:lnTo>
                  <a:pt x="127020" y="19710"/>
                </a:lnTo>
                <a:lnTo>
                  <a:pt x="127020" y="26157"/>
                </a:lnTo>
                <a:lnTo>
                  <a:pt x="117487" y="26157"/>
                </a:lnTo>
                <a:lnTo>
                  <a:pt x="117487" y="68616"/>
                </a:lnTo>
                <a:lnTo>
                  <a:pt x="109244" y="68616"/>
                </a:lnTo>
                <a:close/>
              </a:path>
            </a:pathLst>
          </a:custGeom>
          <a:solidFill xmlns:a="http://schemas.openxmlformats.org/drawingml/2006/main">
            <a:srgbClr val="282D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handle_temp">
            <a:extLst xmlns:a="http://schemas.openxmlformats.org/drawingml/2006/main">
              <a:ext uri="{FF2B5EF4-FFF2-40B4-BE49-F238E27FC236}">
                <a16:creationId xmlns:a16="http://schemas.microsoft.com/office/drawing/2014/main" id="{75E3498D-03D2-457F-BDCF-C0DFCC86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835" y="911562"/>
            <a:ext cx="532179" cy="86299"/>
          </a:xfrm>
          <a:custGeom xmlns:a="http://schemas.openxmlformats.org/drawingml/2006/main">
            <a:pathLst>
              <a:path w="532179" h="86299">
                <a:moveTo>
                  <a:pt x="0" y="67510"/>
                </a:moveTo>
                <a:lnTo>
                  <a:pt x="0" y="0"/>
                </a:lnTo>
                <a:lnTo>
                  <a:pt x="8289" y="0"/>
                </a:lnTo>
                <a:lnTo>
                  <a:pt x="8289" y="24266"/>
                </a:lnTo>
                <a:cubicBezTo>
                  <a:pt x="12157" y="19755"/>
                  <a:pt x="17039" y="17499"/>
                  <a:pt x="22933" y="17499"/>
                </a:cubicBezTo>
                <a:cubicBezTo>
                  <a:pt x="26556" y="17499"/>
                  <a:pt x="29703" y="18213"/>
                  <a:pt x="32374" y="19641"/>
                </a:cubicBezTo>
                <a:cubicBezTo>
                  <a:pt x="35045" y="21068"/>
                  <a:pt x="36956" y="23041"/>
                  <a:pt x="38107" y="25558"/>
                </a:cubicBezTo>
                <a:cubicBezTo>
                  <a:pt x="39258" y="28076"/>
                  <a:pt x="39834" y="31729"/>
                  <a:pt x="39834" y="36518"/>
                </a:cubicBezTo>
                <a:lnTo>
                  <a:pt x="39834" y="67510"/>
                </a:lnTo>
                <a:lnTo>
                  <a:pt x="31545" y="67510"/>
                </a:lnTo>
                <a:lnTo>
                  <a:pt x="31545" y="36551"/>
                </a:lnTo>
                <a:cubicBezTo>
                  <a:pt x="31545" y="32412"/>
                  <a:pt x="30647" y="29399"/>
                  <a:pt x="28851" y="27512"/>
                </a:cubicBezTo>
                <a:cubicBezTo>
                  <a:pt x="27055" y="25626"/>
                  <a:pt x="24514" y="24683"/>
                  <a:pt x="21229" y="24683"/>
                </a:cubicBezTo>
                <a:cubicBezTo>
                  <a:pt x="18773" y="24683"/>
                  <a:pt x="16463" y="25320"/>
                  <a:pt x="14299" y="26593"/>
                </a:cubicBezTo>
                <a:cubicBezTo>
                  <a:pt x="12134" y="27865"/>
                  <a:pt x="10592" y="29590"/>
                  <a:pt x="9671" y="31768"/>
                </a:cubicBezTo>
                <a:cubicBezTo>
                  <a:pt x="8750" y="33945"/>
                  <a:pt x="8289" y="36950"/>
                  <a:pt x="8289" y="40784"/>
                </a:cubicBezTo>
                <a:lnTo>
                  <a:pt x="8289" y="67510"/>
                </a:lnTo>
                <a:lnTo>
                  <a:pt x="0" y="67510"/>
                </a:lnTo>
                <a:close/>
                <a:moveTo>
                  <a:pt x="84048" y="61340"/>
                </a:moveTo>
                <a:cubicBezTo>
                  <a:pt x="80978" y="64000"/>
                  <a:pt x="78024" y="65878"/>
                  <a:pt x="75184" y="66974"/>
                </a:cubicBezTo>
                <a:cubicBezTo>
                  <a:pt x="72344" y="68068"/>
                  <a:pt x="69297" y="68616"/>
                  <a:pt x="66043" y="68616"/>
                </a:cubicBezTo>
                <a:cubicBezTo>
                  <a:pt x="60670" y="68616"/>
                  <a:pt x="56541" y="67303"/>
                  <a:pt x="53655" y="64678"/>
                </a:cubicBezTo>
                <a:cubicBezTo>
                  <a:pt x="50769" y="62053"/>
                  <a:pt x="49326" y="58699"/>
                  <a:pt x="49326" y="54616"/>
                </a:cubicBezTo>
                <a:cubicBezTo>
                  <a:pt x="49326" y="52221"/>
                  <a:pt x="49871" y="50034"/>
                  <a:pt x="50961" y="48054"/>
                </a:cubicBezTo>
                <a:cubicBezTo>
                  <a:pt x="52051" y="46074"/>
                  <a:pt x="53479" y="44485"/>
                  <a:pt x="55244" y="43288"/>
                </a:cubicBezTo>
                <a:cubicBezTo>
                  <a:pt x="57009" y="42090"/>
                  <a:pt x="58997" y="41185"/>
                  <a:pt x="61207" y="40571"/>
                </a:cubicBezTo>
                <a:cubicBezTo>
                  <a:pt x="62834" y="40141"/>
                  <a:pt x="65291" y="39726"/>
                  <a:pt x="68575" y="39327"/>
                </a:cubicBezTo>
                <a:cubicBezTo>
                  <a:pt x="75268" y="38529"/>
                  <a:pt x="80196" y="37577"/>
                  <a:pt x="83358" y="36472"/>
                </a:cubicBezTo>
                <a:cubicBezTo>
                  <a:pt x="83388" y="35341"/>
                  <a:pt x="83404" y="34622"/>
                  <a:pt x="83404" y="34316"/>
                </a:cubicBezTo>
                <a:cubicBezTo>
                  <a:pt x="83404" y="30952"/>
                  <a:pt x="82621" y="28582"/>
                  <a:pt x="81055" y="27206"/>
                </a:cubicBezTo>
                <a:cubicBezTo>
                  <a:pt x="78937" y="25340"/>
                  <a:pt x="75790" y="24407"/>
                  <a:pt x="71615" y="24407"/>
                </a:cubicBezTo>
                <a:cubicBezTo>
                  <a:pt x="67716" y="24407"/>
                  <a:pt x="64838" y="25090"/>
                  <a:pt x="62980" y="26456"/>
                </a:cubicBezTo>
                <a:cubicBezTo>
                  <a:pt x="61123" y="27822"/>
                  <a:pt x="59749" y="30240"/>
                  <a:pt x="58859" y="33709"/>
                </a:cubicBezTo>
                <a:lnTo>
                  <a:pt x="50754" y="32604"/>
                </a:lnTo>
                <a:cubicBezTo>
                  <a:pt x="51491" y="29124"/>
                  <a:pt x="52703" y="26314"/>
                  <a:pt x="54392" y="24174"/>
                </a:cubicBezTo>
                <a:cubicBezTo>
                  <a:pt x="56080" y="22033"/>
                  <a:pt x="58521" y="20386"/>
                  <a:pt x="61714" y="19232"/>
                </a:cubicBezTo>
                <a:cubicBezTo>
                  <a:pt x="64907" y="18077"/>
                  <a:pt x="68606" y="17499"/>
                  <a:pt x="72812" y="17499"/>
                </a:cubicBezTo>
                <a:cubicBezTo>
                  <a:pt x="76987" y="17499"/>
                  <a:pt x="80380" y="17992"/>
                  <a:pt x="82989" y="18979"/>
                </a:cubicBezTo>
                <a:cubicBezTo>
                  <a:pt x="85599" y="19964"/>
                  <a:pt x="87518" y="21204"/>
                  <a:pt x="88746" y="22699"/>
                </a:cubicBezTo>
                <a:cubicBezTo>
                  <a:pt x="89974" y="24192"/>
                  <a:pt x="90833" y="26080"/>
                  <a:pt x="91325" y="28360"/>
                </a:cubicBezTo>
                <a:cubicBezTo>
                  <a:pt x="91601" y="29777"/>
                  <a:pt x="91739" y="32322"/>
                  <a:pt x="91739" y="35996"/>
                </a:cubicBezTo>
                <a:lnTo>
                  <a:pt x="91739" y="47016"/>
                </a:lnTo>
                <a:cubicBezTo>
                  <a:pt x="91739" y="54700"/>
                  <a:pt x="91915" y="59567"/>
                  <a:pt x="92269" y="61616"/>
                </a:cubicBezTo>
                <a:cubicBezTo>
                  <a:pt x="92622" y="63665"/>
                  <a:pt x="93320" y="65630"/>
                  <a:pt x="94364" y="67510"/>
                </a:cubicBezTo>
                <a:lnTo>
                  <a:pt x="85706" y="67510"/>
                </a:lnTo>
                <a:cubicBezTo>
                  <a:pt x="84847" y="65752"/>
                  <a:pt x="84294" y="63695"/>
                  <a:pt x="84048" y="61340"/>
                </a:cubicBezTo>
                <a:moveTo>
                  <a:pt x="83358" y="43011"/>
                </a:moveTo>
                <a:cubicBezTo>
                  <a:pt x="80349" y="44234"/>
                  <a:pt x="75836" y="45273"/>
                  <a:pt x="69819" y="46128"/>
                </a:cubicBezTo>
                <a:cubicBezTo>
                  <a:pt x="66411" y="46617"/>
                  <a:pt x="64001" y="47166"/>
                  <a:pt x="62589" y="47778"/>
                </a:cubicBezTo>
                <a:cubicBezTo>
                  <a:pt x="61177" y="48389"/>
                  <a:pt x="60087" y="49282"/>
                  <a:pt x="59319" y="50459"/>
                </a:cubicBezTo>
                <a:cubicBezTo>
                  <a:pt x="58552" y="51635"/>
                  <a:pt x="58168" y="52941"/>
                  <a:pt x="58168" y="54377"/>
                </a:cubicBezTo>
                <a:cubicBezTo>
                  <a:pt x="58168" y="56577"/>
                  <a:pt x="59005" y="58410"/>
                  <a:pt x="60678" y="59877"/>
                </a:cubicBezTo>
                <a:cubicBezTo>
                  <a:pt x="62351" y="61343"/>
                  <a:pt x="64799" y="62076"/>
                  <a:pt x="68023" y="62076"/>
                </a:cubicBezTo>
                <a:cubicBezTo>
                  <a:pt x="71216" y="62076"/>
                  <a:pt x="74055" y="61380"/>
                  <a:pt x="76542" y="59988"/>
                </a:cubicBezTo>
                <a:cubicBezTo>
                  <a:pt x="79029" y="58595"/>
                  <a:pt x="80856" y="56692"/>
                  <a:pt x="82022" y="54279"/>
                </a:cubicBezTo>
                <a:cubicBezTo>
                  <a:pt x="82913" y="52417"/>
                  <a:pt x="83358" y="49669"/>
                  <a:pt x="83358" y="46035"/>
                </a:cubicBezTo>
                <a:lnTo>
                  <a:pt x="83358" y="43011"/>
                </a:lnTo>
                <a:close/>
                <a:moveTo>
                  <a:pt x="104270" y="67510"/>
                </a:moveTo>
                <a:lnTo>
                  <a:pt x="104270" y="18604"/>
                </a:lnTo>
                <a:lnTo>
                  <a:pt x="111730" y="18604"/>
                </a:lnTo>
                <a:lnTo>
                  <a:pt x="111730" y="25558"/>
                </a:lnTo>
                <a:cubicBezTo>
                  <a:pt x="115322" y="20186"/>
                  <a:pt x="120511" y="17499"/>
                  <a:pt x="127296" y="17499"/>
                </a:cubicBezTo>
                <a:cubicBezTo>
                  <a:pt x="130243" y="17499"/>
                  <a:pt x="132952" y="18029"/>
                  <a:pt x="135423" y="19088"/>
                </a:cubicBezTo>
                <a:cubicBezTo>
                  <a:pt x="137895" y="20147"/>
                  <a:pt x="139745" y="21536"/>
                  <a:pt x="140973" y="23256"/>
                </a:cubicBezTo>
                <a:cubicBezTo>
                  <a:pt x="142201" y="24975"/>
                  <a:pt x="143060" y="27016"/>
                  <a:pt x="143551" y="29380"/>
                </a:cubicBezTo>
                <a:cubicBezTo>
                  <a:pt x="143858" y="30915"/>
                  <a:pt x="144012" y="33602"/>
                  <a:pt x="144012" y="37439"/>
                </a:cubicBezTo>
                <a:lnTo>
                  <a:pt x="144012" y="67510"/>
                </a:lnTo>
                <a:lnTo>
                  <a:pt x="135723" y="67510"/>
                </a:lnTo>
                <a:lnTo>
                  <a:pt x="135723" y="37762"/>
                </a:lnTo>
                <a:cubicBezTo>
                  <a:pt x="135723" y="34385"/>
                  <a:pt x="135400" y="31859"/>
                  <a:pt x="134756" y="30186"/>
                </a:cubicBezTo>
                <a:cubicBezTo>
                  <a:pt x="134111" y="28513"/>
                  <a:pt x="132967" y="27178"/>
                  <a:pt x="131325" y="26180"/>
                </a:cubicBezTo>
                <a:cubicBezTo>
                  <a:pt x="129682" y="25182"/>
                  <a:pt x="127756" y="24683"/>
                  <a:pt x="125546" y="24683"/>
                </a:cubicBezTo>
                <a:cubicBezTo>
                  <a:pt x="122015" y="24683"/>
                  <a:pt x="118968" y="25804"/>
                  <a:pt x="116405" y="28045"/>
                </a:cubicBezTo>
                <a:cubicBezTo>
                  <a:pt x="113841" y="30286"/>
                  <a:pt x="112559" y="34538"/>
                  <a:pt x="112559" y="40801"/>
                </a:cubicBezTo>
                <a:lnTo>
                  <a:pt x="112559" y="67510"/>
                </a:lnTo>
                <a:lnTo>
                  <a:pt x="104270" y="67510"/>
                </a:lnTo>
                <a:close/>
                <a:moveTo>
                  <a:pt x="188134" y="67510"/>
                </a:moveTo>
                <a:lnTo>
                  <a:pt x="188134" y="61340"/>
                </a:lnTo>
                <a:cubicBezTo>
                  <a:pt x="185034" y="66190"/>
                  <a:pt x="180475" y="68616"/>
                  <a:pt x="174457" y="68616"/>
                </a:cubicBezTo>
                <a:cubicBezTo>
                  <a:pt x="170558" y="68616"/>
                  <a:pt x="166974" y="67541"/>
                  <a:pt x="163705" y="65392"/>
                </a:cubicBezTo>
                <a:cubicBezTo>
                  <a:pt x="160435" y="63243"/>
                  <a:pt x="157902" y="60242"/>
                  <a:pt x="156106" y="56389"/>
                </a:cubicBezTo>
                <a:cubicBezTo>
                  <a:pt x="154310" y="52536"/>
                  <a:pt x="153412" y="48108"/>
                  <a:pt x="153412" y="43103"/>
                </a:cubicBezTo>
                <a:cubicBezTo>
                  <a:pt x="153412" y="38222"/>
                  <a:pt x="154226" y="33794"/>
                  <a:pt x="155853" y="29818"/>
                </a:cubicBezTo>
                <a:cubicBezTo>
                  <a:pt x="157480" y="25842"/>
                  <a:pt x="159921" y="22795"/>
                  <a:pt x="163175" y="20677"/>
                </a:cubicBezTo>
                <a:cubicBezTo>
                  <a:pt x="166429" y="18558"/>
                  <a:pt x="170067" y="17499"/>
                  <a:pt x="174089" y="17499"/>
                </a:cubicBezTo>
                <a:cubicBezTo>
                  <a:pt x="177036" y="17499"/>
                  <a:pt x="179661" y="18125"/>
                  <a:pt x="181964" y="19377"/>
                </a:cubicBezTo>
                <a:cubicBezTo>
                  <a:pt x="184266" y="20628"/>
                  <a:pt x="186139" y="22258"/>
                  <a:pt x="187582" y="24267"/>
                </a:cubicBezTo>
                <a:lnTo>
                  <a:pt x="187582" y="0"/>
                </a:lnTo>
                <a:lnTo>
                  <a:pt x="195825" y="0"/>
                </a:lnTo>
                <a:lnTo>
                  <a:pt x="195825" y="67510"/>
                </a:lnTo>
                <a:lnTo>
                  <a:pt x="188134" y="67510"/>
                </a:lnTo>
                <a:moveTo>
                  <a:pt x="161932" y="43126"/>
                </a:moveTo>
                <a:cubicBezTo>
                  <a:pt x="161932" y="49382"/>
                  <a:pt x="163252" y="54058"/>
                  <a:pt x="165892" y="57155"/>
                </a:cubicBezTo>
                <a:cubicBezTo>
                  <a:pt x="168532" y="60252"/>
                  <a:pt x="171648" y="61800"/>
                  <a:pt x="175240" y="61800"/>
                </a:cubicBezTo>
                <a:cubicBezTo>
                  <a:pt x="178863" y="61800"/>
                  <a:pt x="181941" y="60321"/>
                  <a:pt x="184473" y="57362"/>
                </a:cubicBezTo>
                <a:cubicBezTo>
                  <a:pt x="187006" y="54403"/>
                  <a:pt x="188273" y="49888"/>
                  <a:pt x="188273" y="43816"/>
                </a:cubicBezTo>
                <a:cubicBezTo>
                  <a:pt x="188273" y="37132"/>
                  <a:pt x="186983" y="32226"/>
                  <a:pt x="184404" y="29098"/>
                </a:cubicBezTo>
                <a:cubicBezTo>
                  <a:pt x="181826" y="25971"/>
                  <a:pt x="178648" y="24407"/>
                  <a:pt x="174872" y="24407"/>
                </a:cubicBezTo>
                <a:cubicBezTo>
                  <a:pt x="171188" y="24407"/>
                  <a:pt x="168110" y="25909"/>
                  <a:pt x="165639" y="28914"/>
                </a:cubicBezTo>
                <a:cubicBezTo>
                  <a:pt x="163167" y="31919"/>
                  <a:pt x="161932" y="36656"/>
                  <a:pt x="161932" y="43126"/>
                </a:cubicBezTo>
                <a:close/>
                <a:moveTo>
                  <a:pt x="208357" y="67510"/>
                </a:moveTo>
                <a:lnTo>
                  <a:pt x="208357" y="0"/>
                </a:lnTo>
                <a:lnTo>
                  <a:pt x="216646" y="0"/>
                </a:lnTo>
                <a:lnTo>
                  <a:pt x="216646" y="67510"/>
                </a:lnTo>
                <a:lnTo>
                  <a:pt x="208357" y="67510"/>
                </a:lnTo>
                <a:close/>
                <a:moveTo>
                  <a:pt x="263108" y="51669"/>
                </a:moveTo>
                <a:lnTo>
                  <a:pt x="271673" y="52774"/>
                </a:lnTo>
                <a:cubicBezTo>
                  <a:pt x="270322" y="57793"/>
                  <a:pt x="267820" y="61688"/>
                  <a:pt x="264167" y="64459"/>
                </a:cubicBezTo>
                <a:cubicBezTo>
                  <a:pt x="260514" y="67230"/>
                  <a:pt x="255847" y="68616"/>
                  <a:pt x="250168" y="68616"/>
                </a:cubicBezTo>
                <a:cubicBezTo>
                  <a:pt x="243014" y="68616"/>
                  <a:pt x="237342" y="66413"/>
                  <a:pt x="233152" y="62007"/>
                </a:cubicBezTo>
                <a:cubicBezTo>
                  <a:pt x="228961" y="57602"/>
                  <a:pt x="226866" y="51423"/>
                  <a:pt x="226866" y="43472"/>
                </a:cubicBezTo>
                <a:cubicBezTo>
                  <a:pt x="226866" y="35244"/>
                  <a:pt x="228984" y="28858"/>
                  <a:pt x="233221" y="24315"/>
                </a:cubicBezTo>
                <a:cubicBezTo>
                  <a:pt x="237458" y="19771"/>
                  <a:pt x="242953" y="17499"/>
                  <a:pt x="249707" y="17499"/>
                </a:cubicBezTo>
                <a:cubicBezTo>
                  <a:pt x="256246" y="17499"/>
                  <a:pt x="261588" y="19722"/>
                  <a:pt x="265733" y="24167"/>
                </a:cubicBezTo>
                <a:cubicBezTo>
                  <a:pt x="269877" y="28610"/>
                  <a:pt x="271950" y="34863"/>
                  <a:pt x="271950" y="42924"/>
                </a:cubicBezTo>
                <a:cubicBezTo>
                  <a:pt x="271950" y="43414"/>
                  <a:pt x="271934" y="44149"/>
                  <a:pt x="271904" y="45130"/>
                </a:cubicBezTo>
                <a:lnTo>
                  <a:pt x="235431" y="45130"/>
                </a:lnTo>
                <a:cubicBezTo>
                  <a:pt x="235738" y="50518"/>
                  <a:pt x="237258" y="54643"/>
                  <a:pt x="239990" y="57506"/>
                </a:cubicBezTo>
                <a:cubicBezTo>
                  <a:pt x="242723" y="60369"/>
                  <a:pt x="246130" y="61800"/>
                  <a:pt x="250214" y="61800"/>
                </a:cubicBezTo>
                <a:cubicBezTo>
                  <a:pt x="253253" y="61800"/>
                  <a:pt x="255847" y="60995"/>
                  <a:pt x="257996" y="59384"/>
                </a:cubicBezTo>
                <a:cubicBezTo>
                  <a:pt x="260145" y="57772"/>
                  <a:pt x="261849" y="55200"/>
                  <a:pt x="263108" y="51669"/>
                </a:cubicBezTo>
                <a:moveTo>
                  <a:pt x="235892" y="38314"/>
                </a:moveTo>
                <a:lnTo>
                  <a:pt x="263200" y="38314"/>
                </a:lnTo>
                <a:cubicBezTo>
                  <a:pt x="262832" y="34214"/>
                  <a:pt x="261788" y="31138"/>
                  <a:pt x="260068" y="29088"/>
                </a:cubicBezTo>
                <a:cubicBezTo>
                  <a:pt x="257428" y="25906"/>
                  <a:pt x="254005" y="24315"/>
                  <a:pt x="249799" y="24315"/>
                </a:cubicBezTo>
                <a:cubicBezTo>
                  <a:pt x="245992" y="24315"/>
                  <a:pt x="242792" y="25585"/>
                  <a:pt x="240198" y="28125"/>
                </a:cubicBezTo>
                <a:cubicBezTo>
                  <a:pt x="237603" y="30665"/>
                  <a:pt x="236168" y="34061"/>
                  <a:pt x="235892" y="38314"/>
                </a:cubicBezTo>
                <a:close/>
                <a:moveTo>
                  <a:pt x="274120" y="86299"/>
                </a:moveTo>
                <a:lnTo>
                  <a:pt x="274120" y="80312"/>
                </a:lnTo>
                <a:lnTo>
                  <a:pt x="329058" y="80312"/>
                </a:lnTo>
                <a:lnTo>
                  <a:pt x="329058" y="86299"/>
                </a:lnTo>
                <a:lnTo>
                  <a:pt x="274120" y="86299"/>
                </a:lnTo>
                <a:close/>
                <a:moveTo>
                  <a:pt x="351997" y="60096"/>
                </a:moveTo>
                <a:lnTo>
                  <a:pt x="353195" y="67418"/>
                </a:lnTo>
                <a:cubicBezTo>
                  <a:pt x="350861" y="67909"/>
                  <a:pt x="348774" y="68155"/>
                  <a:pt x="346932" y="68155"/>
                </a:cubicBezTo>
                <a:cubicBezTo>
                  <a:pt x="343923" y="68155"/>
                  <a:pt x="341590" y="67679"/>
                  <a:pt x="339932" y="66727"/>
                </a:cubicBezTo>
                <a:cubicBezTo>
                  <a:pt x="338274" y="65776"/>
                  <a:pt x="337108" y="64525"/>
                  <a:pt x="336432" y="62974"/>
                </a:cubicBezTo>
                <a:cubicBezTo>
                  <a:pt x="335757" y="61424"/>
                  <a:pt x="335419" y="58162"/>
                  <a:pt x="335419" y="53189"/>
                </a:cubicBezTo>
                <a:lnTo>
                  <a:pt x="335419" y="25052"/>
                </a:lnTo>
                <a:lnTo>
                  <a:pt x="329340" y="25052"/>
                </a:lnTo>
                <a:lnTo>
                  <a:pt x="329340" y="18604"/>
                </a:lnTo>
                <a:lnTo>
                  <a:pt x="335419" y="18604"/>
                </a:lnTo>
                <a:lnTo>
                  <a:pt x="335419" y="6493"/>
                </a:lnTo>
                <a:lnTo>
                  <a:pt x="343662" y="1520"/>
                </a:lnTo>
                <a:lnTo>
                  <a:pt x="343662" y="18604"/>
                </a:lnTo>
                <a:lnTo>
                  <a:pt x="351997" y="18604"/>
                </a:lnTo>
                <a:lnTo>
                  <a:pt x="351997" y="25052"/>
                </a:lnTo>
                <a:lnTo>
                  <a:pt x="343662" y="25052"/>
                </a:lnTo>
                <a:lnTo>
                  <a:pt x="343662" y="53649"/>
                </a:lnTo>
                <a:cubicBezTo>
                  <a:pt x="343662" y="56013"/>
                  <a:pt x="343808" y="57533"/>
                  <a:pt x="344100" y="58208"/>
                </a:cubicBezTo>
                <a:cubicBezTo>
                  <a:pt x="344391" y="58883"/>
                  <a:pt x="344867" y="59421"/>
                  <a:pt x="345527" y="59820"/>
                </a:cubicBezTo>
                <a:cubicBezTo>
                  <a:pt x="346187" y="60219"/>
                  <a:pt x="347131" y="60418"/>
                  <a:pt x="348359" y="60418"/>
                </a:cubicBezTo>
                <a:cubicBezTo>
                  <a:pt x="349280" y="60418"/>
                  <a:pt x="350493" y="60311"/>
                  <a:pt x="351997" y="60096"/>
                </a:cubicBezTo>
                <a:close/>
                <a:moveTo>
                  <a:pt x="393153" y="51669"/>
                </a:moveTo>
                <a:lnTo>
                  <a:pt x="401718" y="52774"/>
                </a:lnTo>
                <a:cubicBezTo>
                  <a:pt x="400368" y="57793"/>
                  <a:pt x="397865" y="61688"/>
                  <a:pt x="394212" y="64459"/>
                </a:cubicBezTo>
                <a:cubicBezTo>
                  <a:pt x="390559" y="67230"/>
                  <a:pt x="385892" y="68616"/>
                  <a:pt x="380213" y="68616"/>
                </a:cubicBezTo>
                <a:cubicBezTo>
                  <a:pt x="373059" y="68616"/>
                  <a:pt x="367388" y="66413"/>
                  <a:pt x="363197" y="62007"/>
                </a:cubicBezTo>
                <a:cubicBezTo>
                  <a:pt x="359006" y="57602"/>
                  <a:pt x="356911" y="51423"/>
                  <a:pt x="356911" y="43472"/>
                </a:cubicBezTo>
                <a:cubicBezTo>
                  <a:pt x="356911" y="35244"/>
                  <a:pt x="359029" y="28858"/>
                  <a:pt x="363266" y="24315"/>
                </a:cubicBezTo>
                <a:cubicBezTo>
                  <a:pt x="367503" y="19771"/>
                  <a:pt x="372998" y="17499"/>
                  <a:pt x="379752" y="17499"/>
                </a:cubicBezTo>
                <a:cubicBezTo>
                  <a:pt x="386291" y="17499"/>
                  <a:pt x="391633" y="19722"/>
                  <a:pt x="395778" y="24167"/>
                </a:cubicBezTo>
                <a:cubicBezTo>
                  <a:pt x="399922" y="28610"/>
                  <a:pt x="401995" y="34863"/>
                  <a:pt x="401995" y="42924"/>
                </a:cubicBezTo>
                <a:cubicBezTo>
                  <a:pt x="401995" y="43414"/>
                  <a:pt x="401979" y="44149"/>
                  <a:pt x="401949" y="45130"/>
                </a:cubicBezTo>
                <a:lnTo>
                  <a:pt x="365476" y="45130"/>
                </a:lnTo>
                <a:cubicBezTo>
                  <a:pt x="365783" y="50518"/>
                  <a:pt x="367303" y="54643"/>
                  <a:pt x="370035" y="57506"/>
                </a:cubicBezTo>
                <a:cubicBezTo>
                  <a:pt x="372768" y="60369"/>
                  <a:pt x="376176" y="61800"/>
                  <a:pt x="380259" y="61800"/>
                </a:cubicBezTo>
                <a:cubicBezTo>
                  <a:pt x="383298" y="61800"/>
                  <a:pt x="385892" y="60995"/>
                  <a:pt x="388041" y="59384"/>
                </a:cubicBezTo>
                <a:cubicBezTo>
                  <a:pt x="390190" y="57772"/>
                  <a:pt x="391894" y="55200"/>
                  <a:pt x="393153" y="51669"/>
                </a:cubicBezTo>
                <a:moveTo>
                  <a:pt x="365937" y="38314"/>
                </a:moveTo>
                <a:lnTo>
                  <a:pt x="393245" y="38314"/>
                </a:lnTo>
                <a:cubicBezTo>
                  <a:pt x="392877" y="34214"/>
                  <a:pt x="391833" y="31138"/>
                  <a:pt x="390114" y="29088"/>
                </a:cubicBezTo>
                <a:cubicBezTo>
                  <a:pt x="387473" y="25906"/>
                  <a:pt x="384050" y="24315"/>
                  <a:pt x="379844" y="24315"/>
                </a:cubicBezTo>
                <a:cubicBezTo>
                  <a:pt x="376037" y="24315"/>
                  <a:pt x="372837" y="25585"/>
                  <a:pt x="370243" y="28125"/>
                </a:cubicBezTo>
                <a:cubicBezTo>
                  <a:pt x="367649" y="30665"/>
                  <a:pt x="366213" y="34061"/>
                  <a:pt x="365937" y="38314"/>
                </a:cubicBezTo>
                <a:close/>
                <a:moveTo>
                  <a:pt x="411809" y="67510"/>
                </a:moveTo>
                <a:lnTo>
                  <a:pt x="411809" y="18604"/>
                </a:lnTo>
                <a:lnTo>
                  <a:pt x="419224" y="18604"/>
                </a:lnTo>
                <a:lnTo>
                  <a:pt x="419224" y="25466"/>
                </a:lnTo>
                <a:cubicBezTo>
                  <a:pt x="420759" y="23071"/>
                  <a:pt x="422800" y="21145"/>
                  <a:pt x="425348" y="19687"/>
                </a:cubicBezTo>
                <a:cubicBezTo>
                  <a:pt x="427897" y="18228"/>
                  <a:pt x="430798" y="17499"/>
                  <a:pt x="434052" y="17499"/>
                </a:cubicBezTo>
                <a:cubicBezTo>
                  <a:pt x="437675" y="17499"/>
                  <a:pt x="440645" y="18251"/>
                  <a:pt x="442963" y="19756"/>
                </a:cubicBezTo>
                <a:cubicBezTo>
                  <a:pt x="445281" y="21260"/>
                  <a:pt x="446915" y="23363"/>
                  <a:pt x="447867" y="26065"/>
                </a:cubicBezTo>
                <a:cubicBezTo>
                  <a:pt x="451735" y="20354"/>
                  <a:pt x="456770" y="17499"/>
                  <a:pt x="462972" y="17499"/>
                </a:cubicBezTo>
                <a:cubicBezTo>
                  <a:pt x="467822" y="17499"/>
                  <a:pt x="471553" y="18842"/>
                  <a:pt x="474162" y="21529"/>
                </a:cubicBezTo>
                <a:cubicBezTo>
                  <a:pt x="476772" y="24215"/>
                  <a:pt x="478076" y="28352"/>
                  <a:pt x="478076" y="33939"/>
                </a:cubicBezTo>
                <a:lnTo>
                  <a:pt x="478076" y="67510"/>
                </a:lnTo>
                <a:lnTo>
                  <a:pt x="469833" y="67510"/>
                </a:lnTo>
                <a:lnTo>
                  <a:pt x="469833" y="36702"/>
                </a:lnTo>
                <a:cubicBezTo>
                  <a:pt x="469833" y="33387"/>
                  <a:pt x="469565" y="31000"/>
                  <a:pt x="469027" y="29542"/>
                </a:cubicBezTo>
                <a:cubicBezTo>
                  <a:pt x="468490" y="28083"/>
                  <a:pt x="467515" y="26909"/>
                  <a:pt x="466103" y="26019"/>
                </a:cubicBezTo>
                <a:cubicBezTo>
                  <a:pt x="464691" y="25128"/>
                  <a:pt x="463033" y="24683"/>
                  <a:pt x="461130" y="24683"/>
                </a:cubicBezTo>
                <a:cubicBezTo>
                  <a:pt x="457691" y="24683"/>
                  <a:pt x="454836" y="25827"/>
                  <a:pt x="452564" y="28114"/>
                </a:cubicBezTo>
                <a:cubicBezTo>
                  <a:pt x="450292" y="30401"/>
                  <a:pt x="449157" y="34062"/>
                  <a:pt x="449157" y="39097"/>
                </a:cubicBezTo>
                <a:lnTo>
                  <a:pt x="449157" y="67510"/>
                </a:lnTo>
                <a:lnTo>
                  <a:pt x="440867" y="67510"/>
                </a:lnTo>
                <a:lnTo>
                  <a:pt x="440867" y="35735"/>
                </a:lnTo>
                <a:cubicBezTo>
                  <a:pt x="440867" y="32051"/>
                  <a:pt x="440192" y="29288"/>
                  <a:pt x="438841" y="27446"/>
                </a:cubicBezTo>
                <a:cubicBezTo>
                  <a:pt x="437490" y="25604"/>
                  <a:pt x="435280" y="24683"/>
                  <a:pt x="432210" y="24683"/>
                </a:cubicBezTo>
                <a:cubicBezTo>
                  <a:pt x="429877" y="24683"/>
                  <a:pt x="427720" y="25297"/>
                  <a:pt x="425740" y="26525"/>
                </a:cubicBezTo>
                <a:cubicBezTo>
                  <a:pt x="423760" y="27753"/>
                  <a:pt x="422324" y="29549"/>
                  <a:pt x="421434" y="31913"/>
                </a:cubicBezTo>
                <a:cubicBezTo>
                  <a:pt x="420544" y="34277"/>
                  <a:pt x="420099" y="37685"/>
                  <a:pt x="420099" y="42136"/>
                </a:cubicBezTo>
                <a:lnTo>
                  <a:pt x="420099" y="67510"/>
                </a:lnTo>
                <a:lnTo>
                  <a:pt x="411809" y="67510"/>
                </a:lnTo>
                <a:close/>
                <a:moveTo>
                  <a:pt x="489720" y="86299"/>
                </a:moveTo>
                <a:lnTo>
                  <a:pt x="489720" y="18604"/>
                </a:lnTo>
                <a:lnTo>
                  <a:pt x="497272" y="18604"/>
                </a:lnTo>
                <a:lnTo>
                  <a:pt x="497272" y="25004"/>
                </a:lnTo>
                <a:cubicBezTo>
                  <a:pt x="499053" y="22502"/>
                  <a:pt x="501064" y="20626"/>
                  <a:pt x="503305" y="19376"/>
                </a:cubicBezTo>
                <a:cubicBezTo>
                  <a:pt x="505546" y="18125"/>
                  <a:pt x="508263" y="17499"/>
                  <a:pt x="511456" y="17499"/>
                </a:cubicBezTo>
                <a:cubicBezTo>
                  <a:pt x="515631" y="17499"/>
                  <a:pt x="519315" y="18574"/>
                  <a:pt x="522508" y="20723"/>
                </a:cubicBezTo>
                <a:cubicBezTo>
                  <a:pt x="525701" y="22872"/>
                  <a:pt x="528111" y="25904"/>
                  <a:pt x="529738" y="29818"/>
                </a:cubicBezTo>
                <a:cubicBezTo>
                  <a:pt x="531365" y="33732"/>
                  <a:pt x="532179" y="38023"/>
                  <a:pt x="532179" y="42689"/>
                </a:cubicBezTo>
                <a:cubicBezTo>
                  <a:pt x="532179" y="47693"/>
                  <a:pt x="531281" y="52198"/>
                  <a:pt x="529485" y="56205"/>
                </a:cubicBezTo>
                <a:cubicBezTo>
                  <a:pt x="527689" y="60211"/>
                  <a:pt x="525079" y="63281"/>
                  <a:pt x="521656" y="65415"/>
                </a:cubicBezTo>
                <a:cubicBezTo>
                  <a:pt x="518233" y="67549"/>
                  <a:pt x="514633" y="68616"/>
                  <a:pt x="510857" y="68616"/>
                </a:cubicBezTo>
                <a:cubicBezTo>
                  <a:pt x="508094" y="68616"/>
                  <a:pt x="505615" y="68032"/>
                  <a:pt x="503420" y="66866"/>
                </a:cubicBezTo>
                <a:cubicBezTo>
                  <a:pt x="501225" y="65699"/>
                  <a:pt x="499421" y="64225"/>
                  <a:pt x="498009" y="62445"/>
                </a:cubicBezTo>
                <a:lnTo>
                  <a:pt x="498009" y="86299"/>
                </a:lnTo>
                <a:lnTo>
                  <a:pt x="489720" y="86299"/>
                </a:lnTo>
                <a:moveTo>
                  <a:pt x="497226" y="43357"/>
                </a:moveTo>
                <a:cubicBezTo>
                  <a:pt x="497226" y="49643"/>
                  <a:pt x="498500" y="54288"/>
                  <a:pt x="501048" y="57293"/>
                </a:cubicBezTo>
                <a:cubicBezTo>
                  <a:pt x="503596" y="60298"/>
                  <a:pt x="506682" y="61800"/>
                  <a:pt x="510304" y="61800"/>
                </a:cubicBezTo>
                <a:cubicBezTo>
                  <a:pt x="513988" y="61800"/>
                  <a:pt x="517143" y="60244"/>
                  <a:pt x="519768" y="57132"/>
                </a:cubicBezTo>
                <a:cubicBezTo>
                  <a:pt x="522393" y="54019"/>
                  <a:pt x="523705" y="49197"/>
                  <a:pt x="523705" y="42666"/>
                </a:cubicBezTo>
                <a:cubicBezTo>
                  <a:pt x="523705" y="36441"/>
                  <a:pt x="522423" y="31781"/>
                  <a:pt x="519860" y="28684"/>
                </a:cubicBezTo>
                <a:cubicBezTo>
                  <a:pt x="517296" y="25587"/>
                  <a:pt x="514234" y="24038"/>
                  <a:pt x="510673" y="24038"/>
                </a:cubicBezTo>
                <a:cubicBezTo>
                  <a:pt x="507142" y="24038"/>
                  <a:pt x="504019" y="25687"/>
                  <a:pt x="501302" y="28983"/>
                </a:cubicBezTo>
                <a:cubicBezTo>
                  <a:pt x="498585" y="32280"/>
                  <a:pt x="497226" y="37071"/>
                  <a:pt x="497226" y="43357"/>
                </a:cubicBezTo>
                <a:close/>
              </a:path>
            </a:pathLst>
          </a:custGeom>
          <a:solidFill xmlns:a="http://schemas.openxmlformats.org/drawingml/2006/main">
            <a:srgbClr val="6E54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(ex):">
            <a:extLst xmlns:a="http://schemas.openxmlformats.org/drawingml/2006/main">
              <a:ext uri="{FF2B5EF4-FFF2-40B4-BE49-F238E27FC236}">
                <a16:creationId xmlns:a16="http://schemas.microsoft.com/office/drawing/2014/main" id="{BFF9FB67-B160-4C56-9710-D80BFD10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182" y="910365"/>
            <a:ext cx="173342" cy="88602"/>
          </a:xfrm>
          <a:custGeom xmlns:a="http://schemas.openxmlformats.org/drawingml/2006/main">
            <a:pathLst>
              <a:path w="173342" h="88602">
                <a:moveTo>
                  <a:pt x="16348" y="88602"/>
                </a:moveTo>
                <a:cubicBezTo>
                  <a:pt x="11774" y="82824"/>
                  <a:pt x="7905" y="76063"/>
                  <a:pt x="4743" y="68319"/>
                </a:cubicBezTo>
                <a:cubicBezTo>
                  <a:pt x="1581" y="60574"/>
                  <a:pt x="0" y="52552"/>
                  <a:pt x="0" y="44255"/>
                </a:cubicBezTo>
                <a:cubicBezTo>
                  <a:pt x="0" y="36940"/>
                  <a:pt x="1182" y="29933"/>
                  <a:pt x="3546" y="23234"/>
                </a:cubicBezTo>
                <a:cubicBezTo>
                  <a:pt x="6309" y="15458"/>
                  <a:pt x="10576" y="7713"/>
                  <a:pt x="16348" y="0"/>
                </a:cubicBezTo>
                <a:lnTo>
                  <a:pt x="22289" y="0"/>
                </a:lnTo>
                <a:cubicBezTo>
                  <a:pt x="18574" y="6392"/>
                  <a:pt x="16118" y="10956"/>
                  <a:pt x="14920" y="13691"/>
                </a:cubicBezTo>
                <a:cubicBezTo>
                  <a:pt x="13048" y="17932"/>
                  <a:pt x="11574" y="22357"/>
                  <a:pt x="10500" y="26967"/>
                </a:cubicBezTo>
                <a:cubicBezTo>
                  <a:pt x="9179" y="32715"/>
                  <a:pt x="8519" y="38493"/>
                  <a:pt x="8519" y="44301"/>
                </a:cubicBezTo>
                <a:cubicBezTo>
                  <a:pt x="8519" y="59083"/>
                  <a:pt x="13109" y="73850"/>
                  <a:pt x="22289" y="88602"/>
                </a:cubicBezTo>
                <a:lnTo>
                  <a:pt x="16348" y="88602"/>
                </a:lnTo>
                <a:close/>
                <a:moveTo>
                  <a:pt x="65032" y="52866"/>
                </a:moveTo>
                <a:lnTo>
                  <a:pt x="73598" y="53971"/>
                </a:lnTo>
                <a:cubicBezTo>
                  <a:pt x="72247" y="58990"/>
                  <a:pt x="69745" y="62885"/>
                  <a:pt x="66092" y="65657"/>
                </a:cubicBezTo>
                <a:cubicBezTo>
                  <a:pt x="62438" y="68427"/>
                  <a:pt x="57772" y="69813"/>
                  <a:pt x="52092" y="69813"/>
                </a:cubicBezTo>
                <a:cubicBezTo>
                  <a:pt x="44939" y="69813"/>
                  <a:pt x="39267" y="67610"/>
                  <a:pt x="35076" y="63205"/>
                </a:cubicBezTo>
                <a:cubicBezTo>
                  <a:pt x="30886" y="58799"/>
                  <a:pt x="28791" y="52621"/>
                  <a:pt x="28791" y="44669"/>
                </a:cubicBezTo>
                <a:cubicBezTo>
                  <a:pt x="28791" y="36441"/>
                  <a:pt x="30909" y="30056"/>
                  <a:pt x="35146" y="25512"/>
                </a:cubicBezTo>
                <a:cubicBezTo>
                  <a:pt x="39382" y="20968"/>
                  <a:pt x="44878" y="18697"/>
                  <a:pt x="51632" y="18697"/>
                </a:cubicBezTo>
                <a:cubicBezTo>
                  <a:pt x="58171" y="18697"/>
                  <a:pt x="63513" y="20919"/>
                  <a:pt x="67657" y="25364"/>
                </a:cubicBezTo>
                <a:cubicBezTo>
                  <a:pt x="71802" y="29808"/>
                  <a:pt x="73874" y="36060"/>
                  <a:pt x="73874" y="44121"/>
                </a:cubicBezTo>
                <a:cubicBezTo>
                  <a:pt x="73874" y="44611"/>
                  <a:pt x="73859" y="45346"/>
                  <a:pt x="73828" y="46327"/>
                </a:cubicBezTo>
                <a:lnTo>
                  <a:pt x="37356" y="46327"/>
                </a:lnTo>
                <a:cubicBezTo>
                  <a:pt x="37663" y="51715"/>
                  <a:pt x="39183" y="55840"/>
                  <a:pt x="41915" y="58703"/>
                </a:cubicBezTo>
                <a:cubicBezTo>
                  <a:pt x="44647" y="61566"/>
                  <a:pt x="48055" y="62997"/>
                  <a:pt x="52138" y="62997"/>
                </a:cubicBezTo>
                <a:cubicBezTo>
                  <a:pt x="55178" y="62997"/>
                  <a:pt x="57772" y="62192"/>
                  <a:pt x="59921" y="60581"/>
                </a:cubicBezTo>
                <a:cubicBezTo>
                  <a:pt x="62070" y="58969"/>
                  <a:pt x="63774" y="56398"/>
                  <a:pt x="65032" y="52866"/>
                </a:cubicBezTo>
                <a:moveTo>
                  <a:pt x="37816" y="39511"/>
                </a:moveTo>
                <a:lnTo>
                  <a:pt x="65125" y="39511"/>
                </a:lnTo>
                <a:cubicBezTo>
                  <a:pt x="64756" y="35411"/>
                  <a:pt x="63712" y="32336"/>
                  <a:pt x="61993" y="30286"/>
                </a:cubicBezTo>
                <a:cubicBezTo>
                  <a:pt x="59353" y="27103"/>
                  <a:pt x="55930" y="25512"/>
                  <a:pt x="51724" y="25512"/>
                </a:cubicBezTo>
                <a:cubicBezTo>
                  <a:pt x="47917" y="25512"/>
                  <a:pt x="44716" y="26782"/>
                  <a:pt x="42122" y="29323"/>
                </a:cubicBezTo>
                <a:cubicBezTo>
                  <a:pt x="39528" y="31862"/>
                  <a:pt x="38093" y="35259"/>
                  <a:pt x="37816" y="39511"/>
                </a:cubicBezTo>
                <a:close/>
                <a:moveTo>
                  <a:pt x="78163" y="68708"/>
                </a:moveTo>
                <a:lnTo>
                  <a:pt x="96045" y="43420"/>
                </a:lnTo>
                <a:lnTo>
                  <a:pt x="79498" y="19802"/>
                </a:lnTo>
                <a:lnTo>
                  <a:pt x="89859" y="19802"/>
                </a:lnTo>
                <a:lnTo>
                  <a:pt x="97366" y="31199"/>
                </a:lnTo>
                <a:cubicBezTo>
                  <a:pt x="98778" y="33399"/>
                  <a:pt x="99914" y="35235"/>
                  <a:pt x="100773" y="36705"/>
                </a:cubicBezTo>
                <a:cubicBezTo>
                  <a:pt x="102124" y="34743"/>
                  <a:pt x="103368" y="32973"/>
                  <a:pt x="104504" y="31394"/>
                </a:cubicBezTo>
                <a:lnTo>
                  <a:pt x="112747" y="19802"/>
                </a:lnTo>
                <a:lnTo>
                  <a:pt x="122648" y="19802"/>
                </a:lnTo>
                <a:lnTo>
                  <a:pt x="106166" y="43203"/>
                </a:lnTo>
                <a:lnTo>
                  <a:pt x="123937" y="68708"/>
                </a:lnTo>
                <a:lnTo>
                  <a:pt x="113760" y="68708"/>
                </a:lnTo>
                <a:lnTo>
                  <a:pt x="103721" y="53531"/>
                </a:lnTo>
                <a:lnTo>
                  <a:pt x="101050" y="49696"/>
                </a:lnTo>
                <a:lnTo>
                  <a:pt x="88202" y="68708"/>
                </a:lnTo>
                <a:lnTo>
                  <a:pt x="78163" y="68708"/>
                </a:lnTo>
                <a:close/>
                <a:moveTo>
                  <a:pt x="135986" y="88602"/>
                </a:moveTo>
                <a:lnTo>
                  <a:pt x="130045" y="88602"/>
                </a:lnTo>
                <a:cubicBezTo>
                  <a:pt x="139225" y="73850"/>
                  <a:pt x="143815" y="59083"/>
                  <a:pt x="143815" y="44301"/>
                </a:cubicBezTo>
                <a:cubicBezTo>
                  <a:pt x="143815" y="38523"/>
                  <a:pt x="143154" y="32792"/>
                  <a:pt x="141834" y="27107"/>
                </a:cubicBezTo>
                <a:cubicBezTo>
                  <a:pt x="140791" y="22497"/>
                  <a:pt x="139332" y="18071"/>
                  <a:pt x="137460" y="13830"/>
                </a:cubicBezTo>
                <a:cubicBezTo>
                  <a:pt x="136262" y="11064"/>
                  <a:pt x="133791" y="6454"/>
                  <a:pt x="130045" y="0"/>
                </a:cubicBezTo>
                <a:lnTo>
                  <a:pt x="135986" y="0"/>
                </a:lnTo>
                <a:cubicBezTo>
                  <a:pt x="141758" y="7713"/>
                  <a:pt x="146025" y="15458"/>
                  <a:pt x="148788" y="23234"/>
                </a:cubicBezTo>
                <a:cubicBezTo>
                  <a:pt x="151152" y="29933"/>
                  <a:pt x="152334" y="36940"/>
                  <a:pt x="152334" y="44255"/>
                </a:cubicBezTo>
                <a:cubicBezTo>
                  <a:pt x="152334" y="52552"/>
                  <a:pt x="150745" y="60574"/>
                  <a:pt x="147568" y="68319"/>
                </a:cubicBezTo>
                <a:cubicBezTo>
                  <a:pt x="144390" y="76063"/>
                  <a:pt x="140530" y="82824"/>
                  <a:pt x="135986" y="88602"/>
                </a:cubicBezTo>
                <a:close/>
                <a:moveTo>
                  <a:pt x="163901" y="29288"/>
                </a:moveTo>
                <a:lnTo>
                  <a:pt x="163901" y="19802"/>
                </a:lnTo>
                <a:lnTo>
                  <a:pt x="173342" y="19802"/>
                </a:lnTo>
                <a:lnTo>
                  <a:pt x="173342" y="29288"/>
                </a:lnTo>
                <a:lnTo>
                  <a:pt x="163901" y="29288"/>
                </a:lnTo>
                <a:moveTo>
                  <a:pt x="163901" y="68708"/>
                </a:moveTo>
                <a:lnTo>
                  <a:pt x="163901" y="59221"/>
                </a:lnTo>
                <a:lnTo>
                  <a:pt x="173342" y="59221"/>
                </a:lnTo>
                <a:lnTo>
                  <a:pt x="173342" y="68708"/>
                </a:lnTo>
                <a:lnTo>
                  <a:pt x="163901" y="68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try">
            <a:extLst xmlns:a="http://schemas.openxmlformats.org/drawingml/2006/main">
              <a:ext uri="{FF2B5EF4-FFF2-40B4-BE49-F238E27FC236}">
                <a16:creationId xmlns:a16="http://schemas.microsoft.com/office/drawing/2014/main" id="{50FF194E-6E43-45CD-A8B3-840CA232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55" y="1025553"/>
            <a:ext cx="101491" cy="85885"/>
          </a:xfrm>
          <a:custGeom xmlns:a="http://schemas.openxmlformats.org/drawingml/2006/main">
            <a:pathLst>
              <a:path w="101491" h="85885">
                <a:moveTo>
                  <a:pt x="22657" y="58576"/>
                </a:moveTo>
                <a:lnTo>
                  <a:pt x="23854" y="65899"/>
                </a:lnTo>
                <a:cubicBezTo>
                  <a:pt x="21521" y="66390"/>
                  <a:pt x="19433" y="66635"/>
                  <a:pt x="17591" y="66635"/>
                </a:cubicBezTo>
                <a:cubicBezTo>
                  <a:pt x="14583" y="66635"/>
                  <a:pt x="12249" y="66159"/>
                  <a:pt x="10592" y="65208"/>
                </a:cubicBezTo>
                <a:cubicBezTo>
                  <a:pt x="8934" y="64256"/>
                  <a:pt x="7767" y="63005"/>
                  <a:pt x="7092" y="61455"/>
                </a:cubicBezTo>
                <a:cubicBezTo>
                  <a:pt x="6416" y="59904"/>
                  <a:pt x="6079" y="56642"/>
                  <a:pt x="6079" y="51669"/>
                </a:cubicBezTo>
                <a:lnTo>
                  <a:pt x="6079" y="23532"/>
                </a:lnTo>
                <a:lnTo>
                  <a:pt x="0" y="23532"/>
                </a:lnTo>
                <a:lnTo>
                  <a:pt x="0" y="17085"/>
                </a:lnTo>
                <a:lnTo>
                  <a:pt x="6079" y="17085"/>
                </a:lnTo>
                <a:lnTo>
                  <a:pt x="6079" y="4973"/>
                </a:lnTo>
                <a:lnTo>
                  <a:pt x="14322" y="0"/>
                </a:lnTo>
                <a:lnTo>
                  <a:pt x="14322" y="17085"/>
                </a:lnTo>
                <a:lnTo>
                  <a:pt x="22657" y="17085"/>
                </a:lnTo>
                <a:lnTo>
                  <a:pt x="22657" y="23532"/>
                </a:lnTo>
                <a:lnTo>
                  <a:pt x="14322" y="23532"/>
                </a:lnTo>
                <a:lnTo>
                  <a:pt x="14322" y="52129"/>
                </a:lnTo>
                <a:cubicBezTo>
                  <a:pt x="14322" y="54493"/>
                  <a:pt x="14468" y="56013"/>
                  <a:pt x="14759" y="56688"/>
                </a:cubicBezTo>
                <a:cubicBezTo>
                  <a:pt x="15051" y="57364"/>
                  <a:pt x="15527" y="57901"/>
                  <a:pt x="16187" y="58300"/>
                </a:cubicBezTo>
                <a:cubicBezTo>
                  <a:pt x="16847" y="58699"/>
                  <a:pt x="17791" y="58899"/>
                  <a:pt x="19019" y="58899"/>
                </a:cubicBezTo>
                <a:cubicBezTo>
                  <a:pt x="19940" y="58899"/>
                  <a:pt x="21153" y="58791"/>
                  <a:pt x="22657" y="58576"/>
                </a:cubicBezTo>
                <a:close/>
                <a:moveTo>
                  <a:pt x="30242" y="65991"/>
                </a:moveTo>
                <a:lnTo>
                  <a:pt x="30242" y="17085"/>
                </a:lnTo>
                <a:lnTo>
                  <a:pt x="37702" y="17085"/>
                </a:lnTo>
                <a:lnTo>
                  <a:pt x="37702" y="24499"/>
                </a:lnTo>
                <a:cubicBezTo>
                  <a:pt x="39605" y="21030"/>
                  <a:pt x="41363" y="18743"/>
                  <a:pt x="42975" y="17637"/>
                </a:cubicBezTo>
                <a:cubicBezTo>
                  <a:pt x="44587" y="16532"/>
                  <a:pt x="46360" y="15980"/>
                  <a:pt x="48294" y="15980"/>
                </a:cubicBezTo>
                <a:cubicBezTo>
                  <a:pt x="51087" y="15980"/>
                  <a:pt x="53927" y="16870"/>
                  <a:pt x="56813" y="18651"/>
                </a:cubicBezTo>
                <a:lnTo>
                  <a:pt x="53958" y="26335"/>
                </a:lnTo>
                <a:cubicBezTo>
                  <a:pt x="51932" y="25142"/>
                  <a:pt x="49905" y="24545"/>
                  <a:pt x="47879" y="24545"/>
                </a:cubicBezTo>
                <a:cubicBezTo>
                  <a:pt x="46068" y="24545"/>
                  <a:pt x="44441" y="25090"/>
                  <a:pt x="42998" y="26180"/>
                </a:cubicBezTo>
                <a:cubicBezTo>
                  <a:pt x="41555" y="27270"/>
                  <a:pt x="40527" y="28782"/>
                  <a:pt x="39912" y="30716"/>
                </a:cubicBezTo>
                <a:cubicBezTo>
                  <a:pt x="38991" y="33663"/>
                  <a:pt x="38531" y="36887"/>
                  <a:pt x="38531" y="40386"/>
                </a:cubicBezTo>
                <a:lnTo>
                  <a:pt x="38531" y="65991"/>
                </a:lnTo>
                <a:lnTo>
                  <a:pt x="30242" y="65991"/>
                </a:lnTo>
                <a:close/>
                <a:moveTo>
                  <a:pt x="61012" y="84877"/>
                </a:moveTo>
                <a:lnTo>
                  <a:pt x="60091" y="77135"/>
                </a:lnTo>
                <a:cubicBezTo>
                  <a:pt x="61903" y="77626"/>
                  <a:pt x="63484" y="77872"/>
                  <a:pt x="64834" y="77872"/>
                </a:cubicBezTo>
                <a:cubicBezTo>
                  <a:pt x="66677" y="77872"/>
                  <a:pt x="68150" y="77564"/>
                  <a:pt x="69255" y="76949"/>
                </a:cubicBezTo>
                <a:cubicBezTo>
                  <a:pt x="70361" y="76334"/>
                  <a:pt x="71266" y="75473"/>
                  <a:pt x="71972" y="74366"/>
                </a:cubicBezTo>
                <a:cubicBezTo>
                  <a:pt x="72494" y="73536"/>
                  <a:pt x="73339" y="71476"/>
                  <a:pt x="74505" y="68187"/>
                </a:cubicBezTo>
                <a:cubicBezTo>
                  <a:pt x="74659" y="67725"/>
                  <a:pt x="74904" y="67049"/>
                  <a:pt x="75242" y="66158"/>
                </a:cubicBezTo>
                <a:lnTo>
                  <a:pt x="56684" y="17085"/>
                </a:lnTo>
                <a:lnTo>
                  <a:pt x="65617" y="17085"/>
                </a:lnTo>
                <a:lnTo>
                  <a:pt x="75795" y="45415"/>
                </a:lnTo>
                <a:cubicBezTo>
                  <a:pt x="77115" y="49008"/>
                  <a:pt x="78297" y="52785"/>
                  <a:pt x="79340" y="56746"/>
                </a:cubicBezTo>
                <a:cubicBezTo>
                  <a:pt x="80292" y="52930"/>
                  <a:pt x="81428" y="49212"/>
                  <a:pt x="82748" y="45592"/>
                </a:cubicBezTo>
                <a:lnTo>
                  <a:pt x="93202" y="17085"/>
                </a:lnTo>
                <a:lnTo>
                  <a:pt x="101491" y="17085"/>
                </a:lnTo>
                <a:lnTo>
                  <a:pt x="82886" y="66814"/>
                </a:lnTo>
                <a:cubicBezTo>
                  <a:pt x="80891" y="72201"/>
                  <a:pt x="79340" y="75910"/>
                  <a:pt x="78235" y="77942"/>
                </a:cubicBezTo>
                <a:cubicBezTo>
                  <a:pt x="76762" y="80682"/>
                  <a:pt x="75073" y="82691"/>
                  <a:pt x="73170" y="83968"/>
                </a:cubicBezTo>
                <a:cubicBezTo>
                  <a:pt x="71266" y="85246"/>
                  <a:pt x="68994" y="85885"/>
                  <a:pt x="66354" y="85885"/>
                </a:cubicBezTo>
                <a:cubicBezTo>
                  <a:pt x="64758" y="85885"/>
                  <a:pt x="62977" y="85549"/>
                  <a:pt x="61012" y="84877"/>
                </a:cubicBezTo>
                <a:close/>
              </a:path>
            </a:pathLst>
          </a:custGeom>
          <a:solidFill xmlns:a="http://schemas.openxmlformats.org/drawingml/2006/main">
            <a:srgbClr val="A524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:">
            <a:extLst xmlns:a="http://schemas.openxmlformats.org/drawingml/2006/main">
              <a:ext uri="{FF2B5EF4-FFF2-40B4-BE49-F238E27FC236}">
                <a16:creationId xmlns:a16="http://schemas.microsoft.com/office/drawing/2014/main" id="{6845521B-121D-4865-BFC1-B50BFC3B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101" y="1042637"/>
            <a:ext cx="9440" cy="48906"/>
          </a:xfrm>
          <a:custGeom xmlns:a="http://schemas.openxmlformats.org/drawingml/2006/main">
            <a:pathLst>
              <a:path w="9440" h="48906">
                <a:moveTo>
                  <a:pt x="0" y="9486"/>
                </a:moveTo>
                <a:lnTo>
                  <a:pt x="0" y="0"/>
                </a:lnTo>
                <a:lnTo>
                  <a:pt x="9440" y="0"/>
                </a:lnTo>
                <a:lnTo>
                  <a:pt x="9440" y="9486"/>
                </a:lnTo>
                <a:lnTo>
                  <a:pt x="0" y="9486"/>
                </a:lnTo>
                <a:moveTo>
                  <a:pt x="0" y="48906"/>
                </a:moveTo>
                <a:lnTo>
                  <a:pt x="0" y="39419"/>
                </a:lnTo>
                <a:lnTo>
                  <a:pt x="9440" y="39419"/>
                </a:lnTo>
                <a:lnTo>
                  <a:pt x="9440" y="48906"/>
                </a:lnTo>
                <a:lnTo>
                  <a:pt x="0" y="48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raise">
            <a:extLst xmlns:a="http://schemas.openxmlformats.org/drawingml/2006/main">
              <a:ext uri="{FF2B5EF4-FFF2-40B4-BE49-F238E27FC236}">
                <a16:creationId xmlns:a16="http://schemas.microsoft.com/office/drawing/2014/main" id="{57F3E94D-C1C2-4A53-9CA7-003C587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120" y="1136504"/>
            <a:ext cx="193546" cy="68616"/>
          </a:xfrm>
          <a:custGeom xmlns:a="http://schemas.openxmlformats.org/drawingml/2006/main">
            <a:pathLst>
              <a:path w="193546" h="68616">
                <a:moveTo>
                  <a:pt x="0" y="67510"/>
                </a:moveTo>
                <a:lnTo>
                  <a:pt x="0" y="18604"/>
                </a:lnTo>
                <a:lnTo>
                  <a:pt x="7460" y="18604"/>
                </a:lnTo>
                <a:lnTo>
                  <a:pt x="7460" y="26019"/>
                </a:lnTo>
                <a:cubicBezTo>
                  <a:pt x="9364" y="22549"/>
                  <a:pt x="11121" y="20262"/>
                  <a:pt x="12733" y="19157"/>
                </a:cubicBezTo>
                <a:cubicBezTo>
                  <a:pt x="14345" y="18052"/>
                  <a:pt x="16118" y="17499"/>
                  <a:pt x="18052" y="17499"/>
                </a:cubicBezTo>
                <a:cubicBezTo>
                  <a:pt x="20846" y="17499"/>
                  <a:pt x="23685" y="18390"/>
                  <a:pt x="26571" y="20170"/>
                </a:cubicBezTo>
                <a:lnTo>
                  <a:pt x="23716" y="27855"/>
                </a:lnTo>
                <a:cubicBezTo>
                  <a:pt x="21690" y="26661"/>
                  <a:pt x="19664" y="26065"/>
                  <a:pt x="17637" y="26065"/>
                </a:cubicBezTo>
                <a:cubicBezTo>
                  <a:pt x="15826" y="26065"/>
                  <a:pt x="14199" y="26610"/>
                  <a:pt x="12756" y="27699"/>
                </a:cubicBezTo>
                <a:cubicBezTo>
                  <a:pt x="11313" y="28789"/>
                  <a:pt x="10285" y="30301"/>
                  <a:pt x="9671" y="32235"/>
                </a:cubicBezTo>
                <a:cubicBezTo>
                  <a:pt x="8750" y="35183"/>
                  <a:pt x="8289" y="38406"/>
                  <a:pt x="8289" y="41906"/>
                </a:cubicBezTo>
                <a:lnTo>
                  <a:pt x="8289" y="67510"/>
                </a:lnTo>
                <a:lnTo>
                  <a:pt x="0" y="67510"/>
                </a:lnTo>
                <a:close/>
                <a:moveTo>
                  <a:pt x="63052" y="61340"/>
                </a:moveTo>
                <a:cubicBezTo>
                  <a:pt x="59982" y="64000"/>
                  <a:pt x="57027" y="65878"/>
                  <a:pt x="54187" y="66974"/>
                </a:cubicBezTo>
                <a:cubicBezTo>
                  <a:pt x="51348" y="68068"/>
                  <a:pt x="48301" y="68616"/>
                  <a:pt x="45046" y="68616"/>
                </a:cubicBezTo>
                <a:cubicBezTo>
                  <a:pt x="39674" y="68616"/>
                  <a:pt x="35545" y="67303"/>
                  <a:pt x="32659" y="64678"/>
                </a:cubicBezTo>
                <a:cubicBezTo>
                  <a:pt x="29773" y="62053"/>
                  <a:pt x="28330" y="58699"/>
                  <a:pt x="28330" y="54616"/>
                </a:cubicBezTo>
                <a:cubicBezTo>
                  <a:pt x="28330" y="52221"/>
                  <a:pt x="28875" y="50034"/>
                  <a:pt x="29965" y="48054"/>
                </a:cubicBezTo>
                <a:cubicBezTo>
                  <a:pt x="31055" y="46074"/>
                  <a:pt x="32482" y="44485"/>
                  <a:pt x="34248" y="43288"/>
                </a:cubicBezTo>
                <a:cubicBezTo>
                  <a:pt x="36013" y="42090"/>
                  <a:pt x="38001" y="41185"/>
                  <a:pt x="40211" y="40571"/>
                </a:cubicBezTo>
                <a:cubicBezTo>
                  <a:pt x="41838" y="40141"/>
                  <a:pt x="44294" y="39726"/>
                  <a:pt x="47579" y="39327"/>
                </a:cubicBezTo>
                <a:cubicBezTo>
                  <a:pt x="54272" y="38529"/>
                  <a:pt x="59199" y="37577"/>
                  <a:pt x="62361" y="36472"/>
                </a:cubicBezTo>
                <a:cubicBezTo>
                  <a:pt x="62392" y="35341"/>
                  <a:pt x="62408" y="34622"/>
                  <a:pt x="62408" y="34316"/>
                </a:cubicBezTo>
                <a:cubicBezTo>
                  <a:pt x="62408" y="30952"/>
                  <a:pt x="61625" y="28582"/>
                  <a:pt x="60059" y="27206"/>
                </a:cubicBezTo>
                <a:cubicBezTo>
                  <a:pt x="57941" y="25340"/>
                  <a:pt x="54794" y="24407"/>
                  <a:pt x="50619" y="24407"/>
                </a:cubicBezTo>
                <a:cubicBezTo>
                  <a:pt x="46720" y="24407"/>
                  <a:pt x="43841" y="25090"/>
                  <a:pt x="41984" y="26456"/>
                </a:cubicBezTo>
                <a:cubicBezTo>
                  <a:pt x="40127" y="27822"/>
                  <a:pt x="38753" y="30240"/>
                  <a:pt x="37863" y="33709"/>
                </a:cubicBezTo>
                <a:lnTo>
                  <a:pt x="29758" y="32604"/>
                </a:lnTo>
                <a:cubicBezTo>
                  <a:pt x="30494" y="29124"/>
                  <a:pt x="31707" y="26314"/>
                  <a:pt x="33396" y="24174"/>
                </a:cubicBezTo>
                <a:cubicBezTo>
                  <a:pt x="35084" y="22033"/>
                  <a:pt x="37525" y="20386"/>
                  <a:pt x="40718" y="19232"/>
                </a:cubicBezTo>
                <a:cubicBezTo>
                  <a:pt x="43911" y="18077"/>
                  <a:pt x="47610" y="17499"/>
                  <a:pt x="51816" y="17499"/>
                </a:cubicBezTo>
                <a:cubicBezTo>
                  <a:pt x="55991" y="17499"/>
                  <a:pt x="59384" y="17992"/>
                  <a:pt x="61993" y="18979"/>
                </a:cubicBezTo>
                <a:cubicBezTo>
                  <a:pt x="64603" y="19964"/>
                  <a:pt x="66521" y="21204"/>
                  <a:pt x="67749" y="22699"/>
                </a:cubicBezTo>
                <a:cubicBezTo>
                  <a:pt x="68977" y="24192"/>
                  <a:pt x="69837" y="26080"/>
                  <a:pt x="70328" y="28360"/>
                </a:cubicBezTo>
                <a:cubicBezTo>
                  <a:pt x="70605" y="29777"/>
                  <a:pt x="70743" y="32322"/>
                  <a:pt x="70743" y="35996"/>
                </a:cubicBezTo>
                <a:lnTo>
                  <a:pt x="70743" y="47016"/>
                </a:lnTo>
                <a:cubicBezTo>
                  <a:pt x="70743" y="54700"/>
                  <a:pt x="70919" y="59567"/>
                  <a:pt x="71272" y="61616"/>
                </a:cubicBezTo>
                <a:cubicBezTo>
                  <a:pt x="71625" y="63665"/>
                  <a:pt x="72324" y="65630"/>
                  <a:pt x="73368" y="67510"/>
                </a:cubicBezTo>
                <a:lnTo>
                  <a:pt x="64710" y="67510"/>
                </a:lnTo>
                <a:cubicBezTo>
                  <a:pt x="63850" y="65752"/>
                  <a:pt x="63298" y="63695"/>
                  <a:pt x="63052" y="61340"/>
                </a:cubicBezTo>
                <a:moveTo>
                  <a:pt x="62361" y="43011"/>
                </a:moveTo>
                <a:cubicBezTo>
                  <a:pt x="59353" y="44234"/>
                  <a:pt x="54840" y="45273"/>
                  <a:pt x="48823" y="46128"/>
                </a:cubicBezTo>
                <a:cubicBezTo>
                  <a:pt x="45415" y="46617"/>
                  <a:pt x="43005" y="47166"/>
                  <a:pt x="41593" y="47778"/>
                </a:cubicBezTo>
                <a:cubicBezTo>
                  <a:pt x="40180" y="48389"/>
                  <a:pt x="39091" y="49282"/>
                  <a:pt x="38323" y="50459"/>
                </a:cubicBezTo>
                <a:cubicBezTo>
                  <a:pt x="37556" y="51635"/>
                  <a:pt x="37172" y="52941"/>
                  <a:pt x="37172" y="54377"/>
                </a:cubicBezTo>
                <a:cubicBezTo>
                  <a:pt x="37172" y="56577"/>
                  <a:pt x="38008" y="58410"/>
                  <a:pt x="39682" y="59877"/>
                </a:cubicBezTo>
                <a:cubicBezTo>
                  <a:pt x="41355" y="61343"/>
                  <a:pt x="43803" y="62076"/>
                  <a:pt x="47027" y="62076"/>
                </a:cubicBezTo>
                <a:cubicBezTo>
                  <a:pt x="50219" y="62076"/>
                  <a:pt x="53059" y="61380"/>
                  <a:pt x="55546" y="59988"/>
                </a:cubicBezTo>
                <a:cubicBezTo>
                  <a:pt x="58033" y="58595"/>
                  <a:pt x="59859" y="56692"/>
                  <a:pt x="61026" y="54279"/>
                </a:cubicBezTo>
                <a:cubicBezTo>
                  <a:pt x="61916" y="52417"/>
                  <a:pt x="62361" y="49669"/>
                  <a:pt x="62361" y="46035"/>
                </a:cubicBezTo>
                <a:lnTo>
                  <a:pt x="62361" y="43011"/>
                </a:lnTo>
                <a:close/>
                <a:moveTo>
                  <a:pt x="83321" y="9486"/>
                </a:moveTo>
                <a:lnTo>
                  <a:pt x="83321" y="0"/>
                </a:lnTo>
                <a:lnTo>
                  <a:pt x="91610" y="0"/>
                </a:lnTo>
                <a:lnTo>
                  <a:pt x="91610" y="9486"/>
                </a:lnTo>
                <a:lnTo>
                  <a:pt x="83321" y="9486"/>
                </a:lnTo>
                <a:moveTo>
                  <a:pt x="83321" y="67510"/>
                </a:moveTo>
                <a:lnTo>
                  <a:pt x="83321" y="18604"/>
                </a:lnTo>
                <a:lnTo>
                  <a:pt x="91610" y="18604"/>
                </a:lnTo>
                <a:lnTo>
                  <a:pt x="91610" y="67510"/>
                </a:lnTo>
                <a:lnTo>
                  <a:pt x="83321" y="67510"/>
                </a:lnTo>
                <a:close/>
                <a:moveTo>
                  <a:pt x="101047" y="52866"/>
                </a:moveTo>
                <a:lnTo>
                  <a:pt x="109244" y="51577"/>
                </a:lnTo>
                <a:cubicBezTo>
                  <a:pt x="109704" y="54876"/>
                  <a:pt x="110986" y="57405"/>
                  <a:pt x="113089" y="59164"/>
                </a:cubicBezTo>
                <a:cubicBezTo>
                  <a:pt x="115192" y="60921"/>
                  <a:pt x="118132" y="61800"/>
                  <a:pt x="121908" y="61800"/>
                </a:cubicBezTo>
                <a:cubicBezTo>
                  <a:pt x="125715" y="61800"/>
                  <a:pt x="128539" y="61025"/>
                  <a:pt x="130381" y="59474"/>
                </a:cubicBezTo>
                <a:cubicBezTo>
                  <a:pt x="132223" y="57924"/>
                  <a:pt x="133144" y="56105"/>
                  <a:pt x="133144" y="54017"/>
                </a:cubicBezTo>
                <a:cubicBezTo>
                  <a:pt x="133144" y="52145"/>
                  <a:pt x="132331" y="50671"/>
                  <a:pt x="130704" y="49597"/>
                </a:cubicBezTo>
                <a:cubicBezTo>
                  <a:pt x="129568" y="48860"/>
                  <a:pt x="126743" y="47923"/>
                  <a:pt x="122230" y="46787"/>
                </a:cubicBezTo>
                <a:cubicBezTo>
                  <a:pt x="116152" y="45252"/>
                  <a:pt x="111938" y="43925"/>
                  <a:pt x="109589" y="42804"/>
                </a:cubicBezTo>
                <a:cubicBezTo>
                  <a:pt x="107241" y="41684"/>
                  <a:pt x="105460" y="40133"/>
                  <a:pt x="104247" y="38153"/>
                </a:cubicBezTo>
                <a:cubicBezTo>
                  <a:pt x="103035" y="36173"/>
                  <a:pt x="102428" y="33985"/>
                  <a:pt x="102428" y="31591"/>
                </a:cubicBezTo>
                <a:cubicBezTo>
                  <a:pt x="102428" y="29411"/>
                  <a:pt x="102927" y="27392"/>
                  <a:pt x="103925" y="25535"/>
                </a:cubicBezTo>
                <a:cubicBezTo>
                  <a:pt x="104923" y="23678"/>
                  <a:pt x="106281" y="22135"/>
                  <a:pt x="108001" y="20907"/>
                </a:cubicBezTo>
                <a:cubicBezTo>
                  <a:pt x="109290" y="19955"/>
                  <a:pt x="111048" y="19149"/>
                  <a:pt x="113273" y="18489"/>
                </a:cubicBezTo>
                <a:cubicBezTo>
                  <a:pt x="115499" y="17829"/>
                  <a:pt x="117886" y="17499"/>
                  <a:pt x="120434" y="17499"/>
                </a:cubicBezTo>
                <a:cubicBezTo>
                  <a:pt x="124272" y="17499"/>
                  <a:pt x="127641" y="18052"/>
                  <a:pt x="130542" y="19157"/>
                </a:cubicBezTo>
                <a:cubicBezTo>
                  <a:pt x="133444" y="20262"/>
                  <a:pt x="135585" y="21759"/>
                  <a:pt x="136966" y="23647"/>
                </a:cubicBezTo>
                <a:cubicBezTo>
                  <a:pt x="138348" y="25535"/>
                  <a:pt x="139300" y="28060"/>
                  <a:pt x="139822" y="31222"/>
                </a:cubicBezTo>
                <a:lnTo>
                  <a:pt x="131717" y="32328"/>
                </a:lnTo>
                <a:cubicBezTo>
                  <a:pt x="131348" y="29810"/>
                  <a:pt x="130281" y="27845"/>
                  <a:pt x="128516" y="26433"/>
                </a:cubicBezTo>
                <a:cubicBezTo>
                  <a:pt x="126751" y="25021"/>
                  <a:pt x="124256" y="24315"/>
                  <a:pt x="121033" y="24315"/>
                </a:cubicBezTo>
                <a:cubicBezTo>
                  <a:pt x="117226" y="24315"/>
                  <a:pt x="114509" y="24944"/>
                  <a:pt x="112882" y="26203"/>
                </a:cubicBezTo>
                <a:cubicBezTo>
                  <a:pt x="111255" y="27462"/>
                  <a:pt x="110441" y="28935"/>
                  <a:pt x="110441" y="30624"/>
                </a:cubicBezTo>
                <a:cubicBezTo>
                  <a:pt x="110441" y="31698"/>
                  <a:pt x="110779" y="32665"/>
                  <a:pt x="111454" y="33525"/>
                </a:cubicBezTo>
                <a:cubicBezTo>
                  <a:pt x="112130" y="34415"/>
                  <a:pt x="113189" y="35152"/>
                  <a:pt x="114632" y="35735"/>
                </a:cubicBezTo>
                <a:cubicBezTo>
                  <a:pt x="115461" y="36042"/>
                  <a:pt x="117901" y="36748"/>
                  <a:pt x="121954" y="37854"/>
                </a:cubicBezTo>
                <a:cubicBezTo>
                  <a:pt x="127818" y="39419"/>
                  <a:pt x="131909" y="40701"/>
                  <a:pt x="134226" y="41699"/>
                </a:cubicBezTo>
                <a:cubicBezTo>
                  <a:pt x="136544" y="42697"/>
                  <a:pt x="138363" y="44147"/>
                  <a:pt x="139683" y="46051"/>
                </a:cubicBezTo>
                <a:cubicBezTo>
                  <a:pt x="141004" y="47954"/>
                  <a:pt x="141664" y="50318"/>
                  <a:pt x="141664" y="53142"/>
                </a:cubicBezTo>
                <a:cubicBezTo>
                  <a:pt x="141664" y="55906"/>
                  <a:pt x="140858" y="58507"/>
                  <a:pt x="139246" y="60948"/>
                </a:cubicBezTo>
                <a:cubicBezTo>
                  <a:pt x="137634" y="63389"/>
                  <a:pt x="135309" y="65277"/>
                  <a:pt x="132269" y="66612"/>
                </a:cubicBezTo>
                <a:cubicBezTo>
                  <a:pt x="129230" y="67948"/>
                  <a:pt x="125791" y="68616"/>
                  <a:pt x="121954" y="68616"/>
                </a:cubicBezTo>
                <a:cubicBezTo>
                  <a:pt x="115599" y="68616"/>
                  <a:pt x="110756" y="67292"/>
                  <a:pt x="107425" y="64644"/>
                </a:cubicBezTo>
                <a:cubicBezTo>
                  <a:pt x="104094" y="61996"/>
                  <a:pt x="101968" y="58070"/>
                  <a:pt x="101047" y="52866"/>
                </a:cubicBezTo>
                <a:close/>
                <a:moveTo>
                  <a:pt x="184704" y="51669"/>
                </a:moveTo>
                <a:lnTo>
                  <a:pt x="193270" y="52774"/>
                </a:lnTo>
                <a:cubicBezTo>
                  <a:pt x="191919" y="57793"/>
                  <a:pt x="189417" y="61688"/>
                  <a:pt x="185764" y="64459"/>
                </a:cubicBezTo>
                <a:cubicBezTo>
                  <a:pt x="182110" y="67230"/>
                  <a:pt x="177444" y="68616"/>
                  <a:pt x="171764" y="68616"/>
                </a:cubicBezTo>
                <a:cubicBezTo>
                  <a:pt x="164611" y="68616"/>
                  <a:pt x="158939" y="66413"/>
                  <a:pt x="154748" y="62007"/>
                </a:cubicBezTo>
                <a:cubicBezTo>
                  <a:pt x="150558" y="57602"/>
                  <a:pt x="148463" y="51423"/>
                  <a:pt x="148463" y="43472"/>
                </a:cubicBezTo>
                <a:cubicBezTo>
                  <a:pt x="148463" y="35244"/>
                  <a:pt x="150581" y="28858"/>
                  <a:pt x="154818" y="24315"/>
                </a:cubicBezTo>
                <a:cubicBezTo>
                  <a:pt x="159054" y="19771"/>
                  <a:pt x="164550" y="17499"/>
                  <a:pt x="171304" y="17499"/>
                </a:cubicBezTo>
                <a:cubicBezTo>
                  <a:pt x="177843" y="17499"/>
                  <a:pt x="183185" y="19722"/>
                  <a:pt x="187329" y="24167"/>
                </a:cubicBezTo>
                <a:cubicBezTo>
                  <a:pt x="191474" y="28610"/>
                  <a:pt x="193546" y="34863"/>
                  <a:pt x="193546" y="42924"/>
                </a:cubicBezTo>
                <a:cubicBezTo>
                  <a:pt x="193546" y="43414"/>
                  <a:pt x="193531" y="44149"/>
                  <a:pt x="193500" y="45130"/>
                </a:cubicBezTo>
                <a:lnTo>
                  <a:pt x="157028" y="45130"/>
                </a:lnTo>
                <a:cubicBezTo>
                  <a:pt x="157335" y="50518"/>
                  <a:pt x="158855" y="54643"/>
                  <a:pt x="161587" y="57506"/>
                </a:cubicBezTo>
                <a:cubicBezTo>
                  <a:pt x="164319" y="60369"/>
                  <a:pt x="167727" y="61800"/>
                  <a:pt x="171810" y="61800"/>
                </a:cubicBezTo>
                <a:cubicBezTo>
                  <a:pt x="174850" y="61800"/>
                  <a:pt x="177444" y="60995"/>
                  <a:pt x="179593" y="59384"/>
                </a:cubicBezTo>
                <a:cubicBezTo>
                  <a:pt x="181742" y="57772"/>
                  <a:pt x="183446" y="55200"/>
                  <a:pt x="184704" y="51669"/>
                </a:cubicBezTo>
                <a:moveTo>
                  <a:pt x="157488" y="38314"/>
                </a:moveTo>
                <a:lnTo>
                  <a:pt x="184797" y="38314"/>
                </a:lnTo>
                <a:cubicBezTo>
                  <a:pt x="184428" y="34214"/>
                  <a:pt x="183384" y="31138"/>
                  <a:pt x="181665" y="29088"/>
                </a:cubicBezTo>
                <a:cubicBezTo>
                  <a:pt x="179025" y="25906"/>
                  <a:pt x="175602" y="24315"/>
                  <a:pt x="171396" y="24315"/>
                </a:cubicBezTo>
                <a:cubicBezTo>
                  <a:pt x="167589" y="24315"/>
                  <a:pt x="164388" y="25585"/>
                  <a:pt x="161794" y="28125"/>
                </a:cubicBezTo>
                <a:cubicBezTo>
                  <a:pt x="159200" y="30665"/>
                  <a:pt x="157765" y="34061"/>
                  <a:pt x="157488" y="38314"/>
                </a:cubicBezTo>
                <a:close/>
              </a:path>
            </a:pathLst>
          </a:custGeom>
          <a:solidFill xmlns:a="http://schemas.openxmlformats.org/drawingml/2006/main">
            <a:srgbClr val="A524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CLIError...">
            <a:extLst xmlns:a="http://schemas.openxmlformats.org/drawingml/2006/main">
              <a:ext uri="{FF2B5EF4-FFF2-40B4-BE49-F238E27FC236}">
                <a16:creationId xmlns:a16="http://schemas.microsoft.com/office/drawing/2014/main" id="{76BBE613-F748-4DDB-97EE-ACBD51A7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37" y="1135307"/>
            <a:ext cx="418675" cy="69813"/>
          </a:xfrm>
          <a:custGeom xmlns:a="http://schemas.openxmlformats.org/drawingml/2006/main">
            <a:pathLst>
              <a:path w="418675" h="69813">
                <a:moveTo>
                  <a:pt x="50748" y="44992"/>
                </a:moveTo>
                <a:lnTo>
                  <a:pt x="59682" y="47248"/>
                </a:lnTo>
                <a:cubicBezTo>
                  <a:pt x="57809" y="54585"/>
                  <a:pt x="54440" y="60181"/>
                  <a:pt x="49574" y="64033"/>
                </a:cubicBezTo>
                <a:cubicBezTo>
                  <a:pt x="44708" y="67886"/>
                  <a:pt x="38759" y="69813"/>
                  <a:pt x="31729" y="69813"/>
                </a:cubicBezTo>
                <a:cubicBezTo>
                  <a:pt x="24453" y="69813"/>
                  <a:pt x="18535" y="68332"/>
                  <a:pt x="13976" y="65369"/>
                </a:cubicBezTo>
                <a:cubicBezTo>
                  <a:pt x="9417" y="62406"/>
                  <a:pt x="5948" y="58116"/>
                  <a:pt x="3569" y="52498"/>
                </a:cubicBezTo>
                <a:cubicBezTo>
                  <a:pt x="1190" y="46880"/>
                  <a:pt x="0" y="40847"/>
                  <a:pt x="0" y="34400"/>
                </a:cubicBezTo>
                <a:cubicBezTo>
                  <a:pt x="0" y="27369"/>
                  <a:pt x="1343" y="21237"/>
                  <a:pt x="4029" y="16003"/>
                </a:cubicBezTo>
                <a:cubicBezTo>
                  <a:pt x="6716" y="10768"/>
                  <a:pt x="10538" y="6792"/>
                  <a:pt x="15496" y="4075"/>
                </a:cubicBezTo>
                <a:cubicBezTo>
                  <a:pt x="20454" y="1358"/>
                  <a:pt x="25911" y="0"/>
                  <a:pt x="31867" y="0"/>
                </a:cubicBezTo>
                <a:cubicBezTo>
                  <a:pt x="38621" y="0"/>
                  <a:pt x="44301" y="1719"/>
                  <a:pt x="48906" y="5158"/>
                </a:cubicBezTo>
                <a:cubicBezTo>
                  <a:pt x="53511" y="8596"/>
                  <a:pt x="56719" y="13431"/>
                  <a:pt x="58530" y="19664"/>
                </a:cubicBezTo>
                <a:lnTo>
                  <a:pt x="49735" y="21736"/>
                </a:lnTo>
                <a:cubicBezTo>
                  <a:pt x="48169" y="16824"/>
                  <a:pt x="45897" y="13247"/>
                  <a:pt x="42919" y="11006"/>
                </a:cubicBezTo>
                <a:cubicBezTo>
                  <a:pt x="39941" y="8765"/>
                  <a:pt x="36196" y="7644"/>
                  <a:pt x="31683" y="7644"/>
                </a:cubicBezTo>
                <a:cubicBezTo>
                  <a:pt x="26494" y="7644"/>
                  <a:pt x="22158" y="8888"/>
                  <a:pt x="18674" y="11375"/>
                </a:cubicBezTo>
                <a:cubicBezTo>
                  <a:pt x="15189" y="13861"/>
                  <a:pt x="12741" y="17200"/>
                  <a:pt x="11328" y="21391"/>
                </a:cubicBezTo>
                <a:cubicBezTo>
                  <a:pt x="9916" y="25581"/>
                  <a:pt x="9210" y="29902"/>
                  <a:pt x="9210" y="34354"/>
                </a:cubicBezTo>
                <a:cubicBezTo>
                  <a:pt x="9210" y="40095"/>
                  <a:pt x="10047" y="45107"/>
                  <a:pt x="11720" y="49389"/>
                </a:cubicBezTo>
                <a:cubicBezTo>
                  <a:pt x="13393" y="53672"/>
                  <a:pt x="15995" y="56873"/>
                  <a:pt x="19525" y="58991"/>
                </a:cubicBezTo>
                <a:cubicBezTo>
                  <a:pt x="23056" y="61109"/>
                  <a:pt x="26878" y="62168"/>
                  <a:pt x="30992" y="62168"/>
                </a:cubicBezTo>
                <a:cubicBezTo>
                  <a:pt x="35996" y="62168"/>
                  <a:pt x="40233" y="60725"/>
                  <a:pt x="43702" y="57840"/>
                </a:cubicBezTo>
                <a:cubicBezTo>
                  <a:pt x="47171" y="54954"/>
                  <a:pt x="49520" y="50671"/>
                  <a:pt x="50748" y="44992"/>
                </a:cubicBezTo>
                <a:close/>
                <a:moveTo>
                  <a:pt x="70161" y="68708"/>
                </a:moveTo>
                <a:lnTo>
                  <a:pt x="70161" y="1197"/>
                </a:lnTo>
                <a:lnTo>
                  <a:pt x="79095" y="1197"/>
                </a:lnTo>
                <a:lnTo>
                  <a:pt x="79095" y="60695"/>
                </a:lnTo>
                <a:lnTo>
                  <a:pt x="112344" y="60695"/>
                </a:lnTo>
                <a:lnTo>
                  <a:pt x="112344" y="68708"/>
                </a:lnTo>
                <a:lnTo>
                  <a:pt x="70161" y="68708"/>
                </a:lnTo>
                <a:close/>
                <a:moveTo>
                  <a:pt x="124185" y="68708"/>
                </a:moveTo>
                <a:lnTo>
                  <a:pt x="124185" y="1197"/>
                </a:lnTo>
                <a:lnTo>
                  <a:pt x="133119" y="1197"/>
                </a:lnTo>
                <a:lnTo>
                  <a:pt x="133119" y="68708"/>
                </a:lnTo>
                <a:lnTo>
                  <a:pt x="124185" y="68708"/>
                </a:lnTo>
                <a:close/>
                <a:moveTo>
                  <a:pt x="148624" y="68708"/>
                </a:moveTo>
                <a:lnTo>
                  <a:pt x="148624" y="1197"/>
                </a:lnTo>
                <a:lnTo>
                  <a:pt x="197438" y="1197"/>
                </a:lnTo>
                <a:lnTo>
                  <a:pt x="197438" y="9210"/>
                </a:lnTo>
                <a:lnTo>
                  <a:pt x="157558" y="9210"/>
                </a:lnTo>
                <a:lnTo>
                  <a:pt x="157558" y="29749"/>
                </a:lnTo>
                <a:lnTo>
                  <a:pt x="194905" y="29749"/>
                </a:lnTo>
                <a:lnTo>
                  <a:pt x="194905" y="37762"/>
                </a:lnTo>
                <a:lnTo>
                  <a:pt x="157558" y="37762"/>
                </a:lnTo>
                <a:lnTo>
                  <a:pt x="157558" y="60695"/>
                </a:lnTo>
                <a:lnTo>
                  <a:pt x="199003" y="60695"/>
                </a:lnTo>
                <a:lnTo>
                  <a:pt x="199003" y="68708"/>
                </a:lnTo>
                <a:lnTo>
                  <a:pt x="148624" y="68708"/>
                </a:lnTo>
                <a:close/>
                <a:moveTo>
                  <a:pt x="209968" y="68708"/>
                </a:moveTo>
                <a:lnTo>
                  <a:pt x="209968" y="19802"/>
                </a:lnTo>
                <a:lnTo>
                  <a:pt x="217428" y="19802"/>
                </a:lnTo>
                <a:lnTo>
                  <a:pt x="217428" y="27216"/>
                </a:lnTo>
                <a:cubicBezTo>
                  <a:pt x="219331" y="23747"/>
                  <a:pt x="221089" y="21460"/>
                  <a:pt x="222701" y="20354"/>
                </a:cubicBezTo>
                <a:cubicBezTo>
                  <a:pt x="224312" y="19249"/>
                  <a:pt x="226085" y="18697"/>
                  <a:pt x="228020" y="18697"/>
                </a:cubicBezTo>
                <a:cubicBezTo>
                  <a:pt x="230813" y="18697"/>
                  <a:pt x="233653" y="19587"/>
                  <a:pt x="236539" y="21368"/>
                </a:cubicBezTo>
                <a:lnTo>
                  <a:pt x="233684" y="29052"/>
                </a:lnTo>
                <a:cubicBezTo>
                  <a:pt x="231658" y="27859"/>
                  <a:pt x="229631" y="27262"/>
                  <a:pt x="227605" y="27262"/>
                </a:cubicBezTo>
                <a:cubicBezTo>
                  <a:pt x="225794" y="27262"/>
                  <a:pt x="224167" y="27807"/>
                  <a:pt x="222724" y="28897"/>
                </a:cubicBezTo>
                <a:cubicBezTo>
                  <a:pt x="221281" y="29987"/>
                  <a:pt x="220252" y="31499"/>
                  <a:pt x="219638" y="33433"/>
                </a:cubicBezTo>
                <a:cubicBezTo>
                  <a:pt x="218717" y="36380"/>
                  <a:pt x="218257" y="39604"/>
                  <a:pt x="218257" y="43103"/>
                </a:cubicBezTo>
                <a:lnTo>
                  <a:pt x="218257" y="68708"/>
                </a:lnTo>
                <a:lnTo>
                  <a:pt x="209968" y="68708"/>
                </a:lnTo>
                <a:close/>
                <a:moveTo>
                  <a:pt x="241015" y="68708"/>
                </a:moveTo>
                <a:lnTo>
                  <a:pt x="241015" y="19802"/>
                </a:lnTo>
                <a:lnTo>
                  <a:pt x="248475" y="19802"/>
                </a:lnTo>
                <a:lnTo>
                  <a:pt x="248475" y="27216"/>
                </a:lnTo>
                <a:cubicBezTo>
                  <a:pt x="250378" y="23747"/>
                  <a:pt x="252136" y="21460"/>
                  <a:pt x="253748" y="20354"/>
                </a:cubicBezTo>
                <a:cubicBezTo>
                  <a:pt x="255359" y="19249"/>
                  <a:pt x="257132" y="18697"/>
                  <a:pt x="259067" y="18697"/>
                </a:cubicBezTo>
                <a:cubicBezTo>
                  <a:pt x="261860" y="18697"/>
                  <a:pt x="264700" y="19587"/>
                  <a:pt x="267586" y="21368"/>
                </a:cubicBezTo>
                <a:lnTo>
                  <a:pt x="264731" y="29052"/>
                </a:lnTo>
                <a:cubicBezTo>
                  <a:pt x="262705" y="27859"/>
                  <a:pt x="260678" y="27262"/>
                  <a:pt x="258652" y="27262"/>
                </a:cubicBezTo>
                <a:cubicBezTo>
                  <a:pt x="256841" y="27262"/>
                  <a:pt x="255214" y="27807"/>
                  <a:pt x="253771" y="28897"/>
                </a:cubicBezTo>
                <a:cubicBezTo>
                  <a:pt x="252328" y="29987"/>
                  <a:pt x="251299" y="31499"/>
                  <a:pt x="250685" y="33433"/>
                </a:cubicBezTo>
                <a:cubicBezTo>
                  <a:pt x="249764" y="36380"/>
                  <a:pt x="249304" y="39604"/>
                  <a:pt x="249304" y="43103"/>
                </a:cubicBezTo>
                <a:lnTo>
                  <a:pt x="249304" y="68708"/>
                </a:lnTo>
                <a:lnTo>
                  <a:pt x="241015" y="68708"/>
                </a:lnTo>
                <a:close/>
                <a:moveTo>
                  <a:pt x="269068" y="44255"/>
                </a:moveTo>
                <a:cubicBezTo>
                  <a:pt x="269068" y="35198"/>
                  <a:pt x="271586" y="28490"/>
                  <a:pt x="276620" y="24131"/>
                </a:cubicBezTo>
                <a:cubicBezTo>
                  <a:pt x="280826" y="20508"/>
                  <a:pt x="285953" y="18697"/>
                  <a:pt x="292001" y="18697"/>
                </a:cubicBezTo>
                <a:cubicBezTo>
                  <a:pt x="298725" y="18697"/>
                  <a:pt x="304220" y="20899"/>
                  <a:pt x="308487" y="25305"/>
                </a:cubicBezTo>
                <a:cubicBezTo>
                  <a:pt x="312755" y="29710"/>
                  <a:pt x="314889" y="35797"/>
                  <a:pt x="314889" y="43564"/>
                </a:cubicBezTo>
                <a:cubicBezTo>
                  <a:pt x="314889" y="49858"/>
                  <a:pt x="313944" y="54808"/>
                  <a:pt x="312056" y="58415"/>
                </a:cubicBezTo>
                <a:cubicBezTo>
                  <a:pt x="310168" y="62023"/>
                  <a:pt x="307421" y="64824"/>
                  <a:pt x="303813" y="66820"/>
                </a:cubicBezTo>
                <a:cubicBezTo>
                  <a:pt x="300206" y="68815"/>
                  <a:pt x="296269" y="69813"/>
                  <a:pt x="292001" y="69813"/>
                </a:cubicBezTo>
                <a:cubicBezTo>
                  <a:pt x="285155" y="69813"/>
                  <a:pt x="279621" y="67618"/>
                  <a:pt x="275400" y="63228"/>
                </a:cubicBezTo>
                <a:cubicBezTo>
                  <a:pt x="271179" y="58837"/>
                  <a:pt x="269068" y="52513"/>
                  <a:pt x="269068" y="44255"/>
                </a:cubicBezTo>
                <a:moveTo>
                  <a:pt x="277587" y="44278"/>
                </a:moveTo>
                <a:cubicBezTo>
                  <a:pt x="277587" y="50533"/>
                  <a:pt x="278954" y="55217"/>
                  <a:pt x="281686" y="58329"/>
                </a:cubicBezTo>
                <a:cubicBezTo>
                  <a:pt x="284418" y="61441"/>
                  <a:pt x="287857" y="62997"/>
                  <a:pt x="292001" y="62997"/>
                </a:cubicBezTo>
                <a:cubicBezTo>
                  <a:pt x="296115" y="62997"/>
                  <a:pt x="299538" y="61434"/>
                  <a:pt x="302271" y="58306"/>
                </a:cubicBezTo>
                <a:cubicBezTo>
                  <a:pt x="305003" y="55178"/>
                  <a:pt x="306369" y="50410"/>
                  <a:pt x="306369" y="44001"/>
                </a:cubicBezTo>
                <a:cubicBezTo>
                  <a:pt x="306369" y="37961"/>
                  <a:pt x="304995" y="33385"/>
                  <a:pt x="302248" y="30273"/>
                </a:cubicBezTo>
                <a:cubicBezTo>
                  <a:pt x="299500" y="27160"/>
                  <a:pt x="296085" y="25604"/>
                  <a:pt x="292001" y="25604"/>
                </a:cubicBezTo>
                <a:cubicBezTo>
                  <a:pt x="287857" y="25604"/>
                  <a:pt x="284418" y="27153"/>
                  <a:pt x="281686" y="30250"/>
                </a:cubicBezTo>
                <a:cubicBezTo>
                  <a:pt x="278954" y="33346"/>
                  <a:pt x="277587" y="38023"/>
                  <a:pt x="277587" y="44278"/>
                </a:cubicBezTo>
                <a:close/>
                <a:moveTo>
                  <a:pt x="324197" y="68708"/>
                </a:moveTo>
                <a:lnTo>
                  <a:pt x="324197" y="19802"/>
                </a:lnTo>
                <a:lnTo>
                  <a:pt x="331657" y="19802"/>
                </a:lnTo>
                <a:lnTo>
                  <a:pt x="331657" y="27216"/>
                </a:lnTo>
                <a:cubicBezTo>
                  <a:pt x="333561" y="23747"/>
                  <a:pt x="335318" y="21460"/>
                  <a:pt x="336930" y="20354"/>
                </a:cubicBezTo>
                <a:cubicBezTo>
                  <a:pt x="338542" y="19249"/>
                  <a:pt x="340315" y="18697"/>
                  <a:pt x="342249" y="18697"/>
                </a:cubicBezTo>
                <a:cubicBezTo>
                  <a:pt x="345043" y="18697"/>
                  <a:pt x="347882" y="19587"/>
                  <a:pt x="350768" y="21368"/>
                </a:cubicBezTo>
                <a:lnTo>
                  <a:pt x="347913" y="29052"/>
                </a:lnTo>
                <a:cubicBezTo>
                  <a:pt x="345887" y="27859"/>
                  <a:pt x="343861" y="27262"/>
                  <a:pt x="341834" y="27262"/>
                </a:cubicBezTo>
                <a:cubicBezTo>
                  <a:pt x="340023" y="27262"/>
                  <a:pt x="338396" y="27807"/>
                  <a:pt x="336953" y="28897"/>
                </a:cubicBezTo>
                <a:cubicBezTo>
                  <a:pt x="335510" y="29987"/>
                  <a:pt x="334482" y="31499"/>
                  <a:pt x="333868" y="33433"/>
                </a:cubicBezTo>
                <a:cubicBezTo>
                  <a:pt x="332947" y="36380"/>
                  <a:pt x="332486" y="39604"/>
                  <a:pt x="332486" y="43103"/>
                </a:cubicBezTo>
                <a:lnTo>
                  <a:pt x="332486" y="68708"/>
                </a:lnTo>
                <a:lnTo>
                  <a:pt x="324197" y="68708"/>
                </a:lnTo>
                <a:close/>
                <a:moveTo>
                  <a:pt x="357684" y="68708"/>
                </a:moveTo>
                <a:lnTo>
                  <a:pt x="357684" y="59221"/>
                </a:lnTo>
                <a:lnTo>
                  <a:pt x="367125" y="59221"/>
                </a:lnTo>
                <a:lnTo>
                  <a:pt x="367125" y="68708"/>
                </a:lnTo>
                <a:lnTo>
                  <a:pt x="357684" y="68708"/>
                </a:lnTo>
                <a:close/>
                <a:moveTo>
                  <a:pt x="383459" y="68708"/>
                </a:moveTo>
                <a:lnTo>
                  <a:pt x="383459" y="59221"/>
                </a:lnTo>
                <a:lnTo>
                  <a:pt x="392900" y="59221"/>
                </a:lnTo>
                <a:lnTo>
                  <a:pt x="392900" y="68708"/>
                </a:lnTo>
                <a:lnTo>
                  <a:pt x="383459" y="68708"/>
                </a:lnTo>
                <a:close/>
                <a:moveTo>
                  <a:pt x="409234" y="68708"/>
                </a:moveTo>
                <a:lnTo>
                  <a:pt x="409234" y="59221"/>
                </a:lnTo>
                <a:lnTo>
                  <a:pt x="418675" y="59221"/>
                </a:lnTo>
                <a:lnTo>
                  <a:pt x="418675" y="68708"/>
                </a:lnTo>
                <a:lnTo>
                  <a:pt x="409234" y="68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except">
            <a:extLst xmlns:a="http://schemas.openxmlformats.org/drawingml/2006/main">
              <a:ext uri="{FF2B5EF4-FFF2-40B4-BE49-F238E27FC236}">
                <a16:creationId xmlns:a16="http://schemas.microsoft.com/office/drawing/2014/main" id="{ED03690F-AB51-449A-8A83-64BF6FD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351" y="1250495"/>
            <a:ext cx="272190" cy="84779"/>
          </a:xfrm>
          <a:custGeom xmlns:a="http://schemas.openxmlformats.org/drawingml/2006/main">
            <a:pathLst>
              <a:path w="272190" h="84779">
                <a:moveTo>
                  <a:pt x="36242" y="50149"/>
                </a:moveTo>
                <a:lnTo>
                  <a:pt x="44807" y="51254"/>
                </a:lnTo>
                <a:cubicBezTo>
                  <a:pt x="43456" y="56273"/>
                  <a:pt x="40954" y="60168"/>
                  <a:pt x="37301" y="62940"/>
                </a:cubicBezTo>
                <a:cubicBezTo>
                  <a:pt x="33648" y="65710"/>
                  <a:pt x="28981" y="67096"/>
                  <a:pt x="23302" y="67096"/>
                </a:cubicBezTo>
                <a:cubicBezTo>
                  <a:pt x="16148" y="67096"/>
                  <a:pt x="10477" y="64893"/>
                  <a:pt x="6286" y="60488"/>
                </a:cubicBezTo>
                <a:cubicBezTo>
                  <a:pt x="2095" y="56082"/>
                  <a:pt x="0" y="49904"/>
                  <a:pt x="0" y="41952"/>
                </a:cubicBezTo>
                <a:cubicBezTo>
                  <a:pt x="0" y="33724"/>
                  <a:pt x="2118" y="27339"/>
                  <a:pt x="6355" y="22795"/>
                </a:cubicBezTo>
                <a:cubicBezTo>
                  <a:pt x="10592" y="18251"/>
                  <a:pt x="16087" y="15980"/>
                  <a:pt x="22841" y="15980"/>
                </a:cubicBezTo>
                <a:cubicBezTo>
                  <a:pt x="29380" y="15980"/>
                  <a:pt x="34722" y="18202"/>
                  <a:pt x="38867" y="22647"/>
                </a:cubicBezTo>
                <a:cubicBezTo>
                  <a:pt x="43011" y="27091"/>
                  <a:pt x="45084" y="33343"/>
                  <a:pt x="45084" y="41404"/>
                </a:cubicBezTo>
                <a:cubicBezTo>
                  <a:pt x="45084" y="41894"/>
                  <a:pt x="45068" y="42630"/>
                  <a:pt x="45038" y="43610"/>
                </a:cubicBezTo>
                <a:lnTo>
                  <a:pt x="8565" y="43610"/>
                </a:lnTo>
                <a:cubicBezTo>
                  <a:pt x="8872" y="48998"/>
                  <a:pt x="10392" y="53123"/>
                  <a:pt x="13124" y="55986"/>
                </a:cubicBezTo>
                <a:cubicBezTo>
                  <a:pt x="15857" y="58849"/>
                  <a:pt x="19265" y="60280"/>
                  <a:pt x="23348" y="60280"/>
                </a:cubicBezTo>
                <a:cubicBezTo>
                  <a:pt x="26387" y="60280"/>
                  <a:pt x="28981" y="59475"/>
                  <a:pt x="31130" y="57864"/>
                </a:cubicBezTo>
                <a:cubicBezTo>
                  <a:pt x="33279" y="56252"/>
                  <a:pt x="34983" y="53681"/>
                  <a:pt x="36242" y="50149"/>
                </a:cubicBezTo>
                <a:moveTo>
                  <a:pt x="9026" y="36794"/>
                </a:moveTo>
                <a:lnTo>
                  <a:pt x="36334" y="36794"/>
                </a:lnTo>
                <a:cubicBezTo>
                  <a:pt x="35966" y="32694"/>
                  <a:pt x="34922" y="29619"/>
                  <a:pt x="33203" y="27569"/>
                </a:cubicBezTo>
                <a:cubicBezTo>
                  <a:pt x="30562" y="24386"/>
                  <a:pt x="27139" y="22795"/>
                  <a:pt x="22933" y="22795"/>
                </a:cubicBezTo>
                <a:cubicBezTo>
                  <a:pt x="19126" y="22795"/>
                  <a:pt x="15926" y="24065"/>
                  <a:pt x="13332" y="26606"/>
                </a:cubicBezTo>
                <a:cubicBezTo>
                  <a:pt x="10737" y="29145"/>
                  <a:pt x="9302" y="32542"/>
                  <a:pt x="9026" y="36794"/>
                </a:cubicBezTo>
                <a:close/>
                <a:moveTo>
                  <a:pt x="49372" y="65991"/>
                </a:moveTo>
                <a:lnTo>
                  <a:pt x="67254" y="40703"/>
                </a:lnTo>
                <a:lnTo>
                  <a:pt x="50708" y="17085"/>
                </a:lnTo>
                <a:lnTo>
                  <a:pt x="61069" y="17085"/>
                </a:lnTo>
                <a:lnTo>
                  <a:pt x="68575" y="28482"/>
                </a:lnTo>
                <a:cubicBezTo>
                  <a:pt x="69988" y="30682"/>
                  <a:pt x="71124" y="32518"/>
                  <a:pt x="71983" y="33988"/>
                </a:cubicBezTo>
                <a:cubicBezTo>
                  <a:pt x="73334" y="32026"/>
                  <a:pt x="74577" y="30256"/>
                  <a:pt x="75713" y="28677"/>
                </a:cubicBezTo>
                <a:lnTo>
                  <a:pt x="83956" y="17085"/>
                </a:lnTo>
                <a:lnTo>
                  <a:pt x="93857" y="17085"/>
                </a:lnTo>
                <a:lnTo>
                  <a:pt x="77375" y="40486"/>
                </a:lnTo>
                <a:lnTo>
                  <a:pt x="95147" y="65991"/>
                </a:lnTo>
                <a:lnTo>
                  <a:pt x="84970" y="65991"/>
                </a:lnTo>
                <a:lnTo>
                  <a:pt x="74930" y="50814"/>
                </a:lnTo>
                <a:lnTo>
                  <a:pt x="72260" y="46979"/>
                </a:lnTo>
                <a:lnTo>
                  <a:pt x="59411" y="65991"/>
                </a:lnTo>
                <a:lnTo>
                  <a:pt x="49372" y="65991"/>
                </a:lnTo>
                <a:close/>
                <a:moveTo>
                  <a:pt x="133675" y="48031"/>
                </a:moveTo>
                <a:lnTo>
                  <a:pt x="141826" y="49136"/>
                </a:lnTo>
                <a:cubicBezTo>
                  <a:pt x="140935" y="54754"/>
                  <a:pt x="138656" y="59152"/>
                  <a:pt x="134987" y="62330"/>
                </a:cubicBezTo>
                <a:cubicBezTo>
                  <a:pt x="131318" y="65507"/>
                  <a:pt x="126813" y="67096"/>
                  <a:pt x="121471" y="67096"/>
                </a:cubicBezTo>
                <a:cubicBezTo>
                  <a:pt x="114778" y="67096"/>
                  <a:pt x="109398" y="64908"/>
                  <a:pt x="105330" y="60534"/>
                </a:cubicBezTo>
                <a:cubicBezTo>
                  <a:pt x="101263" y="56159"/>
                  <a:pt x="99229" y="49888"/>
                  <a:pt x="99229" y="41722"/>
                </a:cubicBezTo>
                <a:cubicBezTo>
                  <a:pt x="99229" y="36441"/>
                  <a:pt x="100104" y="31821"/>
                  <a:pt x="101854" y="27861"/>
                </a:cubicBezTo>
                <a:cubicBezTo>
                  <a:pt x="103603" y="23900"/>
                  <a:pt x="106267" y="20930"/>
                  <a:pt x="109843" y="18950"/>
                </a:cubicBezTo>
                <a:cubicBezTo>
                  <a:pt x="113420" y="16970"/>
                  <a:pt x="117311" y="15980"/>
                  <a:pt x="121517" y="15980"/>
                </a:cubicBezTo>
                <a:cubicBezTo>
                  <a:pt x="126828" y="15980"/>
                  <a:pt x="131172" y="17315"/>
                  <a:pt x="134549" y="19986"/>
                </a:cubicBezTo>
                <a:cubicBezTo>
                  <a:pt x="137927" y="22656"/>
                  <a:pt x="140091" y="26447"/>
                  <a:pt x="141043" y="31361"/>
                </a:cubicBezTo>
                <a:lnTo>
                  <a:pt x="132984" y="32650"/>
                </a:lnTo>
                <a:cubicBezTo>
                  <a:pt x="132216" y="29380"/>
                  <a:pt x="130858" y="26920"/>
                  <a:pt x="128908" y="25270"/>
                </a:cubicBezTo>
                <a:cubicBezTo>
                  <a:pt x="126959" y="23620"/>
                  <a:pt x="124603" y="22795"/>
                  <a:pt x="121840" y="22795"/>
                </a:cubicBezTo>
                <a:cubicBezTo>
                  <a:pt x="117664" y="22795"/>
                  <a:pt x="114272" y="24292"/>
                  <a:pt x="111662" y="27285"/>
                </a:cubicBezTo>
                <a:cubicBezTo>
                  <a:pt x="109053" y="30278"/>
                  <a:pt x="107748" y="35014"/>
                  <a:pt x="107748" y="41492"/>
                </a:cubicBezTo>
                <a:cubicBezTo>
                  <a:pt x="107748" y="48062"/>
                  <a:pt x="109007" y="52835"/>
                  <a:pt x="111524" y="55813"/>
                </a:cubicBezTo>
                <a:cubicBezTo>
                  <a:pt x="114042" y="58791"/>
                  <a:pt x="117327" y="60280"/>
                  <a:pt x="121379" y="60280"/>
                </a:cubicBezTo>
                <a:cubicBezTo>
                  <a:pt x="124633" y="60280"/>
                  <a:pt x="127350" y="59279"/>
                  <a:pt x="129530" y="57276"/>
                </a:cubicBezTo>
                <a:cubicBezTo>
                  <a:pt x="131710" y="55272"/>
                  <a:pt x="133091" y="52191"/>
                  <a:pt x="133675" y="48031"/>
                </a:cubicBezTo>
                <a:close/>
                <a:moveTo>
                  <a:pt x="182103" y="50149"/>
                </a:moveTo>
                <a:lnTo>
                  <a:pt x="190669" y="51254"/>
                </a:lnTo>
                <a:cubicBezTo>
                  <a:pt x="189318" y="56273"/>
                  <a:pt x="186816" y="60168"/>
                  <a:pt x="183162" y="62940"/>
                </a:cubicBezTo>
                <a:cubicBezTo>
                  <a:pt x="179509" y="65710"/>
                  <a:pt x="174843" y="67096"/>
                  <a:pt x="169163" y="67096"/>
                </a:cubicBezTo>
                <a:cubicBezTo>
                  <a:pt x="162010" y="67096"/>
                  <a:pt x="156338" y="64893"/>
                  <a:pt x="152147" y="60488"/>
                </a:cubicBezTo>
                <a:cubicBezTo>
                  <a:pt x="147957" y="56082"/>
                  <a:pt x="145861" y="49904"/>
                  <a:pt x="145861" y="41952"/>
                </a:cubicBezTo>
                <a:cubicBezTo>
                  <a:pt x="145861" y="33724"/>
                  <a:pt x="147980" y="27339"/>
                  <a:pt x="152216" y="22795"/>
                </a:cubicBezTo>
                <a:cubicBezTo>
                  <a:pt x="156453" y="18251"/>
                  <a:pt x="161948" y="15980"/>
                  <a:pt x="168703" y="15980"/>
                </a:cubicBezTo>
                <a:cubicBezTo>
                  <a:pt x="175242" y="15980"/>
                  <a:pt x="180584" y="18202"/>
                  <a:pt x="184728" y="22647"/>
                </a:cubicBezTo>
                <a:cubicBezTo>
                  <a:pt x="188873" y="27091"/>
                  <a:pt x="190945" y="33343"/>
                  <a:pt x="190945" y="41404"/>
                </a:cubicBezTo>
                <a:cubicBezTo>
                  <a:pt x="190945" y="41894"/>
                  <a:pt x="190930" y="42630"/>
                  <a:pt x="190899" y="43610"/>
                </a:cubicBezTo>
                <a:lnTo>
                  <a:pt x="154427" y="43610"/>
                </a:lnTo>
                <a:cubicBezTo>
                  <a:pt x="154734" y="48998"/>
                  <a:pt x="156253" y="53123"/>
                  <a:pt x="158986" y="55986"/>
                </a:cubicBezTo>
                <a:cubicBezTo>
                  <a:pt x="161718" y="58849"/>
                  <a:pt x="165126" y="60280"/>
                  <a:pt x="169209" y="60280"/>
                </a:cubicBezTo>
                <a:cubicBezTo>
                  <a:pt x="172248" y="60280"/>
                  <a:pt x="174843" y="59475"/>
                  <a:pt x="176992" y="57864"/>
                </a:cubicBezTo>
                <a:cubicBezTo>
                  <a:pt x="179141" y="56252"/>
                  <a:pt x="180845" y="53681"/>
                  <a:pt x="182103" y="50149"/>
                </a:cubicBezTo>
                <a:moveTo>
                  <a:pt x="154887" y="36794"/>
                </a:moveTo>
                <a:lnTo>
                  <a:pt x="182195" y="36794"/>
                </a:lnTo>
                <a:cubicBezTo>
                  <a:pt x="181827" y="32694"/>
                  <a:pt x="180783" y="29619"/>
                  <a:pt x="179064" y="27569"/>
                </a:cubicBezTo>
                <a:cubicBezTo>
                  <a:pt x="176424" y="24386"/>
                  <a:pt x="173001" y="22795"/>
                  <a:pt x="168795" y="22795"/>
                </a:cubicBezTo>
                <a:cubicBezTo>
                  <a:pt x="164988" y="22795"/>
                  <a:pt x="161787" y="24065"/>
                  <a:pt x="159193" y="26606"/>
                </a:cubicBezTo>
                <a:cubicBezTo>
                  <a:pt x="156599" y="29145"/>
                  <a:pt x="155164" y="32542"/>
                  <a:pt x="154887" y="36794"/>
                </a:cubicBezTo>
                <a:close/>
                <a:moveTo>
                  <a:pt x="200760" y="84779"/>
                </a:moveTo>
                <a:lnTo>
                  <a:pt x="200760" y="17085"/>
                </a:lnTo>
                <a:lnTo>
                  <a:pt x="208312" y="17085"/>
                </a:lnTo>
                <a:lnTo>
                  <a:pt x="208312" y="23484"/>
                </a:lnTo>
                <a:cubicBezTo>
                  <a:pt x="210093" y="20982"/>
                  <a:pt x="212104" y="19106"/>
                  <a:pt x="214345" y="17856"/>
                </a:cubicBezTo>
                <a:cubicBezTo>
                  <a:pt x="216586" y="16605"/>
                  <a:pt x="219303" y="15980"/>
                  <a:pt x="222496" y="15980"/>
                </a:cubicBezTo>
                <a:cubicBezTo>
                  <a:pt x="226671" y="15980"/>
                  <a:pt x="230355" y="17054"/>
                  <a:pt x="233548" y="19203"/>
                </a:cubicBezTo>
                <a:cubicBezTo>
                  <a:pt x="236741" y="21352"/>
                  <a:pt x="239151" y="24384"/>
                  <a:pt x="240778" y="28298"/>
                </a:cubicBezTo>
                <a:cubicBezTo>
                  <a:pt x="242405" y="32212"/>
                  <a:pt x="243219" y="36503"/>
                  <a:pt x="243219" y="41169"/>
                </a:cubicBezTo>
                <a:cubicBezTo>
                  <a:pt x="243219" y="46173"/>
                  <a:pt x="242321" y="50679"/>
                  <a:pt x="240525" y="54685"/>
                </a:cubicBezTo>
                <a:cubicBezTo>
                  <a:pt x="238729" y="58692"/>
                  <a:pt x="236119" y="61762"/>
                  <a:pt x="232696" y="63895"/>
                </a:cubicBezTo>
                <a:cubicBezTo>
                  <a:pt x="229273" y="66029"/>
                  <a:pt x="225673" y="67096"/>
                  <a:pt x="221897" y="67096"/>
                </a:cubicBezTo>
                <a:cubicBezTo>
                  <a:pt x="219134" y="67096"/>
                  <a:pt x="216655" y="66513"/>
                  <a:pt x="214460" y="65346"/>
                </a:cubicBezTo>
                <a:cubicBezTo>
                  <a:pt x="212265" y="64179"/>
                  <a:pt x="210461" y="62706"/>
                  <a:pt x="209049" y="60925"/>
                </a:cubicBezTo>
                <a:lnTo>
                  <a:pt x="209049" y="84779"/>
                </a:lnTo>
                <a:lnTo>
                  <a:pt x="200760" y="84779"/>
                </a:lnTo>
                <a:moveTo>
                  <a:pt x="208266" y="41837"/>
                </a:moveTo>
                <a:cubicBezTo>
                  <a:pt x="208266" y="48123"/>
                  <a:pt x="209540" y="52768"/>
                  <a:pt x="212088" y="55773"/>
                </a:cubicBezTo>
                <a:cubicBezTo>
                  <a:pt x="214636" y="58778"/>
                  <a:pt x="217722" y="60280"/>
                  <a:pt x="221344" y="60280"/>
                </a:cubicBezTo>
                <a:cubicBezTo>
                  <a:pt x="225028" y="60280"/>
                  <a:pt x="228183" y="58724"/>
                  <a:pt x="230808" y="55612"/>
                </a:cubicBezTo>
                <a:cubicBezTo>
                  <a:pt x="233433" y="52500"/>
                  <a:pt x="234745" y="47678"/>
                  <a:pt x="234745" y="41146"/>
                </a:cubicBezTo>
                <a:cubicBezTo>
                  <a:pt x="234745" y="34922"/>
                  <a:pt x="233463" y="30261"/>
                  <a:pt x="230900" y="27164"/>
                </a:cubicBezTo>
                <a:cubicBezTo>
                  <a:pt x="228336" y="24067"/>
                  <a:pt x="225274" y="22519"/>
                  <a:pt x="221713" y="22519"/>
                </a:cubicBezTo>
                <a:cubicBezTo>
                  <a:pt x="218182" y="22519"/>
                  <a:pt x="215059" y="24167"/>
                  <a:pt x="212342" y="27463"/>
                </a:cubicBezTo>
                <a:cubicBezTo>
                  <a:pt x="209625" y="30760"/>
                  <a:pt x="208266" y="35551"/>
                  <a:pt x="208266" y="41837"/>
                </a:cubicBezTo>
                <a:close/>
                <a:moveTo>
                  <a:pt x="270993" y="58576"/>
                </a:moveTo>
                <a:lnTo>
                  <a:pt x="272190" y="65899"/>
                </a:lnTo>
                <a:cubicBezTo>
                  <a:pt x="269857" y="66390"/>
                  <a:pt x="267769" y="66635"/>
                  <a:pt x="265927" y="66635"/>
                </a:cubicBezTo>
                <a:cubicBezTo>
                  <a:pt x="262918" y="66635"/>
                  <a:pt x="260585" y="66159"/>
                  <a:pt x="258927" y="65208"/>
                </a:cubicBezTo>
                <a:cubicBezTo>
                  <a:pt x="257269" y="64256"/>
                  <a:pt x="256103" y="63005"/>
                  <a:pt x="255427" y="61455"/>
                </a:cubicBezTo>
                <a:cubicBezTo>
                  <a:pt x="254752" y="59904"/>
                  <a:pt x="254414" y="56642"/>
                  <a:pt x="254414" y="51669"/>
                </a:cubicBezTo>
                <a:lnTo>
                  <a:pt x="254414" y="23532"/>
                </a:lnTo>
                <a:lnTo>
                  <a:pt x="248336" y="23532"/>
                </a:lnTo>
                <a:lnTo>
                  <a:pt x="248336" y="17085"/>
                </a:lnTo>
                <a:lnTo>
                  <a:pt x="254414" y="17085"/>
                </a:lnTo>
                <a:lnTo>
                  <a:pt x="254414" y="4973"/>
                </a:lnTo>
                <a:lnTo>
                  <a:pt x="262657" y="0"/>
                </a:lnTo>
                <a:lnTo>
                  <a:pt x="262657" y="17085"/>
                </a:lnTo>
                <a:lnTo>
                  <a:pt x="270993" y="17085"/>
                </a:lnTo>
                <a:lnTo>
                  <a:pt x="270993" y="23532"/>
                </a:lnTo>
                <a:lnTo>
                  <a:pt x="262657" y="23532"/>
                </a:lnTo>
                <a:lnTo>
                  <a:pt x="262657" y="52129"/>
                </a:lnTo>
                <a:cubicBezTo>
                  <a:pt x="262657" y="54493"/>
                  <a:pt x="262803" y="56013"/>
                  <a:pt x="263095" y="56688"/>
                </a:cubicBezTo>
                <a:cubicBezTo>
                  <a:pt x="263386" y="57364"/>
                  <a:pt x="263862" y="57901"/>
                  <a:pt x="264522" y="58300"/>
                </a:cubicBezTo>
                <a:cubicBezTo>
                  <a:pt x="265182" y="58699"/>
                  <a:pt x="266126" y="58899"/>
                  <a:pt x="267355" y="58899"/>
                </a:cubicBezTo>
                <a:cubicBezTo>
                  <a:pt x="268276" y="58899"/>
                  <a:pt x="269488" y="58791"/>
                  <a:pt x="270993" y="58576"/>
                </a:cubicBezTo>
                <a:close/>
              </a:path>
            </a:pathLst>
          </a:custGeom>
          <a:solidFill xmlns:a="http://schemas.openxmlformats.org/drawingml/2006/main">
            <a:srgbClr val="A524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AttributeError:">
            <a:extLst xmlns:a="http://schemas.openxmlformats.org/drawingml/2006/main">
              <a:ext uri="{FF2B5EF4-FFF2-40B4-BE49-F238E27FC236}">
                <a16:creationId xmlns:a16="http://schemas.microsoft.com/office/drawing/2014/main" id="{AF158A18-22F3-40FD-9AD6-16478A9A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440" y="1248976"/>
            <a:ext cx="574597" cy="68616"/>
          </a:xfrm>
          <a:custGeom xmlns:a="http://schemas.openxmlformats.org/drawingml/2006/main">
            <a:pathLst>
              <a:path w="574597" h="68616">
                <a:moveTo>
                  <a:pt x="0" y="67510"/>
                </a:moveTo>
                <a:lnTo>
                  <a:pt x="25927" y="0"/>
                </a:lnTo>
                <a:lnTo>
                  <a:pt x="35551" y="0"/>
                </a:lnTo>
                <a:lnTo>
                  <a:pt x="63182" y="67510"/>
                </a:lnTo>
                <a:lnTo>
                  <a:pt x="53004" y="67510"/>
                </a:lnTo>
                <a:lnTo>
                  <a:pt x="45130" y="47064"/>
                </a:lnTo>
                <a:lnTo>
                  <a:pt x="16901" y="47064"/>
                </a:lnTo>
                <a:lnTo>
                  <a:pt x="9486" y="67510"/>
                </a:lnTo>
                <a:lnTo>
                  <a:pt x="0" y="67510"/>
                </a:lnTo>
                <a:moveTo>
                  <a:pt x="19479" y="39788"/>
                </a:moveTo>
                <a:lnTo>
                  <a:pt x="42367" y="39788"/>
                </a:lnTo>
                <a:lnTo>
                  <a:pt x="35321" y="21074"/>
                </a:lnTo>
                <a:cubicBezTo>
                  <a:pt x="33172" y="15403"/>
                  <a:pt x="31575" y="10712"/>
                  <a:pt x="30532" y="7000"/>
                </a:cubicBezTo>
                <a:cubicBezTo>
                  <a:pt x="29672" y="11385"/>
                  <a:pt x="28459" y="15714"/>
                  <a:pt x="26894" y="19986"/>
                </a:cubicBezTo>
                <a:lnTo>
                  <a:pt x="19479" y="39788"/>
                </a:lnTo>
                <a:close/>
                <a:moveTo>
                  <a:pt x="87132" y="60096"/>
                </a:moveTo>
                <a:lnTo>
                  <a:pt x="88329" y="67418"/>
                </a:lnTo>
                <a:cubicBezTo>
                  <a:pt x="85996" y="67909"/>
                  <a:pt x="83908" y="68155"/>
                  <a:pt x="82066" y="68155"/>
                </a:cubicBezTo>
                <a:cubicBezTo>
                  <a:pt x="79058" y="68155"/>
                  <a:pt x="76724" y="67679"/>
                  <a:pt x="75067" y="66727"/>
                </a:cubicBezTo>
                <a:cubicBezTo>
                  <a:pt x="73409" y="65776"/>
                  <a:pt x="72242" y="64525"/>
                  <a:pt x="71567" y="62974"/>
                </a:cubicBezTo>
                <a:cubicBezTo>
                  <a:pt x="70891" y="61424"/>
                  <a:pt x="70554" y="58162"/>
                  <a:pt x="70554" y="53189"/>
                </a:cubicBezTo>
                <a:lnTo>
                  <a:pt x="70554" y="25052"/>
                </a:lnTo>
                <a:lnTo>
                  <a:pt x="64475" y="25052"/>
                </a:lnTo>
                <a:lnTo>
                  <a:pt x="64475" y="18604"/>
                </a:lnTo>
                <a:lnTo>
                  <a:pt x="70554" y="18604"/>
                </a:lnTo>
                <a:lnTo>
                  <a:pt x="70554" y="6493"/>
                </a:lnTo>
                <a:lnTo>
                  <a:pt x="78797" y="1520"/>
                </a:lnTo>
                <a:lnTo>
                  <a:pt x="78797" y="18604"/>
                </a:lnTo>
                <a:lnTo>
                  <a:pt x="87132" y="18604"/>
                </a:lnTo>
                <a:lnTo>
                  <a:pt x="87132" y="25052"/>
                </a:lnTo>
                <a:lnTo>
                  <a:pt x="78797" y="25052"/>
                </a:lnTo>
                <a:lnTo>
                  <a:pt x="78797" y="53649"/>
                </a:lnTo>
                <a:cubicBezTo>
                  <a:pt x="78797" y="56013"/>
                  <a:pt x="78943" y="57533"/>
                  <a:pt x="79234" y="58208"/>
                </a:cubicBezTo>
                <a:cubicBezTo>
                  <a:pt x="79526" y="58883"/>
                  <a:pt x="80002" y="59421"/>
                  <a:pt x="80662" y="59820"/>
                </a:cubicBezTo>
                <a:cubicBezTo>
                  <a:pt x="81322" y="60219"/>
                  <a:pt x="82266" y="60418"/>
                  <a:pt x="83494" y="60418"/>
                </a:cubicBezTo>
                <a:cubicBezTo>
                  <a:pt x="84415" y="60418"/>
                  <a:pt x="85628" y="60311"/>
                  <a:pt x="87132" y="60096"/>
                </a:cubicBezTo>
                <a:close/>
                <a:moveTo>
                  <a:pt x="112907" y="60096"/>
                </a:moveTo>
                <a:lnTo>
                  <a:pt x="114104" y="67418"/>
                </a:lnTo>
                <a:cubicBezTo>
                  <a:pt x="111771" y="67909"/>
                  <a:pt x="109683" y="68155"/>
                  <a:pt x="107841" y="68155"/>
                </a:cubicBezTo>
                <a:cubicBezTo>
                  <a:pt x="104833" y="68155"/>
                  <a:pt x="102499" y="67679"/>
                  <a:pt x="100842" y="66727"/>
                </a:cubicBezTo>
                <a:cubicBezTo>
                  <a:pt x="99184" y="65776"/>
                  <a:pt x="98017" y="64525"/>
                  <a:pt x="97342" y="62974"/>
                </a:cubicBezTo>
                <a:cubicBezTo>
                  <a:pt x="96666" y="61424"/>
                  <a:pt x="96329" y="58162"/>
                  <a:pt x="96329" y="53189"/>
                </a:cubicBezTo>
                <a:lnTo>
                  <a:pt x="96329" y="25052"/>
                </a:lnTo>
                <a:lnTo>
                  <a:pt x="90250" y="25052"/>
                </a:lnTo>
                <a:lnTo>
                  <a:pt x="90250" y="18604"/>
                </a:lnTo>
                <a:lnTo>
                  <a:pt x="96329" y="18604"/>
                </a:lnTo>
                <a:lnTo>
                  <a:pt x="96329" y="6493"/>
                </a:lnTo>
                <a:lnTo>
                  <a:pt x="104572" y="1520"/>
                </a:lnTo>
                <a:lnTo>
                  <a:pt x="104572" y="18604"/>
                </a:lnTo>
                <a:lnTo>
                  <a:pt x="112907" y="18604"/>
                </a:lnTo>
                <a:lnTo>
                  <a:pt x="112907" y="25052"/>
                </a:lnTo>
                <a:lnTo>
                  <a:pt x="104572" y="25052"/>
                </a:lnTo>
                <a:lnTo>
                  <a:pt x="104572" y="53649"/>
                </a:lnTo>
                <a:cubicBezTo>
                  <a:pt x="104572" y="56013"/>
                  <a:pt x="104717" y="57533"/>
                  <a:pt x="105009" y="58208"/>
                </a:cubicBezTo>
                <a:cubicBezTo>
                  <a:pt x="105301" y="58883"/>
                  <a:pt x="105777" y="59421"/>
                  <a:pt x="106437" y="59820"/>
                </a:cubicBezTo>
                <a:cubicBezTo>
                  <a:pt x="107097" y="60219"/>
                  <a:pt x="108041" y="60418"/>
                  <a:pt x="109269" y="60418"/>
                </a:cubicBezTo>
                <a:cubicBezTo>
                  <a:pt x="110190" y="60418"/>
                  <a:pt x="111403" y="60311"/>
                  <a:pt x="112907" y="60096"/>
                </a:cubicBezTo>
                <a:close/>
                <a:moveTo>
                  <a:pt x="120491" y="67510"/>
                </a:moveTo>
                <a:lnTo>
                  <a:pt x="120491" y="18604"/>
                </a:lnTo>
                <a:lnTo>
                  <a:pt x="127951" y="18604"/>
                </a:lnTo>
                <a:lnTo>
                  <a:pt x="127951" y="26019"/>
                </a:lnTo>
                <a:cubicBezTo>
                  <a:pt x="129855" y="22549"/>
                  <a:pt x="131612" y="20262"/>
                  <a:pt x="133224" y="19157"/>
                </a:cubicBezTo>
                <a:cubicBezTo>
                  <a:pt x="134836" y="18052"/>
                  <a:pt x="136609" y="17499"/>
                  <a:pt x="138543" y="17499"/>
                </a:cubicBezTo>
                <a:cubicBezTo>
                  <a:pt x="141337" y="17499"/>
                  <a:pt x="144177" y="18390"/>
                  <a:pt x="147062" y="20170"/>
                </a:cubicBezTo>
                <a:lnTo>
                  <a:pt x="144207" y="27855"/>
                </a:lnTo>
                <a:cubicBezTo>
                  <a:pt x="142181" y="26661"/>
                  <a:pt x="140155" y="26065"/>
                  <a:pt x="138129" y="26065"/>
                </a:cubicBezTo>
                <a:cubicBezTo>
                  <a:pt x="136317" y="26065"/>
                  <a:pt x="134690" y="26610"/>
                  <a:pt x="133247" y="27699"/>
                </a:cubicBezTo>
                <a:cubicBezTo>
                  <a:pt x="131804" y="28789"/>
                  <a:pt x="130776" y="30301"/>
                  <a:pt x="130162" y="32235"/>
                </a:cubicBezTo>
                <a:cubicBezTo>
                  <a:pt x="129241" y="35183"/>
                  <a:pt x="128780" y="38406"/>
                  <a:pt x="128780" y="41906"/>
                </a:cubicBezTo>
                <a:lnTo>
                  <a:pt x="128780" y="67510"/>
                </a:lnTo>
                <a:lnTo>
                  <a:pt x="120491" y="67510"/>
                </a:lnTo>
                <a:close/>
                <a:moveTo>
                  <a:pt x="151677" y="9486"/>
                </a:moveTo>
                <a:lnTo>
                  <a:pt x="151677" y="0"/>
                </a:lnTo>
                <a:lnTo>
                  <a:pt x="159966" y="0"/>
                </a:lnTo>
                <a:lnTo>
                  <a:pt x="159966" y="9486"/>
                </a:lnTo>
                <a:lnTo>
                  <a:pt x="151677" y="9486"/>
                </a:lnTo>
                <a:moveTo>
                  <a:pt x="151677" y="67510"/>
                </a:moveTo>
                <a:lnTo>
                  <a:pt x="151677" y="18604"/>
                </a:lnTo>
                <a:lnTo>
                  <a:pt x="159966" y="18604"/>
                </a:lnTo>
                <a:lnTo>
                  <a:pt x="159966" y="67510"/>
                </a:lnTo>
                <a:lnTo>
                  <a:pt x="151677" y="67510"/>
                </a:lnTo>
                <a:close/>
                <a:moveTo>
                  <a:pt x="180363" y="67510"/>
                </a:moveTo>
                <a:lnTo>
                  <a:pt x="172673" y="67510"/>
                </a:lnTo>
                <a:lnTo>
                  <a:pt x="172673" y="0"/>
                </a:lnTo>
                <a:lnTo>
                  <a:pt x="180962" y="0"/>
                </a:lnTo>
                <a:lnTo>
                  <a:pt x="180962" y="24085"/>
                </a:lnTo>
                <a:cubicBezTo>
                  <a:pt x="184462" y="19694"/>
                  <a:pt x="188928" y="17499"/>
                  <a:pt x="194362" y="17499"/>
                </a:cubicBezTo>
                <a:cubicBezTo>
                  <a:pt x="197371" y="17499"/>
                  <a:pt x="200219" y="18106"/>
                  <a:pt x="202905" y="19318"/>
                </a:cubicBezTo>
                <a:cubicBezTo>
                  <a:pt x="205591" y="20531"/>
                  <a:pt x="207802" y="22235"/>
                  <a:pt x="209536" y="24430"/>
                </a:cubicBezTo>
                <a:cubicBezTo>
                  <a:pt x="211271" y="26625"/>
                  <a:pt x="212629" y="29273"/>
                  <a:pt x="213612" y="32374"/>
                </a:cubicBezTo>
                <a:cubicBezTo>
                  <a:pt x="214594" y="35474"/>
                  <a:pt x="215085" y="38790"/>
                  <a:pt x="215085" y="42321"/>
                </a:cubicBezTo>
                <a:cubicBezTo>
                  <a:pt x="215085" y="50702"/>
                  <a:pt x="213013" y="57180"/>
                  <a:pt x="208868" y="61754"/>
                </a:cubicBezTo>
                <a:cubicBezTo>
                  <a:pt x="204724" y="66328"/>
                  <a:pt x="199750" y="68616"/>
                  <a:pt x="193948" y="68616"/>
                </a:cubicBezTo>
                <a:cubicBezTo>
                  <a:pt x="188176" y="68616"/>
                  <a:pt x="183648" y="66206"/>
                  <a:pt x="180363" y="61386"/>
                </a:cubicBezTo>
                <a:lnTo>
                  <a:pt x="180363" y="67510"/>
                </a:lnTo>
                <a:moveTo>
                  <a:pt x="180271" y="42689"/>
                </a:moveTo>
                <a:cubicBezTo>
                  <a:pt x="180271" y="48553"/>
                  <a:pt x="181069" y="52789"/>
                  <a:pt x="182666" y="55399"/>
                </a:cubicBezTo>
                <a:cubicBezTo>
                  <a:pt x="185275" y="59666"/>
                  <a:pt x="188806" y="61800"/>
                  <a:pt x="193257" y="61800"/>
                </a:cubicBezTo>
                <a:cubicBezTo>
                  <a:pt x="196880" y="61800"/>
                  <a:pt x="200011" y="60227"/>
                  <a:pt x="202652" y="57080"/>
                </a:cubicBezTo>
                <a:cubicBezTo>
                  <a:pt x="205292" y="53933"/>
                  <a:pt x="206612" y="49244"/>
                  <a:pt x="206612" y="43011"/>
                </a:cubicBezTo>
                <a:cubicBezTo>
                  <a:pt x="206612" y="36626"/>
                  <a:pt x="205346" y="31913"/>
                  <a:pt x="202813" y="28874"/>
                </a:cubicBezTo>
                <a:cubicBezTo>
                  <a:pt x="200280" y="25834"/>
                  <a:pt x="197218" y="24315"/>
                  <a:pt x="193626" y="24315"/>
                </a:cubicBezTo>
                <a:cubicBezTo>
                  <a:pt x="190003" y="24315"/>
                  <a:pt x="186872" y="25888"/>
                  <a:pt x="184231" y="29035"/>
                </a:cubicBezTo>
                <a:cubicBezTo>
                  <a:pt x="181591" y="32182"/>
                  <a:pt x="180271" y="36733"/>
                  <a:pt x="180271" y="42689"/>
                </a:cubicBezTo>
                <a:close/>
                <a:moveTo>
                  <a:pt x="256905" y="67510"/>
                </a:moveTo>
                <a:lnTo>
                  <a:pt x="256905" y="60282"/>
                </a:lnTo>
                <a:cubicBezTo>
                  <a:pt x="253098" y="65838"/>
                  <a:pt x="247925" y="68616"/>
                  <a:pt x="241386" y="68616"/>
                </a:cubicBezTo>
                <a:cubicBezTo>
                  <a:pt x="238500" y="68616"/>
                  <a:pt x="235806" y="68063"/>
                  <a:pt x="233304" y="66958"/>
                </a:cubicBezTo>
                <a:cubicBezTo>
                  <a:pt x="230802" y="65852"/>
                  <a:pt x="228945" y="64463"/>
                  <a:pt x="227732" y="62790"/>
                </a:cubicBezTo>
                <a:cubicBezTo>
                  <a:pt x="226520" y="61117"/>
                  <a:pt x="225668" y="59068"/>
                  <a:pt x="225176" y="56642"/>
                </a:cubicBezTo>
                <a:cubicBezTo>
                  <a:pt x="224839" y="55015"/>
                  <a:pt x="224670" y="52436"/>
                  <a:pt x="224670" y="48906"/>
                </a:cubicBezTo>
                <a:lnTo>
                  <a:pt x="224670" y="18604"/>
                </a:lnTo>
                <a:lnTo>
                  <a:pt x="232959" y="18604"/>
                </a:lnTo>
                <a:lnTo>
                  <a:pt x="232959" y="45700"/>
                </a:lnTo>
                <a:cubicBezTo>
                  <a:pt x="232959" y="50024"/>
                  <a:pt x="233128" y="52937"/>
                  <a:pt x="233465" y="54439"/>
                </a:cubicBezTo>
                <a:cubicBezTo>
                  <a:pt x="233987" y="56617"/>
                  <a:pt x="235093" y="58327"/>
                  <a:pt x="236781" y="59569"/>
                </a:cubicBezTo>
                <a:cubicBezTo>
                  <a:pt x="238470" y="60811"/>
                  <a:pt x="240557" y="61432"/>
                  <a:pt x="243044" y="61432"/>
                </a:cubicBezTo>
                <a:cubicBezTo>
                  <a:pt x="245531" y="61432"/>
                  <a:pt x="247864" y="60796"/>
                  <a:pt x="250044" y="59523"/>
                </a:cubicBezTo>
                <a:cubicBezTo>
                  <a:pt x="252223" y="58250"/>
                  <a:pt x="253766" y="56518"/>
                  <a:pt x="254672" y="54325"/>
                </a:cubicBezTo>
                <a:cubicBezTo>
                  <a:pt x="255577" y="52132"/>
                  <a:pt x="256030" y="48950"/>
                  <a:pt x="256030" y="44780"/>
                </a:cubicBezTo>
                <a:lnTo>
                  <a:pt x="256030" y="18604"/>
                </a:lnTo>
                <a:lnTo>
                  <a:pt x="264319" y="18604"/>
                </a:lnTo>
                <a:lnTo>
                  <a:pt x="264319" y="67510"/>
                </a:lnTo>
                <a:lnTo>
                  <a:pt x="256905" y="67510"/>
                </a:lnTo>
                <a:close/>
                <a:moveTo>
                  <a:pt x="295087" y="60096"/>
                </a:moveTo>
                <a:lnTo>
                  <a:pt x="296285" y="67418"/>
                </a:lnTo>
                <a:cubicBezTo>
                  <a:pt x="293951" y="67909"/>
                  <a:pt x="291864" y="68155"/>
                  <a:pt x="290022" y="68155"/>
                </a:cubicBezTo>
                <a:cubicBezTo>
                  <a:pt x="287013" y="68155"/>
                  <a:pt x="284680" y="67679"/>
                  <a:pt x="283022" y="66727"/>
                </a:cubicBezTo>
                <a:cubicBezTo>
                  <a:pt x="281364" y="65776"/>
                  <a:pt x="280198" y="64525"/>
                  <a:pt x="279522" y="62974"/>
                </a:cubicBezTo>
                <a:cubicBezTo>
                  <a:pt x="278847" y="61424"/>
                  <a:pt x="278509" y="58162"/>
                  <a:pt x="278509" y="53189"/>
                </a:cubicBezTo>
                <a:lnTo>
                  <a:pt x="278509" y="25052"/>
                </a:lnTo>
                <a:lnTo>
                  <a:pt x="272430" y="25052"/>
                </a:lnTo>
                <a:lnTo>
                  <a:pt x="272430" y="18604"/>
                </a:lnTo>
                <a:lnTo>
                  <a:pt x="278509" y="18604"/>
                </a:lnTo>
                <a:lnTo>
                  <a:pt x="278509" y="6493"/>
                </a:lnTo>
                <a:lnTo>
                  <a:pt x="286752" y="1520"/>
                </a:lnTo>
                <a:lnTo>
                  <a:pt x="286752" y="18604"/>
                </a:lnTo>
                <a:lnTo>
                  <a:pt x="295087" y="18604"/>
                </a:lnTo>
                <a:lnTo>
                  <a:pt x="295087" y="25052"/>
                </a:lnTo>
                <a:lnTo>
                  <a:pt x="286752" y="25052"/>
                </a:lnTo>
                <a:lnTo>
                  <a:pt x="286752" y="53649"/>
                </a:lnTo>
                <a:cubicBezTo>
                  <a:pt x="286752" y="56013"/>
                  <a:pt x="286898" y="57533"/>
                  <a:pt x="287190" y="58208"/>
                </a:cubicBezTo>
                <a:cubicBezTo>
                  <a:pt x="287481" y="58883"/>
                  <a:pt x="287957" y="59421"/>
                  <a:pt x="288617" y="59820"/>
                </a:cubicBezTo>
                <a:cubicBezTo>
                  <a:pt x="289277" y="60219"/>
                  <a:pt x="290221" y="60418"/>
                  <a:pt x="291449" y="60418"/>
                </a:cubicBezTo>
                <a:cubicBezTo>
                  <a:pt x="292370" y="60418"/>
                  <a:pt x="293583" y="60311"/>
                  <a:pt x="295087" y="60096"/>
                </a:cubicBezTo>
                <a:close/>
                <a:moveTo>
                  <a:pt x="336243" y="51669"/>
                </a:moveTo>
                <a:lnTo>
                  <a:pt x="344808" y="52774"/>
                </a:lnTo>
                <a:cubicBezTo>
                  <a:pt x="343457" y="57793"/>
                  <a:pt x="340955" y="61688"/>
                  <a:pt x="337302" y="64459"/>
                </a:cubicBezTo>
                <a:cubicBezTo>
                  <a:pt x="333648" y="67230"/>
                  <a:pt x="328982" y="68616"/>
                  <a:pt x="323302" y="68616"/>
                </a:cubicBezTo>
                <a:cubicBezTo>
                  <a:pt x="316149" y="68616"/>
                  <a:pt x="310477" y="66413"/>
                  <a:pt x="306287" y="62007"/>
                </a:cubicBezTo>
                <a:cubicBezTo>
                  <a:pt x="302096" y="57602"/>
                  <a:pt x="300001" y="51423"/>
                  <a:pt x="300001" y="43472"/>
                </a:cubicBezTo>
                <a:cubicBezTo>
                  <a:pt x="300001" y="35244"/>
                  <a:pt x="302119" y="28858"/>
                  <a:pt x="306356" y="24315"/>
                </a:cubicBezTo>
                <a:cubicBezTo>
                  <a:pt x="310592" y="19771"/>
                  <a:pt x="316088" y="17499"/>
                  <a:pt x="322842" y="17499"/>
                </a:cubicBezTo>
                <a:cubicBezTo>
                  <a:pt x="329381" y="17499"/>
                  <a:pt x="334723" y="19722"/>
                  <a:pt x="338867" y="24167"/>
                </a:cubicBezTo>
                <a:cubicBezTo>
                  <a:pt x="343012" y="28610"/>
                  <a:pt x="345084" y="34863"/>
                  <a:pt x="345084" y="42924"/>
                </a:cubicBezTo>
                <a:cubicBezTo>
                  <a:pt x="345084" y="43414"/>
                  <a:pt x="345069" y="44149"/>
                  <a:pt x="345038" y="45130"/>
                </a:cubicBezTo>
                <a:lnTo>
                  <a:pt x="308566" y="45130"/>
                </a:lnTo>
                <a:cubicBezTo>
                  <a:pt x="308873" y="50518"/>
                  <a:pt x="310393" y="54643"/>
                  <a:pt x="313125" y="57506"/>
                </a:cubicBezTo>
                <a:cubicBezTo>
                  <a:pt x="315857" y="60369"/>
                  <a:pt x="319265" y="61800"/>
                  <a:pt x="323348" y="61800"/>
                </a:cubicBezTo>
                <a:cubicBezTo>
                  <a:pt x="326388" y="61800"/>
                  <a:pt x="328982" y="60995"/>
                  <a:pt x="331131" y="59384"/>
                </a:cubicBezTo>
                <a:cubicBezTo>
                  <a:pt x="333280" y="57772"/>
                  <a:pt x="334984" y="55200"/>
                  <a:pt x="336243" y="51669"/>
                </a:cubicBezTo>
                <a:moveTo>
                  <a:pt x="309027" y="38314"/>
                </a:moveTo>
                <a:lnTo>
                  <a:pt x="336335" y="38314"/>
                </a:lnTo>
                <a:cubicBezTo>
                  <a:pt x="335966" y="34214"/>
                  <a:pt x="334922" y="31138"/>
                  <a:pt x="333203" y="29088"/>
                </a:cubicBezTo>
                <a:cubicBezTo>
                  <a:pt x="330563" y="25906"/>
                  <a:pt x="327140" y="24315"/>
                  <a:pt x="322934" y="24315"/>
                </a:cubicBezTo>
                <a:cubicBezTo>
                  <a:pt x="319127" y="24315"/>
                  <a:pt x="315927" y="25585"/>
                  <a:pt x="313332" y="28125"/>
                </a:cubicBezTo>
                <a:cubicBezTo>
                  <a:pt x="310738" y="30665"/>
                  <a:pt x="309303" y="34061"/>
                  <a:pt x="309027" y="38314"/>
                </a:cubicBezTo>
                <a:close/>
                <a:moveTo>
                  <a:pt x="356142" y="67510"/>
                </a:moveTo>
                <a:lnTo>
                  <a:pt x="356142" y="0"/>
                </a:lnTo>
                <a:lnTo>
                  <a:pt x="404956" y="0"/>
                </a:lnTo>
                <a:lnTo>
                  <a:pt x="404956" y="8013"/>
                </a:lnTo>
                <a:lnTo>
                  <a:pt x="365076" y="8013"/>
                </a:lnTo>
                <a:lnTo>
                  <a:pt x="365076" y="28551"/>
                </a:lnTo>
                <a:lnTo>
                  <a:pt x="402423" y="28551"/>
                </a:lnTo>
                <a:lnTo>
                  <a:pt x="402423" y="36564"/>
                </a:lnTo>
                <a:lnTo>
                  <a:pt x="365076" y="36564"/>
                </a:lnTo>
                <a:lnTo>
                  <a:pt x="365076" y="59497"/>
                </a:lnTo>
                <a:lnTo>
                  <a:pt x="406522" y="59497"/>
                </a:lnTo>
                <a:lnTo>
                  <a:pt x="406522" y="67510"/>
                </a:lnTo>
                <a:lnTo>
                  <a:pt x="356142" y="67510"/>
                </a:lnTo>
                <a:close/>
                <a:moveTo>
                  <a:pt x="417486" y="67510"/>
                </a:moveTo>
                <a:lnTo>
                  <a:pt x="417486" y="18604"/>
                </a:lnTo>
                <a:lnTo>
                  <a:pt x="424946" y="18604"/>
                </a:lnTo>
                <a:lnTo>
                  <a:pt x="424946" y="26019"/>
                </a:lnTo>
                <a:cubicBezTo>
                  <a:pt x="426850" y="22549"/>
                  <a:pt x="428608" y="20262"/>
                  <a:pt x="430219" y="19157"/>
                </a:cubicBezTo>
                <a:cubicBezTo>
                  <a:pt x="431831" y="18052"/>
                  <a:pt x="433604" y="17499"/>
                  <a:pt x="435538" y="17499"/>
                </a:cubicBezTo>
                <a:cubicBezTo>
                  <a:pt x="438332" y="17499"/>
                  <a:pt x="441172" y="18390"/>
                  <a:pt x="444058" y="20170"/>
                </a:cubicBezTo>
                <a:lnTo>
                  <a:pt x="441202" y="27855"/>
                </a:lnTo>
                <a:cubicBezTo>
                  <a:pt x="439176" y="26661"/>
                  <a:pt x="437150" y="26065"/>
                  <a:pt x="435124" y="26065"/>
                </a:cubicBezTo>
                <a:cubicBezTo>
                  <a:pt x="433312" y="26065"/>
                  <a:pt x="431685" y="26610"/>
                  <a:pt x="430242" y="27699"/>
                </a:cubicBezTo>
                <a:cubicBezTo>
                  <a:pt x="428799" y="28789"/>
                  <a:pt x="427771" y="30301"/>
                  <a:pt x="427157" y="32235"/>
                </a:cubicBezTo>
                <a:cubicBezTo>
                  <a:pt x="426236" y="35183"/>
                  <a:pt x="425775" y="38406"/>
                  <a:pt x="425775" y="41906"/>
                </a:cubicBezTo>
                <a:lnTo>
                  <a:pt x="425775" y="67510"/>
                </a:lnTo>
                <a:lnTo>
                  <a:pt x="417486" y="67510"/>
                </a:lnTo>
                <a:close/>
                <a:moveTo>
                  <a:pt x="448533" y="67510"/>
                </a:moveTo>
                <a:lnTo>
                  <a:pt x="448533" y="18604"/>
                </a:lnTo>
                <a:lnTo>
                  <a:pt x="455993" y="18604"/>
                </a:lnTo>
                <a:lnTo>
                  <a:pt x="455993" y="26019"/>
                </a:lnTo>
                <a:cubicBezTo>
                  <a:pt x="457897" y="22549"/>
                  <a:pt x="459654" y="20262"/>
                  <a:pt x="461266" y="19157"/>
                </a:cubicBezTo>
                <a:cubicBezTo>
                  <a:pt x="462878" y="18052"/>
                  <a:pt x="464651" y="17499"/>
                  <a:pt x="466585" y="17499"/>
                </a:cubicBezTo>
                <a:cubicBezTo>
                  <a:pt x="469379" y="17499"/>
                  <a:pt x="472218" y="18390"/>
                  <a:pt x="475104" y="20170"/>
                </a:cubicBezTo>
                <a:lnTo>
                  <a:pt x="472249" y="27855"/>
                </a:lnTo>
                <a:cubicBezTo>
                  <a:pt x="470223" y="26661"/>
                  <a:pt x="468197" y="26065"/>
                  <a:pt x="466170" y="26065"/>
                </a:cubicBezTo>
                <a:cubicBezTo>
                  <a:pt x="464359" y="26065"/>
                  <a:pt x="462732" y="26610"/>
                  <a:pt x="461289" y="27699"/>
                </a:cubicBezTo>
                <a:cubicBezTo>
                  <a:pt x="459846" y="28789"/>
                  <a:pt x="458818" y="30301"/>
                  <a:pt x="458204" y="32235"/>
                </a:cubicBezTo>
                <a:cubicBezTo>
                  <a:pt x="457283" y="35183"/>
                  <a:pt x="456822" y="38406"/>
                  <a:pt x="456822" y="41906"/>
                </a:cubicBezTo>
                <a:lnTo>
                  <a:pt x="456822" y="67510"/>
                </a:lnTo>
                <a:lnTo>
                  <a:pt x="448533" y="67510"/>
                </a:lnTo>
                <a:close/>
                <a:moveTo>
                  <a:pt x="476587" y="43057"/>
                </a:moveTo>
                <a:cubicBezTo>
                  <a:pt x="476587" y="34001"/>
                  <a:pt x="479104" y="27293"/>
                  <a:pt x="484139" y="22933"/>
                </a:cubicBezTo>
                <a:cubicBezTo>
                  <a:pt x="488345" y="19311"/>
                  <a:pt x="493472" y="17499"/>
                  <a:pt x="499520" y="17499"/>
                </a:cubicBezTo>
                <a:cubicBezTo>
                  <a:pt x="506244" y="17499"/>
                  <a:pt x="511739" y="19702"/>
                  <a:pt x="516006" y="24108"/>
                </a:cubicBezTo>
                <a:cubicBezTo>
                  <a:pt x="520274" y="28513"/>
                  <a:pt x="522407" y="34599"/>
                  <a:pt x="522407" y="42367"/>
                </a:cubicBezTo>
                <a:cubicBezTo>
                  <a:pt x="522407" y="48660"/>
                  <a:pt x="521463" y="53611"/>
                  <a:pt x="519575" y="57218"/>
                </a:cubicBezTo>
                <a:cubicBezTo>
                  <a:pt x="517687" y="60825"/>
                  <a:pt x="514940" y="63627"/>
                  <a:pt x="511332" y="65622"/>
                </a:cubicBezTo>
                <a:cubicBezTo>
                  <a:pt x="507725" y="67618"/>
                  <a:pt x="503788" y="68616"/>
                  <a:pt x="499520" y="68616"/>
                </a:cubicBezTo>
                <a:cubicBezTo>
                  <a:pt x="492674" y="68616"/>
                  <a:pt x="487140" y="66420"/>
                  <a:pt x="482919" y="62030"/>
                </a:cubicBezTo>
                <a:cubicBezTo>
                  <a:pt x="478698" y="57640"/>
                  <a:pt x="476587" y="51316"/>
                  <a:pt x="476587" y="43057"/>
                </a:cubicBezTo>
                <a:moveTo>
                  <a:pt x="485106" y="43080"/>
                </a:moveTo>
                <a:cubicBezTo>
                  <a:pt x="485106" y="49336"/>
                  <a:pt x="486473" y="54019"/>
                  <a:pt x="489205" y="57132"/>
                </a:cubicBezTo>
                <a:cubicBezTo>
                  <a:pt x="491937" y="60244"/>
                  <a:pt x="495376" y="61800"/>
                  <a:pt x="499520" y="61800"/>
                </a:cubicBezTo>
                <a:cubicBezTo>
                  <a:pt x="503634" y="61800"/>
                  <a:pt x="507057" y="60236"/>
                  <a:pt x="509790" y="57109"/>
                </a:cubicBezTo>
                <a:cubicBezTo>
                  <a:pt x="512522" y="53981"/>
                  <a:pt x="513888" y="49213"/>
                  <a:pt x="513888" y="42804"/>
                </a:cubicBezTo>
                <a:cubicBezTo>
                  <a:pt x="513888" y="36764"/>
                  <a:pt x="512514" y="32188"/>
                  <a:pt x="509767" y="29075"/>
                </a:cubicBezTo>
                <a:cubicBezTo>
                  <a:pt x="507019" y="25963"/>
                  <a:pt x="503603" y="24407"/>
                  <a:pt x="499520" y="24407"/>
                </a:cubicBezTo>
                <a:cubicBezTo>
                  <a:pt x="495376" y="24407"/>
                  <a:pt x="491937" y="25955"/>
                  <a:pt x="489205" y="29052"/>
                </a:cubicBezTo>
                <a:cubicBezTo>
                  <a:pt x="486473" y="32149"/>
                  <a:pt x="485106" y="36825"/>
                  <a:pt x="485106" y="43080"/>
                </a:cubicBezTo>
                <a:close/>
                <a:moveTo>
                  <a:pt x="531716" y="67510"/>
                </a:moveTo>
                <a:lnTo>
                  <a:pt x="531716" y="18604"/>
                </a:lnTo>
                <a:lnTo>
                  <a:pt x="539176" y="18604"/>
                </a:lnTo>
                <a:lnTo>
                  <a:pt x="539176" y="26019"/>
                </a:lnTo>
                <a:cubicBezTo>
                  <a:pt x="541079" y="22549"/>
                  <a:pt x="542837" y="20262"/>
                  <a:pt x="544449" y="19157"/>
                </a:cubicBezTo>
                <a:cubicBezTo>
                  <a:pt x="546060" y="18052"/>
                  <a:pt x="547833" y="17499"/>
                  <a:pt x="549768" y="17499"/>
                </a:cubicBezTo>
                <a:cubicBezTo>
                  <a:pt x="552561" y="17499"/>
                  <a:pt x="555401" y="18390"/>
                  <a:pt x="558287" y="20170"/>
                </a:cubicBezTo>
                <a:lnTo>
                  <a:pt x="555432" y="27855"/>
                </a:lnTo>
                <a:cubicBezTo>
                  <a:pt x="553406" y="26661"/>
                  <a:pt x="551379" y="26065"/>
                  <a:pt x="549353" y="26065"/>
                </a:cubicBezTo>
                <a:cubicBezTo>
                  <a:pt x="547542" y="26065"/>
                  <a:pt x="545915" y="26610"/>
                  <a:pt x="544472" y="27699"/>
                </a:cubicBezTo>
                <a:cubicBezTo>
                  <a:pt x="543029" y="28789"/>
                  <a:pt x="542000" y="30301"/>
                  <a:pt x="541386" y="32235"/>
                </a:cubicBezTo>
                <a:cubicBezTo>
                  <a:pt x="540465" y="35183"/>
                  <a:pt x="540005" y="38406"/>
                  <a:pt x="540005" y="41906"/>
                </a:cubicBezTo>
                <a:lnTo>
                  <a:pt x="540005" y="67510"/>
                </a:lnTo>
                <a:lnTo>
                  <a:pt x="531716" y="67510"/>
                </a:lnTo>
                <a:close/>
                <a:moveTo>
                  <a:pt x="565157" y="28091"/>
                </a:moveTo>
                <a:lnTo>
                  <a:pt x="565157" y="18604"/>
                </a:lnTo>
                <a:lnTo>
                  <a:pt x="574597" y="18604"/>
                </a:lnTo>
                <a:lnTo>
                  <a:pt x="574597" y="28091"/>
                </a:lnTo>
                <a:lnTo>
                  <a:pt x="565157" y="28091"/>
                </a:lnTo>
                <a:moveTo>
                  <a:pt x="565157" y="67510"/>
                </a:moveTo>
                <a:lnTo>
                  <a:pt x="565157" y="58024"/>
                </a:lnTo>
                <a:lnTo>
                  <a:pt x="574597" y="58024"/>
                </a:lnTo>
                <a:lnTo>
                  <a:pt x="574597" y="67510"/>
                </a:lnTo>
                <a:lnTo>
                  <a:pt x="565157" y="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raise_error(...)">
            <a:extLst xmlns:a="http://schemas.openxmlformats.org/drawingml/2006/main">
              <a:ext uri="{FF2B5EF4-FFF2-40B4-BE49-F238E27FC236}">
                <a16:creationId xmlns:a16="http://schemas.microsoft.com/office/drawing/2014/main" id="{72EB303B-FF9B-42D1-B020-6A76F171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122" y="1360249"/>
            <a:ext cx="583061" cy="88602"/>
          </a:xfrm>
          <a:custGeom xmlns:a="http://schemas.openxmlformats.org/drawingml/2006/main">
            <a:pathLst>
              <a:path w="583061" h="88602">
                <a:moveTo>
                  <a:pt x="0" y="68708"/>
                </a:moveTo>
                <a:lnTo>
                  <a:pt x="0" y="19802"/>
                </a:lnTo>
                <a:lnTo>
                  <a:pt x="7460" y="19802"/>
                </a:lnTo>
                <a:lnTo>
                  <a:pt x="7460" y="27216"/>
                </a:lnTo>
                <a:cubicBezTo>
                  <a:pt x="9364" y="23747"/>
                  <a:pt x="11121" y="21460"/>
                  <a:pt x="12733" y="20354"/>
                </a:cubicBezTo>
                <a:cubicBezTo>
                  <a:pt x="14345" y="19249"/>
                  <a:pt x="16118" y="18697"/>
                  <a:pt x="18052" y="18697"/>
                </a:cubicBezTo>
                <a:cubicBezTo>
                  <a:pt x="20846" y="18697"/>
                  <a:pt x="23685" y="19587"/>
                  <a:pt x="26571" y="21368"/>
                </a:cubicBezTo>
                <a:lnTo>
                  <a:pt x="23716" y="29052"/>
                </a:lnTo>
                <a:cubicBezTo>
                  <a:pt x="21690" y="27859"/>
                  <a:pt x="19664" y="27262"/>
                  <a:pt x="17637" y="27262"/>
                </a:cubicBezTo>
                <a:cubicBezTo>
                  <a:pt x="15826" y="27262"/>
                  <a:pt x="14199" y="27807"/>
                  <a:pt x="12756" y="28897"/>
                </a:cubicBezTo>
                <a:cubicBezTo>
                  <a:pt x="11313" y="29987"/>
                  <a:pt x="10285" y="31499"/>
                  <a:pt x="9671" y="33433"/>
                </a:cubicBezTo>
                <a:cubicBezTo>
                  <a:pt x="8750" y="36380"/>
                  <a:pt x="8289" y="39604"/>
                  <a:pt x="8289" y="43103"/>
                </a:cubicBezTo>
                <a:lnTo>
                  <a:pt x="8289" y="68708"/>
                </a:lnTo>
                <a:lnTo>
                  <a:pt x="0" y="68708"/>
                </a:lnTo>
                <a:close/>
                <a:moveTo>
                  <a:pt x="63052" y="62537"/>
                </a:moveTo>
                <a:cubicBezTo>
                  <a:pt x="59982" y="65197"/>
                  <a:pt x="57027" y="67075"/>
                  <a:pt x="54187" y="68171"/>
                </a:cubicBezTo>
                <a:cubicBezTo>
                  <a:pt x="51347" y="69265"/>
                  <a:pt x="48300" y="69813"/>
                  <a:pt x="45046" y="69813"/>
                </a:cubicBezTo>
                <a:cubicBezTo>
                  <a:pt x="39674" y="69813"/>
                  <a:pt x="35544" y="68500"/>
                  <a:pt x="32659" y="65875"/>
                </a:cubicBezTo>
                <a:cubicBezTo>
                  <a:pt x="29773" y="63251"/>
                  <a:pt x="28330" y="59897"/>
                  <a:pt x="28330" y="55813"/>
                </a:cubicBezTo>
                <a:cubicBezTo>
                  <a:pt x="28330" y="53419"/>
                  <a:pt x="28875" y="51231"/>
                  <a:pt x="29965" y="49251"/>
                </a:cubicBezTo>
                <a:cubicBezTo>
                  <a:pt x="31054" y="47271"/>
                  <a:pt x="32482" y="45682"/>
                  <a:pt x="34247" y="44485"/>
                </a:cubicBezTo>
                <a:cubicBezTo>
                  <a:pt x="36013" y="43288"/>
                  <a:pt x="38000" y="42382"/>
                  <a:pt x="40211" y="41768"/>
                </a:cubicBezTo>
                <a:cubicBezTo>
                  <a:pt x="41838" y="41338"/>
                  <a:pt x="44294" y="40924"/>
                  <a:pt x="47579" y="40525"/>
                </a:cubicBezTo>
                <a:cubicBezTo>
                  <a:pt x="54272" y="39726"/>
                  <a:pt x="59199" y="38775"/>
                  <a:pt x="62361" y="37669"/>
                </a:cubicBezTo>
                <a:cubicBezTo>
                  <a:pt x="62392" y="36538"/>
                  <a:pt x="62407" y="35820"/>
                  <a:pt x="62407" y="35514"/>
                </a:cubicBezTo>
                <a:cubicBezTo>
                  <a:pt x="62407" y="32149"/>
                  <a:pt x="61624" y="29779"/>
                  <a:pt x="60059" y="28403"/>
                </a:cubicBezTo>
                <a:cubicBezTo>
                  <a:pt x="57940" y="26537"/>
                  <a:pt x="54794" y="25604"/>
                  <a:pt x="50618" y="25604"/>
                </a:cubicBezTo>
                <a:cubicBezTo>
                  <a:pt x="46719" y="25604"/>
                  <a:pt x="43841" y="26287"/>
                  <a:pt x="41984" y="27653"/>
                </a:cubicBezTo>
                <a:cubicBezTo>
                  <a:pt x="40126" y="29020"/>
                  <a:pt x="38753" y="31437"/>
                  <a:pt x="37862" y="34906"/>
                </a:cubicBezTo>
                <a:lnTo>
                  <a:pt x="29757" y="33801"/>
                </a:lnTo>
                <a:cubicBezTo>
                  <a:pt x="30494" y="30321"/>
                  <a:pt x="31707" y="27511"/>
                  <a:pt x="33395" y="25371"/>
                </a:cubicBezTo>
                <a:cubicBezTo>
                  <a:pt x="35084" y="23231"/>
                  <a:pt x="37525" y="21583"/>
                  <a:pt x="40717" y="20429"/>
                </a:cubicBezTo>
                <a:cubicBezTo>
                  <a:pt x="43910" y="19274"/>
                  <a:pt x="47610" y="18697"/>
                  <a:pt x="51816" y="18697"/>
                </a:cubicBezTo>
                <a:cubicBezTo>
                  <a:pt x="55991" y="18697"/>
                  <a:pt x="59383" y="19190"/>
                  <a:pt x="61993" y="20176"/>
                </a:cubicBezTo>
                <a:cubicBezTo>
                  <a:pt x="64602" y="21161"/>
                  <a:pt x="66521" y="22401"/>
                  <a:pt x="67749" y="23896"/>
                </a:cubicBezTo>
                <a:cubicBezTo>
                  <a:pt x="68977" y="25390"/>
                  <a:pt x="69837" y="27277"/>
                  <a:pt x="70328" y="29557"/>
                </a:cubicBezTo>
                <a:cubicBezTo>
                  <a:pt x="70604" y="30974"/>
                  <a:pt x="70742" y="33520"/>
                  <a:pt x="70742" y="37193"/>
                </a:cubicBezTo>
                <a:lnTo>
                  <a:pt x="70742" y="48214"/>
                </a:lnTo>
                <a:cubicBezTo>
                  <a:pt x="70742" y="55897"/>
                  <a:pt x="70919" y="60764"/>
                  <a:pt x="71272" y="62813"/>
                </a:cubicBezTo>
                <a:cubicBezTo>
                  <a:pt x="71625" y="64862"/>
                  <a:pt x="72324" y="66827"/>
                  <a:pt x="73367" y="68708"/>
                </a:cubicBezTo>
                <a:lnTo>
                  <a:pt x="64710" y="68708"/>
                </a:lnTo>
                <a:cubicBezTo>
                  <a:pt x="63850" y="66949"/>
                  <a:pt x="63298" y="64892"/>
                  <a:pt x="63052" y="62537"/>
                </a:cubicBezTo>
                <a:moveTo>
                  <a:pt x="62361" y="44209"/>
                </a:moveTo>
                <a:cubicBezTo>
                  <a:pt x="59353" y="45431"/>
                  <a:pt x="54840" y="46470"/>
                  <a:pt x="48822" y="47326"/>
                </a:cubicBezTo>
                <a:cubicBezTo>
                  <a:pt x="45415" y="47814"/>
                  <a:pt x="43005" y="48364"/>
                  <a:pt x="41592" y="48975"/>
                </a:cubicBezTo>
                <a:cubicBezTo>
                  <a:pt x="40180" y="49586"/>
                  <a:pt x="39090" y="50480"/>
                  <a:pt x="38323" y="51656"/>
                </a:cubicBezTo>
                <a:cubicBezTo>
                  <a:pt x="37555" y="52832"/>
                  <a:pt x="37171" y="54138"/>
                  <a:pt x="37171" y="55575"/>
                </a:cubicBezTo>
                <a:cubicBezTo>
                  <a:pt x="37171" y="57774"/>
                  <a:pt x="38008" y="59608"/>
                  <a:pt x="39681" y="61075"/>
                </a:cubicBezTo>
                <a:cubicBezTo>
                  <a:pt x="41354" y="62541"/>
                  <a:pt x="43803" y="63274"/>
                  <a:pt x="47026" y="63274"/>
                </a:cubicBezTo>
                <a:cubicBezTo>
                  <a:pt x="50219" y="63274"/>
                  <a:pt x="53059" y="62578"/>
                  <a:pt x="55546" y="61186"/>
                </a:cubicBezTo>
                <a:cubicBezTo>
                  <a:pt x="58032" y="59792"/>
                  <a:pt x="59859" y="57890"/>
                  <a:pt x="61026" y="55477"/>
                </a:cubicBezTo>
                <a:cubicBezTo>
                  <a:pt x="61916" y="53615"/>
                  <a:pt x="62361" y="50866"/>
                  <a:pt x="62361" y="47232"/>
                </a:cubicBezTo>
                <a:lnTo>
                  <a:pt x="62361" y="44209"/>
                </a:lnTo>
                <a:close/>
                <a:moveTo>
                  <a:pt x="83320" y="10684"/>
                </a:moveTo>
                <a:lnTo>
                  <a:pt x="83320" y="1197"/>
                </a:lnTo>
                <a:lnTo>
                  <a:pt x="91609" y="1197"/>
                </a:lnTo>
                <a:lnTo>
                  <a:pt x="91609" y="10684"/>
                </a:lnTo>
                <a:lnTo>
                  <a:pt x="83320" y="10684"/>
                </a:lnTo>
                <a:moveTo>
                  <a:pt x="83320" y="68708"/>
                </a:moveTo>
                <a:lnTo>
                  <a:pt x="83320" y="19802"/>
                </a:lnTo>
                <a:lnTo>
                  <a:pt x="91609" y="19802"/>
                </a:lnTo>
                <a:lnTo>
                  <a:pt x="91609" y="68708"/>
                </a:lnTo>
                <a:lnTo>
                  <a:pt x="83320" y="68708"/>
                </a:lnTo>
                <a:close/>
                <a:moveTo>
                  <a:pt x="101047" y="54063"/>
                </a:moveTo>
                <a:lnTo>
                  <a:pt x="109244" y="52774"/>
                </a:lnTo>
                <a:cubicBezTo>
                  <a:pt x="109704" y="56073"/>
                  <a:pt x="110986" y="58602"/>
                  <a:pt x="113089" y="60361"/>
                </a:cubicBezTo>
                <a:cubicBezTo>
                  <a:pt x="115192" y="62119"/>
                  <a:pt x="118131" y="62997"/>
                  <a:pt x="121908" y="62997"/>
                </a:cubicBezTo>
                <a:cubicBezTo>
                  <a:pt x="125714" y="62997"/>
                  <a:pt x="128539" y="62222"/>
                  <a:pt x="130381" y="60672"/>
                </a:cubicBezTo>
                <a:cubicBezTo>
                  <a:pt x="132223" y="59121"/>
                  <a:pt x="133144" y="57302"/>
                  <a:pt x="133144" y="55215"/>
                </a:cubicBezTo>
                <a:cubicBezTo>
                  <a:pt x="133144" y="53342"/>
                  <a:pt x="132330" y="51868"/>
                  <a:pt x="130703" y="50794"/>
                </a:cubicBezTo>
                <a:cubicBezTo>
                  <a:pt x="129567" y="50057"/>
                  <a:pt x="126743" y="49121"/>
                  <a:pt x="122230" y="47985"/>
                </a:cubicBezTo>
                <a:cubicBezTo>
                  <a:pt x="116151" y="46450"/>
                  <a:pt x="111938" y="45122"/>
                  <a:pt x="109589" y="44001"/>
                </a:cubicBezTo>
                <a:cubicBezTo>
                  <a:pt x="107240" y="42881"/>
                  <a:pt x="105460" y="41330"/>
                  <a:pt x="104247" y="39350"/>
                </a:cubicBezTo>
                <a:cubicBezTo>
                  <a:pt x="103034" y="37370"/>
                  <a:pt x="102428" y="35183"/>
                  <a:pt x="102428" y="32788"/>
                </a:cubicBezTo>
                <a:cubicBezTo>
                  <a:pt x="102428" y="30608"/>
                  <a:pt x="102927" y="28590"/>
                  <a:pt x="103925" y="26732"/>
                </a:cubicBezTo>
                <a:cubicBezTo>
                  <a:pt x="104923" y="24875"/>
                  <a:pt x="106281" y="23332"/>
                  <a:pt x="108000" y="22104"/>
                </a:cubicBezTo>
                <a:cubicBezTo>
                  <a:pt x="109290" y="21153"/>
                  <a:pt x="111047" y="20347"/>
                  <a:pt x="113273" y="19687"/>
                </a:cubicBezTo>
                <a:cubicBezTo>
                  <a:pt x="115499" y="19027"/>
                  <a:pt x="117886" y="18697"/>
                  <a:pt x="120434" y="18697"/>
                </a:cubicBezTo>
                <a:cubicBezTo>
                  <a:pt x="124272" y="18697"/>
                  <a:pt x="127641" y="19249"/>
                  <a:pt x="130542" y="20354"/>
                </a:cubicBezTo>
                <a:cubicBezTo>
                  <a:pt x="133443" y="21460"/>
                  <a:pt x="135585" y="22956"/>
                  <a:pt x="136966" y="24844"/>
                </a:cubicBezTo>
                <a:cubicBezTo>
                  <a:pt x="138348" y="26732"/>
                  <a:pt x="139299" y="29258"/>
                  <a:pt x="139821" y="32420"/>
                </a:cubicBezTo>
                <a:lnTo>
                  <a:pt x="131716" y="33525"/>
                </a:lnTo>
                <a:cubicBezTo>
                  <a:pt x="131348" y="31007"/>
                  <a:pt x="130281" y="29043"/>
                  <a:pt x="128516" y="27630"/>
                </a:cubicBezTo>
                <a:cubicBezTo>
                  <a:pt x="126751" y="26218"/>
                  <a:pt x="124256" y="25512"/>
                  <a:pt x="121033" y="25512"/>
                </a:cubicBezTo>
                <a:cubicBezTo>
                  <a:pt x="117226" y="25512"/>
                  <a:pt x="114509" y="26141"/>
                  <a:pt x="112882" y="27400"/>
                </a:cubicBezTo>
                <a:cubicBezTo>
                  <a:pt x="111255" y="28659"/>
                  <a:pt x="110441" y="30132"/>
                  <a:pt x="110441" y="31821"/>
                </a:cubicBezTo>
                <a:cubicBezTo>
                  <a:pt x="110441" y="32896"/>
                  <a:pt x="110779" y="33863"/>
                  <a:pt x="111454" y="34722"/>
                </a:cubicBezTo>
                <a:cubicBezTo>
                  <a:pt x="112129" y="35613"/>
                  <a:pt x="113189" y="36349"/>
                  <a:pt x="114632" y="36933"/>
                </a:cubicBezTo>
                <a:cubicBezTo>
                  <a:pt x="115460" y="37240"/>
                  <a:pt x="117901" y="37946"/>
                  <a:pt x="121954" y="39051"/>
                </a:cubicBezTo>
                <a:cubicBezTo>
                  <a:pt x="127817" y="40617"/>
                  <a:pt x="131908" y="41898"/>
                  <a:pt x="134226" y="42896"/>
                </a:cubicBezTo>
                <a:cubicBezTo>
                  <a:pt x="136544" y="43894"/>
                  <a:pt x="138363" y="45345"/>
                  <a:pt x="139683" y="47248"/>
                </a:cubicBezTo>
                <a:cubicBezTo>
                  <a:pt x="141003" y="49151"/>
                  <a:pt x="141663" y="51515"/>
                  <a:pt x="141663" y="54340"/>
                </a:cubicBezTo>
                <a:cubicBezTo>
                  <a:pt x="141663" y="57103"/>
                  <a:pt x="140857" y="59705"/>
                  <a:pt x="139246" y="62145"/>
                </a:cubicBezTo>
                <a:cubicBezTo>
                  <a:pt x="137634" y="64586"/>
                  <a:pt x="135308" y="66474"/>
                  <a:pt x="132269" y="67810"/>
                </a:cubicBezTo>
                <a:cubicBezTo>
                  <a:pt x="129230" y="69145"/>
                  <a:pt x="125791" y="69813"/>
                  <a:pt x="121954" y="69813"/>
                </a:cubicBezTo>
                <a:cubicBezTo>
                  <a:pt x="115599" y="69813"/>
                  <a:pt x="110756" y="68489"/>
                  <a:pt x="107425" y="65841"/>
                </a:cubicBezTo>
                <a:cubicBezTo>
                  <a:pt x="104094" y="63193"/>
                  <a:pt x="101968" y="59267"/>
                  <a:pt x="101047" y="54063"/>
                </a:cubicBezTo>
                <a:close/>
                <a:moveTo>
                  <a:pt x="184704" y="52866"/>
                </a:moveTo>
                <a:lnTo>
                  <a:pt x="193270" y="53971"/>
                </a:lnTo>
                <a:cubicBezTo>
                  <a:pt x="191919" y="58990"/>
                  <a:pt x="189417" y="62885"/>
                  <a:pt x="185763" y="65657"/>
                </a:cubicBezTo>
                <a:cubicBezTo>
                  <a:pt x="182110" y="68427"/>
                  <a:pt x="177443" y="69813"/>
                  <a:pt x="171764" y="69813"/>
                </a:cubicBezTo>
                <a:cubicBezTo>
                  <a:pt x="164611" y="69813"/>
                  <a:pt x="158939" y="67610"/>
                  <a:pt x="154748" y="63205"/>
                </a:cubicBezTo>
                <a:cubicBezTo>
                  <a:pt x="150558" y="58799"/>
                  <a:pt x="148462" y="52621"/>
                  <a:pt x="148462" y="44669"/>
                </a:cubicBezTo>
                <a:cubicBezTo>
                  <a:pt x="148462" y="36441"/>
                  <a:pt x="150581" y="30056"/>
                  <a:pt x="154817" y="25512"/>
                </a:cubicBezTo>
                <a:cubicBezTo>
                  <a:pt x="159054" y="20968"/>
                  <a:pt x="164549" y="18697"/>
                  <a:pt x="171303" y="18697"/>
                </a:cubicBezTo>
                <a:cubicBezTo>
                  <a:pt x="177843" y="18697"/>
                  <a:pt x="183184" y="20919"/>
                  <a:pt x="187329" y="25364"/>
                </a:cubicBezTo>
                <a:cubicBezTo>
                  <a:pt x="191474" y="29808"/>
                  <a:pt x="193546" y="36060"/>
                  <a:pt x="193546" y="44121"/>
                </a:cubicBezTo>
                <a:cubicBezTo>
                  <a:pt x="193546" y="44611"/>
                  <a:pt x="193531" y="45346"/>
                  <a:pt x="193500" y="46327"/>
                </a:cubicBezTo>
                <a:lnTo>
                  <a:pt x="157028" y="46327"/>
                </a:lnTo>
                <a:cubicBezTo>
                  <a:pt x="157335" y="51715"/>
                  <a:pt x="158854" y="55840"/>
                  <a:pt x="161587" y="58703"/>
                </a:cubicBezTo>
                <a:cubicBezTo>
                  <a:pt x="164319" y="61566"/>
                  <a:pt x="167727" y="62997"/>
                  <a:pt x="171810" y="62997"/>
                </a:cubicBezTo>
                <a:cubicBezTo>
                  <a:pt x="174849" y="62997"/>
                  <a:pt x="177443" y="62192"/>
                  <a:pt x="179592" y="60581"/>
                </a:cubicBezTo>
                <a:cubicBezTo>
                  <a:pt x="181742" y="58969"/>
                  <a:pt x="183445" y="56398"/>
                  <a:pt x="184704" y="52866"/>
                </a:cubicBezTo>
                <a:moveTo>
                  <a:pt x="157488" y="39511"/>
                </a:moveTo>
                <a:lnTo>
                  <a:pt x="184796" y="39511"/>
                </a:lnTo>
                <a:cubicBezTo>
                  <a:pt x="184428" y="35411"/>
                  <a:pt x="183384" y="32336"/>
                  <a:pt x="181665" y="30286"/>
                </a:cubicBezTo>
                <a:cubicBezTo>
                  <a:pt x="179025" y="27103"/>
                  <a:pt x="175601" y="25512"/>
                  <a:pt x="171395" y="25512"/>
                </a:cubicBezTo>
                <a:cubicBezTo>
                  <a:pt x="167589" y="25512"/>
                  <a:pt x="164388" y="26782"/>
                  <a:pt x="161794" y="29323"/>
                </a:cubicBezTo>
                <a:cubicBezTo>
                  <a:pt x="159200" y="31862"/>
                  <a:pt x="157764" y="35259"/>
                  <a:pt x="157488" y="39511"/>
                </a:cubicBezTo>
                <a:close/>
                <a:moveTo>
                  <a:pt x="195716" y="87496"/>
                </a:moveTo>
                <a:lnTo>
                  <a:pt x="195716" y="81510"/>
                </a:lnTo>
                <a:lnTo>
                  <a:pt x="250655" y="81510"/>
                </a:lnTo>
                <a:lnTo>
                  <a:pt x="250655" y="87496"/>
                </a:lnTo>
                <a:lnTo>
                  <a:pt x="195716" y="87496"/>
                </a:lnTo>
                <a:close/>
                <a:moveTo>
                  <a:pt x="288975" y="52866"/>
                </a:moveTo>
                <a:lnTo>
                  <a:pt x="297540" y="53971"/>
                </a:lnTo>
                <a:cubicBezTo>
                  <a:pt x="296189" y="58990"/>
                  <a:pt x="293687" y="62885"/>
                  <a:pt x="290034" y="65657"/>
                </a:cubicBezTo>
                <a:cubicBezTo>
                  <a:pt x="286381" y="68427"/>
                  <a:pt x="281714" y="69813"/>
                  <a:pt x="276035" y="69813"/>
                </a:cubicBezTo>
                <a:cubicBezTo>
                  <a:pt x="268881" y="69813"/>
                  <a:pt x="263210" y="67610"/>
                  <a:pt x="259019" y="63205"/>
                </a:cubicBezTo>
                <a:cubicBezTo>
                  <a:pt x="254828" y="58799"/>
                  <a:pt x="252733" y="52621"/>
                  <a:pt x="252733" y="44669"/>
                </a:cubicBezTo>
                <a:cubicBezTo>
                  <a:pt x="252733" y="36441"/>
                  <a:pt x="254851" y="30056"/>
                  <a:pt x="259088" y="25512"/>
                </a:cubicBezTo>
                <a:cubicBezTo>
                  <a:pt x="263325" y="20968"/>
                  <a:pt x="268820" y="18697"/>
                  <a:pt x="275574" y="18697"/>
                </a:cubicBezTo>
                <a:cubicBezTo>
                  <a:pt x="282113" y="18697"/>
                  <a:pt x="287455" y="20919"/>
                  <a:pt x="291600" y="25364"/>
                </a:cubicBezTo>
                <a:cubicBezTo>
                  <a:pt x="295744" y="29808"/>
                  <a:pt x="297817" y="36060"/>
                  <a:pt x="297817" y="44121"/>
                </a:cubicBezTo>
                <a:cubicBezTo>
                  <a:pt x="297817" y="44611"/>
                  <a:pt x="297801" y="45346"/>
                  <a:pt x="297771" y="46327"/>
                </a:cubicBezTo>
                <a:lnTo>
                  <a:pt x="261298" y="46327"/>
                </a:lnTo>
                <a:cubicBezTo>
                  <a:pt x="261605" y="51715"/>
                  <a:pt x="263125" y="55840"/>
                  <a:pt x="265857" y="58703"/>
                </a:cubicBezTo>
                <a:cubicBezTo>
                  <a:pt x="268590" y="61566"/>
                  <a:pt x="271998" y="62997"/>
                  <a:pt x="276081" y="62997"/>
                </a:cubicBezTo>
                <a:cubicBezTo>
                  <a:pt x="279120" y="62997"/>
                  <a:pt x="281714" y="62192"/>
                  <a:pt x="283863" y="60581"/>
                </a:cubicBezTo>
                <a:cubicBezTo>
                  <a:pt x="286012" y="58969"/>
                  <a:pt x="287716" y="56398"/>
                  <a:pt x="288975" y="52866"/>
                </a:cubicBezTo>
                <a:moveTo>
                  <a:pt x="261759" y="39511"/>
                </a:moveTo>
                <a:lnTo>
                  <a:pt x="289067" y="39511"/>
                </a:lnTo>
                <a:cubicBezTo>
                  <a:pt x="288699" y="35411"/>
                  <a:pt x="287655" y="32336"/>
                  <a:pt x="285936" y="30286"/>
                </a:cubicBezTo>
                <a:cubicBezTo>
                  <a:pt x="283295" y="27103"/>
                  <a:pt x="279872" y="25512"/>
                  <a:pt x="275666" y="25512"/>
                </a:cubicBezTo>
                <a:cubicBezTo>
                  <a:pt x="271859" y="25512"/>
                  <a:pt x="268659" y="26782"/>
                  <a:pt x="266065" y="29323"/>
                </a:cubicBezTo>
                <a:cubicBezTo>
                  <a:pt x="263470" y="31862"/>
                  <a:pt x="262035" y="35259"/>
                  <a:pt x="261759" y="39511"/>
                </a:cubicBezTo>
                <a:close/>
                <a:moveTo>
                  <a:pt x="307539" y="68708"/>
                </a:moveTo>
                <a:lnTo>
                  <a:pt x="307539" y="19802"/>
                </a:lnTo>
                <a:lnTo>
                  <a:pt x="315000" y="19802"/>
                </a:lnTo>
                <a:lnTo>
                  <a:pt x="315000" y="27216"/>
                </a:lnTo>
                <a:cubicBezTo>
                  <a:pt x="316903" y="23747"/>
                  <a:pt x="318661" y="21460"/>
                  <a:pt x="320272" y="20354"/>
                </a:cubicBezTo>
                <a:cubicBezTo>
                  <a:pt x="321884" y="19249"/>
                  <a:pt x="323657" y="18697"/>
                  <a:pt x="325591" y="18697"/>
                </a:cubicBezTo>
                <a:cubicBezTo>
                  <a:pt x="328385" y="18697"/>
                  <a:pt x="331225" y="19587"/>
                  <a:pt x="334111" y="21368"/>
                </a:cubicBezTo>
                <a:lnTo>
                  <a:pt x="331255" y="29052"/>
                </a:lnTo>
                <a:cubicBezTo>
                  <a:pt x="329229" y="27859"/>
                  <a:pt x="327203" y="27262"/>
                  <a:pt x="325177" y="27262"/>
                </a:cubicBezTo>
                <a:cubicBezTo>
                  <a:pt x="323365" y="27262"/>
                  <a:pt x="321738" y="27807"/>
                  <a:pt x="320295" y="28897"/>
                </a:cubicBezTo>
                <a:cubicBezTo>
                  <a:pt x="318852" y="29987"/>
                  <a:pt x="317824" y="31499"/>
                  <a:pt x="317210" y="33433"/>
                </a:cubicBezTo>
                <a:cubicBezTo>
                  <a:pt x="316289" y="36380"/>
                  <a:pt x="315828" y="39604"/>
                  <a:pt x="315828" y="43103"/>
                </a:cubicBezTo>
                <a:lnTo>
                  <a:pt x="315828" y="68708"/>
                </a:lnTo>
                <a:lnTo>
                  <a:pt x="307539" y="68708"/>
                </a:lnTo>
                <a:close/>
                <a:moveTo>
                  <a:pt x="338586" y="68708"/>
                </a:moveTo>
                <a:lnTo>
                  <a:pt x="338586" y="19802"/>
                </a:lnTo>
                <a:lnTo>
                  <a:pt x="346046" y="19802"/>
                </a:lnTo>
                <a:lnTo>
                  <a:pt x="346046" y="27216"/>
                </a:lnTo>
                <a:cubicBezTo>
                  <a:pt x="347950" y="23747"/>
                  <a:pt x="349707" y="21460"/>
                  <a:pt x="351319" y="20354"/>
                </a:cubicBezTo>
                <a:cubicBezTo>
                  <a:pt x="352931" y="19249"/>
                  <a:pt x="354704" y="18697"/>
                  <a:pt x="356638" y="18697"/>
                </a:cubicBezTo>
                <a:cubicBezTo>
                  <a:pt x="359432" y="18697"/>
                  <a:pt x="362271" y="19587"/>
                  <a:pt x="365157" y="21368"/>
                </a:cubicBezTo>
                <a:lnTo>
                  <a:pt x="362302" y="29052"/>
                </a:lnTo>
                <a:cubicBezTo>
                  <a:pt x="360276" y="27859"/>
                  <a:pt x="358250" y="27262"/>
                  <a:pt x="356223" y="27262"/>
                </a:cubicBezTo>
                <a:cubicBezTo>
                  <a:pt x="354412" y="27262"/>
                  <a:pt x="352785" y="27807"/>
                  <a:pt x="351342" y="28897"/>
                </a:cubicBezTo>
                <a:cubicBezTo>
                  <a:pt x="349899" y="29987"/>
                  <a:pt x="348871" y="31499"/>
                  <a:pt x="348257" y="33433"/>
                </a:cubicBezTo>
                <a:cubicBezTo>
                  <a:pt x="347336" y="36380"/>
                  <a:pt x="346875" y="39604"/>
                  <a:pt x="346875" y="43103"/>
                </a:cubicBezTo>
                <a:lnTo>
                  <a:pt x="346875" y="68708"/>
                </a:lnTo>
                <a:lnTo>
                  <a:pt x="338586" y="68708"/>
                </a:lnTo>
                <a:close/>
                <a:moveTo>
                  <a:pt x="366640" y="44255"/>
                </a:moveTo>
                <a:cubicBezTo>
                  <a:pt x="366640" y="35198"/>
                  <a:pt x="369157" y="28490"/>
                  <a:pt x="374192" y="24131"/>
                </a:cubicBezTo>
                <a:cubicBezTo>
                  <a:pt x="378398" y="20508"/>
                  <a:pt x="383525" y="18697"/>
                  <a:pt x="389573" y="18697"/>
                </a:cubicBezTo>
                <a:cubicBezTo>
                  <a:pt x="396296" y="18697"/>
                  <a:pt x="401792" y="20899"/>
                  <a:pt x="406059" y="25305"/>
                </a:cubicBezTo>
                <a:cubicBezTo>
                  <a:pt x="410327" y="29710"/>
                  <a:pt x="412460" y="35797"/>
                  <a:pt x="412460" y="43564"/>
                </a:cubicBezTo>
                <a:cubicBezTo>
                  <a:pt x="412460" y="49858"/>
                  <a:pt x="411516" y="54808"/>
                  <a:pt x="409628" y="58415"/>
                </a:cubicBezTo>
                <a:cubicBezTo>
                  <a:pt x="407740" y="62023"/>
                  <a:pt x="404992" y="64824"/>
                  <a:pt x="401385" y="66820"/>
                </a:cubicBezTo>
                <a:cubicBezTo>
                  <a:pt x="397778" y="68815"/>
                  <a:pt x="393840" y="69813"/>
                  <a:pt x="389573" y="69813"/>
                </a:cubicBezTo>
                <a:cubicBezTo>
                  <a:pt x="382727" y="69813"/>
                  <a:pt x="377193" y="67618"/>
                  <a:pt x="372972" y="63228"/>
                </a:cubicBezTo>
                <a:cubicBezTo>
                  <a:pt x="368750" y="58837"/>
                  <a:pt x="366640" y="52513"/>
                  <a:pt x="366640" y="44255"/>
                </a:cubicBezTo>
                <a:moveTo>
                  <a:pt x="375159" y="44278"/>
                </a:moveTo>
                <a:cubicBezTo>
                  <a:pt x="375159" y="50533"/>
                  <a:pt x="376525" y="55217"/>
                  <a:pt x="379258" y="58329"/>
                </a:cubicBezTo>
                <a:cubicBezTo>
                  <a:pt x="381990" y="61441"/>
                  <a:pt x="385428" y="62997"/>
                  <a:pt x="389573" y="62997"/>
                </a:cubicBezTo>
                <a:cubicBezTo>
                  <a:pt x="393687" y="62997"/>
                  <a:pt x="397110" y="61434"/>
                  <a:pt x="399842" y="58306"/>
                </a:cubicBezTo>
                <a:cubicBezTo>
                  <a:pt x="402575" y="55178"/>
                  <a:pt x="403941" y="50410"/>
                  <a:pt x="403941" y="44001"/>
                </a:cubicBezTo>
                <a:cubicBezTo>
                  <a:pt x="403941" y="37961"/>
                  <a:pt x="402567" y="33385"/>
                  <a:pt x="399819" y="30273"/>
                </a:cubicBezTo>
                <a:cubicBezTo>
                  <a:pt x="397072" y="27160"/>
                  <a:pt x="393656" y="25604"/>
                  <a:pt x="389573" y="25604"/>
                </a:cubicBezTo>
                <a:cubicBezTo>
                  <a:pt x="385428" y="25604"/>
                  <a:pt x="381990" y="27153"/>
                  <a:pt x="379258" y="30250"/>
                </a:cubicBezTo>
                <a:cubicBezTo>
                  <a:pt x="376525" y="33346"/>
                  <a:pt x="375159" y="38023"/>
                  <a:pt x="375159" y="44278"/>
                </a:cubicBezTo>
                <a:close/>
                <a:moveTo>
                  <a:pt x="421768" y="68708"/>
                </a:moveTo>
                <a:lnTo>
                  <a:pt x="421768" y="19802"/>
                </a:lnTo>
                <a:lnTo>
                  <a:pt x="429228" y="19802"/>
                </a:lnTo>
                <a:lnTo>
                  <a:pt x="429228" y="27216"/>
                </a:lnTo>
                <a:cubicBezTo>
                  <a:pt x="431132" y="23747"/>
                  <a:pt x="432889" y="21460"/>
                  <a:pt x="434501" y="20354"/>
                </a:cubicBezTo>
                <a:cubicBezTo>
                  <a:pt x="436113" y="19249"/>
                  <a:pt x="437886" y="18697"/>
                  <a:pt x="439820" y="18697"/>
                </a:cubicBezTo>
                <a:cubicBezTo>
                  <a:pt x="442614" y="18697"/>
                  <a:pt x="445454" y="19587"/>
                  <a:pt x="448339" y="21368"/>
                </a:cubicBezTo>
                <a:lnTo>
                  <a:pt x="445484" y="29052"/>
                </a:lnTo>
                <a:cubicBezTo>
                  <a:pt x="443458" y="27859"/>
                  <a:pt x="441432" y="27262"/>
                  <a:pt x="439406" y="27262"/>
                </a:cubicBezTo>
                <a:cubicBezTo>
                  <a:pt x="437594" y="27262"/>
                  <a:pt x="435967" y="27807"/>
                  <a:pt x="434524" y="28897"/>
                </a:cubicBezTo>
                <a:cubicBezTo>
                  <a:pt x="433081" y="29987"/>
                  <a:pt x="432053" y="31499"/>
                  <a:pt x="431439" y="33433"/>
                </a:cubicBezTo>
                <a:cubicBezTo>
                  <a:pt x="430518" y="36380"/>
                  <a:pt x="430057" y="39604"/>
                  <a:pt x="430057" y="43103"/>
                </a:cubicBezTo>
                <a:lnTo>
                  <a:pt x="430057" y="68708"/>
                </a:lnTo>
                <a:lnTo>
                  <a:pt x="421768" y="68708"/>
                </a:lnTo>
                <a:close/>
                <a:moveTo>
                  <a:pt x="468749" y="88602"/>
                </a:moveTo>
                <a:cubicBezTo>
                  <a:pt x="464175" y="82824"/>
                  <a:pt x="460306" y="76063"/>
                  <a:pt x="457144" y="68319"/>
                </a:cubicBezTo>
                <a:cubicBezTo>
                  <a:pt x="453982" y="60574"/>
                  <a:pt x="452401" y="52552"/>
                  <a:pt x="452401" y="44255"/>
                </a:cubicBezTo>
                <a:cubicBezTo>
                  <a:pt x="452401" y="36940"/>
                  <a:pt x="453583" y="29933"/>
                  <a:pt x="455947" y="23234"/>
                </a:cubicBezTo>
                <a:cubicBezTo>
                  <a:pt x="458710" y="15458"/>
                  <a:pt x="462977" y="7713"/>
                  <a:pt x="468749" y="0"/>
                </a:cubicBezTo>
                <a:lnTo>
                  <a:pt x="474690" y="0"/>
                </a:lnTo>
                <a:cubicBezTo>
                  <a:pt x="470975" y="6392"/>
                  <a:pt x="468519" y="10956"/>
                  <a:pt x="467321" y="13691"/>
                </a:cubicBezTo>
                <a:cubicBezTo>
                  <a:pt x="465449" y="17932"/>
                  <a:pt x="463975" y="22357"/>
                  <a:pt x="462901" y="26967"/>
                </a:cubicBezTo>
                <a:cubicBezTo>
                  <a:pt x="461580" y="32715"/>
                  <a:pt x="460920" y="38493"/>
                  <a:pt x="460920" y="44301"/>
                </a:cubicBezTo>
                <a:cubicBezTo>
                  <a:pt x="460920" y="59083"/>
                  <a:pt x="465510" y="73850"/>
                  <a:pt x="474690" y="88602"/>
                </a:cubicBezTo>
                <a:lnTo>
                  <a:pt x="468749" y="88602"/>
                </a:lnTo>
                <a:close/>
                <a:moveTo>
                  <a:pt x="486303" y="68708"/>
                </a:moveTo>
                <a:lnTo>
                  <a:pt x="486303" y="59221"/>
                </a:lnTo>
                <a:lnTo>
                  <a:pt x="495743" y="59221"/>
                </a:lnTo>
                <a:lnTo>
                  <a:pt x="495743" y="68708"/>
                </a:lnTo>
                <a:lnTo>
                  <a:pt x="486303" y="68708"/>
                </a:lnTo>
                <a:close/>
                <a:moveTo>
                  <a:pt x="512078" y="68708"/>
                </a:moveTo>
                <a:lnTo>
                  <a:pt x="512078" y="59221"/>
                </a:lnTo>
                <a:lnTo>
                  <a:pt x="521518" y="59221"/>
                </a:lnTo>
                <a:lnTo>
                  <a:pt x="521518" y="68708"/>
                </a:lnTo>
                <a:lnTo>
                  <a:pt x="512078" y="68708"/>
                </a:lnTo>
                <a:close/>
                <a:moveTo>
                  <a:pt x="537852" y="68708"/>
                </a:moveTo>
                <a:lnTo>
                  <a:pt x="537852" y="59221"/>
                </a:lnTo>
                <a:lnTo>
                  <a:pt x="547293" y="59221"/>
                </a:lnTo>
                <a:lnTo>
                  <a:pt x="547293" y="68708"/>
                </a:lnTo>
                <a:lnTo>
                  <a:pt x="537852" y="68708"/>
                </a:lnTo>
                <a:close/>
                <a:moveTo>
                  <a:pt x="566713" y="88602"/>
                </a:moveTo>
                <a:lnTo>
                  <a:pt x="560772" y="88602"/>
                </a:lnTo>
                <a:cubicBezTo>
                  <a:pt x="569952" y="73850"/>
                  <a:pt x="574541" y="59083"/>
                  <a:pt x="574541" y="44301"/>
                </a:cubicBezTo>
                <a:cubicBezTo>
                  <a:pt x="574541" y="38523"/>
                  <a:pt x="573881" y="32792"/>
                  <a:pt x="572561" y="27107"/>
                </a:cubicBezTo>
                <a:cubicBezTo>
                  <a:pt x="571517" y="22497"/>
                  <a:pt x="570059" y="18071"/>
                  <a:pt x="568186" y="13830"/>
                </a:cubicBezTo>
                <a:cubicBezTo>
                  <a:pt x="566989" y="11064"/>
                  <a:pt x="564518" y="6454"/>
                  <a:pt x="560772" y="0"/>
                </a:cubicBezTo>
                <a:lnTo>
                  <a:pt x="566713" y="0"/>
                </a:lnTo>
                <a:cubicBezTo>
                  <a:pt x="572484" y="7713"/>
                  <a:pt x="576752" y="15458"/>
                  <a:pt x="579515" y="23234"/>
                </a:cubicBezTo>
                <a:cubicBezTo>
                  <a:pt x="581879" y="29933"/>
                  <a:pt x="583061" y="36940"/>
                  <a:pt x="583061" y="44255"/>
                </a:cubicBezTo>
                <a:cubicBezTo>
                  <a:pt x="583061" y="52552"/>
                  <a:pt x="581472" y="60574"/>
                  <a:pt x="578295" y="68319"/>
                </a:cubicBezTo>
                <a:cubicBezTo>
                  <a:pt x="575117" y="76063"/>
                  <a:pt x="571256" y="82824"/>
                  <a:pt x="566713" y="8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82F5C-3111-4F2F-898A-DF0CBE9E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743" y="504233"/>
            <a:ext cx="1054417" cy="765624"/>
          </a:xfrm>
          <a:custGeom xmlns:a="http://schemas.openxmlformats.org/drawingml/2006/main">
            <a:pathLst>
              <a:path w="1054417" h="765624">
                <a:moveTo>
                  <a:pt x="0" y="57993"/>
                </a:moveTo>
                <a:cubicBezTo>
                  <a:pt x="469" y="25974"/>
                  <a:pt x="26442" y="0"/>
                  <a:pt x="59047" y="351"/>
                </a:cubicBezTo>
                <a:lnTo>
                  <a:pt x="995370" y="351"/>
                </a:lnTo>
                <a:cubicBezTo>
                  <a:pt x="1027741" y="0"/>
                  <a:pt x="1053715" y="25974"/>
                  <a:pt x="1054417" y="57993"/>
                </a:cubicBezTo>
                <a:lnTo>
                  <a:pt x="1054417" y="707514"/>
                </a:lnTo>
                <a:cubicBezTo>
                  <a:pt x="1053715" y="739650"/>
                  <a:pt x="1027741" y="765624"/>
                  <a:pt x="995370" y="765156"/>
                </a:cubicBezTo>
                <a:lnTo>
                  <a:pt x="59047" y="765156"/>
                </a:lnTo>
                <a:cubicBezTo>
                  <a:pt x="26442" y="765624"/>
                  <a:pt x="469" y="739650"/>
                  <a:pt x="0" y="707514"/>
                </a:cubicBezTo>
                <a:lnTo>
                  <a:pt x="0" y="579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C5CF6-7217-44DC-B279-17EB4219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354" y="498375"/>
            <a:ext cx="1064962" cy="777340"/>
          </a:xfrm>
          <a:custGeom xmlns:a="http://schemas.openxmlformats.org/drawingml/2006/main">
            <a:pathLst>
              <a:path w="1064962" h="777340">
                <a:moveTo>
                  <a:pt x="1300" y="726330"/>
                </a:moveTo>
                <a:lnTo>
                  <a:pt x="2015" y="729423"/>
                </a:lnTo>
                <a:lnTo>
                  <a:pt x="2894" y="732516"/>
                </a:lnTo>
                <a:lnTo>
                  <a:pt x="5014" y="738327"/>
                </a:lnTo>
                <a:lnTo>
                  <a:pt x="7709" y="743915"/>
                </a:lnTo>
                <a:lnTo>
                  <a:pt x="10907" y="749175"/>
                </a:lnTo>
                <a:lnTo>
                  <a:pt x="14586" y="754096"/>
                </a:lnTo>
                <a:lnTo>
                  <a:pt x="18710" y="758630"/>
                </a:lnTo>
                <a:lnTo>
                  <a:pt x="23244" y="762754"/>
                </a:lnTo>
                <a:lnTo>
                  <a:pt x="28165" y="766433"/>
                </a:lnTo>
                <a:lnTo>
                  <a:pt x="33425" y="769631"/>
                </a:lnTo>
                <a:lnTo>
                  <a:pt x="39013" y="772326"/>
                </a:lnTo>
                <a:lnTo>
                  <a:pt x="44824" y="774446"/>
                </a:lnTo>
                <a:lnTo>
                  <a:pt x="47917" y="775325"/>
                </a:lnTo>
                <a:lnTo>
                  <a:pt x="51022" y="776040"/>
                </a:lnTo>
                <a:lnTo>
                  <a:pt x="54162" y="776602"/>
                </a:lnTo>
                <a:lnTo>
                  <a:pt x="57360" y="777012"/>
                </a:lnTo>
                <a:lnTo>
                  <a:pt x="60606" y="777258"/>
                </a:lnTo>
                <a:lnTo>
                  <a:pt x="63816" y="777340"/>
                </a:lnTo>
                <a:lnTo>
                  <a:pt x="1001146" y="777340"/>
                </a:lnTo>
                <a:lnTo>
                  <a:pt x="1004356" y="777258"/>
                </a:lnTo>
                <a:lnTo>
                  <a:pt x="1007601" y="777012"/>
                </a:lnTo>
                <a:lnTo>
                  <a:pt x="1010800" y="776602"/>
                </a:lnTo>
                <a:lnTo>
                  <a:pt x="1013951" y="776040"/>
                </a:lnTo>
                <a:lnTo>
                  <a:pt x="1017044" y="775325"/>
                </a:lnTo>
                <a:lnTo>
                  <a:pt x="1020137" y="774446"/>
                </a:lnTo>
                <a:lnTo>
                  <a:pt x="1025948" y="772326"/>
                </a:lnTo>
                <a:lnTo>
                  <a:pt x="1031537" y="769631"/>
                </a:lnTo>
                <a:lnTo>
                  <a:pt x="1036797" y="766433"/>
                </a:lnTo>
                <a:lnTo>
                  <a:pt x="1041718" y="762754"/>
                </a:lnTo>
                <a:lnTo>
                  <a:pt x="1046252" y="758630"/>
                </a:lnTo>
                <a:lnTo>
                  <a:pt x="1050376" y="754096"/>
                </a:lnTo>
                <a:lnTo>
                  <a:pt x="1054054" y="749175"/>
                </a:lnTo>
                <a:lnTo>
                  <a:pt x="1057253" y="743915"/>
                </a:lnTo>
                <a:lnTo>
                  <a:pt x="1059947" y="738327"/>
                </a:lnTo>
                <a:lnTo>
                  <a:pt x="1062068" y="732516"/>
                </a:lnTo>
                <a:lnTo>
                  <a:pt x="1062947" y="729423"/>
                </a:lnTo>
                <a:lnTo>
                  <a:pt x="1063661" y="726330"/>
                </a:lnTo>
                <a:lnTo>
                  <a:pt x="1064224" y="723178"/>
                </a:lnTo>
                <a:lnTo>
                  <a:pt x="1064634" y="719980"/>
                </a:lnTo>
                <a:lnTo>
                  <a:pt x="1064880" y="716734"/>
                </a:lnTo>
                <a:lnTo>
                  <a:pt x="1064962" y="713524"/>
                </a:lnTo>
                <a:lnTo>
                  <a:pt x="1064962" y="63816"/>
                </a:lnTo>
                <a:lnTo>
                  <a:pt x="1064880" y="60606"/>
                </a:lnTo>
                <a:lnTo>
                  <a:pt x="1064634" y="57360"/>
                </a:lnTo>
                <a:lnTo>
                  <a:pt x="1064224" y="54162"/>
                </a:lnTo>
                <a:lnTo>
                  <a:pt x="1063661" y="51010"/>
                </a:lnTo>
                <a:lnTo>
                  <a:pt x="1062947" y="47917"/>
                </a:lnTo>
                <a:lnTo>
                  <a:pt x="1062068" y="44824"/>
                </a:lnTo>
                <a:lnTo>
                  <a:pt x="1059947" y="39013"/>
                </a:lnTo>
                <a:lnTo>
                  <a:pt x="1057253" y="33425"/>
                </a:lnTo>
                <a:lnTo>
                  <a:pt x="1054054" y="28165"/>
                </a:lnTo>
                <a:lnTo>
                  <a:pt x="1050376" y="23244"/>
                </a:lnTo>
                <a:lnTo>
                  <a:pt x="1046252" y="18710"/>
                </a:lnTo>
                <a:lnTo>
                  <a:pt x="1041718" y="14586"/>
                </a:lnTo>
                <a:lnTo>
                  <a:pt x="1036797" y="10907"/>
                </a:lnTo>
                <a:lnTo>
                  <a:pt x="1031537" y="7709"/>
                </a:lnTo>
                <a:lnTo>
                  <a:pt x="1025948" y="5014"/>
                </a:lnTo>
                <a:lnTo>
                  <a:pt x="1020137" y="2894"/>
                </a:lnTo>
                <a:lnTo>
                  <a:pt x="1017044" y="2015"/>
                </a:lnTo>
                <a:lnTo>
                  <a:pt x="1013951" y="1300"/>
                </a:lnTo>
                <a:lnTo>
                  <a:pt x="1010800" y="738"/>
                </a:lnTo>
                <a:lnTo>
                  <a:pt x="1007601" y="328"/>
                </a:lnTo>
                <a:lnTo>
                  <a:pt x="1004356" y="82"/>
                </a:lnTo>
                <a:lnTo>
                  <a:pt x="1001146" y="0"/>
                </a:lnTo>
                <a:lnTo>
                  <a:pt x="63816" y="0"/>
                </a:lnTo>
                <a:lnTo>
                  <a:pt x="60606" y="82"/>
                </a:lnTo>
                <a:lnTo>
                  <a:pt x="57360" y="328"/>
                </a:lnTo>
                <a:lnTo>
                  <a:pt x="54162" y="738"/>
                </a:lnTo>
                <a:lnTo>
                  <a:pt x="51022" y="1300"/>
                </a:lnTo>
                <a:lnTo>
                  <a:pt x="47917" y="2015"/>
                </a:lnTo>
                <a:lnTo>
                  <a:pt x="44824" y="2894"/>
                </a:lnTo>
                <a:lnTo>
                  <a:pt x="39013" y="5014"/>
                </a:lnTo>
                <a:lnTo>
                  <a:pt x="33425" y="7709"/>
                </a:lnTo>
                <a:lnTo>
                  <a:pt x="28165" y="10907"/>
                </a:lnTo>
                <a:lnTo>
                  <a:pt x="23244" y="14586"/>
                </a:lnTo>
                <a:lnTo>
                  <a:pt x="18710" y="18710"/>
                </a:lnTo>
                <a:lnTo>
                  <a:pt x="14586" y="23244"/>
                </a:lnTo>
                <a:lnTo>
                  <a:pt x="10907" y="28165"/>
                </a:lnTo>
                <a:lnTo>
                  <a:pt x="7709" y="33425"/>
                </a:lnTo>
                <a:lnTo>
                  <a:pt x="5014" y="39013"/>
                </a:lnTo>
                <a:lnTo>
                  <a:pt x="2894" y="44824"/>
                </a:lnTo>
                <a:lnTo>
                  <a:pt x="2015" y="47917"/>
                </a:lnTo>
                <a:lnTo>
                  <a:pt x="1300" y="51010"/>
                </a:lnTo>
                <a:lnTo>
                  <a:pt x="738" y="54162"/>
                </a:lnTo>
                <a:lnTo>
                  <a:pt x="328" y="57360"/>
                </a:lnTo>
                <a:lnTo>
                  <a:pt x="82" y="60606"/>
                </a:lnTo>
                <a:lnTo>
                  <a:pt x="0" y="63816"/>
                </a:lnTo>
                <a:lnTo>
                  <a:pt x="0" y="713524"/>
                </a:lnTo>
                <a:lnTo>
                  <a:pt x="82" y="716734"/>
                </a:lnTo>
                <a:lnTo>
                  <a:pt x="328" y="719980"/>
                </a:lnTo>
                <a:lnTo>
                  <a:pt x="738" y="723178"/>
                </a:lnTo>
                <a:lnTo>
                  <a:pt x="1300" y="726330"/>
                </a:lnTo>
                <a:close/>
                <a:moveTo>
                  <a:pt x="13350" y="50885"/>
                </a:moveTo>
                <a:lnTo>
                  <a:pt x="14071" y="48355"/>
                </a:lnTo>
                <a:lnTo>
                  <a:pt x="15822" y="43584"/>
                </a:lnTo>
                <a:lnTo>
                  <a:pt x="17999" y="39053"/>
                </a:lnTo>
                <a:lnTo>
                  <a:pt x="20626" y="34721"/>
                </a:lnTo>
                <a:lnTo>
                  <a:pt x="23597" y="30749"/>
                </a:lnTo>
                <a:lnTo>
                  <a:pt x="27003" y="27003"/>
                </a:lnTo>
                <a:lnTo>
                  <a:pt x="30749" y="23597"/>
                </a:lnTo>
                <a:lnTo>
                  <a:pt x="34721" y="20626"/>
                </a:lnTo>
                <a:lnTo>
                  <a:pt x="39053" y="17999"/>
                </a:lnTo>
                <a:lnTo>
                  <a:pt x="43584" y="15822"/>
                </a:lnTo>
                <a:lnTo>
                  <a:pt x="48355" y="14071"/>
                </a:lnTo>
                <a:lnTo>
                  <a:pt x="50885" y="13350"/>
                </a:lnTo>
                <a:lnTo>
                  <a:pt x="53348" y="12783"/>
                </a:lnTo>
                <a:lnTo>
                  <a:pt x="55898" y="12323"/>
                </a:lnTo>
                <a:lnTo>
                  <a:pt x="58687" y="11975"/>
                </a:lnTo>
                <a:lnTo>
                  <a:pt x="61251" y="11781"/>
                </a:lnTo>
                <a:lnTo>
                  <a:pt x="64038" y="11716"/>
                </a:lnTo>
                <a:lnTo>
                  <a:pt x="1000935" y="11716"/>
                </a:lnTo>
                <a:lnTo>
                  <a:pt x="1003711" y="11781"/>
                </a:lnTo>
                <a:lnTo>
                  <a:pt x="1006304" y="11977"/>
                </a:lnTo>
                <a:lnTo>
                  <a:pt x="1009063" y="12323"/>
                </a:lnTo>
                <a:lnTo>
                  <a:pt x="1011614" y="12783"/>
                </a:lnTo>
                <a:lnTo>
                  <a:pt x="1014076" y="13350"/>
                </a:lnTo>
                <a:lnTo>
                  <a:pt x="1016607" y="14071"/>
                </a:lnTo>
                <a:lnTo>
                  <a:pt x="1021378" y="15822"/>
                </a:lnTo>
                <a:lnTo>
                  <a:pt x="1025908" y="17999"/>
                </a:lnTo>
                <a:lnTo>
                  <a:pt x="1030241" y="20626"/>
                </a:lnTo>
                <a:lnTo>
                  <a:pt x="1034213" y="23597"/>
                </a:lnTo>
                <a:lnTo>
                  <a:pt x="1037959" y="27003"/>
                </a:lnTo>
                <a:lnTo>
                  <a:pt x="1041365" y="30749"/>
                </a:lnTo>
                <a:lnTo>
                  <a:pt x="1044336" y="34721"/>
                </a:lnTo>
                <a:lnTo>
                  <a:pt x="1046963" y="39053"/>
                </a:lnTo>
                <a:lnTo>
                  <a:pt x="1049139" y="43584"/>
                </a:lnTo>
                <a:lnTo>
                  <a:pt x="1050890" y="48355"/>
                </a:lnTo>
                <a:lnTo>
                  <a:pt x="1051612" y="50885"/>
                </a:lnTo>
                <a:lnTo>
                  <a:pt x="1052179" y="53348"/>
                </a:lnTo>
                <a:lnTo>
                  <a:pt x="1052638" y="55898"/>
                </a:lnTo>
                <a:lnTo>
                  <a:pt x="1052987" y="58687"/>
                </a:lnTo>
                <a:lnTo>
                  <a:pt x="1053180" y="61251"/>
                </a:lnTo>
                <a:lnTo>
                  <a:pt x="1053246" y="64038"/>
                </a:lnTo>
                <a:lnTo>
                  <a:pt x="1053246" y="713302"/>
                </a:lnTo>
                <a:lnTo>
                  <a:pt x="1053180" y="716089"/>
                </a:lnTo>
                <a:lnTo>
                  <a:pt x="1052987" y="718653"/>
                </a:lnTo>
                <a:lnTo>
                  <a:pt x="1052638" y="721442"/>
                </a:lnTo>
                <a:lnTo>
                  <a:pt x="1052179" y="723992"/>
                </a:lnTo>
                <a:lnTo>
                  <a:pt x="1051612" y="726455"/>
                </a:lnTo>
                <a:lnTo>
                  <a:pt x="1050890" y="728985"/>
                </a:lnTo>
                <a:lnTo>
                  <a:pt x="1049139" y="733756"/>
                </a:lnTo>
                <a:lnTo>
                  <a:pt x="1046963" y="738287"/>
                </a:lnTo>
                <a:lnTo>
                  <a:pt x="1044336" y="742619"/>
                </a:lnTo>
                <a:lnTo>
                  <a:pt x="1041365" y="746591"/>
                </a:lnTo>
                <a:lnTo>
                  <a:pt x="1037959" y="750337"/>
                </a:lnTo>
                <a:lnTo>
                  <a:pt x="1034213" y="753743"/>
                </a:lnTo>
                <a:lnTo>
                  <a:pt x="1030241" y="756714"/>
                </a:lnTo>
                <a:lnTo>
                  <a:pt x="1025908" y="759341"/>
                </a:lnTo>
                <a:lnTo>
                  <a:pt x="1021378" y="761518"/>
                </a:lnTo>
                <a:lnTo>
                  <a:pt x="1016607" y="763269"/>
                </a:lnTo>
                <a:lnTo>
                  <a:pt x="1014076" y="763990"/>
                </a:lnTo>
                <a:lnTo>
                  <a:pt x="1011614" y="764557"/>
                </a:lnTo>
                <a:lnTo>
                  <a:pt x="1009063" y="765017"/>
                </a:lnTo>
                <a:lnTo>
                  <a:pt x="1006304" y="765363"/>
                </a:lnTo>
                <a:lnTo>
                  <a:pt x="1003711" y="765559"/>
                </a:lnTo>
                <a:lnTo>
                  <a:pt x="1000935" y="765624"/>
                </a:lnTo>
                <a:lnTo>
                  <a:pt x="64038" y="765624"/>
                </a:lnTo>
                <a:lnTo>
                  <a:pt x="61251" y="765559"/>
                </a:lnTo>
                <a:lnTo>
                  <a:pt x="58687" y="765365"/>
                </a:lnTo>
                <a:lnTo>
                  <a:pt x="55898" y="765017"/>
                </a:lnTo>
                <a:lnTo>
                  <a:pt x="53348" y="764557"/>
                </a:lnTo>
                <a:lnTo>
                  <a:pt x="50885" y="763990"/>
                </a:lnTo>
                <a:lnTo>
                  <a:pt x="48355" y="763269"/>
                </a:lnTo>
                <a:lnTo>
                  <a:pt x="43584" y="761518"/>
                </a:lnTo>
                <a:lnTo>
                  <a:pt x="39053" y="759341"/>
                </a:lnTo>
                <a:lnTo>
                  <a:pt x="34721" y="756714"/>
                </a:lnTo>
                <a:lnTo>
                  <a:pt x="30749" y="753743"/>
                </a:lnTo>
                <a:lnTo>
                  <a:pt x="27003" y="750337"/>
                </a:lnTo>
                <a:lnTo>
                  <a:pt x="23597" y="746591"/>
                </a:lnTo>
                <a:lnTo>
                  <a:pt x="20626" y="742619"/>
                </a:lnTo>
                <a:lnTo>
                  <a:pt x="17999" y="738287"/>
                </a:lnTo>
                <a:lnTo>
                  <a:pt x="15822" y="733756"/>
                </a:lnTo>
                <a:lnTo>
                  <a:pt x="14071" y="728985"/>
                </a:lnTo>
                <a:lnTo>
                  <a:pt x="13350" y="726455"/>
                </a:lnTo>
                <a:lnTo>
                  <a:pt x="12783" y="723992"/>
                </a:lnTo>
                <a:lnTo>
                  <a:pt x="12323" y="721442"/>
                </a:lnTo>
                <a:lnTo>
                  <a:pt x="11975" y="718653"/>
                </a:lnTo>
                <a:lnTo>
                  <a:pt x="11781" y="716089"/>
                </a:lnTo>
                <a:lnTo>
                  <a:pt x="11716" y="713302"/>
                </a:lnTo>
                <a:lnTo>
                  <a:pt x="11716" y="64038"/>
                </a:lnTo>
                <a:lnTo>
                  <a:pt x="11781" y="61251"/>
                </a:lnTo>
                <a:lnTo>
                  <a:pt x="11975" y="58687"/>
                </a:lnTo>
                <a:lnTo>
                  <a:pt x="12323" y="55898"/>
                </a:lnTo>
                <a:lnTo>
                  <a:pt x="12783" y="53348"/>
                </a:lnTo>
                <a:lnTo>
                  <a:pt x="13350" y="5088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AnalysisandPlan">
            <a:extLst xmlns:a="http://schemas.openxmlformats.org/drawingml/2006/main">
              <a:ext uri="{FF2B5EF4-FFF2-40B4-BE49-F238E27FC236}">
                <a16:creationId xmlns:a16="http://schemas.microsoft.com/office/drawing/2014/main" id="{DF70A7D9-6328-4F5D-B15F-575709E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310" y="588889"/>
            <a:ext cx="819461" cy="112753"/>
          </a:xfrm>
          <a:custGeom xmlns:a="http://schemas.openxmlformats.org/drawingml/2006/main">
            <a:pathLst>
              <a:path w="819461" h="112753">
                <a:moveTo>
                  <a:pt x="57612" y="84436"/>
                </a:moveTo>
                <a:cubicBezTo>
                  <a:pt x="54454" y="84436"/>
                  <a:pt x="51708" y="80400"/>
                  <a:pt x="49374" y="72329"/>
                </a:cubicBezTo>
                <a:cubicBezTo>
                  <a:pt x="48482" y="69241"/>
                  <a:pt x="47366" y="63837"/>
                  <a:pt x="46028" y="56119"/>
                </a:cubicBezTo>
                <a:cubicBezTo>
                  <a:pt x="42527" y="56596"/>
                  <a:pt x="37945" y="57449"/>
                  <a:pt x="32281" y="58677"/>
                </a:cubicBezTo>
                <a:lnTo>
                  <a:pt x="18586" y="61491"/>
                </a:lnTo>
                <a:cubicBezTo>
                  <a:pt x="16870" y="65995"/>
                  <a:pt x="13935" y="72579"/>
                  <a:pt x="9782" y="81242"/>
                </a:cubicBezTo>
                <a:cubicBezTo>
                  <a:pt x="8684" y="83165"/>
                  <a:pt x="7191" y="84127"/>
                  <a:pt x="5303" y="84127"/>
                </a:cubicBezTo>
                <a:cubicBezTo>
                  <a:pt x="3930" y="84127"/>
                  <a:pt x="2703" y="83629"/>
                  <a:pt x="1622" y="82634"/>
                </a:cubicBezTo>
                <a:cubicBezTo>
                  <a:pt x="541" y="81638"/>
                  <a:pt x="0" y="80403"/>
                  <a:pt x="0" y="78927"/>
                </a:cubicBezTo>
                <a:cubicBezTo>
                  <a:pt x="0" y="77278"/>
                  <a:pt x="2591" y="71013"/>
                  <a:pt x="7774" y="60132"/>
                </a:cubicBezTo>
                <a:cubicBezTo>
                  <a:pt x="7191" y="59239"/>
                  <a:pt x="6899" y="58209"/>
                  <a:pt x="6899" y="57041"/>
                </a:cubicBezTo>
                <a:cubicBezTo>
                  <a:pt x="6899" y="54261"/>
                  <a:pt x="8581" y="52476"/>
                  <a:pt x="11945" y="51686"/>
                </a:cubicBezTo>
                <a:cubicBezTo>
                  <a:pt x="15857" y="44334"/>
                  <a:pt x="20800" y="35881"/>
                  <a:pt x="26772" y="26330"/>
                </a:cubicBezTo>
                <a:cubicBezTo>
                  <a:pt x="34907" y="13307"/>
                  <a:pt x="39970" y="6796"/>
                  <a:pt x="41960" y="6796"/>
                </a:cubicBezTo>
                <a:cubicBezTo>
                  <a:pt x="44672" y="6796"/>
                  <a:pt x="46525" y="8686"/>
                  <a:pt x="47521" y="12466"/>
                </a:cubicBezTo>
                <a:lnTo>
                  <a:pt x="50764" y="29776"/>
                </a:lnTo>
                <a:lnTo>
                  <a:pt x="58436" y="65579"/>
                </a:lnTo>
                <a:lnTo>
                  <a:pt x="61370" y="73698"/>
                </a:lnTo>
                <a:cubicBezTo>
                  <a:pt x="62366" y="76472"/>
                  <a:pt x="62863" y="78321"/>
                  <a:pt x="62863" y="79247"/>
                </a:cubicBezTo>
                <a:cubicBezTo>
                  <a:pt x="62863" y="80720"/>
                  <a:pt x="62331" y="81953"/>
                  <a:pt x="61267" y="82946"/>
                </a:cubicBezTo>
                <a:cubicBezTo>
                  <a:pt x="60203" y="83939"/>
                  <a:pt x="58985" y="84436"/>
                  <a:pt x="57612" y="84436"/>
                </a:cubicBezTo>
                <a:moveTo>
                  <a:pt x="39438" y="25607"/>
                </a:moveTo>
                <a:lnTo>
                  <a:pt x="24713" y="49350"/>
                </a:lnTo>
                <a:cubicBezTo>
                  <a:pt x="28866" y="48286"/>
                  <a:pt x="35164" y="46999"/>
                  <a:pt x="43608" y="45489"/>
                </a:cubicBezTo>
                <a:lnTo>
                  <a:pt x="39438" y="25607"/>
                </a:lnTo>
                <a:close/>
                <a:moveTo>
                  <a:pt x="117224" y="86598"/>
                </a:moveTo>
                <a:cubicBezTo>
                  <a:pt x="114272" y="86598"/>
                  <a:pt x="112607" y="84982"/>
                  <a:pt x="112230" y="81749"/>
                </a:cubicBezTo>
                <a:lnTo>
                  <a:pt x="110788" y="70449"/>
                </a:lnTo>
                <a:cubicBezTo>
                  <a:pt x="110308" y="66425"/>
                  <a:pt x="110067" y="62659"/>
                  <a:pt x="110067" y="59150"/>
                </a:cubicBezTo>
                <a:cubicBezTo>
                  <a:pt x="110067" y="58187"/>
                  <a:pt x="110127" y="56553"/>
                  <a:pt x="110248" y="54249"/>
                </a:cubicBezTo>
                <a:cubicBezTo>
                  <a:pt x="110368" y="51944"/>
                  <a:pt x="110428" y="50310"/>
                  <a:pt x="110428" y="49347"/>
                </a:cubicBezTo>
                <a:cubicBezTo>
                  <a:pt x="110428" y="41917"/>
                  <a:pt x="109055" y="38202"/>
                  <a:pt x="106309" y="38202"/>
                </a:cubicBezTo>
                <a:cubicBezTo>
                  <a:pt x="102465" y="38202"/>
                  <a:pt x="98792" y="40487"/>
                  <a:pt x="95291" y="45058"/>
                </a:cubicBezTo>
                <a:cubicBezTo>
                  <a:pt x="92133" y="49215"/>
                  <a:pt x="89662" y="54472"/>
                  <a:pt x="87877" y="60828"/>
                </a:cubicBezTo>
                <a:cubicBezTo>
                  <a:pt x="87809" y="62169"/>
                  <a:pt x="87654" y="63853"/>
                  <a:pt x="87414" y="65880"/>
                </a:cubicBezTo>
                <a:cubicBezTo>
                  <a:pt x="87208" y="67598"/>
                  <a:pt x="87105" y="69265"/>
                  <a:pt x="87105" y="70879"/>
                </a:cubicBezTo>
                <a:cubicBezTo>
                  <a:pt x="87105" y="71910"/>
                  <a:pt x="87208" y="73456"/>
                  <a:pt x="87414" y="75518"/>
                </a:cubicBezTo>
                <a:cubicBezTo>
                  <a:pt x="87620" y="77579"/>
                  <a:pt x="87723" y="79125"/>
                  <a:pt x="87723" y="80156"/>
                </a:cubicBezTo>
                <a:cubicBezTo>
                  <a:pt x="87723" y="81703"/>
                  <a:pt x="87251" y="82957"/>
                  <a:pt x="86307" y="83919"/>
                </a:cubicBezTo>
                <a:cubicBezTo>
                  <a:pt x="85363" y="84881"/>
                  <a:pt x="84153" y="85363"/>
                  <a:pt x="82677" y="85363"/>
                </a:cubicBezTo>
                <a:cubicBezTo>
                  <a:pt x="81167" y="85363"/>
                  <a:pt x="79949" y="84881"/>
                  <a:pt x="79022" y="83918"/>
                </a:cubicBezTo>
                <a:cubicBezTo>
                  <a:pt x="78095" y="82956"/>
                  <a:pt x="77632" y="81701"/>
                  <a:pt x="77632" y="80153"/>
                </a:cubicBezTo>
                <a:cubicBezTo>
                  <a:pt x="77632" y="79122"/>
                  <a:pt x="77520" y="77575"/>
                  <a:pt x="77297" y="75513"/>
                </a:cubicBezTo>
                <a:cubicBezTo>
                  <a:pt x="77074" y="73449"/>
                  <a:pt x="76962" y="71901"/>
                  <a:pt x="76962" y="70869"/>
                </a:cubicBezTo>
                <a:cubicBezTo>
                  <a:pt x="76962" y="67328"/>
                  <a:pt x="77211" y="62419"/>
                  <a:pt x="77709" y="56145"/>
                </a:cubicBezTo>
                <a:cubicBezTo>
                  <a:pt x="78207" y="49870"/>
                  <a:pt x="78455" y="44962"/>
                  <a:pt x="78455" y="41420"/>
                </a:cubicBezTo>
                <a:cubicBezTo>
                  <a:pt x="78455" y="40319"/>
                  <a:pt x="78395" y="38686"/>
                  <a:pt x="78275" y="36521"/>
                </a:cubicBezTo>
                <a:cubicBezTo>
                  <a:pt x="78155" y="34354"/>
                  <a:pt x="78095" y="32721"/>
                  <a:pt x="78095" y="31622"/>
                </a:cubicBezTo>
                <a:cubicBezTo>
                  <a:pt x="78095" y="30142"/>
                  <a:pt x="78584" y="28930"/>
                  <a:pt x="79562" y="27985"/>
                </a:cubicBezTo>
                <a:cubicBezTo>
                  <a:pt x="80541" y="27039"/>
                  <a:pt x="81751" y="26566"/>
                  <a:pt x="83192" y="26566"/>
                </a:cubicBezTo>
                <a:cubicBezTo>
                  <a:pt x="86350" y="26566"/>
                  <a:pt x="88083" y="28807"/>
                  <a:pt x="88392" y="33287"/>
                </a:cubicBezTo>
                <a:lnTo>
                  <a:pt x="88547" y="39335"/>
                </a:lnTo>
                <a:cubicBezTo>
                  <a:pt x="94313" y="31646"/>
                  <a:pt x="100234" y="27802"/>
                  <a:pt x="106309" y="27802"/>
                </a:cubicBezTo>
                <a:cubicBezTo>
                  <a:pt x="111801" y="27802"/>
                  <a:pt x="115628" y="30226"/>
                  <a:pt x="117790" y="35074"/>
                </a:cubicBezTo>
                <a:cubicBezTo>
                  <a:pt x="119266" y="38306"/>
                  <a:pt x="120073" y="43086"/>
                  <a:pt x="120210" y="49413"/>
                </a:cubicBezTo>
                <a:lnTo>
                  <a:pt x="120210" y="54621"/>
                </a:lnTo>
                <a:lnTo>
                  <a:pt x="120159" y="59417"/>
                </a:lnTo>
                <a:cubicBezTo>
                  <a:pt x="120159" y="62271"/>
                  <a:pt x="120527" y="65960"/>
                  <a:pt x="121265" y="70482"/>
                </a:cubicBezTo>
                <a:cubicBezTo>
                  <a:pt x="122003" y="75003"/>
                  <a:pt x="122372" y="78673"/>
                  <a:pt x="122372" y="81491"/>
                </a:cubicBezTo>
                <a:cubicBezTo>
                  <a:pt x="122372" y="83005"/>
                  <a:pt x="121883" y="84234"/>
                  <a:pt x="120905" y="85179"/>
                </a:cubicBezTo>
                <a:cubicBezTo>
                  <a:pt x="119927" y="86125"/>
                  <a:pt x="118700" y="86598"/>
                  <a:pt x="117224" y="86598"/>
                </a:cubicBezTo>
                <a:close/>
                <a:moveTo>
                  <a:pt x="173009" y="86289"/>
                </a:moveTo>
                <a:cubicBezTo>
                  <a:pt x="172357" y="86289"/>
                  <a:pt x="171173" y="85528"/>
                  <a:pt x="169456" y="84005"/>
                </a:cubicBezTo>
                <a:cubicBezTo>
                  <a:pt x="167912" y="82586"/>
                  <a:pt x="166762" y="81322"/>
                  <a:pt x="166007" y="80214"/>
                </a:cubicBezTo>
                <a:cubicBezTo>
                  <a:pt x="162712" y="82016"/>
                  <a:pt x="159812" y="83376"/>
                  <a:pt x="157306" y="84294"/>
                </a:cubicBezTo>
                <a:cubicBezTo>
                  <a:pt x="154800" y="85212"/>
                  <a:pt x="152707" y="85671"/>
                  <a:pt x="151025" y="85671"/>
                </a:cubicBezTo>
                <a:cubicBezTo>
                  <a:pt x="142993" y="85671"/>
                  <a:pt x="137141" y="83406"/>
                  <a:pt x="133468" y="78875"/>
                </a:cubicBezTo>
                <a:cubicBezTo>
                  <a:pt x="130002" y="74619"/>
                  <a:pt x="128268" y="68098"/>
                  <a:pt x="128268" y="59311"/>
                </a:cubicBezTo>
                <a:cubicBezTo>
                  <a:pt x="128268" y="51005"/>
                  <a:pt x="131126" y="43900"/>
                  <a:pt x="136841" y="37996"/>
                </a:cubicBezTo>
                <a:cubicBezTo>
                  <a:pt x="142555" y="32092"/>
                  <a:pt x="149377" y="29141"/>
                  <a:pt x="157306" y="29141"/>
                </a:cubicBezTo>
                <a:cubicBezTo>
                  <a:pt x="160292" y="29141"/>
                  <a:pt x="163639" y="29913"/>
                  <a:pt x="167346" y="31457"/>
                </a:cubicBezTo>
                <a:cubicBezTo>
                  <a:pt x="172014" y="33380"/>
                  <a:pt x="174348" y="35696"/>
                  <a:pt x="174348" y="38408"/>
                </a:cubicBezTo>
                <a:cubicBezTo>
                  <a:pt x="174348" y="39335"/>
                  <a:pt x="174004" y="40158"/>
                  <a:pt x="173318" y="40879"/>
                </a:cubicBezTo>
                <a:cubicBezTo>
                  <a:pt x="172975" y="42184"/>
                  <a:pt x="172709" y="44329"/>
                  <a:pt x="172520" y="47315"/>
                </a:cubicBezTo>
                <a:cubicBezTo>
                  <a:pt x="172331" y="50301"/>
                  <a:pt x="172220" y="54128"/>
                  <a:pt x="172185" y="58796"/>
                </a:cubicBezTo>
                <a:cubicBezTo>
                  <a:pt x="172151" y="63052"/>
                  <a:pt x="172443" y="66416"/>
                  <a:pt x="173060" y="68887"/>
                </a:cubicBezTo>
                <a:cubicBezTo>
                  <a:pt x="173404" y="70397"/>
                  <a:pt x="174485" y="73418"/>
                  <a:pt x="176304" y="77949"/>
                </a:cubicBezTo>
                <a:cubicBezTo>
                  <a:pt x="176544" y="78566"/>
                  <a:pt x="176939" y="79476"/>
                  <a:pt x="177488" y="80677"/>
                </a:cubicBezTo>
                <a:lnTo>
                  <a:pt x="177797" y="81553"/>
                </a:lnTo>
                <a:cubicBezTo>
                  <a:pt x="177797" y="82926"/>
                  <a:pt x="177317" y="84058"/>
                  <a:pt x="176356" y="84951"/>
                </a:cubicBezTo>
                <a:cubicBezTo>
                  <a:pt x="175394" y="85843"/>
                  <a:pt x="174279" y="86289"/>
                  <a:pt x="173009" y="86289"/>
                </a:cubicBezTo>
                <a:moveTo>
                  <a:pt x="162300" y="50526"/>
                </a:moveTo>
                <a:cubicBezTo>
                  <a:pt x="162300" y="49054"/>
                  <a:pt x="162394" y="47453"/>
                  <a:pt x="162583" y="45725"/>
                </a:cubicBezTo>
                <a:cubicBezTo>
                  <a:pt x="162772" y="43996"/>
                  <a:pt x="163055" y="42156"/>
                  <a:pt x="163433" y="40205"/>
                </a:cubicBezTo>
                <a:cubicBezTo>
                  <a:pt x="162163" y="39554"/>
                  <a:pt x="161073" y="39075"/>
                  <a:pt x="160163" y="38767"/>
                </a:cubicBezTo>
                <a:cubicBezTo>
                  <a:pt x="159254" y="38459"/>
                  <a:pt x="158524" y="38305"/>
                  <a:pt x="157975" y="38305"/>
                </a:cubicBezTo>
                <a:cubicBezTo>
                  <a:pt x="152655" y="38305"/>
                  <a:pt x="148064" y="40470"/>
                  <a:pt x="144203" y="44800"/>
                </a:cubicBezTo>
                <a:cubicBezTo>
                  <a:pt x="140342" y="49130"/>
                  <a:pt x="138411" y="54120"/>
                  <a:pt x="138411" y="59768"/>
                </a:cubicBezTo>
                <a:cubicBezTo>
                  <a:pt x="138411" y="65382"/>
                  <a:pt x="139406" y="69592"/>
                  <a:pt x="141397" y="72399"/>
                </a:cubicBezTo>
                <a:cubicBezTo>
                  <a:pt x="143388" y="75207"/>
                  <a:pt x="146374" y="76610"/>
                  <a:pt x="150355" y="76610"/>
                </a:cubicBezTo>
                <a:cubicBezTo>
                  <a:pt x="153651" y="76610"/>
                  <a:pt x="156448" y="76011"/>
                  <a:pt x="158748" y="74813"/>
                </a:cubicBezTo>
                <a:cubicBezTo>
                  <a:pt x="159983" y="74163"/>
                  <a:pt x="161717" y="72862"/>
                  <a:pt x="163948" y="70911"/>
                </a:cubicBezTo>
                <a:cubicBezTo>
                  <a:pt x="162849" y="61839"/>
                  <a:pt x="162300" y="55044"/>
                  <a:pt x="162300" y="50526"/>
                </a:cubicBezTo>
                <a:close/>
                <a:moveTo>
                  <a:pt x="199769" y="42424"/>
                </a:moveTo>
                <a:lnTo>
                  <a:pt x="198996" y="68043"/>
                </a:lnTo>
                <a:cubicBezTo>
                  <a:pt x="198996" y="70757"/>
                  <a:pt x="198859" y="74744"/>
                  <a:pt x="198585" y="80002"/>
                </a:cubicBezTo>
                <a:cubicBezTo>
                  <a:pt x="198241" y="83438"/>
                  <a:pt x="196559" y="85157"/>
                  <a:pt x="193539" y="85157"/>
                </a:cubicBezTo>
                <a:cubicBezTo>
                  <a:pt x="190175" y="85157"/>
                  <a:pt x="188493" y="83404"/>
                  <a:pt x="188493" y="79899"/>
                </a:cubicBezTo>
                <a:cubicBezTo>
                  <a:pt x="188493" y="75740"/>
                  <a:pt x="188682" y="69494"/>
                  <a:pt x="189060" y="61161"/>
                </a:cubicBezTo>
                <a:cubicBezTo>
                  <a:pt x="189437" y="52828"/>
                  <a:pt x="189626" y="46582"/>
                  <a:pt x="189626" y="42424"/>
                </a:cubicBezTo>
                <a:cubicBezTo>
                  <a:pt x="189626" y="36994"/>
                  <a:pt x="189712" y="30783"/>
                  <a:pt x="189884" y="23789"/>
                </a:cubicBezTo>
                <a:cubicBezTo>
                  <a:pt x="190055" y="16796"/>
                  <a:pt x="190141" y="10585"/>
                  <a:pt x="190141" y="5155"/>
                </a:cubicBezTo>
                <a:cubicBezTo>
                  <a:pt x="190141" y="1718"/>
                  <a:pt x="191823" y="0"/>
                  <a:pt x="195187" y="0"/>
                </a:cubicBezTo>
                <a:cubicBezTo>
                  <a:pt x="198585" y="0"/>
                  <a:pt x="200284" y="1718"/>
                  <a:pt x="200284" y="5155"/>
                </a:cubicBezTo>
                <a:cubicBezTo>
                  <a:pt x="200284" y="10585"/>
                  <a:pt x="200198" y="16796"/>
                  <a:pt x="200026" y="23789"/>
                </a:cubicBezTo>
                <a:cubicBezTo>
                  <a:pt x="199855" y="30783"/>
                  <a:pt x="199769" y="36994"/>
                  <a:pt x="199769" y="42424"/>
                </a:cubicBezTo>
                <a:close/>
                <a:moveTo>
                  <a:pt x="260290" y="36958"/>
                </a:moveTo>
                <a:lnTo>
                  <a:pt x="242476" y="75474"/>
                </a:lnTo>
                <a:cubicBezTo>
                  <a:pt x="238083" y="84846"/>
                  <a:pt x="234719" y="92689"/>
                  <a:pt x="232385" y="99004"/>
                </a:cubicBezTo>
                <a:lnTo>
                  <a:pt x="228987" y="108994"/>
                </a:lnTo>
                <a:cubicBezTo>
                  <a:pt x="228095" y="111500"/>
                  <a:pt x="226550" y="112753"/>
                  <a:pt x="224353" y="112753"/>
                </a:cubicBezTo>
                <a:cubicBezTo>
                  <a:pt x="222912" y="112753"/>
                  <a:pt x="221668" y="112278"/>
                  <a:pt x="220621" y="111329"/>
                </a:cubicBezTo>
                <a:cubicBezTo>
                  <a:pt x="219574" y="110381"/>
                  <a:pt x="219050" y="109199"/>
                  <a:pt x="219050" y="107784"/>
                </a:cubicBezTo>
                <a:cubicBezTo>
                  <a:pt x="219050" y="104335"/>
                  <a:pt x="222757" y="94409"/>
                  <a:pt x="230171" y="78008"/>
                </a:cubicBezTo>
                <a:lnTo>
                  <a:pt x="211740" y="42487"/>
                </a:lnTo>
                <a:lnTo>
                  <a:pt x="209423" y="38722"/>
                </a:lnTo>
                <a:cubicBezTo>
                  <a:pt x="208496" y="37141"/>
                  <a:pt x="208033" y="35818"/>
                  <a:pt x="208033" y="34753"/>
                </a:cubicBezTo>
                <a:cubicBezTo>
                  <a:pt x="208033" y="33345"/>
                  <a:pt x="208573" y="32110"/>
                  <a:pt x="209654" y="31046"/>
                </a:cubicBezTo>
                <a:cubicBezTo>
                  <a:pt x="210736" y="29982"/>
                  <a:pt x="211946" y="29450"/>
                  <a:pt x="213284" y="29450"/>
                </a:cubicBezTo>
                <a:cubicBezTo>
                  <a:pt x="214863" y="29450"/>
                  <a:pt x="216082" y="30050"/>
                  <a:pt x="216940" y="31252"/>
                </a:cubicBezTo>
                <a:cubicBezTo>
                  <a:pt x="222775" y="39364"/>
                  <a:pt x="229039" y="50913"/>
                  <a:pt x="235732" y="65899"/>
                </a:cubicBezTo>
                <a:lnTo>
                  <a:pt x="243352" y="48082"/>
                </a:lnTo>
                <a:cubicBezTo>
                  <a:pt x="246097" y="41935"/>
                  <a:pt x="248740" y="36651"/>
                  <a:pt x="251280" y="32230"/>
                </a:cubicBezTo>
                <a:cubicBezTo>
                  <a:pt x="252379" y="30308"/>
                  <a:pt x="253820" y="29347"/>
                  <a:pt x="255605" y="29347"/>
                </a:cubicBezTo>
                <a:cubicBezTo>
                  <a:pt x="257012" y="29347"/>
                  <a:pt x="258256" y="29844"/>
                  <a:pt x="259338" y="30838"/>
                </a:cubicBezTo>
                <a:cubicBezTo>
                  <a:pt x="260419" y="31832"/>
                  <a:pt x="260959" y="33015"/>
                  <a:pt x="260959" y="34387"/>
                </a:cubicBezTo>
                <a:cubicBezTo>
                  <a:pt x="260959" y="35141"/>
                  <a:pt x="260736" y="35998"/>
                  <a:pt x="260290" y="36958"/>
                </a:cubicBezTo>
                <a:close/>
                <a:moveTo>
                  <a:pt x="305212" y="43248"/>
                </a:moveTo>
                <a:cubicBezTo>
                  <a:pt x="303324" y="43248"/>
                  <a:pt x="302002" y="42617"/>
                  <a:pt x="301247" y="41356"/>
                </a:cubicBezTo>
                <a:cubicBezTo>
                  <a:pt x="300732" y="40470"/>
                  <a:pt x="300286" y="38629"/>
                  <a:pt x="299909" y="35834"/>
                </a:cubicBezTo>
                <a:cubicBezTo>
                  <a:pt x="297334" y="36485"/>
                  <a:pt x="293370" y="37685"/>
                  <a:pt x="288016" y="39433"/>
                </a:cubicBezTo>
                <a:cubicBezTo>
                  <a:pt x="282489" y="41627"/>
                  <a:pt x="279709" y="44336"/>
                  <a:pt x="279675" y="47558"/>
                </a:cubicBezTo>
                <a:cubicBezTo>
                  <a:pt x="280705" y="47935"/>
                  <a:pt x="281717" y="48210"/>
                  <a:pt x="282713" y="48382"/>
                </a:cubicBezTo>
                <a:cubicBezTo>
                  <a:pt x="290607" y="49787"/>
                  <a:pt x="296476" y="51724"/>
                  <a:pt x="300320" y="54193"/>
                </a:cubicBezTo>
                <a:cubicBezTo>
                  <a:pt x="305915" y="57794"/>
                  <a:pt x="308713" y="63006"/>
                  <a:pt x="308713" y="69830"/>
                </a:cubicBezTo>
                <a:cubicBezTo>
                  <a:pt x="308713" y="75419"/>
                  <a:pt x="306293" y="79637"/>
                  <a:pt x="301453" y="82483"/>
                </a:cubicBezTo>
                <a:cubicBezTo>
                  <a:pt x="297437" y="84814"/>
                  <a:pt x="292357" y="85980"/>
                  <a:pt x="286214" y="85980"/>
                </a:cubicBezTo>
                <a:cubicBezTo>
                  <a:pt x="281717" y="85980"/>
                  <a:pt x="277427" y="85225"/>
                  <a:pt x="273342" y="83715"/>
                </a:cubicBezTo>
                <a:cubicBezTo>
                  <a:pt x="268056" y="81793"/>
                  <a:pt x="265414" y="79116"/>
                  <a:pt x="265414" y="75683"/>
                </a:cubicBezTo>
                <a:cubicBezTo>
                  <a:pt x="265414" y="74310"/>
                  <a:pt x="265954" y="73109"/>
                  <a:pt x="267035" y="72079"/>
                </a:cubicBezTo>
                <a:cubicBezTo>
                  <a:pt x="268116" y="71050"/>
                  <a:pt x="269344" y="70535"/>
                  <a:pt x="270716" y="70535"/>
                </a:cubicBezTo>
                <a:cubicBezTo>
                  <a:pt x="271781" y="70535"/>
                  <a:pt x="273153" y="71359"/>
                  <a:pt x="274835" y="73006"/>
                </a:cubicBezTo>
                <a:cubicBezTo>
                  <a:pt x="275659" y="73795"/>
                  <a:pt x="277513" y="74448"/>
                  <a:pt x="280396" y="74962"/>
                </a:cubicBezTo>
                <a:cubicBezTo>
                  <a:pt x="282695" y="75374"/>
                  <a:pt x="284635" y="75580"/>
                  <a:pt x="286214" y="75580"/>
                </a:cubicBezTo>
                <a:cubicBezTo>
                  <a:pt x="289097" y="75580"/>
                  <a:pt x="291637" y="75238"/>
                  <a:pt x="293833" y="74552"/>
                </a:cubicBezTo>
                <a:cubicBezTo>
                  <a:pt x="297025" y="73558"/>
                  <a:pt x="298621" y="71981"/>
                  <a:pt x="298621" y="69822"/>
                </a:cubicBezTo>
                <a:cubicBezTo>
                  <a:pt x="298621" y="65159"/>
                  <a:pt x="295361" y="62005"/>
                  <a:pt x="288839" y="60360"/>
                </a:cubicBezTo>
                <a:lnTo>
                  <a:pt x="283485" y="59176"/>
                </a:lnTo>
                <a:cubicBezTo>
                  <a:pt x="278920" y="58179"/>
                  <a:pt x="275676" y="57011"/>
                  <a:pt x="273754" y="55672"/>
                </a:cubicBezTo>
                <a:cubicBezTo>
                  <a:pt x="270974" y="53748"/>
                  <a:pt x="269584" y="50847"/>
                  <a:pt x="269584" y="46967"/>
                </a:cubicBezTo>
                <a:cubicBezTo>
                  <a:pt x="269584" y="39789"/>
                  <a:pt x="272965" y="34672"/>
                  <a:pt x="279726" y="31615"/>
                </a:cubicBezTo>
                <a:cubicBezTo>
                  <a:pt x="281786" y="30688"/>
                  <a:pt x="285081" y="29581"/>
                  <a:pt x="289612" y="28294"/>
                </a:cubicBezTo>
                <a:cubicBezTo>
                  <a:pt x="294142" y="27006"/>
                  <a:pt x="297386" y="25915"/>
                  <a:pt x="299342" y="25022"/>
                </a:cubicBezTo>
                <a:cubicBezTo>
                  <a:pt x="300750" y="24404"/>
                  <a:pt x="302277" y="24095"/>
                  <a:pt x="303924" y="24095"/>
                </a:cubicBezTo>
                <a:cubicBezTo>
                  <a:pt x="305400" y="24095"/>
                  <a:pt x="306610" y="24576"/>
                  <a:pt x="307554" y="25537"/>
                </a:cubicBezTo>
                <a:cubicBezTo>
                  <a:pt x="308498" y="26498"/>
                  <a:pt x="308970" y="27751"/>
                  <a:pt x="308970" y="29295"/>
                </a:cubicBezTo>
                <a:cubicBezTo>
                  <a:pt x="308970" y="30290"/>
                  <a:pt x="309185" y="31749"/>
                  <a:pt x="309614" y="33671"/>
                </a:cubicBezTo>
                <a:cubicBezTo>
                  <a:pt x="310043" y="35593"/>
                  <a:pt x="310257" y="37052"/>
                  <a:pt x="310257" y="38048"/>
                </a:cubicBezTo>
                <a:cubicBezTo>
                  <a:pt x="310257" y="39592"/>
                  <a:pt x="309785" y="40845"/>
                  <a:pt x="308841" y="41806"/>
                </a:cubicBezTo>
                <a:cubicBezTo>
                  <a:pt x="307897" y="42767"/>
                  <a:pt x="306688" y="43248"/>
                  <a:pt x="305212" y="43248"/>
                </a:cubicBezTo>
                <a:close/>
                <a:moveTo>
                  <a:pt x="331842" y="17711"/>
                </a:moveTo>
                <a:cubicBezTo>
                  <a:pt x="330195" y="17711"/>
                  <a:pt x="328770" y="17127"/>
                  <a:pt x="327569" y="15960"/>
                </a:cubicBezTo>
                <a:cubicBezTo>
                  <a:pt x="326367" y="14793"/>
                  <a:pt x="325767" y="13386"/>
                  <a:pt x="325767" y="11739"/>
                </a:cubicBezTo>
                <a:cubicBezTo>
                  <a:pt x="325767" y="10091"/>
                  <a:pt x="326367" y="8684"/>
                  <a:pt x="327569" y="7517"/>
                </a:cubicBezTo>
                <a:cubicBezTo>
                  <a:pt x="328770" y="6350"/>
                  <a:pt x="330195" y="5766"/>
                  <a:pt x="331842" y="5766"/>
                </a:cubicBezTo>
                <a:cubicBezTo>
                  <a:pt x="333490" y="5766"/>
                  <a:pt x="334905" y="6350"/>
                  <a:pt x="336090" y="7517"/>
                </a:cubicBezTo>
                <a:cubicBezTo>
                  <a:pt x="337274" y="8684"/>
                  <a:pt x="337866" y="10091"/>
                  <a:pt x="337866" y="11739"/>
                </a:cubicBezTo>
                <a:cubicBezTo>
                  <a:pt x="337866" y="13386"/>
                  <a:pt x="337274" y="14793"/>
                  <a:pt x="336090" y="15960"/>
                </a:cubicBezTo>
                <a:cubicBezTo>
                  <a:pt x="334905" y="17127"/>
                  <a:pt x="333490" y="17711"/>
                  <a:pt x="331842" y="17711"/>
                </a:cubicBezTo>
                <a:moveTo>
                  <a:pt x="334159" y="59546"/>
                </a:moveTo>
                <a:cubicBezTo>
                  <a:pt x="334159" y="61607"/>
                  <a:pt x="334219" y="64691"/>
                  <a:pt x="334339" y="68797"/>
                </a:cubicBezTo>
                <a:cubicBezTo>
                  <a:pt x="334459" y="72902"/>
                  <a:pt x="334519" y="75985"/>
                  <a:pt x="334519" y="78047"/>
                </a:cubicBezTo>
                <a:cubicBezTo>
                  <a:pt x="334519" y="79558"/>
                  <a:pt x="334056" y="80795"/>
                  <a:pt x="333129" y="81757"/>
                </a:cubicBezTo>
                <a:cubicBezTo>
                  <a:pt x="332202" y="82719"/>
                  <a:pt x="330984" y="83200"/>
                  <a:pt x="329474" y="83200"/>
                </a:cubicBezTo>
                <a:cubicBezTo>
                  <a:pt x="327998" y="83200"/>
                  <a:pt x="326788" y="82719"/>
                  <a:pt x="325844" y="81757"/>
                </a:cubicBezTo>
                <a:cubicBezTo>
                  <a:pt x="324900" y="80795"/>
                  <a:pt x="324428" y="79558"/>
                  <a:pt x="324428" y="78047"/>
                </a:cubicBezTo>
                <a:cubicBezTo>
                  <a:pt x="324428" y="75985"/>
                  <a:pt x="324368" y="72902"/>
                  <a:pt x="324248" y="68797"/>
                </a:cubicBezTo>
                <a:cubicBezTo>
                  <a:pt x="324128" y="64691"/>
                  <a:pt x="324068" y="61607"/>
                  <a:pt x="324068" y="59546"/>
                </a:cubicBezTo>
                <a:cubicBezTo>
                  <a:pt x="324068" y="56316"/>
                  <a:pt x="324239" y="52288"/>
                  <a:pt x="324583" y="47461"/>
                </a:cubicBezTo>
                <a:cubicBezTo>
                  <a:pt x="324926" y="42634"/>
                  <a:pt x="325097" y="38605"/>
                  <a:pt x="325097" y="35375"/>
                </a:cubicBezTo>
                <a:cubicBezTo>
                  <a:pt x="325097" y="33830"/>
                  <a:pt x="325569" y="32576"/>
                  <a:pt x="326513" y="31614"/>
                </a:cubicBezTo>
                <a:cubicBezTo>
                  <a:pt x="327457" y="30651"/>
                  <a:pt x="328667" y="30170"/>
                  <a:pt x="330143" y="30170"/>
                </a:cubicBezTo>
                <a:cubicBezTo>
                  <a:pt x="331619" y="30170"/>
                  <a:pt x="332829" y="30651"/>
                  <a:pt x="333773" y="31614"/>
                </a:cubicBezTo>
                <a:cubicBezTo>
                  <a:pt x="334717" y="32576"/>
                  <a:pt x="335189" y="33830"/>
                  <a:pt x="335189" y="35375"/>
                </a:cubicBezTo>
                <a:cubicBezTo>
                  <a:pt x="335189" y="38605"/>
                  <a:pt x="335017" y="42634"/>
                  <a:pt x="334674" y="47461"/>
                </a:cubicBezTo>
                <a:cubicBezTo>
                  <a:pt x="334330" y="52288"/>
                  <a:pt x="334159" y="56316"/>
                  <a:pt x="334159" y="59546"/>
                </a:cubicBezTo>
                <a:close/>
                <a:moveTo>
                  <a:pt x="386050" y="43248"/>
                </a:moveTo>
                <a:cubicBezTo>
                  <a:pt x="384162" y="43248"/>
                  <a:pt x="382841" y="42617"/>
                  <a:pt x="382086" y="41356"/>
                </a:cubicBezTo>
                <a:cubicBezTo>
                  <a:pt x="381571" y="40470"/>
                  <a:pt x="381125" y="38629"/>
                  <a:pt x="380747" y="35834"/>
                </a:cubicBezTo>
                <a:cubicBezTo>
                  <a:pt x="378173" y="36485"/>
                  <a:pt x="374209" y="37685"/>
                  <a:pt x="368854" y="39433"/>
                </a:cubicBezTo>
                <a:cubicBezTo>
                  <a:pt x="363328" y="41627"/>
                  <a:pt x="360548" y="44336"/>
                  <a:pt x="360514" y="47558"/>
                </a:cubicBezTo>
                <a:cubicBezTo>
                  <a:pt x="361543" y="47935"/>
                  <a:pt x="362556" y="48210"/>
                  <a:pt x="363551" y="48382"/>
                </a:cubicBezTo>
                <a:cubicBezTo>
                  <a:pt x="371446" y="49787"/>
                  <a:pt x="377315" y="51724"/>
                  <a:pt x="381159" y="54193"/>
                </a:cubicBezTo>
                <a:cubicBezTo>
                  <a:pt x="386754" y="57794"/>
                  <a:pt x="389551" y="63006"/>
                  <a:pt x="389551" y="69830"/>
                </a:cubicBezTo>
                <a:cubicBezTo>
                  <a:pt x="389551" y="75419"/>
                  <a:pt x="387131" y="79637"/>
                  <a:pt x="382292" y="82483"/>
                </a:cubicBezTo>
                <a:cubicBezTo>
                  <a:pt x="378276" y="84814"/>
                  <a:pt x="373196" y="85980"/>
                  <a:pt x="367052" y="85980"/>
                </a:cubicBezTo>
                <a:cubicBezTo>
                  <a:pt x="362556" y="85980"/>
                  <a:pt x="358265" y="85225"/>
                  <a:pt x="354181" y="83715"/>
                </a:cubicBezTo>
                <a:cubicBezTo>
                  <a:pt x="348895" y="81793"/>
                  <a:pt x="346252" y="79116"/>
                  <a:pt x="346252" y="75683"/>
                </a:cubicBezTo>
                <a:cubicBezTo>
                  <a:pt x="346252" y="74310"/>
                  <a:pt x="346793" y="73109"/>
                  <a:pt x="347874" y="72079"/>
                </a:cubicBezTo>
                <a:cubicBezTo>
                  <a:pt x="348955" y="71050"/>
                  <a:pt x="350182" y="70535"/>
                  <a:pt x="351555" y="70535"/>
                </a:cubicBezTo>
                <a:cubicBezTo>
                  <a:pt x="352619" y="70535"/>
                  <a:pt x="353992" y="71359"/>
                  <a:pt x="355674" y="73006"/>
                </a:cubicBezTo>
                <a:cubicBezTo>
                  <a:pt x="356498" y="73795"/>
                  <a:pt x="358351" y="74448"/>
                  <a:pt x="361234" y="74962"/>
                </a:cubicBezTo>
                <a:cubicBezTo>
                  <a:pt x="363534" y="75374"/>
                  <a:pt x="365473" y="75580"/>
                  <a:pt x="367052" y="75580"/>
                </a:cubicBezTo>
                <a:cubicBezTo>
                  <a:pt x="369935" y="75580"/>
                  <a:pt x="372475" y="75238"/>
                  <a:pt x="374672" y="74552"/>
                </a:cubicBezTo>
                <a:cubicBezTo>
                  <a:pt x="377864" y="73558"/>
                  <a:pt x="379460" y="71981"/>
                  <a:pt x="379460" y="69822"/>
                </a:cubicBezTo>
                <a:cubicBezTo>
                  <a:pt x="379460" y="65159"/>
                  <a:pt x="376199" y="62005"/>
                  <a:pt x="369678" y="60360"/>
                </a:cubicBezTo>
                <a:lnTo>
                  <a:pt x="364323" y="59176"/>
                </a:lnTo>
                <a:cubicBezTo>
                  <a:pt x="359758" y="58179"/>
                  <a:pt x="356515" y="57011"/>
                  <a:pt x="354593" y="55672"/>
                </a:cubicBezTo>
                <a:cubicBezTo>
                  <a:pt x="351813" y="53748"/>
                  <a:pt x="350422" y="50847"/>
                  <a:pt x="350422" y="46967"/>
                </a:cubicBezTo>
                <a:cubicBezTo>
                  <a:pt x="350422" y="39789"/>
                  <a:pt x="353803" y="34672"/>
                  <a:pt x="360565" y="31615"/>
                </a:cubicBezTo>
                <a:cubicBezTo>
                  <a:pt x="362624" y="30688"/>
                  <a:pt x="365920" y="29581"/>
                  <a:pt x="370450" y="28294"/>
                </a:cubicBezTo>
                <a:cubicBezTo>
                  <a:pt x="374981" y="27006"/>
                  <a:pt x="378225" y="25915"/>
                  <a:pt x="380181" y="25022"/>
                </a:cubicBezTo>
                <a:cubicBezTo>
                  <a:pt x="381588" y="24404"/>
                  <a:pt x="383116" y="24095"/>
                  <a:pt x="384763" y="24095"/>
                </a:cubicBezTo>
                <a:cubicBezTo>
                  <a:pt x="386239" y="24095"/>
                  <a:pt x="387449" y="24576"/>
                  <a:pt x="388393" y="25537"/>
                </a:cubicBezTo>
                <a:cubicBezTo>
                  <a:pt x="389337" y="26498"/>
                  <a:pt x="389809" y="27751"/>
                  <a:pt x="389809" y="29295"/>
                </a:cubicBezTo>
                <a:cubicBezTo>
                  <a:pt x="389809" y="30290"/>
                  <a:pt x="390023" y="31749"/>
                  <a:pt x="390452" y="33671"/>
                </a:cubicBezTo>
                <a:cubicBezTo>
                  <a:pt x="390881" y="35593"/>
                  <a:pt x="391096" y="37052"/>
                  <a:pt x="391096" y="38048"/>
                </a:cubicBezTo>
                <a:cubicBezTo>
                  <a:pt x="391096" y="39592"/>
                  <a:pt x="390624" y="40845"/>
                  <a:pt x="389680" y="41806"/>
                </a:cubicBezTo>
                <a:cubicBezTo>
                  <a:pt x="388736" y="42767"/>
                  <a:pt x="387526" y="43248"/>
                  <a:pt x="386050" y="43248"/>
                </a:cubicBezTo>
                <a:close/>
                <a:moveTo>
                  <a:pt x="474690" y="86289"/>
                </a:moveTo>
                <a:cubicBezTo>
                  <a:pt x="474037" y="86289"/>
                  <a:pt x="472853" y="85528"/>
                  <a:pt x="471137" y="84005"/>
                </a:cubicBezTo>
                <a:cubicBezTo>
                  <a:pt x="469592" y="82586"/>
                  <a:pt x="468443" y="81322"/>
                  <a:pt x="467688" y="80214"/>
                </a:cubicBezTo>
                <a:cubicBezTo>
                  <a:pt x="464392" y="82016"/>
                  <a:pt x="461492" y="83376"/>
                  <a:pt x="458987" y="84294"/>
                </a:cubicBezTo>
                <a:cubicBezTo>
                  <a:pt x="456481" y="85212"/>
                  <a:pt x="454387" y="85671"/>
                  <a:pt x="452705" y="85671"/>
                </a:cubicBezTo>
                <a:cubicBezTo>
                  <a:pt x="444674" y="85671"/>
                  <a:pt x="438821" y="83406"/>
                  <a:pt x="435149" y="78875"/>
                </a:cubicBezTo>
                <a:cubicBezTo>
                  <a:pt x="431682" y="74619"/>
                  <a:pt x="429949" y="68098"/>
                  <a:pt x="429949" y="59311"/>
                </a:cubicBezTo>
                <a:cubicBezTo>
                  <a:pt x="429949" y="51005"/>
                  <a:pt x="432806" y="43900"/>
                  <a:pt x="438521" y="37996"/>
                </a:cubicBezTo>
                <a:cubicBezTo>
                  <a:pt x="444236" y="32092"/>
                  <a:pt x="451058" y="29141"/>
                  <a:pt x="458987" y="29141"/>
                </a:cubicBezTo>
                <a:cubicBezTo>
                  <a:pt x="461973" y="29141"/>
                  <a:pt x="465319" y="29913"/>
                  <a:pt x="469026" y="31457"/>
                </a:cubicBezTo>
                <a:cubicBezTo>
                  <a:pt x="473694" y="33380"/>
                  <a:pt x="476028" y="35696"/>
                  <a:pt x="476028" y="38408"/>
                </a:cubicBezTo>
                <a:cubicBezTo>
                  <a:pt x="476028" y="39335"/>
                  <a:pt x="475685" y="40158"/>
                  <a:pt x="474998" y="40879"/>
                </a:cubicBezTo>
                <a:cubicBezTo>
                  <a:pt x="474655" y="42184"/>
                  <a:pt x="474389" y="44329"/>
                  <a:pt x="474200" y="47315"/>
                </a:cubicBezTo>
                <a:cubicBezTo>
                  <a:pt x="474012" y="50301"/>
                  <a:pt x="473900" y="54128"/>
                  <a:pt x="473866" y="58796"/>
                </a:cubicBezTo>
                <a:cubicBezTo>
                  <a:pt x="473831" y="63052"/>
                  <a:pt x="474123" y="66416"/>
                  <a:pt x="474741" y="68887"/>
                </a:cubicBezTo>
                <a:cubicBezTo>
                  <a:pt x="475084" y="70397"/>
                  <a:pt x="476165" y="73418"/>
                  <a:pt x="477985" y="77949"/>
                </a:cubicBezTo>
                <a:cubicBezTo>
                  <a:pt x="478225" y="78566"/>
                  <a:pt x="478620" y="79476"/>
                  <a:pt x="479169" y="80677"/>
                </a:cubicBezTo>
                <a:lnTo>
                  <a:pt x="479478" y="81553"/>
                </a:lnTo>
                <a:cubicBezTo>
                  <a:pt x="479478" y="82926"/>
                  <a:pt x="478997" y="84058"/>
                  <a:pt x="478036" y="84951"/>
                </a:cubicBezTo>
                <a:cubicBezTo>
                  <a:pt x="477075" y="85843"/>
                  <a:pt x="475959" y="86289"/>
                  <a:pt x="474690" y="86289"/>
                </a:cubicBezTo>
                <a:moveTo>
                  <a:pt x="463981" y="50526"/>
                </a:moveTo>
                <a:cubicBezTo>
                  <a:pt x="463981" y="49054"/>
                  <a:pt x="464075" y="47453"/>
                  <a:pt x="464264" y="45725"/>
                </a:cubicBezTo>
                <a:cubicBezTo>
                  <a:pt x="464453" y="43996"/>
                  <a:pt x="464736" y="42156"/>
                  <a:pt x="465113" y="40205"/>
                </a:cubicBezTo>
                <a:cubicBezTo>
                  <a:pt x="463843" y="39554"/>
                  <a:pt x="462754" y="39075"/>
                  <a:pt x="461844" y="38767"/>
                </a:cubicBezTo>
                <a:cubicBezTo>
                  <a:pt x="460934" y="38459"/>
                  <a:pt x="460205" y="38305"/>
                  <a:pt x="459656" y="38305"/>
                </a:cubicBezTo>
                <a:cubicBezTo>
                  <a:pt x="454336" y="38305"/>
                  <a:pt x="449745" y="40470"/>
                  <a:pt x="445884" y="44800"/>
                </a:cubicBezTo>
                <a:cubicBezTo>
                  <a:pt x="442022" y="49130"/>
                  <a:pt x="440091" y="54120"/>
                  <a:pt x="440091" y="59768"/>
                </a:cubicBezTo>
                <a:cubicBezTo>
                  <a:pt x="440091" y="65382"/>
                  <a:pt x="441087" y="69592"/>
                  <a:pt x="443078" y="72399"/>
                </a:cubicBezTo>
                <a:cubicBezTo>
                  <a:pt x="445068" y="75207"/>
                  <a:pt x="448055" y="76610"/>
                  <a:pt x="452036" y="76610"/>
                </a:cubicBezTo>
                <a:cubicBezTo>
                  <a:pt x="455331" y="76610"/>
                  <a:pt x="458128" y="76011"/>
                  <a:pt x="460428" y="74813"/>
                </a:cubicBezTo>
                <a:cubicBezTo>
                  <a:pt x="461664" y="74163"/>
                  <a:pt x="463397" y="72862"/>
                  <a:pt x="465628" y="70911"/>
                </a:cubicBezTo>
                <a:cubicBezTo>
                  <a:pt x="464530" y="61839"/>
                  <a:pt x="463981" y="55044"/>
                  <a:pt x="463981" y="50526"/>
                </a:cubicBezTo>
                <a:close/>
                <a:moveTo>
                  <a:pt x="527862" y="86598"/>
                </a:moveTo>
                <a:cubicBezTo>
                  <a:pt x="524911" y="86598"/>
                  <a:pt x="523246" y="84982"/>
                  <a:pt x="522868" y="81749"/>
                </a:cubicBezTo>
                <a:lnTo>
                  <a:pt x="521427" y="70449"/>
                </a:lnTo>
                <a:cubicBezTo>
                  <a:pt x="520946" y="66425"/>
                  <a:pt x="520706" y="62659"/>
                  <a:pt x="520706" y="59150"/>
                </a:cubicBezTo>
                <a:cubicBezTo>
                  <a:pt x="520706" y="58187"/>
                  <a:pt x="520766" y="56553"/>
                  <a:pt x="520886" y="54249"/>
                </a:cubicBezTo>
                <a:cubicBezTo>
                  <a:pt x="521006" y="51944"/>
                  <a:pt x="521066" y="50310"/>
                  <a:pt x="521066" y="49347"/>
                </a:cubicBezTo>
                <a:cubicBezTo>
                  <a:pt x="521066" y="41917"/>
                  <a:pt x="519693" y="38202"/>
                  <a:pt x="516947" y="38202"/>
                </a:cubicBezTo>
                <a:cubicBezTo>
                  <a:pt x="513103" y="38202"/>
                  <a:pt x="509431" y="40487"/>
                  <a:pt x="505930" y="45058"/>
                </a:cubicBezTo>
                <a:cubicBezTo>
                  <a:pt x="502772" y="49215"/>
                  <a:pt x="500301" y="54472"/>
                  <a:pt x="498516" y="60828"/>
                </a:cubicBezTo>
                <a:cubicBezTo>
                  <a:pt x="498447" y="62169"/>
                  <a:pt x="498293" y="63853"/>
                  <a:pt x="498052" y="65880"/>
                </a:cubicBezTo>
                <a:cubicBezTo>
                  <a:pt x="497846" y="67598"/>
                  <a:pt x="497743" y="69265"/>
                  <a:pt x="497743" y="70879"/>
                </a:cubicBezTo>
                <a:cubicBezTo>
                  <a:pt x="497743" y="71910"/>
                  <a:pt x="497846" y="73456"/>
                  <a:pt x="498052" y="75518"/>
                </a:cubicBezTo>
                <a:cubicBezTo>
                  <a:pt x="498258" y="77579"/>
                  <a:pt x="498361" y="79125"/>
                  <a:pt x="498361" y="80156"/>
                </a:cubicBezTo>
                <a:cubicBezTo>
                  <a:pt x="498361" y="81703"/>
                  <a:pt x="497889" y="82957"/>
                  <a:pt x="496945" y="83919"/>
                </a:cubicBezTo>
                <a:cubicBezTo>
                  <a:pt x="496002" y="84881"/>
                  <a:pt x="494792" y="85363"/>
                  <a:pt x="493316" y="85363"/>
                </a:cubicBezTo>
                <a:cubicBezTo>
                  <a:pt x="491806" y="85363"/>
                  <a:pt x="490587" y="84881"/>
                  <a:pt x="489660" y="83918"/>
                </a:cubicBezTo>
                <a:cubicBezTo>
                  <a:pt x="488734" y="82956"/>
                  <a:pt x="488270" y="81701"/>
                  <a:pt x="488270" y="80153"/>
                </a:cubicBezTo>
                <a:cubicBezTo>
                  <a:pt x="488270" y="79122"/>
                  <a:pt x="488159" y="77575"/>
                  <a:pt x="487936" y="75513"/>
                </a:cubicBezTo>
                <a:cubicBezTo>
                  <a:pt x="487712" y="73449"/>
                  <a:pt x="487601" y="71901"/>
                  <a:pt x="487601" y="70869"/>
                </a:cubicBezTo>
                <a:cubicBezTo>
                  <a:pt x="487601" y="67328"/>
                  <a:pt x="487850" y="62419"/>
                  <a:pt x="488347" y="56145"/>
                </a:cubicBezTo>
                <a:cubicBezTo>
                  <a:pt x="488845" y="49870"/>
                  <a:pt x="489094" y="44962"/>
                  <a:pt x="489094" y="41420"/>
                </a:cubicBezTo>
                <a:cubicBezTo>
                  <a:pt x="489094" y="40319"/>
                  <a:pt x="489034" y="38686"/>
                  <a:pt x="488914" y="36521"/>
                </a:cubicBezTo>
                <a:cubicBezTo>
                  <a:pt x="488794" y="34354"/>
                  <a:pt x="488734" y="32721"/>
                  <a:pt x="488734" y="31622"/>
                </a:cubicBezTo>
                <a:cubicBezTo>
                  <a:pt x="488734" y="30142"/>
                  <a:pt x="489223" y="28930"/>
                  <a:pt x="490201" y="27985"/>
                </a:cubicBezTo>
                <a:cubicBezTo>
                  <a:pt x="491179" y="27039"/>
                  <a:pt x="492389" y="26566"/>
                  <a:pt x="493831" y="26566"/>
                </a:cubicBezTo>
                <a:cubicBezTo>
                  <a:pt x="496988" y="26566"/>
                  <a:pt x="498722" y="28807"/>
                  <a:pt x="499031" y="33287"/>
                </a:cubicBezTo>
                <a:lnTo>
                  <a:pt x="499185" y="39335"/>
                </a:lnTo>
                <a:cubicBezTo>
                  <a:pt x="504951" y="31646"/>
                  <a:pt x="510872" y="27802"/>
                  <a:pt x="516947" y="27802"/>
                </a:cubicBezTo>
                <a:cubicBezTo>
                  <a:pt x="522439" y="27802"/>
                  <a:pt x="526266" y="30226"/>
                  <a:pt x="528429" y="35074"/>
                </a:cubicBezTo>
                <a:cubicBezTo>
                  <a:pt x="529905" y="38306"/>
                  <a:pt x="530711" y="43086"/>
                  <a:pt x="530848" y="49413"/>
                </a:cubicBezTo>
                <a:lnTo>
                  <a:pt x="530848" y="54621"/>
                </a:lnTo>
                <a:lnTo>
                  <a:pt x="530797" y="59417"/>
                </a:lnTo>
                <a:cubicBezTo>
                  <a:pt x="530797" y="62271"/>
                  <a:pt x="531166" y="65960"/>
                  <a:pt x="531904" y="70482"/>
                </a:cubicBezTo>
                <a:cubicBezTo>
                  <a:pt x="532642" y="75003"/>
                  <a:pt x="533011" y="78673"/>
                  <a:pt x="533011" y="81491"/>
                </a:cubicBezTo>
                <a:cubicBezTo>
                  <a:pt x="533011" y="83005"/>
                  <a:pt x="532522" y="84234"/>
                  <a:pt x="531544" y="85179"/>
                </a:cubicBezTo>
                <a:cubicBezTo>
                  <a:pt x="530565" y="86125"/>
                  <a:pt x="529338" y="86598"/>
                  <a:pt x="527862" y="86598"/>
                </a:cubicBezTo>
                <a:close/>
                <a:moveTo>
                  <a:pt x="590855" y="37407"/>
                </a:moveTo>
                <a:cubicBezTo>
                  <a:pt x="590443" y="42450"/>
                  <a:pt x="590237" y="47492"/>
                  <a:pt x="590237" y="52534"/>
                </a:cubicBezTo>
                <a:cubicBezTo>
                  <a:pt x="590237" y="63958"/>
                  <a:pt x="590769" y="72585"/>
                  <a:pt x="591833" y="78415"/>
                </a:cubicBezTo>
                <a:cubicBezTo>
                  <a:pt x="591902" y="78896"/>
                  <a:pt x="591936" y="79290"/>
                  <a:pt x="591936" y="79599"/>
                </a:cubicBezTo>
                <a:cubicBezTo>
                  <a:pt x="591936" y="80971"/>
                  <a:pt x="591456" y="82103"/>
                  <a:pt x="590495" y="82994"/>
                </a:cubicBezTo>
                <a:cubicBezTo>
                  <a:pt x="589534" y="83887"/>
                  <a:pt x="588418" y="84333"/>
                  <a:pt x="587148" y="84333"/>
                </a:cubicBezTo>
                <a:cubicBezTo>
                  <a:pt x="585020" y="84333"/>
                  <a:pt x="583458" y="82788"/>
                  <a:pt x="582463" y="79699"/>
                </a:cubicBezTo>
                <a:cubicBezTo>
                  <a:pt x="579992" y="81518"/>
                  <a:pt x="577426" y="82900"/>
                  <a:pt x="574766" y="83844"/>
                </a:cubicBezTo>
                <a:cubicBezTo>
                  <a:pt x="572106" y="84788"/>
                  <a:pt x="569334" y="85260"/>
                  <a:pt x="566451" y="85260"/>
                </a:cubicBezTo>
                <a:cubicBezTo>
                  <a:pt x="559346" y="85260"/>
                  <a:pt x="553460" y="82889"/>
                  <a:pt x="548792" y="78148"/>
                </a:cubicBezTo>
                <a:cubicBezTo>
                  <a:pt x="543986" y="73304"/>
                  <a:pt x="541584" y="67086"/>
                  <a:pt x="541584" y="59493"/>
                </a:cubicBezTo>
                <a:cubicBezTo>
                  <a:pt x="541584" y="50320"/>
                  <a:pt x="544012" y="42968"/>
                  <a:pt x="548869" y="37438"/>
                </a:cubicBezTo>
                <a:cubicBezTo>
                  <a:pt x="553726" y="31906"/>
                  <a:pt x="560033" y="29141"/>
                  <a:pt x="567790" y="29141"/>
                </a:cubicBezTo>
                <a:cubicBezTo>
                  <a:pt x="571771" y="29141"/>
                  <a:pt x="574843" y="29758"/>
                  <a:pt x="577006" y="30994"/>
                </a:cubicBezTo>
                <a:lnTo>
                  <a:pt x="581845" y="34547"/>
                </a:lnTo>
                <a:cubicBezTo>
                  <a:pt x="582326" y="20116"/>
                  <a:pt x="582892" y="10399"/>
                  <a:pt x="583544" y="5398"/>
                </a:cubicBezTo>
                <a:cubicBezTo>
                  <a:pt x="583990" y="2348"/>
                  <a:pt x="585552" y="824"/>
                  <a:pt x="588229" y="824"/>
                </a:cubicBezTo>
                <a:cubicBezTo>
                  <a:pt x="591353" y="824"/>
                  <a:pt x="592914" y="2487"/>
                  <a:pt x="592914" y="5815"/>
                </a:cubicBezTo>
                <a:cubicBezTo>
                  <a:pt x="592914" y="10582"/>
                  <a:pt x="592228" y="21113"/>
                  <a:pt x="590855" y="37407"/>
                </a:cubicBezTo>
                <a:moveTo>
                  <a:pt x="567996" y="38717"/>
                </a:moveTo>
                <a:cubicBezTo>
                  <a:pt x="562229" y="38717"/>
                  <a:pt x="557905" y="40424"/>
                  <a:pt x="555021" y="43840"/>
                </a:cubicBezTo>
                <a:cubicBezTo>
                  <a:pt x="552138" y="47255"/>
                  <a:pt x="550697" y="52395"/>
                  <a:pt x="550697" y="59259"/>
                </a:cubicBezTo>
                <a:cubicBezTo>
                  <a:pt x="550697" y="63687"/>
                  <a:pt x="552267" y="67497"/>
                  <a:pt x="555407" y="70689"/>
                </a:cubicBezTo>
                <a:cubicBezTo>
                  <a:pt x="558548" y="73881"/>
                  <a:pt x="562229" y="75477"/>
                  <a:pt x="566451" y="75477"/>
                </a:cubicBezTo>
                <a:cubicBezTo>
                  <a:pt x="569334" y="75477"/>
                  <a:pt x="571771" y="74945"/>
                  <a:pt x="573762" y="73881"/>
                </a:cubicBezTo>
                <a:cubicBezTo>
                  <a:pt x="574929" y="73263"/>
                  <a:pt x="576834" y="71839"/>
                  <a:pt x="579477" y="69608"/>
                </a:cubicBezTo>
                <a:cubicBezTo>
                  <a:pt x="579992" y="69162"/>
                  <a:pt x="580489" y="68630"/>
                  <a:pt x="580970" y="68012"/>
                </a:cubicBezTo>
                <a:lnTo>
                  <a:pt x="580815" y="59105"/>
                </a:lnTo>
                <a:lnTo>
                  <a:pt x="580867" y="53133"/>
                </a:lnTo>
                <a:lnTo>
                  <a:pt x="580970" y="47057"/>
                </a:lnTo>
                <a:cubicBezTo>
                  <a:pt x="579666" y="44277"/>
                  <a:pt x="577932" y="42192"/>
                  <a:pt x="575770" y="40802"/>
                </a:cubicBezTo>
                <a:cubicBezTo>
                  <a:pt x="573608" y="39412"/>
                  <a:pt x="571016" y="38717"/>
                  <a:pt x="567996" y="38717"/>
                </a:cubicBezTo>
                <a:close/>
                <a:moveTo>
                  <a:pt x="651270" y="52618"/>
                </a:moveTo>
                <a:cubicBezTo>
                  <a:pt x="650309" y="52618"/>
                  <a:pt x="648215" y="52395"/>
                  <a:pt x="644989" y="51949"/>
                </a:cubicBezTo>
                <a:cubicBezTo>
                  <a:pt x="644714" y="57139"/>
                  <a:pt x="644577" y="66232"/>
                  <a:pt x="644577" y="79228"/>
                </a:cubicBezTo>
                <a:cubicBezTo>
                  <a:pt x="644577" y="80603"/>
                  <a:pt x="644131" y="81763"/>
                  <a:pt x="643238" y="82709"/>
                </a:cubicBezTo>
                <a:cubicBezTo>
                  <a:pt x="642346" y="83654"/>
                  <a:pt x="641231" y="84127"/>
                  <a:pt x="639892" y="84127"/>
                </a:cubicBezTo>
                <a:cubicBezTo>
                  <a:pt x="638519" y="84127"/>
                  <a:pt x="637386" y="83655"/>
                  <a:pt x="636494" y="82711"/>
                </a:cubicBezTo>
                <a:cubicBezTo>
                  <a:pt x="635601" y="81766"/>
                  <a:pt x="635155" y="80607"/>
                  <a:pt x="635155" y="79233"/>
                </a:cubicBezTo>
                <a:lnTo>
                  <a:pt x="635155" y="64086"/>
                </a:lnTo>
                <a:cubicBezTo>
                  <a:pt x="635155" y="59037"/>
                  <a:pt x="635464" y="51928"/>
                  <a:pt x="636082" y="42758"/>
                </a:cubicBezTo>
                <a:cubicBezTo>
                  <a:pt x="636768" y="32833"/>
                  <a:pt x="637146" y="25723"/>
                  <a:pt x="637215" y="21431"/>
                </a:cubicBezTo>
                <a:lnTo>
                  <a:pt x="637215" y="14321"/>
                </a:lnTo>
                <a:cubicBezTo>
                  <a:pt x="637215" y="10921"/>
                  <a:pt x="637421" y="8448"/>
                  <a:pt x="637832" y="6902"/>
                </a:cubicBezTo>
                <a:cubicBezTo>
                  <a:pt x="638622" y="3880"/>
                  <a:pt x="640304" y="2574"/>
                  <a:pt x="642878" y="2986"/>
                </a:cubicBezTo>
                <a:cubicBezTo>
                  <a:pt x="643976" y="2643"/>
                  <a:pt x="645538" y="2385"/>
                  <a:pt x="647563" y="2214"/>
                </a:cubicBezTo>
                <a:cubicBezTo>
                  <a:pt x="649588" y="2042"/>
                  <a:pt x="652077" y="1956"/>
                  <a:pt x="655029" y="1956"/>
                </a:cubicBezTo>
                <a:cubicBezTo>
                  <a:pt x="661310" y="1956"/>
                  <a:pt x="667196" y="4102"/>
                  <a:pt x="672688" y="8392"/>
                </a:cubicBezTo>
                <a:cubicBezTo>
                  <a:pt x="678729" y="13129"/>
                  <a:pt x="681749" y="18826"/>
                  <a:pt x="681749" y="25485"/>
                </a:cubicBezTo>
                <a:cubicBezTo>
                  <a:pt x="681749" y="33997"/>
                  <a:pt x="678523" y="40776"/>
                  <a:pt x="672070" y="45822"/>
                </a:cubicBezTo>
                <a:cubicBezTo>
                  <a:pt x="666304" y="50353"/>
                  <a:pt x="659370" y="52618"/>
                  <a:pt x="651270" y="52618"/>
                </a:cubicBezTo>
                <a:moveTo>
                  <a:pt x="653844" y="11739"/>
                </a:moveTo>
                <a:cubicBezTo>
                  <a:pt x="652334" y="11739"/>
                  <a:pt x="650987" y="11773"/>
                  <a:pt x="649803" y="11842"/>
                </a:cubicBezTo>
                <a:cubicBezTo>
                  <a:pt x="648619" y="11910"/>
                  <a:pt x="647615" y="12013"/>
                  <a:pt x="646791" y="12151"/>
                </a:cubicBezTo>
                <a:lnTo>
                  <a:pt x="646688" y="21608"/>
                </a:lnTo>
                <a:lnTo>
                  <a:pt x="645607" y="42065"/>
                </a:lnTo>
                <a:lnTo>
                  <a:pt x="651270" y="42733"/>
                </a:lnTo>
                <a:cubicBezTo>
                  <a:pt x="657036" y="42733"/>
                  <a:pt x="661893" y="41277"/>
                  <a:pt x="665840" y="38365"/>
                </a:cubicBezTo>
                <a:cubicBezTo>
                  <a:pt x="670165" y="35177"/>
                  <a:pt x="672328" y="30876"/>
                  <a:pt x="672328" y="25463"/>
                </a:cubicBezTo>
                <a:cubicBezTo>
                  <a:pt x="672328" y="21625"/>
                  <a:pt x="670268" y="18318"/>
                  <a:pt x="666149" y="15542"/>
                </a:cubicBezTo>
                <a:cubicBezTo>
                  <a:pt x="662339" y="13006"/>
                  <a:pt x="658238" y="11739"/>
                  <a:pt x="653844" y="11739"/>
                </a:cubicBezTo>
                <a:close/>
                <a:moveTo>
                  <a:pt x="705304" y="42424"/>
                </a:moveTo>
                <a:lnTo>
                  <a:pt x="704532" y="68043"/>
                </a:lnTo>
                <a:cubicBezTo>
                  <a:pt x="704532" y="70757"/>
                  <a:pt x="704395" y="74744"/>
                  <a:pt x="704120" y="80002"/>
                </a:cubicBezTo>
                <a:cubicBezTo>
                  <a:pt x="703777" y="83438"/>
                  <a:pt x="702095" y="85157"/>
                  <a:pt x="699075" y="85157"/>
                </a:cubicBezTo>
                <a:cubicBezTo>
                  <a:pt x="695711" y="85157"/>
                  <a:pt x="694029" y="83404"/>
                  <a:pt x="694029" y="79899"/>
                </a:cubicBezTo>
                <a:cubicBezTo>
                  <a:pt x="694029" y="75740"/>
                  <a:pt x="694218" y="69494"/>
                  <a:pt x="694596" y="61161"/>
                </a:cubicBezTo>
                <a:cubicBezTo>
                  <a:pt x="694973" y="52828"/>
                  <a:pt x="695162" y="46582"/>
                  <a:pt x="695162" y="42424"/>
                </a:cubicBezTo>
                <a:cubicBezTo>
                  <a:pt x="695162" y="36994"/>
                  <a:pt x="695248" y="30783"/>
                  <a:pt x="695419" y="23789"/>
                </a:cubicBezTo>
                <a:cubicBezTo>
                  <a:pt x="695591" y="16796"/>
                  <a:pt x="695677" y="10585"/>
                  <a:pt x="695677" y="5155"/>
                </a:cubicBezTo>
                <a:cubicBezTo>
                  <a:pt x="695677" y="1718"/>
                  <a:pt x="697359" y="0"/>
                  <a:pt x="700722" y="0"/>
                </a:cubicBezTo>
                <a:cubicBezTo>
                  <a:pt x="704120" y="0"/>
                  <a:pt x="705819" y="1718"/>
                  <a:pt x="705819" y="5155"/>
                </a:cubicBezTo>
                <a:cubicBezTo>
                  <a:pt x="705819" y="10585"/>
                  <a:pt x="705733" y="16796"/>
                  <a:pt x="705562" y="23789"/>
                </a:cubicBezTo>
                <a:cubicBezTo>
                  <a:pt x="705390" y="30783"/>
                  <a:pt x="705304" y="36994"/>
                  <a:pt x="705304" y="42424"/>
                </a:cubicBezTo>
                <a:close/>
                <a:moveTo>
                  <a:pt x="761140" y="86289"/>
                </a:moveTo>
                <a:cubicBezTo>
                  <a:pt x="760487" y="86289"/>
                  <a:pt x="759303" y="85528"/>
                  <a:pt x="757587" y="84005"/>
                </a:cubicBezTo>
                <a:cubicBezTo>
                  <a:pt x="756043" y="82586"/>
                  <a:pt x="754893" y="81322"/>
                  <a:pt x="754138" y="80214"/>
                </a:cubicBezTo>
                <a:cubicBezTo>
                  <a:pt x="750843" y="82016"/>
                  <a:pt x="747942" y="83376"/>
                  <a:pt x="745437" y="84294"/>
                </a:cubicBezTo>
                <a:cubicBezTo>
                  <a:pt x="742931" y="85212"/>
                  <a:pt x="740837" y="85671"/>
                  <a:pt x="739155" y="85671"/>
                </a:cubicBezTo>
                <a:cubicBezTo>
                  <a:pt x="731124" y="85671"/>
                  <a:pt x="725272" y="83406"/>
                  <a:pt x="721599" y="78875"/>
                </a:cubicBezTo>
                <a:cubicBezTo>
                  <a:pt x="718132" y="74619"/>
                  <a:pt x="716399" y="68098"/>
                  <a:pt x="716399" y="59311"/>
                </a:cubicBezTo>
                <a:cubicBezTo>
                  <a:pt x="716399" y="51005"/>
                  <a:pt x="719256" y="43900"/>
                  <a:pt x="724971" y="37996"/>
                </a:cubicBezTo>
                <a:cubicBezTo>
                  <a:pt x="730686" y="32092"/>
                  <a:pt x="737508" y="29141"/>
                  <a:pt x="745437" y="29141"/>
                </a:cubicBezTo>
                <a:cubicBezTo>
                  <a:pt x="748423" y="29141"/>
                  <a:pt x="751769" y="29913"/>
                  <a:pt x="755476" y="31457"/>
                </a:cubicBezTo>
                <a:cubicBezTo>
                  <a:pt x="760144" y="33380"/>
                  <a:pt x="762478" y="35696"/>
                  <a:pt x="762478" y="38408"/>
                </a:cubicBezTo>
                <a:cubicBezTo>
                  <a:pt x="762478" y="39335"/>
                  <a:pt x="762135" y="40158"/>
                  <a:pt x="761449" y="40879"/>
                </a:cubicBezTo>
                <a:cubicBezTo>
                  <a:pt x="761105" y="42184"/>
                  <a:pt x="760839" y="44329"/>
                  <a:pt x="760651" y="47315"/>
                </a:cubicBezTo>
                <a:cubicBezTo>
                  <a:pt x="760462" y="50301"/>
                  <a:pt x="760350" y="54128"/>
                  <a:pt x="760316" y="58796"/>
                </a:cubicBezTo>
                <a:cubicBezTo>
                  <a:pt x="760282" y="63052"/>
                  <a:pt x="760573" y="66416"/>
                  <a:pt x="761191" y="68887"/>
                </a:cubicBezTo>
                <a:cubicBezTo>
                  <a:pt x="761534" y="70397"/>
                  <a:pt x="762616" y="73418"/>
                  <a:pt x="764435" y="77949"/>
                </a:cubicBezTo>
                <a:cubicBezTo>
                  <a:pt x="764675" y="78566"/>
                  <a:pt x="765070" y="79476"/>
                  <a:pt x="765619" y="80677"/>
                </a:cubicBezTo>
                <a:lnTo>
                  <a:pt x="765928" y="81553"/>
                </a:lnTo>
                <a:cubicBezTo>
                  <a:pt x="765928" y="82926"/>
                  <a:pt x="765447" y="84058"/>
                  <a:pt x="764486" y="84951"/>
                </a:cubicBezTo>
                <a:cubicBezTo>
                  <a:pt x="763525" y="85843"/>
                  <a:pt x="762410" y="86289"/>
                  <a:pt x="761140" y="86289"/>
                </a:cubicBezTo>
                <a:moveTo>
                  <a:pt x="750431" y="50526"/>
                </a:moveTo>
                <a:cubicBezTo>
                  <a:pt x="750431" y="49054"/>
                  <a:pt x="750525" y="47453"/>
                  <a:pt x="750714" y="45725"/>
                </a:cubicBezTo>
                <a:cubicBezTo>
                  <a:pt x="750903" y="43996"/>
                  <a:pt x="751186" y="42156"/>
                  <a:pt x="751563" y="40205"/>
                </a:cubicBezTo>
                <a:cubicBezTo>
                  <a:pt x="750293" y="39554"/>
                  <a:pt x="749204" y="39075"/>
                  <a:pt x="748294" y="38767"/>
                </a:cubicBezTo>
                <a:cubicBezTo>
                  <a:pt x="747384" y="38459"/>
                  <a:pt x="746655" y="38305"/>
                  <a:pt x="746106" y="38305"/>
                </a:cubicBezTo>
                <a:cubicBezTo>
                  <a:pt x="740786" y="38305"/>
                  <a:pt x="736195" y="40470"/>
                  <a:pt x="732334" y="44800"/>
                </a:cubicBezTo>
                <a:cubicBezTo>
                  <a:pt x="728472" y="49130"/>
                  <a:pt x="726542" y="54120"/>
                  <a:pt x="726542" y="59768"/>
                </a:cubicBezTo>
                <a:cubicBezTo>
                  <a:pt x="726542" y="65382"/>
                  <a:pt x="727537" y="69592"/>
                  <a:pt x="729528" y="72399"/>
                </a:cubicBezTo>
                <a:cubicBezTo>
                  <a:pt x="731518" y="75207"/>
                  <a:pt x="734505" y="76610"/>
                  <a:pt x="738486" y="76610"/>
                </a:cubicBezTo>
                <a:cubicBezTo>
                  <a:pt x="741781" y="76610"/>
                  <a:pt x="744579" y="76011"/>
                  <a:pt x="746878" y="74813"/>
                </a:cubicBezTo>
                <a:cubicBezTo>
                  <a:pt x="748114" y="74163"/>
                  <a:pt x="749847" y="72862"/>
                  <a:pt x="752078" y="70911"/>
                </a:cubicBezTo>
                <a:cubicBezTo>
                  <a:pt x="750980" y="61839"/>
                  <a:pt x="750431" y="55044"/>
                  <a:pt x="750431" y="50526"/>
                </a:cubicBezTo>
                <a:close/>
                <a:moveTo>
                  <a:pt x="814312" y="86598"/>
                </a:moveTo>
                <a:cubicBezTo>
                  <a:pt x="811361" y="86598"/>
                  <a:pt x="809696" y="84982"/>
                  <a:pt x="809318" y="81749"/>
                </a:cubicBezTo>
                <a:lnTo>
                  <a:pt x="807877" y="70449"/>
                </a:lnTo>
                <a:cubicBezTo>
                  <a:pt x="807396" y="66425"/>
                  <a:pt x="807156" y="62659"/>
                  <a:pt x="807156" y="59150"/>
                </a:cubicBezTo>
                <a:cubicBezTo>
                  <a:pt x="807156" y="58187"/>
                  <a:pt x="807216" y="56553"/>
                  <a:pt x="807336" y="54249"/>
                </a:cubicBezTo>
                <a:cubicBezTo>
                  <a:pt x="807456" y="51944"/>
                  <a:pt x="807516" y="50310"/>
                  <a:pt x="807516" y="49347"/>
                </a:cubicBezTo>
                <a:cubicBezTo>
                  <a:pt x="807516" y="41917"/>
                  <a:pt x="806143" y="38202"/>
                  <a:pt x="803398" y="38202"/>
                </a:cubicBezTo>
                <a:cubicBezTo>
                  <a:pt x="799553" y="38202"/>
                  <a:pt x="795881" y="40487"/>
                  <a:pt x="792380" y="45058"/>
                </a:cubicBezTo>
                <a:cubicBezTo>
                  <a:pt x="789222" y="49215"/>
                  <a:pt x="786751" y="54472"/>
                  <a:pt x="784966" y="60828"/>
                </a:cubicBezTo>
                <a:cubicBezTo>
                  <a:pt x="784897" y="62169"/>
                  <a:pt x="784743" y="63853"/>
                  <a:pt x="784502" y="65880"/>
                </a:cubicBezTo>
                <a:cubicBezTo>
                  <a:pt x="784297" y="67598"/>
                  <a:pt x="784194" y="69265"/>
                  <a:pt x="784194" y="70879"/>
                </a:cubicBezTo>
                <a:cubicBezTo>
                  <a:pt x="784194" y="71910"/>
                  <a:pt x="784297" y="73456"/>
                  <a:pt x="784502" y="75518"/>
                </a:cubicBezTo>
                <a:cubicBezTo>
                  <a:pt x="784708" y="77579"/>
                  <a:pt x="784811" y="79125"/>
                  <a:pt x="784811" y="80156"/>
                </a:cubicBezTo>
                <a:cubicBezTo>
                  <a:pt x="784811" y="81703"/>
                  <a:pt x="784339" y="82957"/>
                  <a:pt x="783396" y="83919"/>
                </a:cubicBezTo>
                <a:cubicBezTo>
                  <a:pt x="782452" y="84881"/>
                  <a:pt x="781242" y="85363"/>
                  <a:pt x="779766" y="85363"/>
                </a:cubicBezTo>
                <a:cubicBezTo>
                  <a:pt x="778256" y="85363"/>
                  <a:pt x="777037" y="84881"/>
                  <a:pt x="776110" y="83918"/>
                </a:cubicBezTo>
                <a:cubicBezTo>
                  <a:pt x="775184" y="82956"/>
                  <a:pt x="774720" y="81701"/>
                  <a:pt x="774720" y="80153"/>
                </a:cubicBezTo>
                <a:cubicBezTo>
                  <a:pt x="774720" y="79122"/>
                  <a:pt x="774609" y="77575"/>
                  <a:pt x="774386" y="75513"/>
                </a:cubicBezTo>
                <a:cubicBezTo>
                  <a:pt x="774163" y="73449"/>
                  <a:pt x="774051" y="71901"/>
                  <a:pt x="774051" y="70869"/>
                </a:cubicBezTo>
                <a:cubicBezTo>
                  <a:pt x="774051" y="67328"/>
                  <a:pt x="774300" y="62419"/>
                  <a:pt x="774797" y="56145"/>
                </a:cubicBezTo>
                <a:cubicBezTo>
                  <a:pt x="775295" y="49870"/>
                  <a:pt x="775544" y="44962"/>
                  <a:pt x="775544" y="41420"/>
                </a:cubicBezTo>
                <a:cubicBezTo>
                  <a:pt x="775544" y="40319"/>
                  <a:pt x="775484" y="38686"/>
                  <a:pt x="775364" y="36521"/>
                </a:cubicBezTo>
                <a:cubicBezTo>
                  <a:pt x="775244" y="34354"/>
                  <a:pt x="775184" y="32721"/>
                  <a:pt x="775184" y="31622"/>
                </a:cubicBezTo>
                <a:cubicBezTo>
                  <a:pt x="775184" y="30142"/>
                  <a:pt x="775673" y="28930"/>
                  <a:pt x="776651" y="27985"/>
                </a:cubicBezTo>
                <a:cubicBezTo>
                  <a:pt x="777629" y="27039"/>
                  <a:pt x="778839" y="26566"/>
                  <a:pt x="780281" y="26566"/>
                </a:cubicBezTo>
                <a:cubicBezTo>
                  <a:pt x="783438" y="26566"/>
                  <a:pt x="785172" y="28807"/>
                  <a:pt x="785481" y="33287"/>
                </a:cubicBezTo>
                <a:lnTo>
                  <a:pt x="785635" y="39335"/>
                </a:lnTo>
                <a:cubicBezTo>
                  <a:pt x="791401" y="31646"/>
                  <a:pt x="797322" y="27802"/>
                  <a:pt x="803398" y="27802"/>
                </a:cubicBezTo>
                <a:cubicBezTo>
                  <a:pt x="808889" y="27802"/>
                  <a:pt x="812716" y="30226"/>
                  <a:pt x="814879" y="35074"/>
                </a:cubicBezTo>
                <a:cubicBezTo>
                  <a:pt x="816355" y="38306"/>
                  <a:pt x="817161" y="43086"/>
                  <a:pt x="817299" y="49413"/>
                </a:cubicBezTo>
                <a:lnTo>
                  <a:pt x="817299" y="54621"/>
                </a:lnTo>
                <a:lnTo>
                  <a:pt x="817247" y="59417"/>
                </a:lnTo>
                <a:cubicBezTo>
                  <a:pt x="817247" y="62271"/>
                  <a:pt x="817616" y="65960"/>
                  <a:pt x="818354" y="70482"/>
                </a:cubicBezTo>
                <a:cubicBezTo>
                  <a:pt x="819092" y="75003"/>
                  <a:pt x="819461" y="78673"/>
                  <a:pt x="819461" y="81491"/>
                </a:cubicBezTo>
                <a:cubicBezTo>
                  <a:pt x="819461" y="83005"/>
                  <a:pt x="818972" y="84234"/>
                  <a:pt x="817994" y="85179"/>
                </a:cubicBezTo>
                <a:cubicBezTo>
                  <a:pt x="817015" y="86125"/>
                  <a:pt x="815788" y="86598"/>
                  <a:pt x="814312" y="86598"/>
                </a:cubicBezTo>
                <a:close/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:">
            <a:extLst xmlns:a="http://schemas.openxmlformats.org/drawingml/2006/main">
              <a:ext uri="{FF2B5EF4-FFF2-40B4-BE49-F238E27FC236}">
                <a16:creationId xmlns:a16="http://schemas.microsoft.com/office/drawing/2014/main" id="{127DC68B-288F-4751-9C07-55EA4296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565" y="617102"/>
            <a:ext cx="10554" cy="54677"/>
          </a:xfrm>
          <a:custGeom xmlns:a="http://schemas.openxmlformats.org/drawingml/2006/main">
            <a:pathLst>
              <a:path w="10554" h="54677">
                <a:moveTo>
                  <a:pt x="0" y="10606"/>
                </a:moveTo>
                <a:lnTo>
                  <a:pt x="0" y="0"/>
                </a:lnTo>
                <a:lnTo>
                  <a:pt x="10554" y="0"/>
                </a:lnTo>
                <a:lnTo>
                  <a:pt x="10554" y="10606"/>
                </a:lnTo>
                <a:lnTo>
                  <a:pt x="0" y="10606"/>
                </a:lnTo>
                <a:moveTo>
                  <a:pt x="0" y="54677"/>
                </a:moveTo>
                <a:lnTo>
                  <a:pt x="0" y="44071"/>
                </a:lnTo>
                <a:lnTo>
                  <a:pt x="10554" y="44071"/>
                </a:lnTo>
                <a:lnTo>
                  <a:pt x="10554" y="54677"/>
                </a:lnTo>
                <a:lnTo>
                  <a:pt x="0" y="54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1.Theissueis...">
            <a:extLst xmlns:a="http://schemas.openxmlformats.org/drawingml/2006/main">
              <a:ext uri="{FF2B5EF4-FFF2-40B4-BE49-F238E27FC236}">
                <a16:creationId xmlns:a16="http://schemas.microsoft.com/office/drawing/2014/main" id="{B85D1205-0EBF-494B-AB99-C1FC210D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047" y="716666"/>
            <a:ext cx="746741" cy="77022"/>
          </a:xfrm>
          <a:custGeom xmlns:a="http://schemas.openxmlformats.org/drawingml/2006/main">
            <a:pathLst>
              <a:path w="746741" h="77022">
                <a:moveTo>
                  <a:pt x="27802" y="75786"/>
                </a:moveTo>
                <a:lnTo>
                  <a:pt x="18535" y="75786"/>
                </a:lnTo>
                <a:lnTo>
                  <a:pt x="18535" y="16733"/>
                </a:lnTo>
                <a:cubicBezTo>
                  <a:pt x="16304" y="18861"/>
                  <a:pt x="13378" y="20989"/>
                  <a:pt x="9756" y="23117"/>
                </a:cubicBezTo>
                <a:cubicBezTo>
                  <a:pt x="6135" y="25245"/>
                  <a:pt x="2883" y="26841"/>
                  <a:pt x="0" y="27905"/>
                </a:cubicBezTo>
                <a:lnTo>
                  <a:pt x="0" y="18947"/>
                </a:lnTo>
                <a:cubicBezTo>
                  <a:pt x="5183" y="16510"/>
                  <a:pt x="9714" y="13558"/>
                  <a:pt x="13592" y="10091"/>
                </a:cubicBezTo>
                <a:cubicBezTo>
                  <a:pt x="17471" y="6624"/>
                  <a:pt x="20217" y="3261"/>
                  <a:pt x="21830" y="0"/>
                </a:cubicBezTo>
                <a:lnTo>
                  <a:pt x="27802" y="0"/>
                </a:lnTo>
                <a:lnTo>
                  <a:pt x="27802" y="75786"/>
                </a:lnTo>
                <a:close/>
                <a:moveTo>
                  <a:pt x="56673" y="75786"/>
                </a:moveTo>
                <a:lnTo>
                  <a:pt x="56673" y="65180"/>
                </a:lnTo>
                <a:lnTo>
                  <a:pt x="67227" y="65180"/>
                </a:lnTo>
                <a:lnTo>
                  <a:pt x="67227" y="75786"/>
                </a:lnTo>
                <a:lnTo>
                  <a:pt x="56673" y="75786"/>
                </a:lnTo>
                <a:close/>
                <a:moveTo>
                  <a:pt x="103725" y="75786"/>
                </a:moveTo>
                <a:lnTo>
                  <a:pt x="103725" y="9267"/>
                </a:lnTo>
                <a:lnTo>
                  <a:pt x="78857" y="9267"/>
                </a:lnTo>
                <a:lnTo>
                  <a:pt x="78857" y="309"/>
                </a:lnTo>
                <a:lnTo>
                  <a:pt x="138683" y="309"/>
                </a:lnTo>
                <a:lnTo>
                  <a:pt x="138683" y="9267"/>
                </a:lnTo>
                <a:lnTo>
                  <a:pt x="113713" y="9267"/>
                </a:lnTo>
                <a:lnTo>
                  <a:pt x="113713" y="75786"/>
                </a:lnTo>
                <a:lnTo>
                  <a:pt x="103725" y="75786"/>
                </a:lnTo>
                <a:close/>
                <a:moveTo>
                  <a:pt x="147773" y="75786"/>
                </a:moveTo>
                <a:lnTo>
                  <a:pt x="147773" y="309"/>
                </a:lnTo>
                <a:lnTo>
                  <a:pt x="157041" y="309"/>
                </a:lnTo>
                <a:lnTo>
                  <a:pt x="157041" y="27438"/>
                </a:lnTo>
                <a:cubicBezTo>
                  <a:pt x="161365" y="22395"/>
                  <a:pt x="166823" y="19873"/>
                  <a:pt x="173413" y="19873"/>
                </a:cubicBezTo>
                <a:cubicBezTo>
                  <a:pt x="177463" y="19873"/>
                  <a:pt x="180981" y="20671"/>
                  <a:pt x="183967" y="22267"/>
                </a:cubicBezTo>
                <a:cubicBezTo>
                  <a:pt x="186953" y="23863"/>
                  <a:pt x="189090" y="26069"/>
                  <a:pt x="190377" y="28883"/>
                </a:cubicBezTo>
                <a:cubicBezTo>
                  <a:pt x="191664" y="31698"/>
                  <a:pt x="192308" y="35782"/>
                  <a:pt x="192308" y="41137"/>
                </a:cubicBezTo>
                <a:lnTo>
                  <a:pt x="192308" y="75786"/>
                </a:lnTo>
                <a:lnTo>
                  <a:pt x="183041" y="75786"/>
                </a:lnTo>
                <a:lnTo>
                  <a:pt x="183041" y="41174"/>
                </a:lnTo>
                <a:cubicBezTo>
                  <a:pt x="183041" y="36545"/>
                  <a:pt x="182037" y="33177"/>
                  <a:pt x="180029" y="31068"/>
                </a:cubicBezTo>
                <a:cubicBezTo>
                  <a:pt x="178021" y="28959"/>
                  <a:pt x="175180" y="27905"/>
                  <a:pt x="171508" y="27905"/>
                </a:cubicBezTo>
                <a:cubicBezTo>
                  <a:pt x="168762" y="27905"/>
                  <a:pt x="166179" y="28617"/>
                  <a:pt x="163759" y="30040"/>
                </a:cubicBezTo>
                <a:cubicBezTo>
                  <a:pt x="161340" y="31462"/>
                  <a:pt x="159615" y="33391"/>
                  <a:pt x="158585" y="35826"/>
                </a:cubicBezTo>
                <a:cubicBezTo>
                  <a:pt x="157555" y="38259"/>
                  <a:pt x="157041" y="41619"/>
                  <a:pt x="157041" y="45906"/>
                </a:cubicBezTo>
                <a:lnTo>
                  <a:pt x="157041" y="75786"/>
                </a:lnTo>
                <a:lnTo>
                  <a:pt x="147773" y="75786"/>
                </a:lnTo>
                <a:close/>
                <a:moveTo>
                  <a:pt x="243782" y="58075"/>
                </a:moveTo>
                <a:lnTo>
                  <a:pt x="253358" y="59311"/>
                </a:lnTo>
                <a:cubicBezTo>
                  <a:pt x="251848" y="64922"/>
                  <a:pt x="249050" y="69277"/>
                  <a:pt x="244966" y="72375"/>
                </a:cubicBezTo>
                <a:cubicBezTo>
                  <a:pt x="240881" y="75473"/>
                  <a:pt x="235664" y="77022"/>
                  <a:pt x="229314" y="77022"/>
                </a:cubicBezTo>
                <a:cubicBezTo>
                  <a:pt x="221317" y="77022"/>
                  <a:pt x="214976" y="74559"/>
                  <a:pt x="210291" y="69634"/>
                </a:cubicBezTo>
                <a:cubicBezTo>
                  <a:pt x="205605" y="64708"/>
                  <a:pt x="203263" y="57801"/>
                  <a:pt x="203263" y="48911"/>
                </a:cubicBezTo>
                <a:cubicBezTo>
                  <a:pt x="203263" y="39712"/>
                  <a:pt x="205631" y="32573"/>
                  <a:pt x="210368" y="27493"/>
                </a:cubicBezTo>
                <a:cubicBezTo>
                  <a:pt x="215104" y="22413"/>
                  <a:pt x="221248" y="19873"/>
                  <a:pt x="228800" y="19873"/>
                </a:cubicBezTo>
                <a:cubicBezTo>
                  <a:pt x="236110" y="19873"/>
                  <a:pt x="242083" y="22358"/>
                  <a:pt x="246716" y="27327"/>
                </a:cubicBezTo>
                <a:cubicBezTo>
                  <a:pt x="251350" y="32296"/>
                  <a:pt x="253667" y="39286"/>
                  <a:pt x="253667" y="48298"/>
                </a:cubicBezTo>
                <a:cubicBezTo>
                  <a:pt x="253667" y="48846"/>
                  <a:pt x="253650" y="49668"/>
                  <a:pt x="253615" y="50764"/>
                </a:cubicBezTo>
                <a:lnTo>
                  <a:pt x="212839" y="50764"/>
                </a:lnTo>
                <a:cubicBezTo>
                  <a:pt x="213182" y="56788"/>
                  <a:pt x="214881" y="61400"/>
                  <a:pt x="217936" y="64601"/>
                </a:cubicBezTo>
                <a:cubicBezTo>
                  <a:pt x="220991" y="67802"/>
                  <a:pt x="224801" y="69402"/>
                  <a:pt x="229366" y="69402"/>
                </a:cubicBezTo>
                <a:cubicBezTo>
                  <a:pt x="232764" y="69402"/>
                  <a:pt x="235664" y="68502"/>
                  <a:pt x="238067" y="66701"/>
                </a:cubicBezTo>
                <a:cubicBezTo>
                  <a:pt x="240469" y="64899"/>
                  <a:pt x="242374" y="62024"/>
                  <a:pt x="243782" y="58075"/>
                </a:cubicBezTo>
                <a:moveTo>
                  <a:pt x="213354" y="43145"/>
                </a:moveTo>
                <a:lnTo>
                  <a:pt x="243885" y="43145"/>
                </a:lnTo>
                <a:cubicBezTo>
                  <a:pt x="243473" y="38560"/>
                  <a:pt x="242306" y="35122"/>
                  <a:pt x="240384" y="32830"/>
                </a:cubicBezTo>
                <a:cubicBezTo>
                  <a:pt x="237432" y="29272"/>
                  <a:pt x="233605" y="27493"/>
                  <a:pt x="228902" y="27493"/>
                </a:cubicBezTo>
                <a:cubicBezTo>
                  <a:pt x="224646" y="27493"/>
                  <a:pt x="221068" y="28913"/>
                  <a:pt x="218168" y="31754"/>
                </a:cubicBezTo>
                <a:cubicBezTo>
                  <a:pt x="215267" y="34593"/>
                  <a:pt x="213663" y="38390"/>
                  <a:pt x="213354" y="43145"/>
                </a:cubicBezTo>
                <a:close/>
                <a:moveTo>
                  <a:pt x="294272" y="10915"/>
                </a:moveTo>
                <a:lnTo>
                  <a:pt x="294272" y="309"/>
                </a:lnTo>
                <a:lnTo>
                  <a:pt x="303539" y="309"/>
                </a:lnTo>
                <a:lnTo>
                  <a:pt x="303539" y="10915"/>
                </a:lnTo>
                <a:lnTo>
                  <a:pt x="294272" y="10915"/>
                </a:lnTo>
                <a:moveTo>
                  <a:pt x="294272" y="75786"/>
                </a:moveTo>
                <a:lnTo>
                  <a:pt x="294272" y="21109"/>
                </a:lnTo>
                <a:lnTo>
                  <a:pt x="303539" y="21109"/>
                </a:lnTo>
                <a:lnTo>
                  <a:pt x="303539" y="75786"/>
                </a:lnTo>
                <a:lnTo>
                  <a:pt x="294272" y="75786"/>
                </a:lnTo>
                <a:close/>
                <a:moveTo>
                  <a:pt x="313945" y="59414"/>
                </a:moveTo>
                <a:lnTo>
                  <a:pt x="323109" y="57972"/>
                </a:lnTo>
                <a:cubicBezTo>
                  <a:pt x="323624" y="61661"/>
                  <a:pt x="325057" y="64488"/>
                  <a:pt x="327408" y="66455"/>
                </a:cubicBezTo>
                <a:cubicBezTo>
                  <a:pt x="329759" y="68420"/>
                  <a:pt x="333046" y="69402"/>
                  <a:pt x="337267" y="69402"/>
                </a:cubicBezTo>
                <a:cubicBezTo>
                  <a:pt x="341524" y="69402"/>
                  <a:pt x="344681" y="68535"/>
                  <a:pt x="346741" y="66802"/>
                </a:cubicBezTo>
                <a:cubicBezTo>
                  <a:pt x="348800" y="65069"/>
                  <a:pt x="349830" y="63035"/>
                  <a:pt x="349830" y="60701"/>
                </a:cubicBezTo>
                <a:cubicBezTo>
                  <a:pt x="349830" y="58607"/>
                  <a:pt x="348920" y="56960"/>
                  <a:pt x="347101" y="55759"/>
                </a:cubicBezTo>
                <a:cubicBezTo>
                  <a:pt x="345831" y="54935"/>
                  <a:pt x="342673" y="53888"/>
                  <a:pt x="337628" y="52618"/>
                </a:cubicBezTo>
                <a:cubicBezTo>
                  <a:pt x="330832" y="50902"/>
                  <a:pt x="326121" y="49417"/>
                  <a:pt x="323495" y="48164"/>
                </a:cubicBezTo>
                <a:cubicBezTo>
                  <a:pt x="320869" y="46912"/>
                  <a:pt x="318879" y="45178"/>
                  <a:pt x="317523" y="42964"/>
                </a:cubicBezTo>
                <a:cubicBezTo>
                  <a:pt x="316167" y="40751"/>
                  <a:pt x="315489" y="38305"/>
                  <a:pt x="315489" y="35628"/>
                </a:cubicBezTo>
                <a:cubicBezTo>
                  <a:pt x="315489" y="33191"/>
                  <a:pt x="316047" y="30934"/>
                  <a:pt x="317162" y="28857"/>
                </a:cubicBezTo>
                <a:cubicBezTo>
                  <a:pt x="318278" y="26781"/>
                  <a:pt x="319797" y="25056"/>
                  <a:pt x="321719" y="23683"/>
                </a:cubicBezTo>
                <a:cubicBezTo>
                  <a:pt x="323160" y="22619"/>
                  <a:pt x="325126" y="21718"/>
                  <a:pt x="327614" y="20980"/>
                </a:cubicBezTo>
                <a:cubicBezTo>
                  <a:pt x="330102" y="20242"/>
                  <a:pt x="332771" y="19873"/>
                  <a:pt x="335620" y="19873"/>
                </a:cubicBezTo>
                <a:cubicBezTo>
                  <a:pt x="339910" y="19873"/>
                  <a:pt x="343677" y="20491"/>
                  <a:pt x="346921" y="21727"/>
                </a:cubicBezTo>
                <a:cubicBezTo>
                  <a:pt x="350164" y="22962"/>
                  <a:pt x="352559" y="24636"/>
                  <a:pt x="354103" y="26747"/>
                </a:cubicBezTo>
                <a:cubicBezTo>
                  <a:pt x="355648" y="28857"/>
                  <a:pt x="356712" y="31681"/>
                  <a:pt x="357295" y="35216"/>
                </a:cubicBezTo>
                <a:lnTo>
                  <a:pt x="348234" y="36452"/>
                </a:lnTo>
                <a:cubicBezTo>
                  <a:pt x="347822" y="33637"/>
                  <a:pt x="346629" y="31440"/>
                  <a:pt x="344656" y="29861"/>
                </a:cubicBezTo>
                <a:cubicBezTo>
                  <a:pt x="342682" y="28283"/>
                  <a:pt x="339893" y="27493"/>
                  <a:pt x="336289" y="27493"/>
                </a:cubicBezTo>
                <a:cubicBezTo>
                  <a:pt x="332033" y="27493"/>
                  <a:pt x="328995" y="28197"/>
                  <a:pt x="327176" y="29604"/>
                </a:cubicBezTo>
                <a:cubicBezTo>
                  <a:pt x="325357" y="31011"/>
                  <a:pt x="324448" y="32659"/>
                  <a:pt x="324448" y="34547"/>
                </a:cubicBezTo>
                <a:cubicBezTo>
                  <a:pt x="324448" y="35748"/>
                  <a:pt x="324825" y="36829"/>
                  <a:pt x="325580" y="37790"/>
                </a:cubicBezTo>
                <a:cubicBezTo>
                  <a:pt x="326335" y="38786"/>
                  <a:pt x="327520" y="39609"/>
                  <a:pt x="329133" y="40261"/>
                </a:cubicBezTo>
                <a:cubicBezTo>
                  <a:pt x="330060" y="40605"/>
                  <a:pt x="332788" y="41394"/>
                  <a:pt x="337319" y="42630"/>
                </a:cubicBezTo>
                <a:cubicBezTo>
                  <a:pt x="343875" y="44380"/>
                  <a:pt x="348448" y="45813"/>
                  <a:pt x="351040" y="46929"/>
                </a:cubicBezTo>
                <a:cubicBezTo>
                  <a:pt x="353631" y="48044"/>
                  <a:pt x="355665" y="49666"/>
                  <a:pt x="357141" y="51794"/>
                </a:cubicBezTo>
                <a:cubicBezTo>
                  <a:pt x="358617" y="53922"/>
                  <a:pt x="359355" y="56565"/>
                  <a:pt x="359355" y="59723"/>
                </a:cubicBezTo>
                <a:cubicBezTo>
                  <a:pt x="359355" y="62812"/>
                  <a:pt x="358454" y="65721"/>
                  <a:pt x="356652" y="68450"/>
                </a:cubicBezTo>
                <a:cubicBezTo>
                  <a:pt x="354850" y="71178"/>
                  <a:pt x="352250" y="73289"/>
                  <a:pt x="348852" y="74782"/>
                </a:cubicBezTo>
                <a:cubicBezTo>
                  <a:pt x="345454" y="76275"/>
                  <a:pt x="341609" y="77022"/>
                  <a:pt x="337319" y="77022"/>
                </a:cubicBezTo>
                <a:cubicBezTo>
                  <a:pt x="330214" y="77022"/>
                  <a:pt x="324799" y="75542"/>
                  <a:pt x="321075" y="72581"/>
                </a:cubicBezTo>
                <a:cubicBezTo>
                  <a:pt x="317351" y="69621"/>
                  <a:pt x="314974" y="65232"/>
                  <a:pt x="313945" y="59414"/>
                </a:cubicBezTo>
                <a:close/>
                <a:moveTo>
                  <a:pt x="366666" y="59414"/>
                </a:moveTo>
                <a:lnTo>
                  <a:pt x="375830" y="57972"/>
                </a:lnTo>
                <a:cubicBezTo>
                  <a:pt x="376345" y="61661"/>
                  <a:pt x="377778" y="64488"/>
                  <a:pt x="380129" y="66455"/>
                </a:cubicBezTo>
                <a:cubicBezTo>
                  <a:pt x="382480" y="68420"/>
                  <a:pt x="385767" y="69402"/>
                  <a:pt x="389988" y="69402"/>
                </a:cubicBezTo>
                <a:cubicBezTo>
                  <a:pt x="394244" y="69402"/>
                  <a:pt x="397402" y="68535"/>
                  <a:pt x="399462" y="66802"/>
                </a:cubicBezTo>
                <a:cubicBezTo>
                  <a:pt x="401521" y="65069"/>
                  <a:pt x="402551" y="63035"/>
                  <a:pt x="402551" y="60701"/>
                </a:cubicBezTo>
                <a:cubicBezTo>
                  <a:pt x="402551" y="58607"/>
                  <a:pt x="401641" y="56960"/>
                  <a:pt x="399822" y="55759"/>
                </a:cubicBezTo>
                <a:cubicBezTo>
                  <a:pt x="398552" y="54935"/>
                  <a:pt x="395394" y="53888"/>
                  <a:pt x="390349" y="52618"/>
                </a:cubicBezTo>
                <a:cubicBezTo>
                  <a:pt x="383553" y="50902"/>
                  <a:pt x="378842" y="49417"/>
                  <a:pt x="376216" y="48164"/>
                </a:cubicBezTo>
                <a:cubicBezTo>
                  <a:pt x="373590" y="46912"/>
                  <a:pt x="371600" y="45178"/>
                  <a:pt x="370244" y="42964"/>
                </a:cubicBezTo>
                <a:cubicBezTo>
                  <a:pt x="368888" y="40751"/>
                  <a:pt x="368210" y="38305"/>
                  <a:pt x="368210" y="35628"/>
                </a:cubicBezTo>
                <a:cubicBezTo>
                  <a:pt x="368210" y="33191"/>
                  <a:pt x="368768" y="30934"/>
                  <a:pt x="369883" y="28857"/>
                </a:cubicBezTo>
                <a:cubicBezTo>
                  <a:pt x="370999" y="26781"/>
                  <a:pt x="372518" y="25056"/>
                  <a:pt x="374440" y="23683"/>
                </a:cubicBezTo>
                <a:cubicBezTo>
                  <a:pt x="375881" y="22619"/>
                  <a:pt x="377846" y="21718"/>
                  <a:pt x="380335" y="20980"/>
                </a:cubicBezTo>
                <a:cubicBezTo>
                  <a:pt x="382823" y="20242"/>
                  <a:pt x="385492" y="19873"/>
                  <a:pt x="388341" y="19873"/>
                </a:cubicBezTo>
                <a:cubicBezTo>
                  <a:pt x="392631" y="19873"/>
                  <a:pt x="396398" y="20491"/>
                  <a:pt x="399642" y="21727"/>
                </a:cubicBezTo>
                <a:cubicBezTo>
                  <a:pt x="402885" y="22962"/>
                  <a:pt x="405279" y="24636"/>
                  <a:pt x="406824" y="26747"/>
                </a:cubicBezTo>
                <a:cubicBezTo>
                  <a:pt x="408369" y="28857"/>
                  <a:pt x="409433" y="31681"/>
                  <a:pt x="410016" y="35216"/>
                </a:cubicBezTo>
                <a:lnTo>
                  <a:pt x="400955" y="36452"/>
                </a:lnTo>
                <a:cubicBezTo>
                  <a:pt x="400543" y="33637"/>
                  <a:pt x="399350" y="31440"/>
                  <a:pt x="397376" y="29861"/>
                </a:cubicBezTo>
                <a:cubicBezTo>
                  <a:pt x="395403" y="28283"/>
                  <a:pt x="392614" y="27493"/>
                  <a:pt x="389010" y="27493"/>
                </a:cubicBezTo>
                <a:cubicBezTo>
                  <a:pt x="384754" y="27493"/>
                  <a:pt x="381716" y="28197"/>
                  <a:pt x="379897" y="29604"/>
                </a:cubicBezTo>
                <a:cubicBezTo>
                  <a:pt x="378078" y="31011"/>
                  <a:pt x="377168" y="32659"/>
                  <a:pt x="377168" y="34547"/>
                </a:cubicBezTo>
                <a:cubicBezTo>
                  <a:pt x="377168" y="35748"/>
                  <a:pt x="377546" y="36829"/>
                  <a:pt x="378301" y="37790"/>
                </a:cubicBezTo>
                <a:cubicBezTo>
                  <a:pt x="379056" y="38786"/>
                  <a:pt x="380240" y="39609"/>
                  <a:pt x="381854" y="40261"/>
                </a:cubicBezTo>
                <a:cubicBezTo>
                  <a:pt x="382780" y="40605"/>
                  <a:pt x="385509" y="41394"/>
                  <a:pt x="390040" y="42630"/>
                </a:cubicBezTo>
                <a:cubicBezTo>
                  <a:pt x="396596" y="44380"/>
                  <a:pt x="401169" y="45813"/>
                  <a:pt x="403761" y="46929"/>
                </a:cubicBezTo>
                <a:cubicBezTo>
                  <a:pt x="406352" y="48044"/>
                  <a:pt x="408386" y="49666"/>
                  <a:pt x="409862" y="51794"/>
                </a:cubicBezTo>
                <a:cubicBezTo>
                  <a:pt x="411338" y="53922"/>
                  <a:pt x="412075" y="56565"/>
                  <a:pt x="412075" y="59723"/>
                </a:cubicBezTo>
                <a:cubicBezTo>
                  <a:pt x="412075" y="62812"/>
                  <a:pt x="411174" y="65721"/>
                  <a:pt x="409373" y="68450"/>
                </a:cubicBezTo>
                <a:cubicBezTo>
                  <a:pt x="407571" y="71178"/>
                  <a:pt x="404971" y="73289"/>
                  <a:pt x="401572" y="74782"/>
                </a:cubicBezTo>
                <a:cubicBezTo>
                  <a:pt x="398174" y="76275"/>
                  <a:pt x="394330" y="77022"/>
                  <a:pt x="390040" y="77022"/>
                </a:cubicBezTo>
                <a:cubicBezTo>
                  <a:pt x="382935" y="77022"/>
                  <a:pt x="377520" y="75542"/>
                  <a:pt x="373796" y="72581"/>
                </a:cubicBezTo>
                <a:cubicBezTo>
                  <a:pt x="370072" y="69621"/>
                  <a:pt x="367695" y="65232"/>
                  <a:pt x="366666" y="59414"/>
                </a:cubicBezTo>
                <a:close/>
                <a:moveTo>
                  <a:pt x="458927" y="75786"/>
                </a:moveTo>
                <a:lnTo>
                  <a:pt x="458927" y="67705"/>
                </a:lnTo>
                <a:cubicBezTo>
                  <a:pt x="454671" y="73916"/>
                  <a:pt x="448887" y="77022"/>
                  <a:pt x="441577" y="77022"/>
                </a:cubicBezTo>
                <a:cubicBezTo>
                  <a:pt x="438350" y="77022"/>
                  <a:pt x="435338" y="76404"/>
                  <a:pt x="432541" y="75168"/>
                </a:cubicBezTo>
                <a:cubicBezTo>
                  <a:pt x="429743" y="73933"/>
                  <a:pt x="427667" y="72380"/>
                  <a:pt x="426311" y="70509"/>
                </a:cubicBezTo>
                <a:cubicBezTo>
                  <a:pt x="424955" y="68638"/>
                  <a:pt x="424003" y="66347"/>
                  <a:pt x="423454" y="63636"/>
                </a:cubicBezTo>
                <a:cubicBezTo>
                  <a:pt x="423076" y="61817"/>
                  <a:pt x="422887" y="58933"/>
                  <a:pt x="422887" y="54986"/>
                </a:cubicBezTo>
                <a:lnTo>
                  <a:pt x="422887" y="21109"/>
                </a:lnTo>
                <a:lnTo>
                  <a:pt x="432155" y="21109"/>
                </a:lnTo>
                <a:lnTo>
                  <a:pt x="432155" y="51402"/>
                </a:lnTo>
                <a:cubicBezTo>
                  <a:pt x="432155" y="56236"/>
                  <a:pt x="432343" y="59493"/>
                  <a:pt x="432721" y="61172"/>
                </a:cubicBezTo>
                <a:cubicBezTo>
                  <a:pt x="433305" y="63607"/>
                  <a:pt x="434540" y="65519"/>
                  <a:pt x="436428" y="66908"/>
                </a:cubicBezTo>
                <a:cubicBezTo>
                  <a:pt x="438316" y="68296"/>
                  <a:pt x="440650" y="68990"/>
                  <a:pt x="443430" y="68990"/>
                </a:cubicBezTo>
                <a:cubicBezTo>
                  <a:pt x="446210" y="68990"/>
                  <a:pt x="448819" y="68279"/>
                  <a:pt x="451256" y="66857"/>
                </a:cubicBezTo>
                <a:cubicBezTo>
                  <a:pt x="453693" y="65433"/>
                  <a:pt x="455417" y="63496"/>
                  <a:pt x="456430" y="61045"/>
                </a:cubicBezTo>
                <a:cubicBezTo>
                  <a:pt x="457443" y="58593"/>
                  <a:pt x="457949" y="55036"/>
                  <a:pt x="457949" y="50373"/>
                </a:cubicBezTo>
                <a:lnTo>
                  <a:pt x="457949" y="21109"/>
                </a:lnTo>
                <a:lnTo>
                  <a:pt x="467216" y="21109"/>
                </a:lnTo>
                <a:lnTo>
                  <a:pt x="467216" y="75786"/>
                </a:lnTo>
                <a:lnTo>
                  <a:pt x="458927" y="75786"/>
                </a:lnTo>
                <a:close/>
                <a:moveTo>
                  <a:pt x="519102" y="58075"/>
                </a:moveTo>
                <a:lnTo>
                  <a:pt x="528678" y="59311"/>
                </a:lnTo>
                <a:cubicBezTo>
                  <a:pt x="527168" y="64922"/>
                  <a:pt x="524370" y="69277"/>
                  <a:pt x="520286" y="72375"/>
                </a:cubicBezTo>
                <a:cubicBezTo>
                  <a:pt x="516201" y="75473"/>
                  <a:pt x="510984" y="77022"/>
                  <a:pt x="504634" y="77022"/>
                </a:cubicBezTo>
                <a:cubicBezTo>
                  <a:pt x="496637" y="77022"/>
                  <a:pt x="490296" y="74559"/>
                  <a:pt x="485611" y="69634"/>
                </a:cubicBezTo>
                <a:cubicBezTo>
                  <a:pt x="480926" y="64708"/>
                  <a:pt x="478583" y="57801"/>
                  <a:pt x="478583" y="48911"/>
                </a:cubicBezTo>
                <a:cubicBezTo>
                  <a:pt x="478583" y="39712"/>
                  <a:pt x="480951" y="32573"/>
                  <a:pt x="485688" y="27493"/>
                </a:cubicBezTo>
                <a:cubicBezTo>
                  <a:pt x="490425" y="22413"/>
                  <a:pt x="496568" y="19873"/>
                  <a:pt x="504120" y="19873"/>
                </a:cubicBezTo>
                <a:cubicBezTo>
                  <a:pt x="511431" y="19873"/>
                  <a:pt x="517403" y="22358"/>
                  <a:pt x="522036" y="27327"/>
                </a:cubicBezTo>
                <a:cubicBezTo>
                  <a:pt x="526670" y="32296"/>
                  <a:pt x="528987" y="39286"/>
                  <a:pt x="528987" y="48298"/>
                </a:cubicBezTo>
                <a:cubicBezTo>
                  <a:pt x="528987" y="48846"/>
                  <a:pt x="528970" y="49668"/>
                  <a:pt x="528936" y="50764"/>
                </a:cubicBezTo>
                <a:lnTo>
                  <a:pt x="488159" y="50764"/>
                </a:lnTo>
                <a:cubicBezTo>
                  <a:pt x="488502" y="56788"/>
                  <a:pt x="490201" y="61400"/>
                  <a:pt x="493256" y="64601"/>
                </a:cubicBezTo>
                <a:cubicBezTo>
                  <a:pt x="496311" y="67802"/>
                  <a:pt x="500121" y="69402"/>
                  <a:pt x="504686" y="69402"/>
                </a:cubicBezTo>
                <a:cubicBezTo>
                  <a:pt x="508084" y="69402"/>
                  <a:pt x="510984" y="68502"/>
                  <a:pt x="513387" y="66701"/>
                </a:cubicBezTo>
                <a:cubicBezTo>
                  <a:pt x="515790" y="64899"/>
                  <a:pt x="517695" y="62024"/>
                  <a:pt x="519102" y="58075"/>
                </a:cubicBezTo>
                <a:moveTo>
                  <a:pt x="488674" y="43145"/>
                </a:moveTo>
                <a:lnTo>
                  <a:pt x="519205" y="43145"/>
                </a:lnTo>
                <a:cubicBezTo>
                  <a:pt x="518793" y="38560"/>
                  <a:pt x="517626" y="35122"/>
                  <a:pt x="515704" y="32830"/>
                </a:cubicBezTo>
                <a:cubicBezTo>
                  <a:pt x="512752" y="29272"/>
                  <a:pt x="508925" y="27493"/>
                  <a:pt x="504223" y="27493"/>
                </a:cubicBezTo>
                <a:cubicBezTo>
                  <a:pt x="499966" y="27493"/>
                  <a:pt x="496388" y="28913"/>
                  <a:pt x="493488" y="31754"/>
                </a:cubicBezTo>
                <a:cubicBezTo>
                  <a:pt x="490588" y="34593"/>
                  <a:pt x="488983" y="38390"/>
                  <a:pt x="488674" y="43145"/>
                </a:cubicBezTo>
                <a:close/>
                <a:moveTo>
                  <a:pt x="569592" y="10915"/>
                </a:moveTo>
                <a:lnTo>
                  <a:pt x="569592" y="309"/>
                </a:lnTo>
                <a:lnTo>
                  <a:pt x="578859" y="309"/>
                </a:lnTo>
                <a:lnTo>
                  <a:pt x="578859" y="10915"/>
                </a:lnTo>
                <a:lnTo>
                  <a:pt x="569592" y="10915"/>
                </a:lnTo>
                <a:moveTo>
                  <a:pt x="569592" y="75786"/>
                </a:moveTo>
                <a:lnTo>
                  <a:pt x="569592" y="21109"/>
                </a:lnTo>
                <a:lnTo>
                  <a:pt x="578859" y="21109"/>
                </a:lnTo>
                <a:lnTo>
                  <a:pt x="578859" y="75786"/>
                </a:lnTo>
                <a:lnTo>
                  <a:pt x="569592" y="75786"/>
                </a:lnTo>
                <a:close/>
                <a:moveTo>
                  <a:pt x="589265" y="59414"/>
                </a:moveTo>
                <a:lnTo>
                  <a:pt x="598429" y="57972"/>
                </a:lnTo>
                <a:cubicBezTo>
                  <a:pt x="598944" y="61661"/>
                  <a:pt x="600377" y="64488"/>
                  <a:pt x="602728" y="66455"/>
                </a:cubicBezTo>
                <a:cubicBezTo>
                  <a:pt x="605079" y="68420"/>
                  <a:pt x="608366" y="69402"/>
                  <a:pt x="612588" y="69402"/>
                </a:cubicBezTo>
                <a:cubicBezTo>
                  <a:pt x="616844" y="69402"/>
                  <a:pt x="620001" y="68535"/>
                  <a:pt x="622061" y="66802"/>
                </a:cubicBezTo>
                <a:cubicBezTo>
                  <a:pt x="624120" y="65069"/>
                  <a:pt x="625150" y="63035"/>
                  <a:pt x="625150" y="60701"/>
                </a:cubicBezTo>
                <a:cubicBezTo>
                  <a:pt x="625150" y="58607"/>
                  <a:pt x="624240" y="56960"/>
                  <a:pt x="622421" y="55759"/>
                </a:cubicBezTo>
                <a:cubicBezTo>
                  <a:pt x="621151" y="54935"/>
                  <a:pt x="617994" y="53888"/>
                  <a:pt x="612948" y="52618"/>
                </a:cubicBezTo>
                <a:cubicBezTo>
                  <a:pt x="606152" y="50902"/>
                  <a:pt x="601441" y="49417"/>
                  <a:pt x="598815" y="48164"/>
                </a:cubicBezTo>
                <a:cubicBezTo>
                  <a:pt x="596190" y="46912"/>
                  <a:pt x="594199" y="45178"/>
                  <a:pt x="592843" y="42964"/>
                </a:cubicBezTo>
                <a:cubicBezTo>
                  <a:pt x="591487" y="40751"/>
                  <a:pt x="590809" y="38305"/>
                  <a:pt x="590809" y="35628"/>
                </a:cubicBezTo>
                <a:cubicBezTo>
                  <a:pt x="590809" y="33191"/>
                  <a:pt x="591367" y="30934"/>
                  <a:pt x="592483" y="28857"/>
                </a:cubicBezTo>
                <a:cubicBezTo>
                  <a:pt x="593598" y="26781"/>
                  <a:pt x="595117" y="25056"/>
                  <a:pt x="597039" y="23683"/>
                </a:cubicBezTo>
                <a:cubicBezTo>
                  <a:pt x="598481" y="22619"/>
                  <a:pt x="600446" y="21718"/>
                  <a:pt x="602934" y="20980"/>
                </a:cubicBezTo>
                <a:cubicBezTo>
                  <a:pt x="605423" y="20242"/>
                  <a:pt x="608091" y="19873"/>
                  <a:pt x="610940" y="19873"/>
                </a:cubicBezTo>
                <a:cubicBezTo>
                  <a:pt x="615230" y="19873"/>
                  <a:pt x="618997" y="20491"/>
                  <a:pt x="622241" y="21727"/>
                </a:cubicBezTo>
                <a:cubicBezTo>
                  <a:pt x="625485" y="22962"/>
                  <a:pt x="627879" y="24636"/>
                  <a:pt x="629423" y="26747"/>
                </a:cubicBezTo>
                <a:cubicBezTo>
                  <a:pt x="630968" y="28857"/>
                  <a:pt x="632032" y="31681"/>
                  <a:pt x="632615" y="35216"/>
                </a:cubicBezTo>
                <a:lnTo>
                  <a:pt x="623554" y="36452"/>
                </a:lnTo>
                <a:cubicBezTo>
                  <a:pt x="623142" y="33637"/>
                  <a:pt x="621949" y="31440"/>
                  <a:pt x="619976" y="29861"/>
                </a:cubicBezTo>
                <a:cubicBezTo>
                  <a:pt x="618002" y="28283"/>
                  <a:pt x="615213" y="27493"/>
                  <a:pt x="611609" y="27493"/>
                </a:cubicBezTo>
                <a:cubicBezTo>
                  <a:pt x="607353" y="27493"/>
                  <a:pt x="604316" y="28197"/>
                  <a:pt x="602496" y="29604"/>
                </a:cubicBezTo>
                <a:cubicBezTo>
                  <a:pt x="600677" y="31011"/>
                  <a:pt x="599768" y="32659"/>
                  <a:pt x="599768" y="34547"/>
                </a:cubicBezTo>
                <a:cubicBezTo>
                  <a:pt x="599768" y="35748"/>
                  <a:pt x="600145" y="36829"/>
                  <a:pt x="600900" y="37790"/>
                </a:cubicBezTo>
                <a:cubicBezTo>
                  <a:pt x="601656" y="38786"/>
                  <a:pt x="602840" y="39609"/>
                  <a:pt x="604453" y="40261"/>
                </a:cubicBezTo>
                <a:cubicBezTo>
                  <a:pt x="605380" y="40605"/>
                  <a:pt x="608108" y="41394"/>
                  <a:pt x="612639" y="42630"/>
                </a:cubicBezTo>
                <a:cubicBezTo>
                  <a:pt x="619195" y="44380"/>
                  <a:pt x="623768" y="45813"/>
                  <a:pt x="626360" y="46929"/>
                </a:cubicBezTo>
                <a:cubicBezTo>
                  <a:pt x="628951" y="48044"/>
                  <a:pt x="630985" y="49666"/>
                  <a:pt x="632461" y="51794"/>
                </a:cubicBezTo>
                <a:cubicBezTo>
                  <a:pt x="633937" y="53922"/>
                  <a:pt x="634675" y="56565"/>
                  <a:pt x="634675" y="59723"/>
                </a:cubicBezTo>
                <a:cubicBezTo>
                  <a:pt x="634675" y="62812"/>
                  <a:pt x="633774" y="65721"/>
                  <a:pt x="631972" y="68450"/>
                </a:cubicBezTo>
                <a:cubicBezTo>
                  <a:pt x="630170" y="71178"/>
                  <a:pt x="627570" y="73289"/>
                  <a:pt x="624172" y="74782"/>
                </a:cubicBezTo>
                <a:cubicBezTo>
                  <a:pt x="620774" y="76275"/>
                  <a:pt x="616929" y="77022"/>
                  <a:pt x="612639" y="77022"/>
                </a:cubicBezTo>
                <a:cubicBezTo>
                  <a:pt x="605534" y="77022"/>
                  <a:pt x="600120" y="75542"/>
                  <a:pt x="596395" y="72581"/>
                </a:cubicBezTo>
                <a:cubicBezTo>
                  <a:pt x="592671" y="69621"/>
                  <a:pt x="590294" y="65232"/>
                  <a:pt x="589265" y="59414"/>
                </a:cubicBezTo>
                <a:close/>
                <a:moveTo>
                  <a:pt x="677609" y="75786"/>
                </a:moveTo>
                <a:lnTo>
                  <a:pt x="677609" y="65180"/>
                </a:lnTo>
                <a:lnTo>
                  <a:pt x="688163" y="65180"/>
                </a:lnTo>
                <a:lnTo>
                  <a:pt x="688163" y="75786"/>
                </a:lnTo>
                <a:lnTo>
                  <a:pt x="677609" y="75786"/>
                </a:lnTo>
                <a:close/>
                <a:moveTo>
                  <a:pt x="706897" y="75786"/>
                </a:moveTo>
                <a:lnTo>
                  <a:pt x="706897" y="65180"/>
                </a:lnTo>
                <a:lnTo>
                  <a:pt x="717452" y="65180"/>
                </a:lnTo>
                <a:lnTo>
                  <a:pt x="717452" y="75786"/>
                </a:lnTo>
                <a:lnTo>
                  <a:pt x="706897" y="75786"/>
                </a:lnTo>
                <a:close/>
                <a:moveTo>
                  <a:pt x="736186" y="75786"/>
                </a:moveTo>
                <a:lnTo>
                  <a:pt x="736186" y="65180"/>
                </a:lnTo>
                <a:lnTo>
                  <a:pt x="746741" y="65180"/>
                </a:lnTo>
                <a:lnTo>
                  <a:pt x="746741" y="75786"/>
                </a:lnTo>
                <a:lnTo>
                  <a:pt x="736186" y="75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2.Therootcause..">
            <a:extLst xmlns:a="http://schemas.openxmlformats.org/drawingml/2006/main">
              <a:ext uri="{FF2B5EF4-FFF2-40B4-BE49-F238E27FC236}">
                <a16:creationId xmlns:a16="http://schemas.microsoft.com/office/drawing/2014/main" id="{43F1FE51-9DA3-4C21-8FFE-43830FD4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689" y="843196"/>
            <a:ext cx="866398" cy="77022"/>
          </a:xfrm>
          <a:custGeom xmlns:a="http://schemas.openxmlformats.org/drawingml/2006/main">
            <a:pathLst>
              <a:path w="866398" h="77022">
                <a:moveTo>
                  <a:pt x="49958" y="66828"/>
                </a:moveTo>
                <a:lnTo>
                  <a:pt x="49958" y="75786"/>
                </a:lnTo>
                <a:lnTo>
                  <a:pt x="69" y="75786"/>
                </a:lnTo>
                <a:cubicBezTo>
                  <a:pt x="0" y="73553"/>
                  <a:pt x="360" y="71405"/>
                  <a:pt x="1150" y="69343"/>
                </a:cubicBezTo>
                <a:cubicBezTo>
                  <a:pt x="2420" y="65941"/>
                  <a:pt x="4453" y="62592"/>
                  <a:pt x="7251" y="59293"/>
                </a:cubicBezTo>
                <a:cubicBezTo>
                  <a:pt x="10048" y="55994"/>
                  <a:pt x="14090" y="52180"/>
                  <a:pt x="19376" y="47852"/>
                </a:cubicBezTo>
                <a:cubicBezTo>
                  <a:pt x="27579" y="41120"/>
                  <a:pt x="33122" y="35794"/>
                  <a:pt x="36005" y="31876"/>
                </a:cubicBezTo>
                <a:cubicBezTo>
                  <a:pt x="38889" y="27958"/>
                  <a:pt x="40330" y="24253"/>
                  <a:pt x="40330" y="20761"/>
                </a:cubicBezTo>
                <a:cubicBezTo>
                  <a:pt x="40330" y="17100"/>
                  <a:pt x="39017" y="14011"/>
                  <a:pt x="36391" y="11496"/>
                </a:cubicBezTo>
                <a:cubicBezTo>
                  <a:pt x="33766" y="8980"/>
                  <a:pt x="30342" y="7723"/>
                  <a:pt x="26120" y="7723"/>
                </a:cubicBezTo>
                <a:cubicBezTo>
                  <a:pt x="21658" y="7723"/>
                  <a:pt x="18088" y="9061"/>
                  <a:pt x="15411" y="11739"/>
                </a:cubicBezTo>
                <a:cubicBezTo>
                  <a:pt x="12734" y="14416"/>
                  <a:pt x="11378" y="18123"/>
                  <a:pt x="11344" y="22859"/>
                </a:cubicBezTo>
                <a:lnTo>
                  <a:pt x="1819" y="21830"/>
                </a:lnTo>
                <a:cubicBezTo>
                  <a:pt x="2471" y="14725"/>
                  <a:pt x="4925" y="9310"/>
                  <a:pt x="9182" y="5586"/>
                </a:cubicBezTo>
                <a:cubicBezTo>
                  <a:pt x="13438" y="1862"/>
                  <a:pt x="19153" y="0"/>
                  <a:pt x="26326" y="0"/>
                </a:cubicBezTo>
                <a:cubicBezTo>
                  <a:pt x="33568" y="0"/>
                  <a:pt x="39300" y="2007"/>
                  <a:pt x="43522" y="6022"/>
                </a:cubicBezTo>
                <a:cubicBezTo>
                  <a:pt x="47744" y="10037"/>
                  <a:pt x="49855" y="15013"/>
                  <a:pt x="49855" y="20950"/>
                </a:cubicBezTo>
                <a:cubicBezTo>
                  <a:pt x="49855" y="23969"/>
                  <a:pt x="49237" y="26937"/>
                  <a:pt x="48001" y="29855"/>
                </a:cubicBezTo>
                <a:cubicBezTo>
                  <a:pt x="46766" y="32771"/>
                  <a:pt x="44715" y="35842"/>
                  <a:pt x="41849" y="39068"/>
                </a:cubicBezTo>
                <a:cubicBezTo>
                  <a:pt x="38983" y="42293"/>
                  <a:pt x="34221" y="46715"/>
                  <a:pt x="27562" y="52335"/>
                </a:cubicBezTo>
                <a:cubicBezTo>
                  <a:pt x="22001" y="56994"/>
                  <a:pt x="18432" y="60155"/>
                  <a:pt x="16853" y="61818"/>
                </a:cubicBezTo>
                <a:cubicBezTo>
                  <a:pt x="15274" y="63479"/>
                  <a:pt x="13970" y="65149"/>
                  <a:pt x="12940" y="66828"/>
                </a:cubicBezTo>
                <a:lnTo>
                  <a:pt x="49958" y="66828"/>
                </a:lnTo>
                <a:close/>
                <a:moveTo>
                  <a:pt x="65031" y="75786"/>
                </a:moveTo>
                <a:lnTo>
                  <a:pt x="65031" y="65180"/>
                </a:lnTo>
                <a:lnTo>
                  <a:pt x="75585" y="65180"/>
                </a:lnTo>
                <a:lnTo>
                  <a:pt x="75585" y="75786"/>
                </a:lnTo>
                <a:lnTo>
                  <a:pt x="65031" y="75786"/>
                </a:lnTo>
                <a:close/>
                <a:moveTo>
                  <a:pt x="141372" y="75786"/>
                </a:moveTo>
                <a:lnTo>
                  <a:pt x="141372" y="9267"/>
                </a:lnTo>
                <a:lnTo>
                  <a:pt x="116504" y="9267"/>
                </a:lnTo>
                <a:lnTo>
                  <a:pt x="116504" y="309"/>
                </a:lnTo>
                <a:lnTo>
                  <a:pt x="176330" y="309"/>
                </a:lnTo>
                <a:lnTo>
                  <a:pt x="176330" y="9267"/>
                </a:lnTo>
                <a:lnTo>
                  <a:pt x="151360" y="9267"/>
                </a:lnTo>
                <a:lnTo>
                  <a:pt x="151360" y="75786"/>
                </a:lnTo>
                <a:lnTo>
                  <a:pt x="141372" y="75786"/>
                </a:lnTo>
                <a:close/>
                <a:moveTo>
                  <a:pt x="185420" y="75786"/>
                </a:moveTo>
                <a:lnTo>
                  <a:pt x="185420" y="309"/>
                </a:lnTo>
                <a:lnTo>
                  <a:pt x="194688" y="309"/>
                </a:lnTo>
                <a:lnTo>
                  <a:pt x="194688" y="27438"/>
                </a:lnTo>
                <a:cubicBezTo>
                  <a:pt x="199012" y="22395"/>
                  <a:pt x="204470" y="19873"/>
                  <a:pt x="211060" y="19873"/>
                </a:cubicBezTo>
                <a:cubicBezTo>
                  <a:pt x="215110" y="19873"/>
                  <a:pt x="218628" y="20671"/>
                  <a:pt x="221614" y="22267"/>
                </a:cubicBezTo>
                <a:cubicBezTo>
                  <a:pt x="224601" y="23863"/>
                  <a:pt x="226737" y="26069"/>
                  <a:pt x="228024" y="28883"/>
                </a:cubicBezTo>
                <a:cubicBezTo>
                  <a:pt x="229311" y="31698"/>
                  <a:pt x="229955" y="35782"/>
                  <a:pt x="229955" y="41137"/>
                </a:cubicBezTo>
                <a:lnTo>
                  <a:pt x="229955" y="75786"/>
                </a:lnTo>
                <a:lnTo>
                  <a:pt x="220688" y="75786"/>
                </a:lnTo>
                <a:lnTo>
                  <a:pt x="220688" y="41174"/>
                </a:lnTo>
                <a:cubicBezTo>
                  <a:pt x="220688" y="36545"/>
                  <a:pt x="219684" y="33177"/>
                  <a:pt x="217676" y="31068"/>
                </a:cubicBezTo>
                <a:cubicBezTo>
                  <a:pt x="215668" y="28959"/>
                  <a:pt x="212828" y="27905"/>
                  <a:pt x="209155" y="27905"/>
                </a:cubicBezTo>
                <a:cubicBezTo>
                  <a:pt x="206409" y="27905"/>
                  <a:pt x="203826" y="28617"/>
                  <a:pt x="201407" y="30040"/>
                </a:cubicBezTo>
                <a:cubicBezTo>
                  <a:pt x="198987" y="31462"/>
                  <a:pt x="197262" y="33391"/>
                  <a:pt x="196232" y="35826"/>
                </a:cubicBezTo>
                <a:cubicBezTo>
                  <a:pt x="195203" y="38259"/>
                  <a:pt x="194688" y="41619"/>
                  <a:pt x="194688" y="45906"/>
                </a:cubicBezTo>
                <a:lnTo>
                  <a:pt x="194688" y="75786"/>
                </a:lnTo>
                <a:lnTo>
                  <a:pt x="185420" y="75786"/>
                </a:lnTo>
                <a:close/>
                <a:moveTo>
                  <a:pt x="281430" y="58075"/>
                </a:moveTo>
                <a:lnTo>
                  <a:pt x="291006" y="59311"/>
                </a:lnTo>
                <a:cubicBezTo>
                  <a:pt x="289496" y="64922"/>
                  <a:pt x="286698" y="69277"/>
                  <a:pt x="282614" y="72375"/>
                </a:cubicBezTo>
                <a:cubicBezTo>
                  <a:pt x="278529" y="75473"/>
                  <a:pt x="273312" y="77022"/>
                  <a:pt x="266962" y="77022"/>
                </a:cubicBezTo>
                <a:cubicBezTo>
                  <a:pt x="258965" y="77022"/>
                  <a:pt x="252624" y="74559"/>
                  <a:pt x="247939" y="69634"/>
                </a:cubicBezTo>
                <a:cubicBezTo>
                  <a:pt x="243253" y="64708"/>
                  <a:pt x="240911" y="57801"/>
                  <a:pt x="240911" y="48911"/>
                </a:cubicBezTo>
                <a:cubicBezTo>
                  <a:pt x="240911" y="39712"/>
                  <a:pt x="243279" y="32573"/>
                  <a:pt x="248016" y="27493"/>
                </a:cubicBezTo>
                <a:cubicBezTo>
                  <a:pt x="252752" y="22413"/>
                  <a:pt x="258896" y="19873"/>
                  <a:pt x="266448" y="19873"/>
                </a:cubicBezTo>
                <a:cubicBezTo>
                  <a:pt x="273758" y="19873"/>
                  <a:pt x="279731" y="22358"/>
                  <a:pt x="284364" y="27327"/>
                </a:cubicBezTo>
                <a:cubicBezTo>
                  <a:pt x="288998" y="32296"/>
                  <a:pt x="291315" y="39286"/>
                  <a:pt x="291315" y="48298"/>
                </a:cubicBezTo>
                <a:cubicBezTo>
                  <a:pt x="291315" y="48846"/>
                  <a:pt x="291298" y="49668"/>
                  <a:pt x="291263" y="50764"/>
                </a:cubicBezTo>
                <a:lnTo>
                  <a:pt x="250487" y="50764"/>
                </a:lnTo>
                <a:cubicBezTo>
                  <a:pt x="250830" y="56788"/>
                  <a:pt x="252529" y="61400"/>
                  <a:pt x="255584" y="64601"/>
                </a:cubicBezTo>
                <a:cubicBezTo>
                  <a:pt x="258639" y="67802"/>
                  <a:pt x="262449" y="69402"/>
                  <a:pt x="267014" y="69402"/>
                </a:cubicBezTo>
                <a:cubicBezTo>
                  <a:pt x="270412" y="69402"/>
                  <a:pt x="273312" y="68502"/>
                  <a:pt x="275715" y="66701"/>
                </a:cubicBezTo>
                <a:cubicBezTo>
                  <a:pt x="278117" y="64899"/>
                  <a:pt x="280022" y="62024"/>
                  <a:pt x="281430" y="58075"/>
                </a:cubicBezTo>
                <a:moveTo>
                  <a:pt x="251002" y="43145"/>
                </a:moveTo>
                <a:lnTo>
                  <a:pt x="281533" y="43145"/>
                </a:lnTo>
                <a:cubicBezTo>
                  <a:pt x="281121" y="38560"/>
                  <a:pt x="279954" y="35122"/>
                  <a:pt x="278032" y="32830"/>
                </a:cubicBezTo>
                <a:cubicBezTo>
                  <a:pt x="275080" y="29272"/>
                  <a:pt x="271253" y="27493"/>
                  <a:pt x="266550" y="27493"/>
                </a:cubicBezTo>
                <a:cubicBezTo>
                  <a:pt x="262294" y="27493"/>
                  <a:pt x="258716" y="28913"/>
                  <a:pt x="255816" y="31754"/>
                </a:cubicBezTo>
                <a:cubicBezTo>
                  <a:pt x="252915" y="34593"/>
                  <a:pt x="251311" y="38390"/>
                  <a:pt x="251002" y="43145"/>
                </a:cubicBezTo>
                <a:close/>
                <a:moveTo>
                  <a:pt x="331764" y="75786"/>
                </a:moveTo>
                <a:lnTo>
                  <a:pt x="331764" y="21109"/>
                </a:lnTo>
                <a:lnTo>
                  <a:pt x="340105" y="21109"/>
                </a:lnTo>
                <a:lnTo>
                  <a:pt x="340105" y="29398"/>
                </a:lnTo>
                <a:cubicBezTo>
                  <a:pt x="342233" y="25520"/>
                  <a:pt x="344198" y="22962"/>
                  <a:pt x="346000" y="21727"/>
                </a:cubicBezTo>
                <a:cubicBezTo>
                  <a:pt x="347802" y="20491"/>
                  <a:pt x="349784" y="19873"/>
                  <a:pt x="351946" y="19873"/>
                </a:cubicBezTo>
                <a:cubicBezTo>
                  <a:pt x="355070" y="19873"/>
                  <a:pt x="358245" y="20869"/>
                  <a:pt x="361471" y="22859"/>
                </a:cubicBezTo>
                <a:lnTo>
                  <a:pt x="358279" y="31451"/>
                </a:lnTo>
                <a:cubicBezTo>
                  <a:pt x="356014" y="30117"/>
                  <a:pt x="353748" y="29450"/>
                  <a:pt x="351483" y="29450"/>
                </a:cubicBezTo>
                <a:cubicBezTo>
                  <a:pt x="349458" y="29450"/>
                  <a:pt x="347639" y="30059"/>
                  <a:pt x="346026" y="31277"/>
                </a:cubicBezTo>
                <a:cubicBezTo>
                  <a:pt x="344412" y="32496"/>
                  <a:pt x="343263" y="34186"/>
                  <a:pt x="342576" y="36349"/>
                </a:cubicBezTo>
                <a:cubicBezTo>
                  <a:pt x="341546" y="39644"/>
                  <a:pt x="341032" y="43248"/>
                  <a:pt x="341032" y="47160"/>
                </a:cubicBezTo>
                <a:lnTo>
                  <a:pt x="341032" y="75786"/>
                </a:lnTo>
                <a:lnTo>
                  <a:pt x="331764" y="75786"/>
                </a:lnTo>
                <a:close/>
                <a:moveTo>
                  <a:pt x="363565" y="48448"/>
                </a:moveTo>
                <a:cubicBezTo>
                  <a:pt x="363565" y="38322"/>
                  <a:pt x="366379" y="30822"/>
                  <a:pt x="372009" y="25949"/>
                </a:cubicBezTo>
                <a:cubicBezTo>
                  <a:pt x="376711" y="21898"/>
                  <a:pt x="382443" y="19873"/>
                  <a:pt x="389205" y="19873"/>
                </a:cubicBezTo>
                <a:cubicBezTo>
                  <a:pt x="396721" y="19873"/>
                  <a:pt x="402865" y="22336"/>
                  <a:pt x="407636" y="27261"/>
                </a:cubicBezTo>
                <a:cubicBezTo>
                  <a:pt x="412407" y="32187"/>
                  <a:pt x="414793" y="38991"/>
                  <a:pt x="414793" y="47675"/>
                </a:cubicBezTo>
                <a:cubicBezTo>
                  <a:pt x="414793" y="54712"/>
                  <a:pt x="413737" y="60246"/>
                  <a:pt x="411626" y="64279"/>
                </a:cubicBezTo>
                <a:cubicBezTo>
                  <a:pt x="409516" y="68312"/>
                  <a:pt x="406444" y="71444"/>
                  <a:pt x="402411" y="73675"/>
                </a:cubicBezTo>
                <a:cubicBezTo>
                  <a:pt x="398378" y="75906"/>
                  <a:pt x="393976" y="77022"/>
                  <a:pt x="389205" y="77022"/>
                </a:cubicBezTo>
                <a:cubicBezTo>
                  <a:pt x="381550" y="77022"/>
                  <a:pt x="375364" y="74568"/>
                  <a:pt x="370644" y="69660"/>
                </a:cubicBezTo>
                <a:cubicBezTo>
                  <a:pt x="365925" y="64751"/>
                  <a:pt x="363565" y="57681"/>
                  <a:pt x="363565" y="48448"/>
                </a:cubicBezTo>
                <a:moveTo>
                  <a:pt x="373090" y="48473"/>
                </a:moveTo>
                <a:cubicBezTo>
                  <a:pt x="373090" y="55467"/>
                  <a:pt x="374617" y="60703"/>
                  <a:pt x="377672" y="64183"/>
                </a:cubicBezTo>
                <a:cubicBezTo>
                  <a:pt x="380727" y="67662"/>
                  <a:pt x="384571" y="69402"/>
                  <a:pt x="389205" y="69402"/>
                </a:cubicBezTo>
                <a:cubicBezTo>
                  <a:pt x="393804" y="69402"/>
                  <a:pt x="397631" y="67654"/>
                  <a:pt x="400686" y="64157"/>
                </a:cubicBezTo>
                <a:cubicBezTo>
                  <a:pt x="403741" y="60660"/>
                  <a:pt x="405268" y="55329"/>
                  <a:pt x="405268" y="48164"/>
                </a:cubicBezTo>
                <a:cubicBezTo>
                  <a:pt x="405268" y="41411"/>
                  <a:pt x="403732" y="36295"/>
                  <a:pt x="400660" y="32815"/>
                </a:cubicBezTo>
                <a:cubicBezTo>
                  <a:pt x="397588" y="29336"/>
                  <a:pt x="393770" y="27596"/>
                  <a:pt x="389205" y="27596"/>
                </a:cubicBezTo>
                <a:cubicBezTo>
                  <a:pt x="384571" y="27596"/>
                  <a:pt x="380727" y="29327"/>
                  <a:pt x="377672" y="32790"/>
                </a:cubicBezTo>
                <a:cubicBezTo>
                  <a:pt x="374617" y="36252"/>
                  <a:pt x="373090" y="41480"/>
                  <a:pt x="373090" y="48473"/>
                </a:cubicBezTo>
                <a:close/>
                <a:moveTo>
                  <a:pt x="422144" y="48448"/>
                </a:moveTo>
                <a:cubicBezTo>
                  <a:pt x="422144" y="38322"/>
                  <a:pt x="424958" y="30822"/>
                  <a:pt x="430587" y="25949"/>
                </a:cubicBezTo>
                <a:cubicBezTo>
                  <a:pt x="435290" y="21898"/>
                  <a:pt x="441022" y="19873"/>
                  <a:pt x="447783" y="19873"/>
                </a:cubicBezTo>
                <a:cubicBezTo>
                  <a:pt x="455300" y="19873"/>
                  <a:pt x="461444" y="22336"/>
                  <a:pt x="466215" y="27261"/>
                </a:cubicBezTo>
                <a:cubicBezTo>
                  <a:pt x="470986" y="32187"/>
                  <a:pt x="473372" y="38991"/>
                  <a:pt x="473372" y="47675"/>
                </a:cubicBezTo>
                <a:cubicBezTo>
                  <a:pt x="473372" y="54712"/>
                  <a:pt x="472316" y="60246"/>
                  <a:pt x="470205" y="64279"/>
                </a:cubicBezTo>
                <a:cubicBezTo>
                  <a:pt x="468094" y="68312"/>
                  <a:pt x="465022" y="71444"/>
                  <a:pt x="460989" y="73675"/>
                </a:cubicBezTo>
                <a:cubicBezTo>
                  <a:pt x="456956" y="75906"/>
                  <a:pt x="452554" y="77022"/>
                  <a:pt x="447783" y="77022"/>
                </a:cubicBezTo>
                <a:cubicBezTo>
                  <a:pt x="440129" y="77022"/>
                  <a:pt x="433942" y="74568"/>
                  <a:pt x="429223" y="69660"/>
                </a:cubicBezTo>
                <a:cubicBezTo>
                  <a:pt x="424503" y="64751"/>
                  <a:pt x="422144" y="57681"/>
                  <a:pt x="422144" y="48448"/>
                </a:cubicBezTo>
                <a:moveTo>
                  <a:pt x="431668" y="48473"/>
                </a:moveTo>
                <a:cubicBezTo>
                  <a:pt x="431668" y="55467"/>
                  <a:pt x="433196" y="60703"/>
                  <a:pt x="436251" y="64183"/>
                </a:cubicBezTo>
                <a:cubicBezTo>
                  <a:pt x="439305" y="67662"/>
                  <a:pt x="443150" y="69402"/>
                  <a:pt x="447783" y="69402"/>
                </a:cubicBezTo>
                <a:cubicBezTo>
                  <a:pt x="452383" y="69402"/>
                  <a:pt x="456210" y="67654"/>
                  <a:pt x="459265" y="64157"/>
                </a:cubicBezTo>
                <a:cubicBezTo>
                  <a:pt x="462319" y="60660"/>
                  <a:pt x="463847" y="55329"/>
                  <a:pt x="463847" y="48164"/>
                </a:cubicBezTo>
                <a:cubicBezTo>
                  <a:pt x="463847" y="41411"/>
                  <a:pt x="462311" y="36295"/>
                  <a:pt x="459239" y="32815"/>
                </a:cubicBezTo>
                <a:cubicBezTo>
                  <a:pt x="456167" y="29336"/>
                  <a:pt x="452348" y="27596"/>
                  <a:pt x="447783" y="27596"/>
                </a:cubicBezTo>
                <a:cubicBezTo>
                  <a:pt x="443150" y="27596"/>
                  <a:pt x="439305" y="29327"/>
                  <a:pt x="436251" y="32790"/>
                </a:cubicBezTo>
                <a:cubicBezTo>
                  <a:pt x="433196" y="36252"/>
                  <a:pt x="431668" y="41480"/>
                  <a:pt x="431668" y="48473"/>
                </a:cubicBezTo>
                <a:close/>
                <a:moveTo>
                  <a:pt x="504407" y="67497"/>
                </a:moveTo>
                <a:lnTo>
                  <a:pt x="505745" y="75683"/>
                </a:lnTo>
                <a:cubicBezTo>
                  <a:pt x="503137" y="76232"/>
                  <a:pt x="500803" y="76507"/>
                  <a:pt x="498743" y="76507"/>
                </a:cubicBezTo>
                <a:cubicBezTo>
                  <a:pt x="495379" y="76507"/>
                  <a:pt x="492771" y="75975"/>
                  <a:pt x="490917" y="74911"/>
                </a:cubicBezTo>
                <a:cubicBezTo>
                  <a:pt x="489064" y="73847"/>
                  <a:pt x="487760" y="72448"/>
                  <a:pt x="487005" y="70715"/>
                </a:cubicBezTo>
                <a:cubicBezTo>
                  <a:pt x="486249" y="68982"/>
                  <a:pt x="485872" y="65335"/>
                  <a:pt x="485872" y="59774"/>
                </a:cubicBezTo>
                <a:lnTo>
                  <a:pt x="485872" y="28317"/>
                </a:lnTo>
                <a:lnTo>
                  <a:pt x="479076" y="28317"/>
                </a:lnTo>
                <a:lnTo>
                  <a:pt x="479076" y="21109"/>
                </a:lnTo>
                <a:lnTo>
                  <a:pt x="485872" y="21109"/>
                </a:lnTo>
                <a:lnTo>
                  <a:pt x="485872" y="7568"/>
                </a:lnTo>
                <a:lnTo>
                  <a:pt x="495088" y="2008"/>
                </a:lnTo>
                <a:lnTo>
                  <a:pt x="495088" y="21109"/>
                </a:lnTo>
                <a:lnTo>
                  <a:pt x="504407" y="21109"/>
                </a:lnTo>
                <a:lnTo>
                  <a:pt x="504407" y="28317"/>
                </a:lnTo>
                <a:lnTo>
                  <a:pt x="495088" y="28317"/>
                </a:lnTo>
                <a:lnTo>
                  <a:pt x="495088" y="60289"/>
                </a:lnTo>
                <a:cubicBezTo>
                  <a:pt x="495088" y="62932"/>
                  <a:pt x="495251" y="64631"/>
                  <a:pt x="495577" y="65386"/>
                </a:cubicBezTo>
                <a:cubicBezTo>
                  <a:pt x="495903" y="66141"/>
                  <a:pt x="496435" y="66742"/>
                  <a:pt x="497173" y="67188"/>
                </a:cubicBezTo>
                <a:cubicBezTo>
                  <a:pt x="497911" y="67634"/>
                  <a:pt x="498966" y="67858"/>
                  <a:pt x="500339" y="67858"/>
                </a:cubicBezTo>
                <a:cubicBezTo>
                  <a:pt x="501369" y="67858"/>
                  <a:pt x="502725" y="67737"/>
                  <a:pt x="504407" y="67497"/>
                </a:cubicBezTo>
                <a:close/>
                <a:moveTo>
                  <a:pt x="578430" y="55707"/>
                </a:moveTo>
                <a:lnTo>
                  <a:pt x="587543" y="56943"/>
                </a:lnTo>
                <a:cubicBezTo>
                  <a:pt x="586547" y="63224"/>
                  <a:pt x="583999" y="68141"/>
                  <a:pt x="579897" y="71693"/>
                </a:cubicBezTo>
                <a:cubicBezTo>
                  <a:pt x="575796" y="75246"/>
                  <a:pt x="570759" y="77022"/>
                  <a:pt x="564786" y="77022"/>
                </a:cubicBezTo>
                <a:cubicBezTo>
                  <a:pt x="557304" y="77022"/>
                  <a:pt x="551289" y="74576"/>
                  <a:pt x="546741" y="69685"/>
                </a:cubicBezTo>
                <a:cubicBezTo>
                  <a:pt x="542193" y="64794"/>
                  <a:pt x="539919" y="57784"/>
                  <a:pt x="539919" y="48654"/>
                </a:cubicBezTo>
                <a:cubicBezTo>
                  <a:pt x="539919" y="42750"/>
                  <a:pt x="540897" y="37584"/>
                  <a:pt x="542854" y="33156"/>
                </a:cubicBezTo>
                <a:cubicBezTo>
                  <a:pt x="544810" y="28729"/>
                  <a:pt x="547788" y="25408"/>
                  <a:pt x="551786" y="23194"/>
                </a:cubicBezTo>
                <a:cubicBezTo>
                  <a:pt x="555785" y="20980"/>
                  <a:pt x="560136" y="19873"/>
                  <a:pt x="564838" y="19873"/>
                </a:cubicBezTo>
                <a:cubicBezTo>
                  <a:pt x="570776" y="19873"/>
                  <a:pt x="575633" y="21366"/>
                  <a:pt x="579408" y="24353"/>
                </a:cubicBezTo>
                <a:cubicBezTo>
                  <a:pt x="583184" y="27338"/>
                  <a:pt x="585604" y="31577"/>
                  <a:pt x="586668" y="37069"/>
                </a:cubicBezTo>
                <a:lnTo>
                  <a:pt x="577658" y="38511"/>
                </a:lnTo>
                <a:cubicBezTo>
                  <a:pt x="576800" y="34855"/>
                  <a:pt x="575281" y="32105"/>
                  <a:pt x="573101" y="30260"/>
                </a:cubicBezTo>
                <a:cubicBezTo>
                  <a:pt x="570922" y="28416"/>
                  <a:pt x="568287" y="27493"/>
                  <a:pt x="565198" y="27493"/>
                </a:cubicBezTo>
                <a:cubicBezTo>
                  <a:pt x="560530" y="27493"/>
                  <a:pt x="556738" y="29166"/>
                  <a:pt x="553820" y="32513"/>
                </a:cubicBezTo>
                <a:cubicBezTo>
                  <a:pt x="550903" y="35859"/>
                  <a:pt x="549444" y="41154"/>
                  <a:pt x="549444" y="48396"/>
                </a:cubicBezTo>
                <a:cubicBezTo>
                  <a:pt x="549444" y="55741"/>
                  <a:pt x="550851" y="61079"/>
                  <a:pt x="553666" y="64408"/>
                </a:cubicBezTo>
                <a:cubicBezTo>
                  <a:pt x="556480" y="67737"/>
                  <a:pt x="560153" y="69402"/>
                  <a:pt x="564683" y="69402"/>
                </a:cubicBezTo>
                <a:cubicBezTo>
                  <a:pt x="568322" y="69402"/>
                  <a:pt x="571359" y="68282"/>
                  <a:pt x="573796" y="66043"/>
                </a:cubicBezTo>
                <a:cubicBezTo>
                  <a:pt x="576233" y="63803"/>
                  <a:pt x="577778" y="60358"/>
                  <a:pt x="578430" y="55707"/>
                </a:cubicBezTo>
                <a:close/>
                <a:moveTo>
                  <a:pt x="631151" y="68887"/>
                </a:moveTo>
                <a:cubicBezTo>
                  <a:pt x="627719" y="71862"/>
                  <a:pt x="624415" y="73961"/>
                  <a:pt x="621240" y="75186"/>
                </a:cubicBezTo>
                <a:cubicBezTo>
                  <a:pt x="618065" y="76410"/>
                  <a:pt x="614658" y="77022"/>
                  <a:pt x="611020" y="77022"/>
                </a:cubicBezTo>
                <a:cubicBezTo>
                  <a:pt x="605014" y="77022"/>
                  <a:pt x="600397" y="75555"/>
                  <a:pt x="597171" y="72620"/>
                </a:cubicBezTo>
                <a:cubicBezTo>
                  <a:pt x="593944" y="69685"/>
                  <a:pt x="592331" y="65935"/>
                  <a:pt x="592331" y="61370"/>
                </a:cubicBezTo>
                <a:cubicBezTo>
                  <a:pt x="592331" y="58693"/>
                  <a:pt x="592940" y="56248"/>
                  <a:pt x="594159" y="54034"/>
                </a:cubicBezTo>
                <a:cubicBezTo>
                  <a:pt x="595377" y="51820"/>
                  <a:pt x="596973" y="50044"/>
                  <a:pt x="598947" y="48705"/>
                </a:cubicBezTo>
                <a:cubicBezTo>
                  <a:pt x="600920" y="47366"/>
                  <a:pt x="603143" y="46354"/>
                  <a:pt x="605614" y="45667"/>
                </a:cubicBezTo>
                <a:cubicBezTo>
                  <a:pt x="607433" y="45187"/>
                  <a:pt x="610179" y="44724"/>
                  <a:pt x="613852" y="44277"/>
                </a:cubicBezTo>
                <a:cubicBezTo>
                  <a:pt x="621334" y="43385"/>
                  <a:pt x="626843" y="42321"/>
                  <a:pt x="630379" y="41085"/>
                </a:cubicBezTo>
                <a:cubicBezTo>
                  <a:pt x="630413" y="39821"/>
                  <a:pt x="630430" y="39017"/>
                  <a:pt x="630430" y="38675"/>
                </a:cubicBezTo>
                <a:cubicBezTo>
                  <a:pt x="630430" y="34913"/>
                  <a:pt x="629555" y="32264"/>
                  <a:pt x="627804" y="30725"/>
                </a:cubicBezTo>
                <a:cubicBezTo>
                  <a:pt x="625436" y="28639"/>
                  <a:pt x="621918" y="27596"/>
                  <a:pt x="617250" y="27596"/>
                </a:cubicBezTo>
                <a:cubicBezTo>
                  <a:pt x="612891" y="27596"/>
                  <a:pt x="609673" y="28360"/>
                  <a:pt x="607596" y="29887"/>
                </a:cubicBezTo>
                <a:cubicBezTo>
                  <a:pt x="605520" y="31415"/>
                  <a:pt x="603984" y="34118"/>
                  <a:pt x="602988" y="37996"/>
                </a:cubicBezTo>
                <a:lnTo>
                  <a:pt x="593927" y="36760"/>
                </a:lnTo>
                <a:cubicBezTo>
                  <a:pt x="594751" y="32870"/>
                  <a:pt x="596107" y="29728"/>
                  <a:pt x="597994" y="27335"/>
                </a:cubicBezTo>
                <a:cubicBezTo>
                  <a:pt x="599882" y="24942"/>
                  <a:pt x="602611" y="23101"/>
                  <a:pt x="606181" y="21810"/>
                </a:cubicBezTo>
                <a:cubicBezTo>
                  <a:pt x="609750" y="20519"/>
                  <a:pt x="613886" y="19873"/>
                  <a:pt x="618588" y="19873"/>
                </a:cubicBezTo>
                <a:cubicBezTo>
                  <a:pt x="623256" y="19873"/>
                  <a:pt x="627049" y="20425"/>
                  <a:pt x="629967" y="21527"/>
                </a:cubicBezTo>
                <a:cubicBezTo>
                  <a:pt x="632884" y="22629"/>
                  <a:pt x="635029" y="24015"/>
                  <a:pt x="636402" y="25686"/>
                </a:cubicBezTo>
                <a:cubicBezTo>
                  <a:pt x="637775" y="27356"/>
                  <a:pt x="638736" y="29466"/>
                  <a:pt x="639286" y="32016"/>
                </a:cubicBezTo>
                <a:cubicBezTo>
                  <a:pt x="639594" y="33600"/>
                  <a:pt x="639749" y="36446"/>
                  <a:pt x="639749" y="40553"/>
                </a:cubicBezTo>
                <a:lnTo>
                  <a:pt x="639749" y="52874"/>
                </a:lnTo>
                <a:cubicBezTo>
                  <a:pt x="639749" y="61464"/>
                  <a:pt x="639946" y="66905"/>
                  <a:pt x="640341" y="69196"/>
                </a:cubicBezTo>
                <a:cubicBezTo>
                  <a:pt x="640736" y="71487"/>
                  <a:pt x="641517" y="73684"/>
                  <a:pt x="642684" y="75786"/>
                </a:cubicBezTo>
                <a:lnTo>
                  <a:pt x="633004" y="75786"/>
                </a:lnTo>
                <a:cubicBezTo>
                  <a:pt x="632043" y="73820"/>
                  <a:pt x="631425" y="71520"/>
                  <a:pt x="631151" y="68887"/>
                </a:cubicBezTo>
                <a:moveTo>
                  <a:pt x="630379" y="48396"/>
                </a:moveTo>
                <a:cubicBezTo>
                  <a:pt x="627015" y="49763"/>
                  <a:pt x="621969" y="50924"/>
                  <a:pt x="615242" y="51881"/>
                </a:cubicBezTo>
                <a:cubicBezTo>
                  <a:pt x="611432" y="52427"/>
                  <a:pt x="608738" y="53042"/>
                  <a:pt x="607159" y="53725"/>
                </a:cubicBezTo>
                <a:cubicBezTo>
                  <a:pt x="605580" y="54408"/>
                  <a:pt x="604361" y="55407"/>
                  <a:pt x="603503" y="56722"/>
                </a:cubicBezTo>
                <a:cubicBezTo>
                  <a:pt x="602645" y="58037"/>
                  <a:pt x="602216" y="59498"/>
                  <a:pt x="602216" y="61103"/>
                </a:cubicBezTo>
                <a:cubicBezTo>
                  <a:pt x="602216" y="63563"/>
                  <a:pt x="603151" y="65613"/>
                  <a:pt x="605022" y="67253"/>
                </a:cubicBezTo>
                <a:cubicBezTo>
                  <a:pt x="606893" y="68892"/>
                  <a:pt x="609630" y="69711"/>
                  <a:pt x="613234" y="69711"/>
                </a:cubicBezTo>
                <a:cubicBezTo>
                  <a:pt x="616804" y="69711"/>
                  <a:pt x="619979" y="68933"/>
                  <a:pt x="622759" y="67376"/>
                </a:cubicBezTo>
                <a:cubicBezTo>
                  <a:pt x="625539" y="65819"/>
                  <a:pt x="627581" y="63692"/>
                  <a:pt x="628886" y="60994"/>
                </a:cubicBezTo>
                <a:cubicBezTo>
                  <a:pt x="629881" y="58912"/>
                  <a:pt x="630379" y="55839"/>
                  <a:pt x="630379" y="51776"/>
                </a:cubicBezTo>
                <a:lnTo>
                  <a:pt x="630379" y="48396"/>
                </a:lnTo>
                <a:close/>
                <a:moveTo>
                  <a:pt x="689884" y="75786"/>
                </a:moveTo>
                <a:lnTo>
                  <a:pt x="689884" y="67705"/>
                </a:lnTo>
                <a:cubicBezTo>
                  <a:pt x="685628" y="73916"/>
                  <a:pt x="679844" y="77022"/>
                  <a:pt x="672534" y="77022"/>
                </a:cubicBezTo>
                <a:cubicBezTo>
                  <a:pt x="669307" y="77022"/>
                  <a:pt x="666295" y="76404"/>
                  <a:pt x="663498" y="75168"/>
                </a:cubicBezTo>
                <a:cubicBezTo>
                  <a:pt x="660701" y="73933"/>
                  <a:pt x="658624" y="72380"/>
                  <a:pt x="657268" y="70509"/>
                </a:cubicBezTo>
                <a:cubicBezTo>
                  <a:pt x="655912" y="68638"/>
                  <a:pt x="654960" y="66347"/>
                  <a:pt x="654411" y="63636"/>
                </a:cubicBezTo>
                <a:cubicBezTo>
                  <a:pt x="654033" y="61817"/>
                  <a:pt x="653844" y="58933"/>
                  <a:pt x="653844" y="54986"/>
                </a:cubicBezTo>
                <a:lnTo>
                  <a:pt x="653844" y="21109"/>
                </a:lnTo>
                <a:lnTo>
                  <a:pt x="663112" y="21109"/>
                </a:lnTo>
                <a:lnTo>
                  <a:pt x="663112" y="51402"/>
                </a:lnTo>
                <a:cubicBezTo>
                  <a:pt x="663112" y="56236"/>
                  <a:pt x="663301" y="59493"/>
                  <a:pt x="663678" y="61172"/>
                </a:cubicBezTo>
                <a:cubicBezTo>
                  <a:pt x="664262" y="63607"/>
                  <a:pt x="665497" y="65519"/>
                  <a:pt x="667385" y="66908"/>
                </a:cubicBezTo>
                <a:cubicBezTo>
                  <a:pt x="669273" y="68296"/>
                  <a:pt x="671607" y="68990"/>
                  <a:pt x="674387" y="68990"/>
                </a:cubicBezTo>
                <a:cubicBezTo>
                  <a:pt x="677167" y="68990"/>
                  <a:pt x="679776" y="68279"/>
                  <a:pt x="682213" y="66857"/>
                </a:cubicBezTo>
                <a:cubicBezTo>
                  <a:pt x="684650" y="65433"/>
                  <a:pt x="686374" y="63496"/>
                  <a:pt x="687387" y="61045"/>
                </a:cubicBezTo>
                <a:cubicBezTo>
                  <a:pt x="688400" y="58593"/>
                  <a:pt x="688906" y="55036"/>
                  <a:pt x="688906" y="50373"/>
                </a:cubicBezTo>
                <a:lnTo>
                  <a:pt x="688906" y="21109"/>
                </a:lnTo>
                <a:lnTo>
                  <a:pt x="698173" y="21109"/>
                </a:lnTo>
                <a:lnTo>
                  <a:pt x="698173" y="75786"/>
                </a:lnTo>
                <a:lnTo>
                  <a:pt x="689884" y="75786"/>
                </a:lnTo>
                <a:close/>
                <a:moveTo>
                  <a:pt x="708922" y="59414"/>
                </a:moveTo>
                <a:lnTo>
                  <a:pt x="718087" y="57972"/>
                </a:lnTo>
                <a:cubicBezTo>
                  <a:pt x="718601" y="61661"/>
                  <a:pt x="720034" y="64488"/>
                  <a:pt x="722386" y="66455"/>
                </a:cubicBezTo>
                <a:cubicBezTo>
                  <a:pt x="724737" y="68420"/>
                  <a:pt x="728023" y="69402"/>
                  <a:pt x="732245" y="69402"/>
                </a:cubicBezTo>
                <a:cubicBezTo>
                  <a:pt x="736501" y="69402"/>
                  <a:pt x="739659" y="68535"/>
                  <a:pt x="741718" y="66802"/>
                </a:cubicBezTo>
                <a:cubicBezTo>
                  <a:pt x="743778" y="65069"/>
                  <a:pt x="744807" y="63035"/>
                  <a:pt x="744807" y="60701"/>
                </a:cubicBezTo>
                <a:cubicBezTo>
                  <a:pt x="744807" y="58607"/>
                  <a:pt x="743898" y="56960"/>
                  <a:pt x="742079" y="55759"/>
                </a:cubicBezTo>
                <a:cubicBezTo>
                  <a:pt x="740809" y="54935"/>
                  <a:pt x="737651" y="53888"/>
                  <a:pt x="732605" y="52618"/>
                </a:cubicBezTo>
                <a:cubicBezTo>
                  <a:pt x="725809" y="50902"/>
                  <a:pt x="721098" y="49417"/>
                  <a:pt x="718473" y="48164"/>
                </a:cubicBezTo>
                <a:cubicBezTo>
                  <a:pt x="715847" y="46912"/>
                  <a:pt x="713856" y="45178"/>
                  <a:pt x="712500" y="42964"/>
                </a:cubicBezTo>
                <a:cubicBezTo>
                  <a:pt x="711145" y="40751"/>
                  <a:pt x="710467" y="38305"/>
                  <a:pt x="710467" y="35628"/>
                </a:cubicBezTo>
                <a:cubicBezTo>
                  <a:pt x="710467" y="33191"/>
                  <a:pt x="711024" y="30934"/>
                  <a:pt x="712140" y="28857"/>
                </a:cubicBezTo>
                <a:cubicBezTo>
                  <a:pt x="713255" y="26781"/>
                  <a:pt x="714774" y="25056"/>
                  <a:pt x="716696" y="23683"/>
                </a:cubicBezTo>
                <a:cubicBezTo>
                  <a:pt x="718138" y="22619"/>
                  <a:pt x="720103" y="21718"/>
                  <a:pt x="722591" y="20980"/>
                </a:cubicBezTo>
                <a:cubicBezTo>
                  <a:pt x="725080" y="20242"/>
                  <a:pt x="727749" y="19873"/>
                  <a:pt x="730597" y="19873"/>
                </a:cubicBezTo>
                <a:cubicBezTo>
                  <a:pt x="734888" y="19873"/>
                  <a:pt x="738655" y="20491"/>
                  <a:pt x="741898" y="21727"/>
                </a:cubicBezTo>
                <a:cubicBezTo>
                  <a:pt x="745142" y="22962"/>
                  <a:pt x="747536" y="24636"/>
                  <a:pt x="749081" y="26747"/>
                </a:cubicBezTo>
                <a:cubicBezTo>
                  <a:pt x="750625" y="28857"/>
                  <a:pt x="751689" y="31681"/>
                  <a:pt x="752273" y="35216"/>
                </a:cubicBezTo>
                <a:lnTo>
                  <a:pt x="743211" y="36452"/>
                </a:lnTo>
                <a:cubicBezTo>
                  <a:pt x="742799" y="33637"/>
                  <a:pt x="741607" y="31440"/>
                  <a:pt x="739633" y="29861"/>
                </a:cubicBezTo>
                <a:cubicBezTo>
                  <a:pt x="737659" y="28283"/>
                  <a:pt x="734871" y="27493"/>
                  <a:pt x="731267" y="27493"/>
                </a:cubicBezTo>
                <a:cubicBezTo>
                  <a:pt x="727011" y="27493"/>
                  <a:pt x="723973" y="28197"/>
                  <a:pt x="722154" y="29604"/>
                </a:cubicBezTo>
                <a:cubicBezTo>
                  <a:pt x="720335" y="31011"/>
                  <a:pt x="719425" y="32659"/>
                  <a:pt x="719425" y="34547"/>
                </a:cubicBezTo>
                <a:cubicBezTo>
                  <a:pt x="719425" y="35748"/>
                  <a:pt x="719803" y="36829"/>
                  <a:pt x="720558" y="37790"/>
                </a:cubicBezTo>
                <a:cubicBezTo>
                  <a:pt x="721313" y="38786"/>
                  <a:pt x="722497" y="39609"/>
                  <a:pt x="724110" y="40261"/>
                </a:cubicBezTo>
                <a:cubicBezTo>
                  <a:pt x="725037" y="40605"/>
                  <a:pt x="727766" y="41394"/>
                  <a:pt x="732296" y="42630"/>
                </a:cubicBezTo>
                <a:cubicBezTo>
                  <a:pt x="738852" y="44380"/>
                  <a:pt x="743426" y="45813"/>
                  <a:pt x="746017" y="46929"/>
                </a:cubicBezTo>
                <a:cubicBezTo>
                  <a:pt x="748609" y="48044"/>
                  <a:pt x="750642" y="49666"/>
                  <a:pt x="752118" y="51794"/>
                </a:cubicBezTo>
                <a:cubicBezTo>
                  <a:pt x="753594" y="53922"/>
                  <a:pt x="754332" y="56565"/>
                  <a:pt x="754332" y="59723"/>
                </a:cubicBezTo>
                <a:cubicBezTo>
                  <a:pt x="754332" y="62812"/>
                  <a:pt x="753431" y="65721"/>
                  <a:pt x="751629" y="68450"/>
                </a:cubicBezTo>
                <a:cubicBezTo>
                  <a:pt x="749827" y="71178"/>
                  <a:pt x="747227" y="73289"/>
                  <a:pt x="743829" y="74782"/>
                </a:cubicBezTo>
                <a:cubicBezTo>
                  <a:pt x="740431" y="76275"/>
                  <a:pt x="736587" y="77022"/>
                  <a:pt x="732296" y="77022"/>
                </a:cubicBezTo>
                <a:cubicBezTo>
                  <a:pt x="725191" y="77022"/>
                  <a:pt x="719777" y="75542"/>
                  <a:pt x="716053" y="72581"/>
                </a:cubicBezTo>
                <a:cubicBezTo>
                  <a:pt x="712329" y="69621"/>
                  <a:pt x="709952" y="65232"/>
                  <a:pt x="708922" y="59414"/>
                </a:cubicBezTo>
                <a:close/>
                <a:moveTo>
                  <a:pt x="802780" y="58075"/>
                </a:moveTo>
                <a:lnTo>
                  <a:pt x="812356" y="59311"/>
                </a:lnTo>
                <a:cubicBezTo>
                  <a:pt x="810846" y="64922"/>
                  <a:pt x="808048" y="69277"/>
                  <a:pt x="803964" y="72375"/>
                </a:cubicBezTo>
                <a:cubicBezTo>
                  <a:pt x="799879" y="75473"/>
                  <a:pt x="794662" y="77022"/>
                  <a:pt x="788312" y="77022"/>
                </a:cubicBezTo>
                <a:cubicBezTo>
                  <a:pt x="780315" y="77022"/>
                  <a:pt x="773974" y="74559"/>
                  <a:pt x="769289" y="69634"/>
                </a:cubicBezTo>
                <a:cubicBezTo>
                  <a:pt x="764603" y="64708"/>
                  <a:pt x="762261" y="57801"/>
                  <a:pt x="762261" y="48911"/>
                </a:cubicBezTo>
                <a:cubicBezTo>
                  <a:pt x="762261" y="39712"/>
                  <a:pt x="764629" y="32573"/>
                  <a:pt x="769366" y="27493"/>
                </a:cubicBezTo>
                <a:cubicBezTo>
                  <a:pt x="774102" y="22413"/>
                  <a:pt x="780246" y="19873"/>
                  <a:pt x="787798" y="19873"/>
                </a:cubicBezTo>
                <a:cubicBezTo>
                  <a:pt x="795108" y="19873"/>
                  <a:pt x="801081" y="22358"/>
                  <a:pt x="805714" y="27327"/>
                </a:cubicBezTo>
                <a:cubicBezTo>
                  <a:pt x="810348" y="32296"/>
                  <a:pt x="812665" y="39286"/>
                  <a:pt x="812665" y="48298"/>
                </a:cubicBezTo>
                <a:cubicBezTo>
                  <a:pt x="812665" y="48846"/>
                  <a:pt x="812648" y="49668"/>
                  <a:pt x="812613" y="50764"/>
                </a:cubicBezTo>
                <a:lnTo>
                  <a:pt x="771837" y="50764"/>
                </a:lnTo>
                <a:cubicBezTo>
                  <a:pt x="772180" y="56788"/>
                  <a:pt x="773879" y="61400"/>
                  <a:pt x="776934" y="64601"/>
                </a:cubicBezTo>
                <a:cubicBezTo>
                  <a:pt x="779989" y="67802"/>
                  <a:pt x="783799" y="69402"/>
                  <a:pt x="788364" y="69402"/>
                </a:cubicBezTo>
                <a:cubicBezTo>
                  <a:pt x="791762" y="69402"/>
                  <a:pt x="794662" y="68502"/>
                  <a:pt x="797065" y="66701"/>
                </a:cubicBezTo>
                <a:cubicBezTo>
                  <a:pt x="799468" y="64899"/>
                  <a:pt x="801372" y="62024"/>
                  <a:pt x="802780" y="58075"/>
                </a:cubicBezTo>
                <a:moveTo>
                  <a:pt x="772352" y="43145"/>
                </a:moveTo>
                <a:lnTo>
                  <a:pt x="802883" y="43145"/>
                </a:lnTo>
                <a:cubicBezTo>
                  <a:pt x="802471" y="38560"/>
                  <a:pt x="801304" y="35122"/>
                  <a:pt x="799382" y="32830"/>
                </a:cubicBezTo>
                <a:cubicBezTo>
                  <a:pt x="796430" y="29272"/>
                  <a:pt x="792603" y="27493"/>
                  <a:pt x="787900" y="27493"/>
                </a:cubicBezTo>
                <a:cubicBezTo>
                  <a:pt x="783644" y="27493"/>
                  <a:pt x="780066" y="28913"/>
                  <a:pt x="777166" y="31754"/>
                </a:cubicBezTo>
                <a:cubicBezTo>
                  <a:pt x="774265" y="34593"/>
                  <a:pt x="772661" y="38390"/>
                  <a:pt x="772352" y="43145"/>
                </a:cubicBezTo>
                <a:close/>
                <a:moveTo>
                  <a:pt x="826554" y="75786"/>
                </a:moveTo>
                <a:lnTo>
                  <a:pt x="826554" y="65180"/>
                </a:lnTo>
                <a:lnTo>
                  <a:pt x="837109" y="65180"/>
                </a:lnTo>
                <a:lnTo>
                  <a:pt x="837109" y="75786"/>
                </a:lnTo>
                <a:lnTo>
                  <a:pt x="826554" y="75786"/>
                </a:lnTo>
                <a:close/>
                <a:moveTo>
                  <a:pt x="855844" y="75786"/>
                </a:moveTo>
                <a:lnTo>
                  <a:pt x="855844" y="65180"/>
                </a:lnTo>
                <a:lnTo>
                  <a:pt x="866398" y="65180"/>
                </a:lnTo>
                <a:lnTo>
                  <a:pt x="866398" y="75786"/>
                </a:lnTo>
                <a:lnTo>
                  <a:pt x="855844" y="75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3.Tofixthis,...">
            <a:extLst xmlns:a="http://schemas.openxmlformats.org/drawingml/2006/main">
              <a:ext uri="{FF2B5EF4-FFF2-40B4-BE49-F238E27FC236}">
                <a16:creationId xmlns:a16="http://schemas.microsoft.com/office/drawing/2014/main" id="{D33069E6-85CD-43A6-98B9-2377C547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994" y="968799"/>
            <a:ext cx="701074" cy="91644"/>
          </a:xfrm>
          <a:custGeom xmlns:a="http://schemas.openxmlformats.org/drawingml/2006/main">
            <a:pathLst>
              <a:path w="701074" h="91644">
                <a:moveTo>
                  <a:pt x="0" y="56634"/>
                </a:moveTo>
                <a:lnTo>
                  <a:pt x="9267" y="55398"/>
                </a:lnTo>
                <a:cubicBezTo>
                  <a:pt x="10331" y="60650"/>
                  <a:pt x="12142" y="64434"/>
                  <a:pt x="14699" y="66751"/>
                </a:cubicBezTo>
                <a:cubicBezTo>
                  <a:pt x="17256" y="69067"/>
                  <a:pt x="20371" y="70226"/>
                  <a:pt x="24044" y="70226"/>
                </a:cubicBezTo>
                <a:cubicBezTo>
                  <a:pt x="28403" y="70226"/>
                  <a:pt x="32084" y="68718"/>
                  <a:pt x="35087" y="65703"/>
                </a:cubicBezTo>
                <a:cubicBezTo>
                  <a:pt x="38090" y="62688"/>
                  <a:pt x="39592" y="58953"/>
                  <a:pt x="39592" y="54499"/>
                </a:cubicBezTo>
                <a:cubicBezTo>
                  <a:pt x="39592" y="50250"/>
                  <a:pt x="38202" y="46746"/>
                  <a:pt x="35422" y="43988"/>
                </a:cubicBezTo>
                <a:cubicBezTo>
                  <a:pt x="32642" y="41229"/>
                  <a:pt x="29106" y="39850"/>
                  <a:pt x="24816" y="39850"/>
                </a:cubicBezTo>
                <a:cubicBezTo>
                  <a:pt x="23065" y="39850"/>
                  <a:pt x="20886" y="40193"/>
                  <a:pt x="18277" y="40879"/>
                </a:cubicBezTo>
                <a:lnTo>
                  <a:pt x="19307" y="32745"/>
                </a:lnTo>
                <a:cubicBezTo>
                  <a:pt x="19925" y="32813"/>
                  <a:pt x="20422" y="32848"/>
                  <a:pt x="20800" y="32848"/>
                </a:cubicBezTo>
                <a:cubicBezTo>
                  <a:pt x="24747" y="32848"/>
                  <a:pt x="28300" y="31822"/>
                  <a:pt x="31457" y="29771"/>
                </a:cubicBezTo>
                <a:cubicBezTo>
                  <a:pt x="34615" y="27721"/>
                  <a:pt x="36194" y="24559"/>
                  <a:pt x="36194" y="20287"/>
                </a:cubicBezTo>
                <a:cubicBezTo>
                  <a:pt x="36194" y="16903"/>
                  <a:pt x="35044" y="14100"/>
                  <a:pt x="32745" y="11879"/>
                </a:cubicBezTo>
                <a:cubicBezTo>
                  <a:pt x="30445" y="9657"/>
                  <a:pt x="27476" y="8547"/>
                  <a:pt x="23838" y="8547"/>
                </a:cubicBezTo>
                <a:cubicBezTo>
                  <a:pt x="20234" y="8547"/>
                  <a:pt x="17230" y="9679"/>
                  <a:pt x="14828" y="11945"/>
                </a:cubicBezTo>
                <a:cubicBezTo>
                  <a:pt x="12425" y="14210"/>
                  <a:pt x="10881" y="17608"/>
                  <a:pt x="10194" y="22139"/>
                </a:cubicBezTo>
                <a:lnTo>
                  <a:pt x="927" y="20491"/>
                </a:lnTo>
                <a:cubicBezTo>
                  <a:pt x="2059" y="14279"/>
                  <a:pt x="4634" y="9465"/>
                  <a:pt x="8650" y="6050"/>
                </a:cubicBezTo>
                <a:cubicBezTo>
                  <a:pt x="12665" y="2634"/>
                  <a:pt x="17659" y="927"/>
                  <a:pt x="23632" y="927"/>
                </a:cubicBezTo>
                <a:cubicBezTo>
                  <a:pt x="27751" y="927"/>
                  <a:pt x="31543" y="1808"/>
                  <a:pt x="35010" y="3570"/>
                </a:cubicBezTo>
                <a:cubicBezTo>
                  <a:pt x="38477" y="5332"/>
                  <a:pt x="41128" y="7737"/>
                  <a:pt x="42964" y="10783"/>
                </a:cubicBezTo>
                <a:cubicBezTo>
                  <a:pt x="44801" y="13828"/>
                  <a:pt x="45719" y="17062"/>
                  <a:pt x="45719" y="20485"/>
                </a:cubicBezTo>
                <a:cubicBezTo>
                  <a:pt x="45719" y="23736"/>
                  <a:pt x="44844" y="26696"/>
                  <a:pt x="43093" y="29366"/>
                </a:cubicBezTo>
                <a:cubicBezTo>
                  <a:pt x="41343" y="32035"/>
                  <a:pt x="38751" y="34156"/>
                  <a:pt x="35319" y="35731"/>
                </a:cubicBezTo>
                <a:cubicBezTo>
                  <a:pt x="39781" y="36760"/>
                  <a:pt x="43248" y="38897"/>
                  <a:pt x="45719" y="42141"/>
                </a:cubicBezTo>
                <a:cubicBezTo>
                  <a:pt x="48190" y="45384"/>
                  <a:pt x="49426" y="49443"/>
                  <a:pt x="49426" y="54317"/>
                </a:cubicBezTo>
                <a:cubicBezTo>
                  <a:pt x="49426" y="60907"/>
                  <a:pt x="47023" y="66493"/>
                  <a:pt x="42218" y="71075"/>
                </a:cubicBezTo>
                <a:cubicBezTo>
                  <a:pt x="37413" y="75658"/>
                  <a:pt x="31337" y="77949"/>
                  <a:pt x="23992" y="77949"/>
                </a:cubicBezTo>
                <a:cubicBezTo>
                  <a:pt x="17368" y="77949"/>
                  <a:pt x="11867" y="75970"/>
                  <a:pt x="7491" y="72013"/>
                </a:cubicBezTo>
                <a:cubicBezTo>
                  <a:pt x="3115" y="68057"/>
                  <a:pt x="618" y="62930"/>
                  <a:pt x="0" y="56634"/>
                </a:cubicBezTo>
                <a:close/>
                <a:moveTo>
                  <a:pt x="63726" y="76713"/>
                </a:moveTo>
                <a:lnTo>
                  <a:pt x="63726" y="66107"/>
                </a:lnTo>
                <a:lnTo>
                  <a:pt x="74281" y="66107"/>
                </a:lnTo>
                <a:lnTo>
                  <a:pt x="74281" y="76713"/>
                </a:lnTo>
                <a:lnTo>
                  <a:pt x="63726" y="76713"/>
                </a:lnTo>
                <a:close/>
                <a:moveTo>
                  <a:pt x="140068" y="76713"/>
                </a:moveTo>
                <a:lnTo>
                  <a:pt x="140068" y="10194"/>
                </a:lnTo>
                <a:lnTo>
                  <a:pt x="115200" y="10194"/>
                </a:lnTo>
                <a:lnTo>
                  <a:pt x="115200" y="1236"/>
                </a:lnTo>
                <a:lnTo>
                  <a:pt x="175026" y="1236"/>
                </a:lnTo>
                <a:lnTo>
                  <a:pt x="175026" y="10194"/>
                </a:lnTo>
                <a:lnTo>
                  <a:pt x="150056" y="10194"/>
                </a:lnTo>
                <a:lnTo>
                  <a:pt x="150056" y="76713"/>
                </a:lnTo>
                <a:lnTo>
                  <a:pt x="140068" y="76713"/>
                </a:lnTo>
                <a:close/>
                <a:moveTo>
                  <a:pt x="180667" y="49374"/>
                </a:moveTo>
                <a:cubicBezTo>
                  <a:pt x="180667" y="39249"/>
                  <a:pt x="183481" y="31749"/>
                  <a:pt x="189110" y="26875"/>
                </a:cubicBezTo>
                <a:cubicBezTo>
                  <a:pt x="193812" y="22825"/>
                  <a:pt x="199544" y="20800"/>
                  <a:pt x="206306" y="20800"/>
                </a:cubicBezTo>
                <a:cubicBezTo>
                  <a:pt x="213823" y="20800"/>
                  <a:pt x="219967" y="23263"/>
                  <a:pt x="224738" y="28188"/>
                </a:cubicBezTo>
                <a:cubicBezTo>
                  <a:pt x="229509" y="33114"/>
                  <a:pt x="231894" y="39918"/>
                  <a:pt x="231894" y="48602"/>
                </a:cubicBezTo>
                <a:cubicBezTo>
                  <a:pt x="231894" y="55638"/>
                  <a:pt x="230839" y="61173"/>
                  <a:pt x="228728" y="65206"/>
                </a:cubicBezTo>
                <a:cubicBezTo>
                  <a:pt x="226617" y="69239"/>
                  <a:pt x="223545" y="72371"/>
                  <a:pt x="219512" y="74602"/>
                </a:cubicBezTo>
                <a:cubicBezTo>
                  <a:pt x="215479" y="76833"/>
                  <a:pt x="211077" y="77949"/>
                  <a:pt x="206306" y="77949"/>
                </a:cubicBezTo>
                <a:cubicBezTo>
                  <a:pt x="198652" y="77949"/>
                  <a:pt x="192465" y="75495"/>
                  <a:pt x="187746" y="70586"/>
                </a:cubicBezTo>
                <a:cubicBezTo>
                  <a:pt x="183026" y="65678"/>
                  <a:pt x="180667" y="58607"/>
                  <a:pt x="180667" y="49374"/>
                </a:cubicBezTo>
                <a:moveTo>
                  <a:pt x="190191" y="49400"/>
                </a:moveTo>
                <a:cubicBezTo>
                  <a:pt x="190191" y="56393"/>
                  <a:pt x="191719" y="61630"/>
                  <a:pt x="194773" y="65110"/>
                </a:cubicBezTo>
                <a:cubicBezTo>
                  <a:pt x="197828" y="68589"/>
                  <a:pt x="201673" y="70329"/>
                  <a:pt x="206306" y="70329"/>
                </a:cubicBezTo>
                <a:cubicBezTo>
                  <a:pt x="210906" y="70329"/>
                  <a:pt x="214733" y="68580"/>
                  <a:pt x="217787" y="65084"/>
                </a:cubicBezTo>
                <a:cubicBezTo>
                  <a:pt x="220842" y="61587"/>
                  <a:pt x="222370" y="56256"/>
                  <a:pt x="222370" y="49091"/>
                </a:cubicBezTo>
                <a:cubicBezTo>
                  <a:pt x="222370" y="42338"/>
                  <a:pt x="220834" y="37222"/>
                  <a:pt x="217762" y="33742"/>
                </a:cubicBezTo>
                <a:cubicBezTo>
                  <a:pt x="214690" y="30263"/>
                  <a:pt x="210871" y="28523"/>
                  <a:pt x="206306" y="28523"/>
                </a:cubicBezTo>
                <a:cubicBezTo>
                  <a:pt x="201673" y="28523"/>
                  <a:pt x="197828" y="30254"/>
                  <a:pt x="194773" y="33716"/>
                </a:cubicBezTo>
                <a:cubicBezTo>
                  <a:pt x="191719" y="37179"/>
                  <a:pt x="190191" y="42407"/>
                  <a:pt x="190191" y="49400"/>
                </a:cubicBezTo>
                <a:close/>
                <a:moveTo>
                  <a:pt x="274198" y="76713"/>
                </a:moveTo>
                <a:lnTo>
                  <a:pt x="274198" y="29244"/>
                </a:lnTo>
                <a:lnTo>
                  <a:pt x="266012" y="29244"/>
                </a:lnTo>
                <a:lnTo>
                  <a:pt x="266012" y="22036"/>
                </a:lnTo>
                <a:lnTo>
                  <a:pt x="274198" y="22036"/>
                </a:lnTo>
                <a:lnTo>
                  <a:pt x="274198" y="16231"/>
                </a:lnTo>
                <a:cubicBezTo>
                  <a:pt x="274198" y="12567"/>
                  <a:pt x="274524" y="9844"/>
                  <a:pt x="275176" y="8064"/>
                </a:cubicBezTo>
                <a:cubicBezTo>
                  <a:pt x="276069" y="5668"/>
                  <a:pt x="277639" y="3725"/>
                  <a:pt x="279887" y="2235"/>
                </a:cubicBezTo>
                <a:cubicBezTo>
                  <a:pt x="282135" y="745"/>
                  <a:pt x="285285" y="0"/>
                  <a:pt x="289335" y="0"/>
                </a:cubicBezTo>
                <a:cubicBezTo>
                  <a:pt x="291943" y="0"/>
                  <a:pt x="294826" y="311"/>
                  <a:pt x="297984" y="932"/>
                </a:cubicBezTo>
                <a:lnTo>
                  <a:pt x="296594" y="9058"/>
                </a:lnTo>
                <a:cubicBezTo>
                  <a:pt x="294672" y="8717"/>
                  <a:pt x="292853" y="8547"/>
                  <a:pt x="291137" y="8547"/>
                </a:cubicBezTo>
                <a:cubicBezTo>
                  <a:pt x="288322" y="8547"/>
                  <a:pt x="286331" y="9143"/>
                  <a:pt x="285164" y="10336"/>
                </a:cubicBezTo>
                <a:cubicBezTo>
                  <a:pt x="283997" y="11527"/>
                  <a:pt x="283414" y="13758"/>
                  <a:pt x="283414" y="17029"/>
                </a:cubicBezTo>
                <a:lnTo>
                  <a:pt x="283414" y="22036"/>
                </a:lnTo>
                <a:lnTo>
                  <a:pt x="294071" y="22036"/>
                </a:lnTo>
                <a:lnTo>
                  <a:pt x="294071" y="29244"/>
                </a:lnTo>
                <a:lnTo>
                  <a:pt x="283414" y="29244"/>
                </a:lnTo>
                <a:lnTo>
                  <a:pt x="283414" y="76713"/>
                </a:lnTo>
                <a:lnTo>
                  <a:pt x="274198" y="76713"/>
                </a:lnTo>
                <a:close/>
                <a:moveTo>
                  <a:pt x="301325" y="11842"/>
                </a:moveTo>
                <a:lnTo>
                  <a:pt x="301325" y="1236"/>
                </a:lnTo>
                <a:lnTo>
                  <a:pt x="310592" y="1236"/>
                </a:lnTo>
                <a:lnTo>
                  <a:pt x="310592" y="11842"/>
                </a:lnTo>
                <a:lnTo>
                  <a:pt x="301325" y="11842"/>
                </a:lnTo>
                <a:moveTo>
                  <a:pt x="301325" y="76713"/>
                </a:moveTo>
                <a:lnTo>
                  <a:pt x="301325" y="22036"/>
                </a:lnTo>
                <a:lnTo>
                  <a:pt x="310592" y="22036"/>
                </a:lnTo>
                <a:lnTo>
                  <a:pt x="310592" y="76713"/>
                </a:lnTo>
                <a:lnTo>
                  <a:pt x="301325" y="76713"/>
                </a:lnTo>
                <a:close/>
                <a:moveTo>
                  <a:pt x="318527" y="76713"/>
                </a:moveTo>
                <a:lnTo>
                  <a:pt x="338519" y="48441"/>
                </a:lnTo>
                <a:lnTo>
                  <a:pt x="320020" y="22036"/>
                </a:lnTo>
                <a:lnTo>
                  <a:pt x="331604" y="22036"/>
                </a:lnTo>
                <a:lnTo>
                  <a:pt x="339996" y="34778"/>
                </a:lnTo>
                <a:cubicBezTo>
                  <a:pt x="341575" y="37238"/>
                  <a:pt x="342845" y="39290"/>
                  <a:pt x="343806" y="40934"/>
                </a:cubicBezTo>
                <a:cubicBezTo>
                  <a:pt x="345316" y="38740"/>
                  <a:pt x="346706" y="36761"/>
                  <a:pt x="347976" y="34995"/>
                </a:cubicBezTo>
                <a:lnTo>
                  <a:pt x="357192" y="22036"/>
                </a:lnTo>
                <a:lnTo>
                  <a:pt x="368262" y="22036"/>
                </a:lnTo>
                <a:lnTo>
                  <a:pt x="349835" y="48198"/>
                </a:lnTo>
                <a:lnTo>
                  <a:pt x="369703" y="76713"/>
                </a:lnTo>
                <a:lnTo>
                  <a:pt x="358325" y="76713"/>
                </a:lnTo>
                <a:lnTo>
                  <a:pt x="347101" y="59745"/>
                </a:lnTo>
                <a:lnTo>
                  <a:pt x="344115" y="55458"/>
                </a:lnTo>
                <a:lnTo>
                  <a:pt x="329751" y="76713"/>
                </a:lnTo>
                <a:lnTo>
                  <a:pt x="318527" y="76713"/>
                </a:lnTo>
                <a:close/>
                <a:moveTo>
                  <a:pt x="426949" y="68424"/>
                </a:moveTo>
                <a:lnTo>
                  <a:pt x="428288" y="76610"/>
                </a:lnTo>
                <a:cubicBezTo>
                  <a:pt x="425679" y="77159"/>
                  <a:pt x="423345" y="77434"/>
                  <a:pt x="421286" y="77434"/>
                </a:cubicBezTo>
                <a:cubicBezTo>
                  <a:pt x="417922" y="77434"/>
                  <a:pt x="415313" y="76902"/>
                  <a:pt x="413460" y="75838"/>
                </a:cubicBezTo>
                <a:cubicBezTo>
                  <a:pt x="411606" y="74774"/>
                  <a:pt x="410302" y="73375"/>
                  <a:pt x="409547" y="71642"/>
                </a:cubicBezTo>
                <a:cubicBezTo>
                  <a:pt x="408792" y="69908"/>
                  <a:pt x="408414" y="66261"/>
                  <a:pt x="408414" y="60701"/>
                </a:cubicBezTo>
                <a:lnTo>
                  <a:pt x="408414" y="29244"/>
                </a:lnTo>
                <a:lnTo>
                  <a:pt x="401618" y="29244"/>
                </a:lnTo>
                <a:lnTo>
                  <a:pt x="401618" y="22036"/>
                </a:lnTo>
                <a:lnTo>
                  <a:pt x="408414" y="22036"/>
                </a:lnTo>
                <a:lnTo>
                  <a:pt x="408414" y="8495"/>
                </a:lnTo>
                <a:lnTo>
                  <a:pt x="417630" y="2935"/>
                </a:lnTo>
                <a:lnTo>
                  <a:pt x="417630" y="22036"/>
                </a:lnTo>
                <a:lnTo>
                  <a:pt x="426949" y="22036"/>
                </a:lnTo>
                <a:lnTo>
                  <a:pt x="426949" y="29244"/>
                </a:lnTo>
                <a:lnTo>
                  <a:pt x="417630" y="29244"/>
                </a:lnTo>
                <a:lnTo>
                  <a:pt x="417630" y="61216"/>
                </a:lnTo>
                <a:cubicBezTo>
                  <a:pt x="417630" y="63859"/>
                  <a:pt x="417793" y="65558"/>
                  <a:pt x="418119" y="66313"/>
                </a:cubicBezTo>
                <a:cubicBezTo>
                  <a:pt x="418445" y="67068"/>
                  <a:pt x="418977" y="67669"/>
                  <a:pt x="419715" y="68115"/>
                </a:cubicBezTo>
                <a:cubicBezTo>
                  <a:pt x="420453" y="68561"/>
                  <a:pt x="421509" y="68784"/>
                  <a:pt x="422882" y="68784"/>
                </a:cubicBezTo>
                <a:cubicBezTo>
                  <a:pt x="423911" y="68784"/>
                  <a:pt x="425267" y="68664"/>
                  <a:pt x="426949" y="68424"/>
                </a:cubicBezTo>
                <a:close/>
                <a:moveTo>
                  <a:pt x="436005" y="76713"/>
                </a:moveTo>
                <a:lnTo>
                  <a:pt x="436005" y="1236"/>
                </a:lnTo>
                <a:lnTo>
                  <a:pt x="445272" y="1236"/>
                </a:lnTo>
                <a:lnTo>
                  <a:pt x="445272" y="28365"/>
                </a:lnTo>
                <a:cubicBezTo>
                  <a:pt x="449597" y="23322"/>
                  <a:pt x="455054" y="20800"/>
                  <a:pt x="461644" y="20800"/>
                </a:cubicBezTo>
                <a:cubicBezTo>
                  <a:pt x="465694" y="20800"/>
                  <a:pt x="469213" y="21598"/>
                  <a:pt x="472199" y="23194"/>
                </a:cubicBezTo>
                <a:cubicBezTo>
                  <a:pt x="475185" y="24790"/>
                  <a:pt x="477322" y="26995"/>
                  <a:pt x="478609" y="29810"/>
                </a:cubicBezTo>
                <a:cubicBezTo>
                  <a:pt x="479896" y="32624"/>
                  <a:pt x="480539" y="36709"/>
                  <a:pt x="480539" y="42063"/>
                </a:cubicBezTo>
                <a:lnTo>
                  <a:pt x="480539" y="76713"/>
                </a:lnTo>
                <a:lnTo>
                  <a:pt x="471272" y="76713"/>
                </a:lnTo>
                <a:lnTo>
                  <a:pt x="471272" y="42100"/>
                </a:lnTo>
                <a:cubicBezTo>
                  <a:pt x="471272" y="37472"/>
                  <a:pt x="470268" y="34104"/>
                  <a:pt x="468260" y="31995"/>
                </a:cubicBezTo>
                <a:cubicBezTo>
                  <a:pt x="466252" y="29886"/>
                  <a:pt x="463412" y="28832"/>
                  <a:pt x="459739" y="28832"/>
                </a:cubicBezTo>
                <a:cubicBezTo>
                  <a:pt x="456993" y="28832"/>
                  <a:pt x="454411" y="29543"/>
                  <a:pt x="451991" y="30967"/>
                </a:cubicBezTo>
                <a:cubicBezTo>
                  <a:pt x="449571" y="32389"/>
                  <a:pt x="447846" y="34318"/>
                  <a:pt x="446817" y="36752"/>
                </a:cubicBezTo>
                <a:cubicBezTo>
                  <a:pt x="445787" y="39186"/>
                  <a:pt x="445272" y="42546"/>
                  <a:pt x="445272" y="46832"/>
                </a:cubicBezTo>
                <a:lnTo>
                  <a:pt x="445272" y="76713"/>
                </a:lnTo>
                <a:lnTo>
                  <a:pt x="436005" y="76713"/>
                </a:lnTo>
                <a:close/>
                <a:moveTo>
                  <a:pt x="494635" y="11842"/>
                </a:moveTo>
                <a:lnTo>
                  <a:pt x="494635" y="1236"/>
                </a:lnTo>
                <a:lnTo>
                  <a:pt x="503902" y="1236"/>
                </a:lnTo>
                <a:lnTo>
                  <a:pt x="503902" y="11842"/>
                </a:lnTo>
                <a:lnTo>
                  <a:pt x="494635" y="11842"/>
                </a:lnTo>
                <a:moveTo>
                  <a:pt x="494635" y="76713"/>
                </a:moveTo>
                <a:lnTo>
                  <a:pt x="494635" y="22036"/>
                </a:lnTo>
                <a:lnTo>
                  <a:pt x="503902" y="22036"/>
                </a:lnTo>
                <a:lnTo>
                  <a:pt x="503902" y="76713"/>
                </a:lnTo>
                <a:lnTo>
                  <a:pt x="494635" y="76713"/>
                </a:lnTo>
                <a:close/>
                <a:moveTo>
                  <a:pt x="514308" y="60341"/>
                </a:moveTo>
                <a:lnTo>
                  <a:pt x="523472" y="58899"/>
                </a:lnTo>
                <a:cubicBezTo>
                  <a:pt x="523987" y="62588"/>
                  <a:pt x="525420" y="65415"/>
                  <a:pt x="527771" y="67381"/>
                </a:cubicBezTo>
                <a:cubicBezTo>
                  <a:pt x="530123" y="69346"/>
                  <a:pt x="533409" y="70329"/>
                  <a:pt x="537631" y="70329"/>
                </a:cubicBezTo>
                <a:cubicBezTo>
                  <a:pt x="541887" y="70329"/>
                  <a:pt x="545045" y="69462"/>
                  <a:pt x="547104" y="67729"/>
                </a:cubicBezTo>
                <a:cubicBezTo>
                  <a:pt x="549163" y="65995"/>
                  <a:pt x="550193" y="63962"/>
                  <a:pt x="550193" y="61628"/>
                </a:cubicBezTo>
                <a:cubicBezTo>
                  <a:pt x="550193" y="59534"/>
                  <a:pt x="549284" y="57887"/>
                  <a:pt x="547464" y="56685"/>
                </a:cubicBezTo>
                <a:cubicBezTo>
                  <a:pt x="546195" y="55861"/>
                  <a:pt x="543037" y="54815"/>
                  <a:pt x="537991" y="53545"/>
                </a:cubicBezTo>
                <a:cubicBezTo>
                  <a:pt x="531195" y="51828"/>
                  <a:pt x="526484" y="50344"/>
                  <a:pt x="523858" y="49091"/>
                </a:cubicBezTo>
                <a:cubicBezTo>
                  <a:pt x="521233" y="47838"/>
                  <a:pt x="519242" y="46105"/>
                  <a:pt x="517886" y="43891"/>
                </a:cubicBezTo>
                <a:cubicBezTo>
                  <a:pt x="516530" y="41677"/>
                  <a:pt x="515853" y="39232"/>
                  <a:pt x="515853" y="36555"/>
                </a:cubicBezTo>
                <a:cubicBezTo>
                  <a:pt x="515853" y="34118"/>
                  <a:pt x="516410" y="31861"/>
                  <a:pt x="517526" y="29784"/>
                </a:cubicBezTo>
                <a:cubicBezTo>
                  <a:pt x="518641" y="27708"/>
                  <a:pt x="520160" y="25983"/>
                  <a:pt x="522082" y="24610"/>
                </a:cubicBezTo>
                <a:cubicBezTo>
                  <a:pt x="523524" y="23546"/>
                  <a:pt x="525489" y="22645"/>
                  <a:pt x="527977" y="21907"/>
                </a:cubicBezTo>
                <a:cubicBezTo>
                  <a:pt x="530466" y="21169"/>
                  <a:pt x="533134" y="20800"/>
                  <a:pt x="535983" y="20800"/>
                </a:cubicBezTo>
                <a:cubicBezTo>
                  <a:pt x="540274" y="20800"/>
                  <a:pt x="544041" y="21418"/>
                  <a:pt x="547284" y="22654"/>
                </a:cubicBezTo>
                <a:cubicBezTo>
                  <a:pt x="550528" y="23889"/>
                  <a:pt x="552922" y="25562"/>
                  <a:pt x="554466" y="27673"/>
                </a:cubicBezTo>
                <a:cubicBezTo>
                  <a:pt x="556011" y="29784"/>
                  <a:pt x="557075" y="32607"/>
                  <a:pt x="557659" y="36143"/>
                </a:cubicBezTo>
                <a:lnTo>
                  <a:pt x="548597" y="37378"/>
                </a:lnTo>
                <a:cubicBezTo>
                  <a:pt x="548185" y="34564"/>
                  <a:pt x="546993" y="32367"/>
                  <a:pt x="545019" y="30788"/>
                </a:cubicBezTo>
                <a:cubicBezTo>
                  <a:pt x="543045" y="29209"/>
                  <a:pt x="540257" y="28420"/>
                  <a:pt x="536653" y="28420"/>
                </a:cubicBezTo>
                <a:cubicBezTo>
                  <a:pt x="532396" y="28420"/>
                  <a:pt x="529359" y="29123"/>
                  <a:pt x="527540" y="30531"/>
                </a:cubicBezTo>
                <a:cubicBezTo>
                  <a:pt x="525721" y="31938"/>
                  <a:pt x="524811" y="33586"/>
                  <a:pt x="524811" y="35473"/>
                </a:cubicBezTo>
                <a:cubicBezTo>
                  <a:pt x="524811" y="36675"/>
                  <a:pt x="525189" y="37756"/>
                  <a:pt x="525944" y="38717"/>
                </a:cubicBezTo>
                <a:cubicBezTo>
                  <a:pt x="526699" y="39712"/>
                  <a:pt x="527883" y="40536"/>
                  <a:pt x="529496" y="41188"/>
                </a:cubicBezTo>
                <a:cubicBezTo>
                  <a:pt x="530423" y="41531"/>
                  <a:pt x="533152" y="42321"/>
                  <a:pt x="537682" y="43557"/>
                </a:cubicBezTo>
                <a:cubicBezTo>
                  <a:pt x="544238" y="45307"/>
                  <a:pt x="548812" y="46740"/>
                  <a:pt x="551403" y="47856"/>
                </a:cubicBezTo>
                <a:cubicBezTo>
                  <a:pt x="553995" y="48971"/>
                  <a:pt x="556028" y="50593"/>
                  <a:pt x="557504" y="52721"/>
                </a:cubicBezTo>
                <a:cubicBezTo>
                  <a:pt x="558980" y="54849"/>
                  <a:pt x="559718" y="57492"/>
                  <a:pt x="559718" y="60650"/>
                </a:cubicBezTo>
                <a:cubicBezTo>
                  <a:pt x="559718" y="63739"/>
                  <a:pt x="558817" y="66648"/>
                  <a:pt x="557015" y="69376"/>
                </a:cubicBezTo>
                <a:cubicBezTo>
                  <a:pt x="555213" y="72105"/>
                  <a:pt x="552613" y="74216"/>
                  <a:pt x="549215" y="75709"/>
                </a:cubicBezTo>
                <a:cubicBezTo>
                  <a:pt x="545817" y="77202"/>
                  <a:pt x="541973" y="77949"/>
                  <a:pt x="537682" y="77949"/>
                </a:cubicBezTo>
                <a:cubicBezTo>
                  <a:pt x="530577" y="77949"/>
                  <a:pt x="525163" y="76468"/>
                  <a:pt x="521439" y="73508"/>
                </a:cubicBezTo>
                <a:cubicBezTo>
                  <a:pt x="517715" y="70548"/>
                  <a:pt x="515338" y="66159"/>
                  <a:pt x="514308" y="60341"/>
                </a:cubicBezTo>
                <a:close/>
                <a:moveTo>
                  <a:pt x="573156" y="76713"/>
                </a:moveTo>
                <a:lnTo>
                  <a:pt x="573156" y="66107"/>
                </a:lnTo>
                <a:lnTo>
                  <a:pt x="583710" y="66107"/>
                </a:lnTo>
                <a:lnTo>
                  <a:pt x="583710" y="76713"/>
                </a:lnTo>
                <a:cubicBezTo>
                  <a:pt x="583710" y="80592"/>
                  <a:pt x="583024" y="83724"/>
                  <a:pt x="581651" y="86109"/>
                </a:cubicBezTo>
                <a:cubicBezTo>
                  <a:pt x="580278" y="88495"/>
                  <a:pt x="578098" y="90339"/>
                  <a:pt x="575112" y="91644"/>
                </a:cubicBezTo>
                <a:lnTo>
                  <a:pt x="572538" y="87628"/>
                </a:lnTo>
                <a:cubicBezTo>
                  <a:pt x="574494" y="86774"/>
                  <a:pt x="575936" y="85519"/>
                  <a:pt x="576863" y="83861"/>
                </a:cubicBezTo>
                <a:cubicBezTo>
                  <a:pt x="577789" y="82204"/>
                  <a:pt x="578304" y="79821"/>
                  <a:pt x="578407" y="76713"/>
                </a:cubicBezTo>
                <a:lnTo>
                  <a:pt x="573156" y="76713"/>
                </a:lnTo>
                <a:close/>
                <a:moveTo>
                  <a:pt x="631941" y="76713"/>
                </a:moveTo>
                <a:lnTo>
                  <a:pt x="631941" y="66107"/>
                </a:lnTo>
                <a:lnTo>
                  <a:pt x="642496" y="66107"/>
                </a:lnTo>
                <a:lnTo>
                  <a:pt x="642496" y="76713"/>
                </a:lnTo>
                <a:lnTo>
                  <a:pt x="631941" y="76713"/>
                </a:lnTo>
                <a:close/>
                <a:moveTo>
                  <a:pt x="661230" y="76713"/>
                </a:moveTo>
                <a:lnTo>
                  <a:pt x="661230" y="66107"/>
                </a:lnTo>
                <a:lnTo>
                  <a:pt x="671784" y="66107"/>
                </a:lnTo>
                <a:lnTo>
                  <a:pt x="671784" y="76713"/>
                </a:lnTo>
                <a:lnTo>
                  <a:pt x="661230" y="76713"/>
                </a:lnTo>
                <a:close/>
                <a:moveTo>
                  <a:pt x="690519" y="76713"/>
                </a:moveTo>
                <a:lnTo>
                  <a:pt x="690519" y="66107"/>
                </a:lnTo>
                <a:lnTo>
                  <a:pt x="701074" y="66107"/>
                </a:lnTo>
                <a:lnTo>
                  <a:pt x="701074" y="76713"/>
                </a:lnTo>
                <a:lnTo>
                  <a:pt x="690519" y="76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4.Updates`_find`.">
            <a:extLst xmlns:a="http://schemas.openxmlformats.org/drawingml/2006/main">
              <a:ext uri="{FF2B5EF4-FFF2-40B4-BE49-F238E27FC236}">
                <a16:creationId xmlns:a16="http://schemas.microsoft.com/office/drawing/2014/main" id="{661F1B5D-53C9-4F26-A18D-9D28EAFF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905" y="1095329"/>
            <a:ext cx="856467" cy="97719"/>
          </a:xfrm>
          <a:custGeom xmlns:a="http://schemas.openxmlformats.org/drawingml/2006/main">
            <a:pathLst>
              <a:path w="856467" h="97719">
                <a:moveTo>
                  <a:pt x="32745" y="76713"/>
                </a:moveTo>
                <a:lnTo>
                  <a:pt x="32745" y="58590"/>
                </a:lnTo>
                <a:lnTo>
                  <a:pt x="0" y="58590"/>
                </a:lnTo>
                <a:lnTo>
                  <a:pt x="0" y="50044"/>
                </a:lnTo>
                <a:lnTo>
                  <a:pt x="34444" y="1236"/>
                </a:lnTo>
                <a:lnTo>
                  <a:pt x="42012" y="1236"/>
                </a:lnTo>
                <a:lnTo>
                  <a:pt x="42012" y="50044"/>
                </a:lnTo>
                <a:lnTo>
                  <a:pt x="52206" y="50044"/>
                </a:lnTo>
                <a:lnTo>
                  <a:pt x="52206" y="58590"/>
                </a:lnTo>
                <a:lnTo>
                  <a:pt x="42012" y="58590"/>
                </a:lnTo>
                <a:lnTo>
                  <a:pt x="42012" y="76713"/>
                </a:lnTo>
                <a:lnTo>
                  <a:pt x="32745" y="76713"/>
                </a:lnTo>
                <a:moveTo>
                  <a:pt x="32745" y="50044"/>
                </a:moveTo>
                <a:lnTo>
                  <a:pt x="32745" y="16199"/>
                </a:lnTo>
                <a:lnTo>
                  <a:pt x="9113" y="50044"/>
                </a:lnTo>
                <a:lnTo>
                  <a:pt x="32745" y="50044"/>
                </a:lnTo>
                <a:close/>
                <a:moveTo>
                  <a:pt x="66816" y="76713"/>
                </a:moveTo>
                <a:lnTo>
                  <a:pt x="66816" y="66107"/>
                </a:lnTo>
                <a:lnTo>
                  <a:pt x="77370" y="66107"/>
                </a:lnTo>
                <a:lnTo>
                  <a:pt x="77370" y="76713"/>
                </a:lnTo>
                <a:lnTo>
                  <a:pt x="66816" y="76713"/>
                </a:lnTo>
                <a:close/>
                <a:moveTo>
                  <a:pt x="173481" y="1236"/>
                </a:moveTo>
                <a:lnTo>
                  <a:pt x="183470" y="1236"/>
                </a:lnTo>
                <a:lnTo>
                  <a:pt x="183470" y="44815"/>
                </a:lnTo>
                <a:cubicBezTo>
                  <a:pt x="183470" y="52395"/>
                  <a:pt x="182612" y="58414"/>
                  <a:pt x="180895" y="62873"/>
                </a:cubicBezTo>
                <a:cubicBezTo>
                  <a:pt x="179179" y="67332"/>
                  <a:pt x="176081" y="70960"/>
                  <a:pt x="171602" y="73756"/>
                </a:cubicBezTo>
                <a:cubicBezTo>
                  <a:pt x="167123" y="76551"/>
                  <a:pt x="161245" y="77949"/>
                  <a:pt x="153969" y="77949"/>
                </a:cubicBezTo>
                <a:cubicBezTo>
                  <a:pt x="146898" y="77949"/>
                  <a:pt x="141114" y="76731"/>
                  <a:pt x="136618" y="74296"/>
                </a:cubicBezTo>
                <a:cubicBezTo>
                  <a:pt x="132122" y="71861"/>
                  <a:pt x="128912" y="68336"/>
                  <a:pt x="126990" y="63723"/>
                </a:cubicBezTo>
                <a:cubicBezTo>
                  <a:pt x="125068" y="59109"/>
                  <a:pt x="124107" y="52807"/>
                  <a:pt x="124107" y="44815"/>
                </a:cubicBezTo>
                <a:lnTo>
                  <a:pt x="124107" y="1236"/>
                </a:lnTo>
                <a:lnTo>
                  <a:pt x="134095" y="1236"/>
                </a:lnTo>
                <a:lnTo>
                  <a:pt x="134095" y="44726"/>
                </a:lnTo>
                <a:cubicBezTo>
                  <a:pt x="134095" y="51272"/>
                  <a:pt x="134705" y="56096"/>
                  <a:pt x="135923" y="59198"/>
                </a:cubicBezTo>
                <a:cubicBezTo>
                  <a:pt x="137141" y="62299"/>
                  <a:pt x="139235" y="64690"/>
                  <a:pt x="142204" y="66369"/>
                </a:cubicBezTo>
                <a:cubicBezTo>
                  <a:pt x="145173" y="68048"/>
                  <a:pt x="148803" y="68887"/>
                  <a:pt x="153093" y="68887"/>
                </a:cubicBezTo>
                <a:cubicBezTo>
                  <a:pt x="160439" y="68887"/>
                  <a:pt x="165673" y="67225"/>
                  <a:pt x="168796" y="63901"/>
                </a:cubicBezTo>
                <a:cubicBezTo>
                  <a:pt x="171920" y="60576"/>
                  <a:pt x="173481" y="54184"/>
                  <a:pt x="173481" y="44726"/>
                </a:cubicBezTo>
                <a:lnTo>
                  <a:pt x="173481" y="1236"/>
                </a:lnTo>
                <a:close/>
                <a:moveTo>
                  <a:pt x="198921" y="97719"/>
                </a:moveTo>
                <a:lnTo>
                  <a:pt x="198921" y="22036"/>
                </a:lnTo>
                <a:lnTo>
                  <a:pt x="207364" y="22036"/>
                </a:lnTo>
                <a:lnTo>
                  <a:pt x="207364" y="29191"/>
                </a:lnTo>
                <a:cubicBezTo>
                  <a:pt x="209355" y="26393"/>
                  <a:pt x="211603" y="24296"/>
                  <a:pt x="214109" y="22898"/>
                </a:cubicBezTo>
                <a:cubicBezTo>
                  <a:pt x="216615" y="21499"/>
                  <a:pt x="219652" y="20800"/>
                  <a:pt x="223222" y="20800"/>
                </a:cubicBezTo>
                <a:cubicBezTo>
                  <a:pt x="227890" y="20800"/>
                  <a:pt x="232009" y="22001"/>
                  <a:pt x="235578" y="24404"/>
                </a:cubicBezTo>
                <a:cubicBezTo>
                  <a:pt x="239148" y="26807"/>
                  <a:pt x="241842" y="30196"/>
                  <a:pt x="243662" y="34572"/>
                </a:cubicBezTo>
                <a:cubicBezTo>
                  <a:pt x="245481" y="38949"/>
                  <a:pt x="246390" y="43745"/>
                  <a:pt x="246390" y="48962"/>
                </a:cubicBezTo>
                <a:cubicBezTo>
                  <a:pt x="246390" y="54557"/>
                  <a:pt x="245386" y="59594"/>
                  <a:pt x="243378" y="64073"/>
                </a:cubicBezTo>
                <a:cubicBezTo>
                  <a:pt x="241370" y="68553"/>
                  <a:pt x="238453" y="71985"/>
                  <a:pt x="234626" y="74370"/>
                </a:cubicBezTo>
                <a:cubicBezTo>
                  <a:pt x="230799" y="76756"/>
                  <a:pt x="226774" y="77949"/>
                  <a:pt x="222553" y="77949"/>
                </a:cubicBezTo>
                <a:cubicBezTo>
                  <a:pt x="219464" y="77949"/>
                  <a:pt x="216692" y="77296"/>
                  <a:pt x="214238" y="75992"/>
                </a:cubicBezTo>
                <a:cubicBezTo>
                  <a:pt x="211784" y="74688"/>
                  <a:pt x="209767" y="73040"/>
                  <a:pt x="208188" y="71050"/>
                </a:cubicBezTo>
                <a:lnTo>
                  <a:pt x="208188" y="97719"/>
                </a:lnTo>
                <a:lnTo>
                  <a:pt x="198921" y="97719"/>
                </a:lnTo>
                <a:moveTo>
                  <a:pt x="207313" y="49709"/>
                </a:moveTo>
                <a:cubicBezTo>
                  <a:pt x="207313" y="56737"/>
                  <a:pt x="208737" y="61930"/>
                  <a:pt x="211586" y="65290"/>
                </a:cubicBezTo>
                <a:cubicBezTo>
                  <a:pt x="214435" y="68649"/>
                  <a:pt x="217885" y="70329"/>
                  <a:pt x="221935" y="70329"/>
                </a:cubicBezTo>
                <a:cubicBezTo>
                  <a:pt x="226054" y="70329"/>
                  <a:pt x="229580" y="68589"/>
                  <a:pt x="232515" y="65110"/>
                </a:cubicBezTo>
                <a:cubicBezTo>
                  <a:pt x="235450" y="61630"/>
                  <a:pt x="236917" y="56239"/>
                  <a:pt x="236917" y="48937"/>
                </a:cubicBezTo>
                <a:cubicBezTo>
                  <a:pt x="236917" y="41978"/>
                  <a:pt x="235484" y="36767"/>
                  <a:pt x="232618" y="33305"/>
                </a:cubicBezTo>
                <a:cubicBezTo>
                  <a:pt x="229752" y="29842"/>
                  <a:pt x="226328" y="28111"/>
                  <a:pt x="222347" y="28111"/>
                </a:cubicBezTo>
                <a:cubicBezTo>
                  <a:pt x="218399" y="28111"/>
                  <a:pt x="214907" y="29954"/>
                  <a:pt x="211869" y="33639"/>
                </a:cubicBezTo>
                <a:cubicBezTo>
                  <a:pt x="208832" y="37325"/>
                  <a:pt x="207313" y="42681"/>
                  <a:pt x="207313" y="49709"/>
                </a:cubicBezTo>
                <a:close/>
                <a:moveTo>
                  <a:pt x="292973" y="76713"/>
                </a:moveTo>
                <a:lnTo>
                  <a:pt x="292973" y="69814"/>
                </a:lnTo>
                <a:cubicBezTo>
                  <a:pt x="289506" y="75237"/>
                  <a:pt x="284409" y="77949"/>
                  <a:pt x="277682" y="77949"/>
                </a:cubicBezTo>
                <a:cubicBezTo>
                  <a:pt x="273323" y="77949"/>
                  <a:pt x="269316" y="76747"/>
                  <a:pt x="265660" y="74345"/>
                </a:cubicBezTo>
                <a:cubicBezTo>
                  <a:pt x="262005" y="71942"/>
                  <a:pt x="259173" y="68587"/>
                  <a:pt x="257165" y="64279"/>
                </a:cubicBezTo>
                <a:cubicBezTo>
                  <a:pt x="255157" y="59972"/>
                  <a:pt x="254153" y="55021"/>
                  <a:pt x="254153" y="49426"/>
                </a:cubicBezTo>
                <a:cubicBezTo>
                  <a:pt x="254153" y="43968"/>
                  <a:pt x="255063" y="39017"/>
                  <a:pt x="256882" y="34572"/>
                </a:cubicBezTo>
                <a:cubicBezTo>
                  <a:pt x="258701" y="30127"/>
                  <a:pt x="261430" y="26721"/>
                  <a:pt x="265068" y="24353"/>
                </a:cubicBezTo>
                <a:cubicBezTo>
                  <a:pt x="268706" y="21984"/>
                  <a:pt x="272774" y="20800"/>
                  <a:pt x="277270" y="20800"/>
                </a:cubicBezTo>
                <a:cubicBezTo>
                  <a:pt x="280565" y="20800"/>
                  <a:pt x="283500" y="21500"/>
                  <a:pt x="286074" y="22900"/>
                </a:cubicBezTo>
                <a:cubicBezTo>
                  <a:pt x="288648" y="24298"/>
                  <a:pt x="290742" y="26121"/>
                  <a:pt x="292355" y="28367"/>
                </a:cubicBezTo>
                <a:lnTo>
                  <a:pt x="292355" y="1236"/>
                </a:lnTo>
                <a:lnTo>
                  <a:pt x="301571" y="1236"/>
                </a:lnTo>
                <a:lnTo>
                  <a:pt x="301571" y="76713"/>
                </a:lnTo>
                <a:lnTo>
                  <a:pt x="292973" y="76713"/>
                </a:lnTo>
                <a:moveTo>
                  <a:pt x="263678" y="49452"/>
                </a:moveTo>
                <a:cubicBezTo>
                  <a:pt x="263678" y="56445"/>
                  <a:pt x="265154" y="61673"/>
                  <a:pt x="268106" y="65135"/>
                </a:cubicBezTo>
                <a:cubicBezTo>
                  <a:pt x="271057" y="68598"/>
                  <a:pt x="274541" y="70329"/>
                  <a:pt x="278557" y="70329"/>
                </a:cubicBezTo>
                <a:cubicBezTo>
                  <a:pt x="282607" y="70329"/>
                  <a:pt x="286048" y="68675"/>
                  <a:pt x="288880" y="65367"/>
                </a:cubicBezTo>
                <a:cubicBezTo>
                  <a:pt x="291712" y="62059"/>
                  <a:pt x="293127" y="57011"/>
                  <a:pt x="293127" y="50222"/>
                </a:cubicBezTo>
                <a:cubicBezTo>
                  <a:pt x="293127" y="42749"/>
                  <a:pt x="291686" y="37265"/>
                  <a:pt x="288803" y="33768"/>
                </a:cubicBezTo>
                <a:cubicBezTo>
                  <a:pt x="285920" y="30271"/>
                  <a:pt x="282367" y="28523"/>
                  <a:pt x="278145" y="28523"/>
                </a:cubicBezTo>
                <a:cubicBezTo>
                  <a:pt x="274026" y="28523"/>
                  <a:pt x="270585" y="30203"/>
                  <a:pt x="267822" y="33562"/>
                </a:cubicBezTo>
                <a:cubicBezTo>
                  <a:pt x="265059" y="36921"/>
                  <a:pt x="263678" y="42218"/>
                  <a:pt x="263678" y="49452"/>
                </a:cubicBezTo>
                <a:close/>
                <a:moveTo>
                  <a:pt x="351758" y="69814"/>
                </a:moveTo>
                <a:cubicBezTo>
                  <a:pt x="348325" y="72788"/>
                  <a:pt x="345022" y="74888"/>
                  <a:pt x="341847" y="76113"/>
                </a:cubicBezTo>
                <a:cubicBezTo>
                  <a:pt x="338672" y="77337"/>
                  <a:pt x="335265" y="77949"/>
                  <a:pt x="331627" y="77949"/>
                </a:cubicBezTo>
                <a:cubicBezTo>
                  <a:pt x="325620" y="77949"/>
                  <a:pt x="321004" y="76481"/>
                  <a:pt x="317777" y="73547"/>
                </a:cubicBezTo>
                <a:cubicBezTo>
                  <a:pt x="314551" y="70612"/>
                  <a:pt x="312938" y="66862"/>
                  <a:pt x="312938" y="62297"/>
                </a:cubicBezTo>
                <a:cubicBezTo>
                  <a:pt x="312938" y="59620"/>
                  <a:pt x="313547" y="57174"/>
                  <a:pt x="314766" y="54960"/>
                </a:cubicBezTo>
                <a:cubicBezTo>
                  <a:pt x="315984" y="52747"/>
                  <a:pt x="317580" y="50970"/>
                  <a:pt x="319554" y="49632"/>
                </a:cubicBezTo>
                <a:cubicBezTo>
                  <a:pt x="321527" y="48293"/>
                  <a:pt x="323750" y="47281"/>
                  <a:pt x="326221" y="46594"/>
                </a:cubicBezTo>
                <a:cubicBezTo>
                  <a:pt x="328040" y="46114"/>
                  <a:pt x="330786" y="45650"/>
                  <a:pt x="334459" y="45204"/>
                </a:cubicBezTo>
                <a:cubicBezTo>
                  <a:pt x="341941" y="44312"/>
                  <a:pt x="347450" y="43248"/>
                  <a:pt x="350985" y="42012"/>
                </a:cubicBezTo>
                <a:cubicBezTo>
                  <a:pt x="351020" y="40747"/>
                  <a:pt x="351037" y="39944"/>
                  <a:pt x="351037" y="39602"/>
                </a:cubicBezTo>
                <a:cubicBezTo>
                  <a:pt x="351037" y="35840"/>
                  <a:pt x="350162" y="33190"/>
                  <a:pt x="348411" y="31652"/>
                </a:cubicBezTo>
                <a:cubicBezTo>
                  <a:pt x="346043" y="29566"/>
                  <a:pt x="342525" y="28523"/>
                  <a:pt x="337857" y="28523"/>
                </a:cubicBezTo>
                <a:cubicBezTo>
                  <a:pt x="333498" y="28523"/>
                  <a:pt x="330280" y="29287"/>
                  <a:pt x="328203" y="30814"/>
                </a:cubicBezTo>
                <a:cubicBezTo>
                  <a:pt x="326127" y="32341"/>
                  <a:pt x="324591" y="35044"/>
                  <a:pt x="323595" y="38923"/>
                </a:cubicBezTo>
                <a:lnTo>
                  <a:pt x="314534" y="37687"/>
                </a:lnTo>
                <a:cubicBezTo>
                  <a:pt x="315358" y="33797"/>
                  <a:pt x="316713" y="30655"/>
                  <a:pt x="318601" y="28262"/>
                </a:cubicBezTo>
                <a:cubicBezTo>
                  <a:pt x="320489" y="25869"/>
                  <a:pt x="323218" y="24028"/>
                  <a:pt x="326787" y="22737"/>
                </a:cubicBezTo>
                <a:cubicBezTo>
                  <a:pt x="330357" y="21446"/>
                  <a:pt x="334493" y="20800"/>
                  <a:pt x="339195" y="20800"/>
                </a:cubicBezTo>
                <a:cubicBezTo>
                  <a:pt x="343863" y="20800"/>
                  <a:pt x="347656" y="21351"/>
                  <a:pt x="350574" y="22454"/>
                </a:cubicBezTo>
                <a:cubicBezTo>
                  <a:pt x="353491" y="23556"/>
                  <a:pt x="355636" y="24942"/>
                  <a:pt x="357009" y="26613"/>
                </a:cubicBezTo>
                <a:cubicBezTo>
                  <a:pt x="358382" y="28283"/>
                  <a:pt x="359343" y="30393"/>
                  <a:pt x="359892" y="32943"/>
                </a:cubicBezTo>
                <a:cubicBezTo>
                  <a:pt x="360201" y="34527"/>
                  <a:pt x="360356" y="37372"/>
                  <a:pt x="360356" y="41479"/>
                </a:cubicBezTo>
                <a:lnTo>
                  <a:pt x="360356" y="53800"/>
                </a:lnTo>
                <a:cubicBezTo>
                  <a:pt x="360356" y="62391"/>
                  <a:pt x="360553" y="67832"/>
                  <a:pt x="360948" y="70123"/>
                </a:cubicBezTo>
                <a:cubicBezTo>
                  <a:pt x="361343" y="72414"/>
                  <a:pt x="362123" y="74611"/>
                  <a:pt x="363290" y="76713"/>
                </a:cubicBezTo>
                <a:lnTo>
                  <a:pt x="353611" y="76713"/>
                </a:lnTo>
                <a:cubicBezTo>
                  <a:pt x="352650" y="74747"/>
                  <a:pt x="352032" y="72447"/>
                  <a:pt x="351758" y="69814"/>
                </a:cubicBezTo>
                <a:moveTo>
                  <a:pt x="350985" y="49323"/>
                </a:moveTo>
                <a:cubicBezTo>
                  <a:pt x="347622" y="50689"/>
                  <a:pt x="342576" y="51851"/>
                  <a:pt x="335849" y="52808"/>
                </a:cubicBezTo>
                <a:cubicBezTo>
                  <a:pt x="332039" y="53354"/>
                  <a:pt x="329344" y="53968"/>
                  <a:pt x="327766" y="54652"/>
                </a:cubicBezTo>
                <a:cubicBezTo>
                  <a:pt x="326187" y="55335"/>
                  <a:pt x="324968" y="56334"/>
                  <a:pt x="324110" y="57649"/>
                </a:cubicBezTo>
                <a:cubicBezTo>
                  <a:pt x="323252" y="58964"/>
                  <a:pt x="322823" y="60424"/>
                  <a:pt x="322823" y="62030"/>
                </a:cubicBezTo>
                <a:cubicBezTo>
                  <a:pt x="322823" y="64490"/>
                  <a:pt x="323758" y="66539"/>
                  <a:pt x="325629" y="68179"/>
                </a:cubicBezTo>
                <a:cubicBezTo>
                  <a:pt x="327500" y="69818"/>
                  <a:pt x="330237" y="70638"/>
                  <a:pt x="333841" y="70638"/>
                </a:cubicBezTo>
                <a:cubicBezTo>
                  <a:pt x="337410" y="70638"/>
                  <a:pt x="340585" y="69860"/>
                  <a:pt x="343366" y="68303"/>
                </a:cubicBezTo>
                <a:cubicBezTo>
                  <a:pt x="346146" y="66746"/>
                  <a:pt x="348188" y="64618"/>
                  <a:pt x="349492" y="61921"/>
                </a:cubicBezTo>
                <a:cubicBezTo>
                  <a:pt x="350488" y="59839"/>
                  <a:pt x="350985" y="56766"/>
                  <a:pt x="350985" y="52703"/>
                </a:cubicBezTo>
                <a:lnTo>
                  <a:pt x="350985" y="49323"/>
                </a:lnTo>
                <a:close/>
                <a:moveTo>
                  <a:pt x="394891" y="68424"/>
                </a:moveTo>
                <a:lnTo>
                  <a:pt x="396229" y="76610"/>
                </a:lnTo>
                <a:cubicBezTo>
                  <a:pt x="393621" y="77159"/>
                  <a:pt x="391287" y="77434"/>
                  <a:pt x="389227" y="77434"/>
                </a:cubicBezTo>
                <a:cubicBezTo>
                  <a:pt x="385864" y="77434"/>
                  <a:pt x="383255" y="76902"/>
                  <a:pt x="381402" y="75838"/>
                </a:cubicBezTo>
                <a:cubicBezTo>
                  <a:pt x="379548" y="74774"/>
                  <a:pt x="378244" y="73375"/>
                  <a:pt x="377489" y="71642"/>
                </a:cubicBezTo>
                <a:cubicBezTo>
                  <a:pt x="376734" y="69908"/>
                  <a:pt x="376356" y="66261"/>
                  <a:pt x="376356" y="60701"/>
                </a:cubicBezTo>
                <a:lnTo>
                  <a:pt x="376356" y="29244"/>
                </a:lnTo>
                <a:lnTo>
                  <a:pt x="369560" y="29244"/>
                </a:lnTo>
                <a:lnTo>
                  <a:pt x="369560" y="22036"/>
                </a:lnTo>
                <a:lnTo>
                  <a:pt x="376356" y="22036"/>
                </a:lnTo>
                <a:lnTo>
                  <a:pt x="376356" y="8495"/>
                </a:lnTo>
                <a:lnTo>
                  <a:pt x="385572" y="2935"/>
                </a:lnTo>
                <a:lnTo>
                  <a:pt x="385572" y="22036"/>
                </a:lnTo>
                <a:lnTo>
                  <a:pt x="394891" y="22036"/>
                </a:lnTo>
                <a:lnTo>
                  <a:pt x="394891" y="29244"/>
                </a:lnTo>
                <a:lnTo>
                  <a:pt x="385572" y="29244"/>
                </a:lnTo>
                <a:lnTo>
                  <a:pt x="385572" y="61216"/>
                </a:lnTo>
                <a:cubicBezTo>
                  <a:pt x="385572" y="63859"/>
                  <a:pt x="385735" y="65558"/>
                  <a:pt x="386061" y="66313"/>
                </a:cubicBezTo>
                <a:cubicBezTo>
                  <a:pt x="386387" y="67068"/>
                  <a:pt x="386919" y="67669"/>
                  <a:pt x="387657" y="68115"/>
                </a:cubicBezTo>
                <a:cubicBezTo>
                  <a:pt x="388395" y="68561"/>
                  <a:pt x="389451" y="68784"/>
                  <a:pt x="390824" y="68784"/>
                </a:cubicBezTo>
                <a:cubicBezTo>
                  <a:pt x="391853" y="68784"/>
                  <a:pt x="393209" y="68664"/>
                  <a:pt x="394891" y="68424"/>
                </a:cubicBezTo>
                <a:close/>
                <a:moveTo>
                  <a:pt x="441376" y="59002"/>
                </a:moveTo>
                <a:lnTo>
                  <a:pt x="450953" y="60238"/>
                </a:lnTo>
                <a:cubicBezTo>
                  <a:pt x="449442" y="65849"/>
                  <a:pt x="446645" y="70203"/>
                  <a:pt x="442560" y="73302"/>
                </a:cubicBezTo>
                <a:cubicBezTo>
                  <a:pt x="438476" y="76400"/>
                  <a:pt x="433259" y="77949"/>
                  <a:pt x="426909" y="77949"/>
                </a:cubicBezTo>
                <a:cubicBezTo>
                  <a:pt x="418912" y="77949"/>
                  <a:pt x="412570" y="75486"/>
                  <a:pt x="407885" y="70561"/>
                </a:cubicBezTo>
                <a:cubicBezTo>
                  <a:pt x="403200" y="65635"/>
                  <a:pt x="400857" y="58727"/>
                  <a:pt x="400857" y="49838"/>
                </a:cubicBezTo>
                <a:cubicBezTo>
                  <a:pt x="400857" y="40639"/>
                  <a:pt x="403226" y="33500"/>
                  <a:pt x="407962" y="28420"/>
                </a:cubicBezTo>
                <a:cubicBezTo>
                  <a:pt x="412699" y="23340"/>
                  <a:pt x="418843" y="20800"/>
                  <a:pt x="426394" y="20800"/>
                </a:cubicBezTo>
                <a:cubicBezTo>
                  <a:pt x="433705" y="20800"/>
                  <a:pt x="439677" y="23285"/>
                  <a:pt x="444311" y="28254"/>
                </a:cubicBezTo>
                <a:cubicBezTo>
                  <a:pt x="448945" y="33222"/>
                  <a:pt x="451261" y="40213"/>
                  <a:pt x="451261" y="49225"/>
                </a:cubicBezTo>
                <a:cubicBezTo>
                  <a:pt x="451261" y="49773"/>
                  <a:pt x="451244" y="50595"/>
                  <a:pt x="451210" y="51691"/>
                </a:cubicBezTo>
                <a:lnTo>
                  <a:pt x="410434" y="51691"/>
                </a:lnTo>
                <a:cubicBezTo>
                  <a:pt x="410777" y="57715"/>
                  <a:pt x="412476" y="62327"/>
                  <a:pt x="415531" y="65528"/>
                </a:cubicBezTo>
                <a:cubicBezTo>
                  <a:pt x="418586" y="68728"/>
                  <a:pt x="422395" y="70329"/>
                  <a:pt x="426960" y="70329"/>
                </a:cubicBezTo>
                <a:cubicBezTo>
                  <a:pt x="430358" y="70329"/>
                  <a:pt x="433259" y="69428"/>
                  <a:pt x="435661" y="67627"/>
                </a:cubicBezTo>
                <a:cubicBezTo>
                  <a:pt x="438064" y="65825"/>
                  <a:pt x="439969" y="62950"/>
                  <a:pt x="441376" y="59002"/>
                </a:cubicBezTo>
                <a:moveTo>
                  <a:pt x="410949" y="44071"/>
                </a:moveTo>
                <a:lnTo>
                  <a:pt x="441479" y="44071"/>
                </a:lnTo>
                <a:cubicBezTo>
                  <a:pt x="441067" y="39487"/>
                  <a:pt x="439900" y="36049"/>
                  <a:pt x="437978" y="33757"/>
                </a:cubicBezTo>
                <a:cubicBezTo>
                  <a:pt x="435026" y="30199"/>
                  <a:pt x="431199" y="28420"/>
                  <a:pt x="426497" y="28420"/>
                </a:cubicBezTo>
                <a:cubicBezTo>
                  <a:pt x="422241" y="28420"/>
                  <a:pt x="418663" y="29840"/>
                  <a:pt x="415762" y="32680"/>
                </a:cubicBezTo>
                <a:cubicBezTo>
                  <a:pt x="412862" y="35519"/>
                  <a:pt x="411257" y="39316"/>
                  <a:pt x="410949" y="44071"/>
                </a:cubicBezTo>
                <a:close/>
                <a:moveTo>
                  <a:pt x="458818" y="60341"/>
                </a:moveTo>
                <a:lnTo>
                  <a:pt x="467983" y="58899"/>
                </a:lnTo>
                <a:cubicBezTo>
                  <a:pt x="468498" y="62588"/>
                  <a:pt x="469931" y="65415"/>
                  <a:pt x="472282" y="67381"/>
                </a:cubicBezTo>
                <a:cubicBezTo>
                  <a:pt x="474633" y="69346"/>
                  <a:pt x="477919" y="70329"/>
                  <a:pt x="482141" y="70329"/>
                </a:cubicBezTo>
                <a:cubicBezTo>
                  <a:pt x="486397" y="70329"/>
                  <a:pt x="489555" y="69462"/>
                  <a:pt x="491614" y="67729"/>
                </a:cubicBezTo>
                <a:cubicBezTo>
                  <a:pt x="493674" y="65995"/>
                  <a:pt x="494704" y="63962"/>
                  <a:pt x="494704" y="61628"/>
                </a:cubicBezTo>
                <a:cubicBezTo>
                  <a:pt x="494704" y="59534"/>
                  <a:pt x="493794" y="57887"/>
                  <a:pt x="491975" y="56685"/>
                </a:cubicBezTo>
                <a:cubicBezTo>
                  <a:pt x="490705" y="55861"/>
                  <a:pt x="487547" y="54815"/>
                  <a:pt x="482502" y="53545"/>
                </a:cubicBezTo>
                <a:cubicBezTo>
                  <a:pt x="475706" y="51828"/>
                  <a:pt x="470995" y="50344"/>
                  <a:pt x="468369" y="49091"/>
                </a:cubicBezTo>
                <a:cubicBezTo>
                  <a:pt x="465743" y="47838"/>
                  <a:pt x="463752" y="46105"/>
                  <a:pt x="462397" y="43891"/>
                </a:cubicBezTo>
                <a:cubicBezTo>
                  <a:pt x="461041" y="41677"/>
                  <a:pt x="460363" y="39232"/>
                  <a:pt x="460363" y="36555"/>
                </a:cubicBezTo>
                <a:cubicBezTo>
                  <a:pt x="460363" y="34118"/>
                  <a:pt x="460921" y="31861"/>
                  <a:pt x="462036" y="29784"/>
                </a:cubicBezTo>
                <a:cubicBezTo>
                  <a:pt x="463152" y="27708"/>
                  <a:pt x="464671" y="25983"/>
                  <a:pt x="466593" y="24610"/>
                </a:cubicBezTo>
                <a:cubicBezTo>
                  <a:pt x="468034" y="23546"/>
                  <a:pt x="469999" y="22645"/>
                  <a:pt x="472488" y="21907"/>
                </a:cubicBezTo>
                <a:cubicBezTo>
                  <a:pt x="474976" y="21169"/>
                  <a:pt x="477645" y="20800"/>
                  <a:pt x="480494" y="20800"/>
                </a:cubicBezTo>
                <a:cubicBezTo>
                  <a:pt x="484784" y="20800"/>
                  <a:pt x="488551" y="21418"/>
                  <a:pt x="491795" y="22654"/>
                </a:cubicBezTo>
                <a:cubicBezTo>
                  <a:pt x="495038" y="23889"/>
                  <a:pt x="497432" y="25562"/>
                  <a:pt x="498977" y="27673"/>
                </a:cubicBezTo>
                <a:cubicBezTo>
                  <a:pt x="500521" y="29784"/>
                  <a:pt x="501585" y="32607"/>
                  <a:pt x="502169" y="36143"/>
                </a:cubicBezTo>
                <a:lnTo>
                  <a:pt x="493108" y="37378"/>
                </a:lnTo>
                <a:cubicBezTo>
                  <a:pt x="492696" y="34564"/>
                  <a:pt x="491503" y="32367"/>
                  <a:pt x="489529" y="30788"/>
                </a:cubicBezTo>
                <a:cubicBezTo>
                  <a:pt x="487556" y="29209"/>
                  <a:pt x="484767" y="28420"/>
                  <a:pt x="481163" y="28420"/>
                </a:cubicBezTo>
                <a:cubicBezTo>
                  <a:pt x="476907" y="28420"/>
                  <a:pt x="473869" y="29123"/>
                  <a:pt x="472050" y="30531"/>
                </a:cubicBezTo>
                <a:cubicBezTo>
                  <a:pt x="470231" y="31938"/>
                  <a:pt x="469321" y="33586"/>
                  <a:pt x="469321" y="35473"/>
                </a:cubicBezTo>
                <a:cubicBezTo>
                  <a:pt x="469321" y="36675"/>
                  <a:pt x="469699" y="37756"/>
                  <a:pt x="470454" y="38717"/>
                </a:cubicBezTo>
                <a:cubicBezTo>
                  <a:pt x="471209" y="39712"/>
                  <a:pt x="472393" y="40536"/>
                  <a:pt x="474006" y="41188"/>
                </a:cubicBezTo>
                <a:cubicBezTo>
                  <a:pt x="474933" y="41531"/>
                  <a:pt x="477662" y="42321"/>
                  <a:pt x="482193" y="43557"/>
                </a:cubicBezTo>
                <a:cubicBezTo>
                  <a:pt x="488748" y="45307"/>
                  <a:pt x="493322" y="46740"/>
                  <a:pt x="495913" y="47856"/>
                </a:cubicBezTo>
                <a:cubicBezTo>
                  <a:pt x="498505" y="48971"/>
                  <a:pt x="500539" y="50593"/>
                  <a:pt x="502014" y="52721"/>
                </a:cubicBezTo>
                <a:cubicBezTo>
                  <a:pt x="503490" y="54849"/>
                  <a:pt x="504228" y="57492"/>
                  <a:pt x="504228" y="60650"/>
                </a:cubicBezTo>
                <a:cubicBezTo>
                  <a:pt x="504228" y="63739"/>
                  <a:pt x="503327" y="66648"/>
                  <a:pt x="501525" y="69376"/>
                </a:cubicBezTo>
                <a:cubicBezTo>
                  <a:pt x="499723" y="72105"/>
                  <a:pt x="497123" y="74216"/>
                  <a:pt x="493725" y="75709"/>
                </a:cubicBezTo>
                <a:cubicBezTo>
                  <a:pt x="490327" y="77202"/>
                  <a:pt x="486483" y="77949"/>
                  <a:pt x="482193" y="77949"/>
                </a:cubicBezTo>
                <a:cubicBezTo>
                  <a:pt x="475088" y="77949"/>
                  <a:pt x="469673" y="76468"/>
                  <a:pt x="465949" y="73508"/>
                </a:cubicBezTo>
                <a:cubicBezTo>
                  <a:pt x="462225" y="70548"/>
                  <a:pt x="459848" y="66159"/>
                  <a:pt x="458818" y="60341"/>
                </a:cubicBezTo>
                <a:close/>
                <a:moveTo>
                  <a:pt x="561526" y="15240"/>
                </a:moveTo>
                <a:lnTo>
                  <a:pt x="554060" y="15240"/>
                </a:lnTo>
                <a:lnTo>
                  <a:pt x="542167" y="824"/>
                </a:lnTo>
                <a:lnTo>
                  <a:pt x="554575" y="824"/>
                </a:lnTo>
                <a:lnTo>
                  <a:pt x="561526" y="15240"/>
                </a:lnTo>
                <a:close/>
                <a:moveTo>
                  <a:pt x="571136" y="97719"/>
                </a:moveTo>
                <a:lnTo>
                  <a:pt x="571136" y="91026"/>
                </a:lnTo>
                <a:lnTo>
                  <a:pt x="632558" y="91026"/>
                </a:lnTo>
                <a:lnTo>
                  <a:pt x="632558" y="97719"/>
                </a:lnTo>
                <a:lnTo>
                  <a:pt x="571136" y="97719"/>
                </a:lnTo>
                <a:close/>
                <a:moveTo>
                  <a:pt x="640475" y="76713"/>
                </a:moveTo>
                <a:lnTo>
                  <a:pt x="640475" y="29244"/>
                </a:lnTo>
                <a:lnTo>
                  <a:pt x="632289" y="29244"/>
                </a:lnTo>
                <a:lnTo>
                  <a:pt x="632289" y="22036"/>
                </a:lnTo>
                <a:lnTo>
                  <a:pt x="640475" y="22036"/>
                </a:lnTo>
                <a:lnTo>
                  <a:pt x="640475" y="16231"/>
                </a:lnTo>
                <a:cubicBezTo>
                  <a:pt x="640475" y="12567"/>
                  <a:pt x="640801" y="9844"/>
                  <a:pt x="641454" y="8064"/>
                </a:cubicBezTo>
                <a:cubicBezTo>
                  <a:pt x="642346" y="5668"/>
                  <a:pt x="643916" y="3725"/>
                  <a:pt x="646165" y="2235"/>
                </a:cubicBezTo>
                <a:cubicBezTo>
                  <a:pt x="648413" y="745"/>
                  <a:pt x="651562" y="0"/>
                  <a:pt x="655612" y="0"/>
                </a:cubicBezTo>
                <a:cubicBezTo>
                  <a:pt x="658221" y="0"/>
                  <a:pt x="661104" y="311"/>
                  <a:pt x="664262" y="932"/>
                </a:cubicBezTo>
                <a:lnTo>
                  <a:pt x="662871" y="9058"/>
                </a:lnTo>
                <a:cubicBezTo>
                  <a:pt x="660949" y="8717"/>
                  <a:pt x="659130" y="8547"/>
                  <a:pt x="657414" y="8547"/>
                </a:cubicBezTo>
                <a:cubicBezTo>
                  <a:pt x="654600" y="8547"/>
                  <a:pt x="652609" y="9143"/>
                  <a:pt x="651442" y="10336"/>
                </a:cubicBezTo>
                <a:cubicBezTo>
                  <a:pt x="650275" y="11527"/>
                  <a:pt x="649691" y="13758"/>
                  <a:pt x="649691" y="17029"/>
                </a:cubicBezTo>
                <a:lnTo>
                  <a:pt x="649691" y="22036"/>
                </a:lnTo>
                <a:lnTo>
                  <a:pt x="660349" y="22036"/>
                </a:lnTo>
                <a:lnTo>
                  <a:pt x="660349" y="29244"/>
                </a:lnTo>
                <a:lnTo>
                  <a:pt x="649691" y="29244"/>
                </a:lnTo>
                <a:lnTo>
                  <a:pt x="649691" y="76713"/>
                </a:lnTo>
                <a:lnTo>
                  <a:pt x="640475" y="76713"/>
                </a:lnTo>
                <a:close/>
                <a:moveTo>
                  <a:pt x="667602" y="11842"/>
                </a:moveTo>
                <a:lnTo>
                  <a:pt x="667602" y="1236"/>
                </a:lnTo>
                <a:lnTo>
                  <a:pt x="676870" y="1236"/>
                </a:lnTo>
                <a:lnTo>
                  <a:pt x="676870" y="11842"/>
                </a:lnTo>
                <a:lnTo>
                  <a:pt x="667602" y="11842"/>
                </a:lnTo>
                <a:moveTo>
                  <a:pt x="667602" y="76713"/>
                </a:moveTo>
                <a:lnTo>
                  <a:pt x="667602" y="22036"/>
                </a:lnTo>
                <a:lnTo>
                  <a:pt x="676870" y="22036"/>
                </a:lnTo>
                <a:lnTo>
                  <a:pt x="676870" y="76713"/>
                </a:lnTo>
                <a:lnTo>
                  <a:pt x="667602" y="76713"/>
                </a:lnTo>
                <a:close/>
                <a:moveTo>
                  <a:pt x="690982" y="76713"/>
                </a:moveTo>
                <a:lnTo>
                  <a:pt x="690982" y="22036"/>
                </a:lnTo>
                <a:lnTo>
                  <a:pt x="699323" y="22036"/>
                </a:lnTo>
                <a:lnTo>
                  <a:pt x="699323" y="29810"/>
                </a:lnTo>
                <a:cubicBezTo>
                  <a:pt x="703339" y="23803"/>
                  <a:pt x="709140" y="20800"/>
                  <a:pt x="716725" y="20800"/>
                </a:cubicBezTo>
                <a:cubicBezTo>
                  <a:pt x="720020" y="20800"/>
                  <a:pt x="723049" y="21392"/>
                  <a:pt x="725812" y="22576"/>
                </a:cubicBezTo>
                <a:cubicBezTo>
                  <a:pt x="728575" y="23760"/>
                  <a:pt x="730643" y="25314"/>
                  <a:pt x="732016" y="27236"/>
                </a:cubicBezTo>
                <a:cubicBezTo>
                  <a:pt x="733389" y="29158"/>
                  <a:pt x="734350" y="31440"/>
                  <a:pt x="734899" y="34083"/>
                </a:cubicBezTo>
                <a:cubicBezTo>
                  <a:pt x="735243" y="35799"/>
                  <a:pt x="735414" y="38803"/>
                  <a:pt x="735414" y="43093"/>
                </a:cubicBezTo>
                <a:lnTo>
                  <a:pt x="735414" y="76713"/>
                </a:lnTo>
                <a:lnTo>
                  <a:pt x="726147" y="76713"/>
                </a:lnTo>
                <a:lnTo>
                  <a:pt x="726147" y="43454"/>
                </a:lnTo>
                <a:cubicBezTo>
                  <a:pt x="726147" y="39678"/>
                  <a:pt x="725786" y="36855"/>
                  <a:pt x="725066" y="34984"/>
                </a:cubicBezTo>
                <a:cubicBezTo>
                  <a:pt x="724345" y="33114"/>
                  <a:pt x="723066" y="31621"/>
                  <a:pt x="721230" y="30505"/>
                </a:cubicBezTo>
                <a:cubicBezTo>
                  <a:pt x="719394" y="29389"/>
                  <a:pt x="717240" y="28832"/>
                  <a:pt x="714769" y="28832"/>
                </a:cubicBezTo>
                <a:cubicBezTo>
                  <a:pt x="710821" y="28832"/>
                  <a:pt x="707415" y="30085"/>
                  <a:pt x="704549" y="32590"/>
                </a:cubicBezTo>
                <a:cubicBezTo>
                  <a:pt x="701683" y="35096"/>
                  <a:pt x="700250" y="39850"/>
                  <a:pt x="700250" y="46852"/>
                </a:cubicBezTo>
                <a:lnTo>
                  <a:pt x="700250" y="76713"/>
                </a:lnTo>
                <a:lnTo>
                  <a:pt x="690982" y="76713"/>
                </a:lnTo>
                <a:close/>
                <a:moveTo>
                  <a:pt x="785034" y="76713"/>
                </a:moveTo>
                <a:lnTo>
                  <a:pt x="785034" y="69814"/>
                </a:lnTo>
                <a:cubicBezTo>
                  <a:pt x="781568" y="75237"/>
                  <a:pt x="776471" y="77949"/>
                  <a:pt x="769743" y="77949"/>
                </a:cubicBezTo>
                <a:cubicBezTo>
                  <a:pt x="765384" y="77949"/>
                  <a:pt x="761377" y="76747"/>
                  <a:pt x="757722" y="74345"/>
                </a:cubicBezTo>
                <a:cubicBezTo>
                  <a:pt x="754066" y="71942"/>
                  <a:pt x="751234" y="68587"/>
                  <a:pt x="749227" y="64279"/>
                </a:cubicBezTo>
                <a:cubicBezTo>
                  <a:pt x="747219" y="59972"/>
                  <a:pt x="746215" y="55021"/>
                  <a:pt x="746215" y="49426"/>
                </a:cubicBezTo>
                <a:cubicBezTo>
                  <a:pt x="746215" y="43968"/>
                  <a:pt x="747124" y="39017"/>
                  <a:pt x="748943" y="34572"/>
                </a:cubicBezTo>
                <a:cubicBezTo>
                  <a:pt x="750762" y="30127"/>
                  <a:pt x="753491" y="26721"/>
                  <a:pt x="757129" y="24353"/>
                </a:cubicBezTo>
                <a:cubicBezTo>
                  <a:pt x="760768" y="21984"/>
                  <a:pt x="764835" y="20800"/>
                  <a:pt x="769331" y="20800"/>
                </a:cubicBezTo>
                <a:cubicBezTo>
                  <a:pt x="772627" y="20800"/>
                  <a:pt x="775561" y="21500"/>
                  <a:pt x="778135" y="22900"/>
                </a:cubicBezTo>
                <a:cubicBezTo>
                  <a:pt x="780710" y="24298"/>
                  <a:pt x="782803" y="26121"/>
                  <a:pt x="784417" y="28367"/>
                </a:cubicBezTo>
                <a:lnTo>
                  <a:pt x="784417" y="1236"/>
                </a:lnTo>
                <a:lnTo>
                  <a:pt x="793633" y="1236"/>
                </a:lnTo>
                <a:lnTo>
                  <a:pt x="793633" y="76713"/>
                </a:lnTo>
                <a:lnTo>
                  <a:pt x="785034" y="76713"/>
                </a:lnTo>
                <a:moveTo>
                  <a:pt x="755739" y="49452"/>
                </a:moveTo>
                <a:cubicBezTo>
                  <a:pt x="755739" y="56445"/>
                  <a:pt x="757215" y="61673"/>
                  <a:pt x="760167" y="65135"/>
                </a:cubicBezTo>
                <a:cubicBezTo>
                  <a:pt x="763119" y="68598"/>
                  <a:pt x="766603" y="70329"/>
                  <a:pt x="770619" y="70329"/>
                </a:cubicBezTo>
                <a:cubicBezTo>
                  <a:pt x="774669" y="70329"/>
                  <a:pt x="778110" y="68675"/>
                  <a:pt x="780941" y="65367"/>
                </a:cubicBezTo>
                <a:cubicBezTo>
                  <a:pt x="783773" y="62059"/>
                  <a:pt x="785189" y="57011"/>
                  <a:pt x="785189" y="50222"/>
                </a:cubicBezTo>
                <a:cubicBezTo>
                  <a:pt x="785189" y="42749"/>
                  <a:pt x="783747" y="37265"/>
                  <a:pt x="780864" y="33768"/>
                </a:cubicBezTo>
                <a:cubicBezTo>
                  <a:pt x="777981" y="30271"/>
                  <a:pt x="774429" y="28523"/>
                  <a:pt x="770207" y="28523"/>
                </a:cubicBezTo>
                <a:cubicBezTo>
                  <a:pt x="766088" y="28523"/>
                  <a:pt x="762647" y="30203"/>
                  <a:pt x="759884" y="33562"/>
                </a:cubicBezTo>
                <a:cubicBezTo>
                  <a:pt x="757121" y="36921"/>
                  <a:pt x="755739" y="42218"/>
                  <a:pt x="755739" y="49452"/>
                </a:cubicBezTo>
                <a:close/>
                <a:moveTo>
                  <a:pt x="825130" y="15240"/>
                </a:moveTo>
                <a:lnTo>
                  <a:pt x="817665" y="15240"/>
                </a:lnTo>
                <a:lnTo>
                  <a:pt x="805772" y="824"/>
                </a:lnTo>
                <a:lnTo>
                  <a:pt x="818180" y="824"/>
                </a:lnTo>
                <a:lnTo>
                  <a:pt x="825130" y="15240"/>
                </a:lnTo>
                <a:close/>
                <a:moveTo>
                  <a:pt x="845913" y="76713"/>
                </a:moveTo>
                <a:lnTo>
                  <a:pt x="845913" y="66107"/>
                </a:lnTo>
                <a:lnTo>
                  <a:pt x="856467" y="66107"/>
                </a:lnTo>
                <a:lnTo>
                  <a:pt x="856467" y="76713"/>
                </a:lnTo>
                <a:lnTo>
                  <a:pt x="845913" y="76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0DFDA-C33A-42B9-B179-5911AD60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27" y="841354"/>
            <a:ext cx="674827" cy="131802"/>
          </a:xfrm>
          <a:custGeom xmlns:a="http://schemas.openxmlformats.org/drawingml/2006/main">
            <a:pathLst>
              <a:path w="674827" h="131802">
                <a:moveTo>
                  <a:pt x="0" y="52721"/>
                </a:moveTo>
                <a:lnTo>
                  <a:pt x="0" y="79081"/>
                </a:lnTo>
                <a:lnTo>
                  <a:pt x="543025" y="79081"/>
                </a:lnTo>
                <a:lnTo>
                  <a:pt x="543025" y="131802"/>
                </a:lnTo>
                <a:lnTo>
                  <a:pt x="674827" y="65901"/>
                </a:lnTo>
                <a:lnTo>
                  <a:pt x="543025" y="0"/>
                </a:lnTo>
                <a:lnTo>
                  <a:pt x="543025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ViewRelated">
            <a:extLst xmlns:a="http://schemas.openxmlformats.org/drawingml/2006/main">
              <a:ext uri="{FF2B5EF4-FFF2-40B4-BE49-F238E27FC236}">
                <a16:creationId xmlns:a16="http://schemas.microsoft.com/office/drawing/2014/main" id="{2DA995CF-0DF2-43E1-B14E-28CBB98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84" y="576022"/>
            <a:ext cx="679758" cy="84810"/>
          </a:xfrm>
          <a:custGeom xmlns:a="http://schemas.openxmlformats.org/drawingml/2006/main">
            <a:pathLst>
              <a:path w="679758" h="84810">
                <a:moveTo>
                  <a:pt x="32330" y="83444"/>
                </a:moveTo>
                <a:lnTo>
                  <a:pt x="0" y="0"/>
                </a:lnTo>
                <a:lnTo>
                  <a:pt x="11953" y="0"/>
                </a:lnTo>
                <a:lnTo>
                  <a:pt x="33640" y="60620"/>
                </a:lnTo>
                <a:cubicBezTo>
                  <a:pt x="35385" y="65477"/>
                  <a:pt x="36846" y="70030"/>
                  <a:pt x="38022" y="74280"/>
                </a:cubicBezTo>
                <a:cubicBezTo>
                  <a:pt x="39313" y="69727"/>
                  <a:pt x="40811" y="65173"/>
                  <a:pt x="42519" y="60620"/>
                </a:cubicBezTo>
                <a:lnTo>
                  <a:pt x="65059" y="0"/>
                </a:lnTo>
                <a:lnTo>
                  <a:pt x="76329" y="0"/>
                </a:lnTo>
                <a:lnTo>
                  <a:pt x="43657" y="83444"/>
                </a:lnTo>
                <a:lnTo>
                  <a:pt x="32330" y="83444"/>
                </a:lnTo>
                <a:close/>
                <a:moveTo>
                  <a:pt x="85139" y="11725"/>
                </a:moveTo>
                <a:lnTo>
                  <a:pt x="85139" y="0"/>
                </a:lnTo>
                <a:lnTo>
                  <a:pt x="95384" y="0"/>
                </a:lnTo>
                <a:lnTo>
                  <a:pt x="95384" y="11725"/>
                </a:lnTo>
                <a:lnTo>
                  <a:pt x="85139" y="11725"/>
                </a:lnTo>
                <a:moveTo>
                  <a:pt x="85139" y="83444"/>
                </a:moveTo>
                <a:lnTo>
                  <a:pt x="85139" y="22996"/>
                </a:lnTo>
                <a:lnTo>
                  <a:pt x="95384" y="22996"/>
                </a:lnTo>
                <a:lnTo>
                  <a:pt x="95384" y="83444"/>
                </a:lnTo>
                <a:lnTo>
                  <a:pt x="85139" y="83444"/>
                </a:lnTo>
                <a:close/>
                <a:moveTo>
                  <a:pt x="152237" y="63864"/>
                </a:moveTo>
                <a:lnTo>
                  <a:pt x="162824" y="65230"/>
                </a:lnTo>
                <a:cubicBezTo>
                  <a:pt x="161155" y="71433"/>
                  <a:pt x="158062" y="76248"/>
                  <a:pt x="153546" y="79673"/>
                </a:cubicBezTo>
                <a:cubicBezTo>
                  <a:pt x="149031" y="83098"/>
                  <a:pt x="143263" y="84810"/>
                  <a:pt x="136243" y="84810"/>
                </a:cubicBezTo>
                <a:cubicBezTo>
                  <a:pt x="127401" y="84810"/>
                  <a:pt x="120391" y="82088"/>
                  <a:pt x="115211" y="76642"/>
                </a:cubicBezTo>
                <a:cubicBezTo>
                  <a:pt x="110031" y="71197"/>
                  <a:pt x="107441" y="63560"/>
                  <a:pt x="107441" y="53732"/>
                </a:cubicBezTo>
                <a:cubicBezTo>
                  <a:pt x="107441" y="43563"/>
                  <a:pt x="110060" y="35670"/>
                  <a:pt x="115296" y="30054"/>
                </a:cubicBezTo>
                <a:cubicBezTo>
                  <a:pt x="120533" y="24438"/>
                  <a:pt x="127325" y="21630"/>
                  <a:pt x="135674" y="21630"/>
                </a:cubicBezTo>
                <a:cubicBezTo>
                  <a:pt x="143756" y="21630"/>
                  <a:pt x="150359" y="24376"/>
                  <a:pt x="155482" y="29870"/>
                </a:cubicBezTo>
                <a:cubicBezTo>
                  <a:pt x="160604" y="35363"/>
                  <a:pt x="163166" y="43091"/>
                  <a:pt x="163166" y="53055"/>
                </a:cubicBezTo>
                <a:cubicBezTo>
                  <a:pt x="163166" y="53661"/>
                  <a:pt x="163147" y="54569"/>
                  <a:pt x="163109" y="55781"/>
                </a:cubicBezTo>
                <a:lnTo>
                  <a:pt x="118028" y="55781"/>
                </a:lnTo>
                <a:cubicBezTo>
                  <a:pt x="118408" y="62441"/>
                  <a:pt x="120286" y="67540"/>
                  <a:pt x="123664" y="71079"/>
                </a:cubicBezTo>
                <a:cubicBezTo>
                  <a:pt x="127041" y="74617"/>
                  <a:pt x="131253" y="76386"/>
                  <a:pt x="136300" y="76386"/>
                </a:cubicBezTo>
                <a:cubicBezTo>
                  <a:pt x="140056" y="76386"/>
                  <a:pt x="143263" y="75391"/>
                  <a:pt x="145919" y="73400"/>
                </a:cubicBezTo>
                <a:cubicBezTo>
                  <a:pt x="148575" y="71408"/>
                  <a:pt x="150681" y="68229"/>
                  <a:pt x="152237" y="63864"/>
                </a:cubicBezTo>
                <a:moveTo>
                  <a:pt x="118598" y="47357"/>
                </a:moveTo>
                <a:lnTo>
                  <a:pt x="152351" y="47357"/>
                </a:lnTo>
                <a:cubicBezTo>
                  <a:pt x="151896" y="42289"/>
                  <a:pt x="150606" y="38488"/>
                  <a:pt x="148481" y="35954"/>
                </a:cubicBezTo>
                <a:cubicBezTo>
                  <a:pt x="145217" y="32020"/>
                  <a:pt x="140986" y="30054"/>
                  <a:pt x="135787" y="30054"/>
                </a:cubicBezTo>
                <a:cubicBezTo>
                  <a:pt x="131082" y="30054"/>
                  <a:pt x="127126" y="31624"/>
                  <a:pt x="123920" y="34764"/>
                </a:cubicBezTo>
                <a:cubicBezTo>
                  <a:pt x="120713" y="37903"/>
                  <a:pt x="118939" y="42100"/>
                  <a:pt x="118598" y="47357"/>
                </a:cubicBezTo>
                <a:close/>
                <a:moveTo>
                  <a:pt x="187035" y="83444"/>
                </a:moveTo>
                <a:lnTo>
                  <a:pt x="168536" y="22996"/>
                </a:lnTo>
                <a:lnTo>
                  <a:pt x="179123" y="22996"/>
                </a:lnTo>
                <a:lnTo>
                  <a:pt x="188743" y="57882"/>
                </a:lnTo>
                <a:lnTo>
                  <a:pt x="192329" y="70865"/>
                </a:lnTo>
                <a:cubicBezTo>
                  <a:pt x="192480" y="70221"/>
                  <a:pt x="193524" y="66070"/>
                  <a:pt x="195459" y="58412"/>
                </a:cubicBezTo>
                <a:lnTo>
                  <a:pt x="205079" y="22996"/>
                </a:lnTo>
                <a:lnTo>
                  <a:pt x="215609" y="22996"/>
                </a:lnTo>
                <a:lnTo>
                  <a:pt x="224659" y="58051"/>
                </a:lnTo>
                <a:lnTo>
                  <a:pt x="227676" y="69613"/>
                </a:lnTo>
                <a:lnTo>
                  <a:pt x="231148" y="57943"/>
                </a:lnTo>
                <a:lnTo>
                  <a:pt x="241507" y="22996"/>
                </a:lnTo>
                <a:lnTo>
                  <a:pt x="251468" y="22996"/>
                </a:lnTo>
                <a:lnTo>
                  <a:pt x="232571" y="83444"/>
                </a:lnTo>
                <a:lnTo>
                  <a:pt x="221927" y="83444"/>
                </a:lnTo>
                <a:lnTo>
                  <a:pt x="212307" y="47224"/>
                </a:lnTo>
                <a:lnTo>
                  <a:pt x="209974" y="36941"/>
                </a:lnTo>
                <a:lnTo>
                  <a:pt x="197736" y="83444"/>
                </a:lnTo>
                <a:lnTo>
                  <a:pt x="187035" y="83444"/>
                </a:lnTo>
                <a:close/>
                <a:moveTo>
                  <a:pt x="294516" y="83444"/>
                </a:moveTo>
                <a:lnTo>
                  <a:pt x="294516" y="0"/>
                </a:lnTo>
                <a:lnTo>
                  <a:pt x="331514" y="0"/>
                </a:lnTo>
                <a:cubicBezTo>
                  <a:pt x="338951" y="0"/>
                  <a:pt x="344605" y="749"/>
                  <a:pt x="348476" y="2247"/>
                </a:cubicBezTo>
                <a:cubicBezTo>
                  <a:pt x="352346" y="3743"/>
                  <a:pt x="355439" y="6386"/>
                  <a:pt x="357754" y="10176"/>
                </a:cubicBezTo>
                <a:cubicBezTo>
                  <a:pt x="360068" y="13966"/>
                  <a:pt x="361226" y="18154"/>
                  <a:pt x="361226" y="22739"/>
                </a:cubicBezTo>
                <a:cubicBezTo>
                  <a:pt x="361226" y="28652"/>
                  <a:pt x="359310" y="33636"/>
                  <a:pt x="355477" y="37692"/>
                </a:cubicBezTo>
                <a:cubicBezTo>
                  <a:pt x="351644" y="41746"/>
                  <a:pt x="345725" y="44323"/>
                  <a:pt x="337718" y="45422"/>
                </a:cubicBezTo>
                <a:cubicBezTo>
                  <a:pt x="340640" y="46828"/>
                  <a:pt x="342860" y="48216"/>
                  <a:pt x="344378" y="49584"/>
                </a:cubicBezTo>
                <a:cubicBezTo>
                  <a:pt x="347603" y="52550"/>
                  <a:pt x="350658" y="56255"/>
                  <a:pt x="353542" y="60700"/>
                </a:cubicBezTo>
                <a:lnTo>
                  <a:pt x="368056" y="83444"/>
                </a:lnTo>
                <a:lnTo>
                  <a:pt x="354168" y="83444"/>
                </a:lnTo>
                <a:lnTo>
                  <a:pt x="343125" y="66057"/>
                </a:lnTo>
                <a:cubicBezTo>
                  <a:pt x="339900" y="61041"/>
                  <a:pt x="337244" y="57203"/>
                  <a:pt x="335157" y="54543"/>
                </a:cubicBezTo>
                <a:cubicBezTo>
                  <a:pt x="333069" y="51882"/>
                  <a:pt x="331201" y="50020"/>
                  <a:pt x="329550" y="48956"/>
                </a:cubicBezTo>
                <a:cubicBezTo>
                  <a:pt x="327899" y="47891"/>
                  <a:pt x="326220" y="47150"/>
                  <a:pt x="324513" y="46731"/>
                </a:cubicBezTo>
                <a:cubicBezTo>
                  <a:pt x="323260" y="46466"/>
                  <a:pt x="321211" y="46333"/>
                  <a:pt x="318365" y="46333"/>
                </a:cubicBezTo>
                <a:lnTo>
                  <a:pt x="305558" y="46333"/>
                </a:lnTo>
                <a:lnTo>
                  <a:pt x="305558" y="83444"/>
                </a:lnTo>
                <a:lnTo>
                  <a:pt x="294516" y="83444"/>
                </a:lnTo>
                <a:moveTo>
                  <a:pt x="305558" y="36770"/>
                </a:moveTo>
                <a:lnTo>
                  <a:pt x="329294" y="36770"/>
                </a:lnTo>
                <a:cubicBezTo>
                  <a:pt x="334341" y="36770"/>
                  <a:pt x="338287" y="36250"/>
                  <a:pt x="341133" y="35208"/>
                </a:cubicBezTo>
                <a:cubicBezTo>
                  <a:pt x="343979" y="34167"/>
                  <a:pt x="346142" y="32501"/>
                  <a:pt x="347622" y="30210"/>
                </a:cubicBezTo>
                <a:cubicBezTo>
                  <a:pt x="349102" y="27919"/>
                  <a:pt x="349842" y="25429"/>
                  <a:pt x="349842" y="22739"/>
                </a:cubicBezTo>
                <a:cubicBezTo>
                  <a:pt x="349842" y="18801"/>
                  <a:pt x="348409" y="15564"/>
                  <a:pt x="345544" y="13028"/>
                </a:cubicBezTo>
                <a:cubicBezTo>
                  <a:pt x="342679" y="10490"/>
                  <a:pt x="338154" y="9221"/>
                  <a:pt x="331969" y="9221"/>
                </a:cubicBezTo>
                <a:lnTo>
                  <a:pt x="305558" y="9221"/>
                </a:lnTo>
                <a:lnTo>
                  <a:pt x="305558" y="36770"/>
                </a:lnTo>
                <a:close/>
                <a:moveTo>
                  <a:pt x="418770" y="63864"/>
                </a:moveTo>
                <a:lnTo>
                  <a:pt x="429357" y="65230"/>
                </a:lnTo>
                <a:cubicBezTo>
                  <a:pt x="427688" y="71433"/>
                  <a:pt x="424595" y="76248"/>
                  <a:pt x="420079" y="79673"/>
                </a:cubicBezTo>
                <a:cubicBezTo>
                  <a:pt x="415564" y="83098"/>
                  <a:pt x="409796" y="84810"/>
                  <a:pt x="402776" y="84810"/>
                </a:cubicBezTo>
                <a:cubicBezTo>
                  <a:pt x="393934" y="84810"/>
                  <a:pt x="386924" y="82088"/>
                  <a:pt x="381744" y="76642"/>
                </a:cubicBezTo>
                <a:cubicBezTo>
                  <a:pt x="376564" y="71197"/>
                  <a:pt x="373974" y="63560"/>
                  <a:pt x="373974" y="53732"/>
                </a:cubicBezTo>
                <a:cubicBezTo>
                  <a:pt x="373974" y="43563"/>
                  <a:pt x="376593" y="35670"/>
                  <a:pt x="381829" y="30054"/>
                </a:cubicBezTo>
                <a:cubicBezTo>
                  <a:pt x="387066" y="24438"/>
                  <a:pt x="393858" y="21630"/>
                  <a:pt x="402207" y="21630"/>
                </a:cubicBezTo>
                <a:cubicBezTo>
                  <a:pt x="410289" y="21630"/>
                  <a:pt x="416892" y="24376"/>
                  <a:pt x="422015" y="29870"/>
                </a:cubicBezTo>
                <a:cubicBezTo>
                  <a:pt x="427137" y="35363"/>
                  <a:pt x="429699" y="43091"/>
                  <a:pt x="429699" y="53055"/>
                </a:cubicBezTo>
                <a:cubicBezTo>
                  <a:pt x="429699" y="53661"/>
                  <a:pt x="429680" y="54569"/>
                  <a:pt x="429642" y="55781"/>
                </a:cubicBezTo>
                <a:lnTo>
                  <a:pt x="384561" y="55781"/>
                </a:lnTo>
                <a:cubicBezTo>
                  <a:pt x="384941" y="62441"/>
                  <a:pt x="386819" y="67540"/>
                  <a:pt x="390197" y="71079"/>
                </a:cubicBezTo>
                <a:cubicBezTo>
                  <a:pt x="393574" y="74617"/>
                  <a:pt x="397786" y="76386"/>
                  <a:pt x="402833" y="76386"/>
                </a:cubicBezTo>
                <a:cubicBezTo>
                  <a:pt x="406589" y="76386"/>
                  <a:pt x="409796" y="75391"/>
                  <a:pt x="412452" y="73400"/>
                </a:cubicBezTo>
                <a:cubicBezTo>
                  <a:pt x="415108" y="71408"/>
                  <a:pt x="417214" y="68229"/>
                  <a:pt x="418770" y="63864"/>
                </a:cubicBezTo>
                <a:moveTo>
                  <a:pt x="385131" y="47357"/>
                </a:moveTo>
                <a:lnTo>
                  <a:pt x="418884" y="47357"/>
                </a:lnTo>
                <a:cubicBezTo>
                  <a:pt x="418429" y="42289"/>
                  <a:pt x="417139" y="38488"/>
                  <a:pt x="415014" y="35954"/>
                </a:cubicBezTo>
                <a:cubicBezTo>
                  <a:pt x="411750" y="32020"/>
                  <a:pt x="407519" y="30054"/>
                  <a:pt x="402320" y="30054"/>
                </a:cubicBezTo>
                <a:cubicBezTo>
                  <a:pt x="397615" y="30054"/>
                  <a:pt x="393659" y="31624"/>
                  <a:pt x="390453" y="34764"/>
                </a:cubicBezTo>
                <a:cubicBezTo>
                  <a:pt x="387246" y="37903"/>
                  <a:pt x="385472" y="42100"/>
                  <a:pt x="385131" y="47357"/>
                </a:cubicBezTo>
                <a:close/>
                <a:moveTo>
                  <a:pt x="442184" y="83444"/>
                </a:moveTo>
                <a:lnTo>
                  <a:pt x="442184" y="0"/>
                </a:lnTo>
                <a:lnTo>
                  <a:pt x="452430" y="0"/>
                </a:lnTo>
                <a:lnTo>
                  <a:pt x="452430" y="83444"/>
                </a:lnTo>
                <a:lnTo>
                  <a:pt x="442184" y="83444"/>
                </a:lnTo>
                <a:close/>
                <a:moveTo>
                  <a:pt x="507632" y="75817"/>
                </a:moveTo>
                <a:cubicBezTo>
                  <a:pt x="503838" y="79105"/>
                  <a:pt x="500185" y="81427"/>
                  <a:pt x="496675" y="82781"/>
                </a:cubicBezTo>
                <a:cubicBezTo>
                  <a:pt x="493165" y="84134"/>
                  <a:pt x="489399" y="84810"/>
                  <a:pt x="485377" y="84810"/>
                </a:cubicBezTo>
                <a:cubicBezTo>
                  <a:pt x="478736" y="84810"/>
                  <a:pt x="473632" y="83188"/>
                  <a:pt x="470065" y="79944"/>
                </a:cubicBezTo>
                <a:cubicBezTo>
                  <a:pt x="466498" y="76699"/>
                  <a:pt x="464715" y="72554"/>
                  <a:pt x="464715" y="67507"/>
                </a:cubicBezTo>
                <a:cubicBezTo>
                  <a:pt x="464715" y="64547"/>
                  <a:pt x="465388" y="61843"/>
                  <a:pt x="466735" y="59396"/>
                </a:cubicBezTo>
                <a:cubicBezTo>
                  <a:pt x="468083" y="56948"/>
                  <a:pt x="469847" y="54985"/>
                  <a:pt x="472029" y="53505"/>
                </a:cubicBezTo>
                <a:cubicBezTo>
                  <a:pt x="474211" y="52025"/>
                  <a:pt x="476668" y="50905"/>
                  <a:pt x="479400" y="50146"/>
                </a:cubicBezTo>
                <a:cubicBezTo>
                  <a:pt x="481411" y="49615"/>
                  <a:pt x="484447" y="49103"/>
                  <a:pt x="488507" y="48609"/>
                </a:cubicBezTo>
                <a:cubicBezTo>
                  <a:pt x="496780" y="47623"/>
                  <a:pt x="502870" y="46447"/>
                  <a:pt x="506779" y="45080"/>
                </a:cubicBezTo>
                <a:cubicBezTo>
                  <a:pt x="506817" y="43682"/>
                  <a:pt x="506835" y="42794"/>
                  <a:pt x="506835" y="42416"/>
                </a:cubicBezTo>
                <a:cubicBezTo>
                  <a:pt x="506835" y="38257"/>
                  <a:pt x="505868" y="35328"/>
                  <a:pt x="503933" y="33627"/>
                </a:cubicBezTo>
                <a:cubicBezTo>
                  <a:pt x="501314" y="31321"/>
                  <a:pt x="497425" y="30167"/>
                  <a:pt x="492264" y="30167"/>
                </a:cubicBezTo>
                <a:cubicBezTo>
                  <a:pt x="487445" y="30167"/>
                  <a:pt x="483887" y="31012"/>
                  <a:pt x="481592" y="32700"/>
                </a:cubicBezTo>
                <a:cubicBezTo>
                  <a:pt x="479296" y="34389"/>
                  <a:pt x="477598" y="37377"/>
                  <a:pt x="476497" y="41665"/>
                </a:cubicBezTo>
                <a:lnTo>
                  <a:pt x="466479" y="40299"/>
                </a:lnTo>
                <a:cubicBezTo>
                  <a:pt x="467390" y="35998"/>
                  <a:pt x="468889" y="32525"/>
                  <a:pt x="470976" y="29879"/>
                </a:cubicBezTo>
                <a:cubicBezTo>
                  <a:pt x="473063" y="27234"/>
                  <a:pt x="476080" y="25198"/>
                  <a:pt x="480026" y="23771"/>
                </a:cubicBezTo>
                <a:cubicBezTo>
                  <a:pt x="483973" y="22343"/>
                  <a:pt x="488545" y="21630"/>
                  <a:pt x="493744" y="21630"/>
                </a:cubicBezTo>
                <a:cubicBezTo>
                  <a:pt x="498905" y="21630"/>
                  <a:pt x="503098" y="22239"/>
                  <a:pt x="506323" y="23458"/>
                </a:cubicBezTo>
                <a:cubicBezTo>
                  <a:pt x="509549" y="24676"/>
                  <a:pt x="511920" y="26209"/>
                  <a:pt x="513438" y="28056"/>
                </a:cubicBezTo>
                <a:cubicBezTo>
                  <a:pt x="514956" y="29902"/>
                  <a:pt x="516019" y="32235"/>
                  <a:pt x="516626" y="35054"/>
                </a:cubicBezTo>
                <a:cubicBezTo>
                  <a:pt x="516967" y="36805"/>
                  <a:pt x="517138" y="39951"/>
                  <a:pt x="517138" y="44492"/>
                </a:cubicBezTo>
                <a:lnTo>
                  <a:pt x="517138" y="58113"/>
                </a:lnTo>
                <a:cubicBezTo>
                  <a:pt x="517138" y="67611"/>
                  <a:pt x="517356" y="73626"/>
                  <a:pt x="517793" y="76159"/>
                </a:cubicBezTo>
                <a:cubicBezTo>
                  <a:pt x="518229" y="78692"/>
                  <a:pt x="519092" y="81120"/>
                  <a:pt x="520382" y="83444"/>
                </a:cubicBezTo>
                <a:lnTo>
                  <a:pt x="509681" y="83444"/>
                </a:lnTo>
                <a:cubicBezTo>
                  <a:pt x="508619" y="81271"/>
                  <a:pt x="507936" y="78728"/>
                  <a:pt x="507632" y="75817"/>
                </a:cubicBezTo>
                <a:moveTo>
                  <a:pt x="506779" y="53163"/>
                </a:moveTo>
                <a:cubicBezTo>
                  <a:pt x="503060" y="54674"/>
                  <a:pt x="497482" y="55958"/>
                  <a:pt x="490044" y="57016"/>
                </a:cubicBezTo>
                <a:cubicBezTo>
                  <a:pt x="485832" y="57619"/>
                  <a:pt x="482853" y="58299"/>
                  <a:pt x="481108" y="59054"/>
                </a:cubicBezTo>
                <a:cubicBezTo>
                  <a:pt x="479362" y="59810"/>
                  <a:pt x="478015" y="60914"/>
                  <a:pt x="477066" y="62368"/>
                </a:cubicBezTo>
                <a:cubicBezTo>
                  <a:pt x="476118" y="63822"/>
                  <a:pt x="475643" y="65436"/>
                  <a:pt x="475643" y="67212"/>
                </a:cubicBezTo>
                <a:cubicBezTo>
                  <a:pt x="475643" y="69931"/>
                  <a:pt x="476677" y="72197"/>
                  <a:pt x="478746" y="74010"/>
                </a:cubicBezTo>
                <a:cubicBezTo>
                  <a:pt x="480814" y="75822"/>
                  <a:pt x="483840" y="76728"/>
                  <a:pt x="487824" y="76728"/>
                </a:cubicBezTo>
                <a:cubicBezTo>
                  <a:pt x="491771" y="76728"/>
                  <a:pt x="495281" y="75868"/>
                  <a:pt x="498354" y="74147"/>
                </a:cubicBezTo>
                <a:cubicBezTo>
                  <a:pt x="501428" y="72425"/>
                  <a:pt x="503686" y="70073"/>
                  <a:pt x="505128" y="67091"/>
                </a:cubicBezTo>
                <a:cubicBezTo>
                  <a:pt x="506228" y="64789"/>
                  <a:pt x="506779" y="61392"/>
                  <a:pt x="506779" y="56900"/>
                </a:cubicBezTo>
                <a:lnTo>
                  <a:pt x="506779" y="53163"/>
                </a:lnTo>
                <a:close/>
                <a:moveTo>
                  <a:pt x="555579" y="74280"/>
                </a:moveTo>
                <a:lnTo>
                  <a:pt x="557059" y="83331"/>
                </a:lnTo>
                <a:cubicBezTo>
                  <a:pt x="554175" y="83938"/>
                  <a:pt x="551594" y="84241"/>
                  <a:pt x="549318" y="84241"/>
                </a:cubicBezTo>
                <a:cubicBezTo>
                  <a:pt x="545599" y="84241"/>
                  <a:pt x="542715" y="83653"/>
                  <a:pt x="540666" y="82477"/>
                </a:cubicBezTo>
                <a:cubicBezTo>
                  <a:pt x="538617" y="81300"/>
                  <a:pt x="537175" y="79754"/>
                  <a:pt x="536340" y="77838"/>
                </a:cubicBezTo>
                <a:cubicBezTo>
                  <a:pt x="535505" y="75921"/>
                  <a:pt x="535088" y="71890"/>
                  <a:pt x="535088" y="65742"/>
                </a:cubicBezTo>
                <a:lnTo>
                  <a:pt x="535088" y="30964"/>
                </a:lnTo>
                <a:lnTo>
                  <a:pt x="527574" y="30964"/>
                </a:lnTo>
                <a:lnTo>
                  <a:pt x="527574" y="22996"/>
                </a:lnTo>
                <a:lnTo>
                  <a:pt x="535088" y="22996"/>
                </a:lnTo>
                <a:lnTo>
                  <a:pt x="535088" y="8026"/>
                </a:lnTo>
                <a:lnTo>
                  <a:pt x="545276" y="1878"/>
                </a:lnTo>
                <a:lnTo>
                  <a:pt x="545276" y="22996"/>
                </a:lnTo>
                <a:lnTo>
                  <a:pt x="555579" y="22996"/>
                </a:lnTo>
                <a:lnTo>
                  <a:pt x="555579" y="30964"/>
                </a:lnTo>
                <a:lnTo>
                  <a:pt x="545276" y="30964"/>
                </a:lnTo>
                <a:lnTo>
                  <a:pt x="545276" y="66312"/>
                </a:lnTo>
                <a:cubicBezTo>
                  <a:pt x="545276" y="69233"/>
                  <a:pt x="545457" y="71112"/>
                  <a:pt x="545817" y="71947"/>
                </a:cubicBezTo>
                <a:cubicBezTo>
                  <a:pt x="546178" y="72781"/>
                  <a:pt x="546766" y="73445"/>
                  <a:pt x="547582" y="73939"/>
                </a:cubicBezTo>
                <a:cubicBezTo>
                  <a:pt x="548397" y="74432"/>
                  <a:pt x="549564" y="74679"/>
                  <a:pt x="551082" y="74679"/>
                </a:cubicBezTo>
                <a:cubicBezTo>
                  <a:pt x="552221" y="74679"/>
                  <a:pt x="553719" y="74546"/>
                  <a:pt x="555579" y="74280"/>
                </a:cubicBezTo>
                <a:close/>
                <a:moveTo>
                  <a:pt x="607394" y="63864"/>
                </a:moveTo>
                <a:lnTo>
                  <a:pt x="617981" y="65230"/>
                </a:lnTo>
                <a:cubicBezTo>
                  <a:pt x="616311" y="71433"/>
                  <a:pt x="613219" y="76248"/>
                  <a:pt x="608703" y="79673"/>
                </a:cubicBezTo>
                <a:cubicBezTo>
                  <a:pt x="604187" y="83098"/>
                  <a:pt x="598419" y="84810"/>
                  <a:pt x="591399" y="84810"/>
                </a:cubicBezTo>
                <a:cubicBezTo>
                  <a:pt x="582558" y="84810"/>
                  <a:pt x="575547" y="82088"/>
                  <a:pt x="570368" y="76642"/>
                </a:cubicBezTo>
                <a:cubicBezTo>
                  <a:pt x="565188" y="71197"/>
                  <a:pt x="562598" y="63560"/>
                  <a:pt x="562598" y="53732"/>
                </a:cubicBezTo>
                <a:cubicBezTo>
                  <a:pt x="562598" y="43563"/>
                  <a:pt x="565216" y="35670"/>
                  <a:pt x="570453" y="30054"/>
                </a:cubicBezTo>
                <a:cubicBezTo>
                  <a:pt x="575690" y="24438"/>
                  <a:pt x="582482" y="21630"/>
                  <a:pt x="590830" y="21630"/>
                </a:cubicBezTo>
                <a:cubicBezTo>
                  <a:pt x="598913" y="21630"/>
                  <a:pt x="605515" y="24376"/>
                  <a:pt x="610638" y="29870"/>
                </a:cubicBezTo>
                <a:cubicBezTo>
                  <a:pt x="615761" y="35363"/>
                  <a:pt x="618322" y="43091"/>
                  <a:pt x="618322" y="53055"/>
                </a:cubicBezTo>
                <a:cubicBezTo>
                  <a:pt x="618322" y="53661"/>
                  <a:pt x="618303" y="54569"/>
                  <a:pt x="618266" y="55781"/>
                </a:cubicBezTo>
                <a:lnTo>
                  <a:pt x="573185" y="55781"/>
                </a:lnTo>
                <a:cubicBezTo>
                  <a:pt x="573565" y="62441"/>
                  <a:pt x="575443" y="67540"/>
                  <a:pt x="578820" y="71079"/>
                </a:cubicBezTo>
                <a:cubicBezTo>
                  <a:pt x="582197" y="74617"/>
                  <a:pt x="586409" y="76386"/>
                  <a:pt x="591456" y="76386"/>
                </a:cubicBezTo>
                <a:cubicBezTo>
                  <a:pt x="595213" y="76386"/>
                  <a:pt x="598419" y="75391"/>
                  <a:pt x="601076" y="73400"/>
                </a:cubicBezTo>
                <a:cubicBezTo>
                  <a:pt x="603732" y="71408"/>
                  <a:pt x="605838" y="68229"/>
                  <a:pt x="607394" y="63864"/>
                </a:cubicBezTo>
                <a:moveTo>
                  <a:pt x="573754" y="47357"/>
                </a:moveTo>
                <a:lnTo>
                  <a:pt x="607508" y="47357"/>
                </a:lnTo>
                <a:cubicBezTo>
                  <a:pt x="607052" y="42289"/>
                  <a:pt x="605762" y="38488"/>
                  <a:pt x="603637" y="35954"/>
                </a:cubicBezTo>
                <a:cubicBezTo>
                  <a:pt x="600374" y="32020"/>
                  <a:pt x="596143" y="30054"/>
                  <a:pt x="590944" y="30054"/>
                </a:cubicBezTo>
                <a:cubicBezTo>
                  <a:pt x="586239" y="30054"/>
                  <a:pt x="582283" y="31624"/>
                  <a:pt x="579076" y="34764"/>
                </a:cubicBezTo>
                <a:cubicBezTo>
                  <a:pt x="575870" y="37903"/>
                  <a:pt x="574096" y="42100"/>
                  <a:pt x="573754" y="47357"/>
                </a:cubicBezTo>
                <a:close/>
                <a:moveTo>
                  <a:pt x="670253" y="83444"/>
                </a:moveTo>
                <a:lnTo>
                  <a:pt x="670253" y="75817"/>
                </a:lnTo>
                <a:cubicBezTo>
                  <a:pt x="666420" y="81813"/>
                  <a:pt x="660785" y="84810"/>
                  <a:pt x="653348" y="84810"/>
                </a:cubicBezTo>
                <a:cubicBezTo>
                  <a:pt x="648528" y="84810"/>
                  <a:pt x="644098" y="83482"/>
                  <a:pt x="640057" y="80826"/>
                </a:cubicBezTo>
                <a:cubicBezTo>
                  <a:pt x="636015" y="78170"/>
                  <a:pt x="632885" y="74461"/>
                  <a:pt x="630665" y="69698"/>
                </a:cubicBezTo>
                <a:cubicBezTo>
                  <a:pt x="628445" y="64936"/>
                  <a:pt x="627335" y="59462"/>
                  <a:pt x="627335" y="53277"/>
                </a:cubicBezTo>
                <a:cubicBezTo>
                  <a:pt x="627335" y="47243"/>
                  <a:pt x="628341" y="41770"/>
                  <a:pt x="630352" y="36856"/>
                </a:cubicBezTo>
                <a:cubicBezTo>
                  <a:pt x="632363" y="31941"/>
                  <a:pt x="635380" y="28175"/>
                  <a:pt x="639402" y="25557"/>
                </a:cubicBezTo>
                <a:cubicBezTo>
                  <a:pt x="643425" y="22939"/>
                  <a:pt x="647921" y="21630"/>
                  <a:pt x="652892" y="21630"/>
                </a:cubicBezTo>
                <a:cubicBezTo>
                  <a:pt x="656535" y="21630"/>
                  <a:pt x="659779" y="22403"/>
                  <a:pt x="662625" y="23951"/>
                </a:cubicBezTo>
                <a:cubicBezTo>
                  <a:pt x="665471" y="25497"/>
                  <a:pt x="667786" y="27512"/>
                  <a:pt x="669570" y="29995"/>
                </a:cubicBezTo>
                <a:lnTo>
                  <a:pt x="669570" y="0"/>
                </a:lnTo>
                <a:lnTo>
                  <a:pt x="679758" y="0"/>
                </a:lnTo>
                <a:lnTo>
                  <a:pt x="679758" y="83444"/>
                </a:lnTo>
                <a:lnTo>
                  <a:pt x="670253" y="83444"/>
                </a:lnTo>
                <a:moveTo>
                  <a:pt x="637865" y="53305"/>
                </a:moveTo>
                <a:cubicBezTo>
                  <a:pt x="637865" y="61037"/>
                  <a:pt x="639497" y="66817"/>
                  <a:pt x="642760" y="70645"/>
                </a:cubicBezTo>
                <a:cubicBezTo>
                  <a:pt x="646024" y="74472"/>
                  <a:pt x="649875" y="76386"/>
                  <a:pt x="654315" y="76386"/>
                </a:cubicBezTo>
                <a:cubicBezTo>
                  <a:pt x="658793" y="76386"/>
                  <a:pt x="662597" y="74558"/>
                  <a:pt x="665728" y="70901"/>
                </a:cubicBezTo>
                <a:cubicBezTo>
                  <a:pt x="668858" y="67244"/>
                  <a:pt x="670423" y="61663"/>
                  <a:pt x="670423" y="54157"/>
                </a:cubicBezTo>
                <a:cubicBezTo>
                  <a:pt x="670423" y="45896"/>
                  <a:pt x="668830" y="39832"/>
                  <a:pt x="665642" y="35966"/>
                </a:cubicBezTo>
                <a:cubicBezTo>
                  <a:pt x="662455" y="32100"/>
                  <a:pt x="658527" y="30167"/>
                  <a:pt x="653860" y="30167"/>
                </a:cubicBezTo>
                <a:cubicBezTo>
                  <a:pt x="649306" y="30167"/>
                  <a:pt x="645502" y="32024"/>
                  <a:pt x="642447" y="35739"/>
                </a:cubicBezTo>
                <a:cubicBezTo>
                  <a:pt x="639393" y="39453"/>
                  <a:pt x="637865" y="45308"/>
                  <a:pt x="637865" y="533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Classes&amp;Funcs">
            <a:extLst xmlns:a="http://schemas.openxmlformats.org/drawingml/2006/main">
              <a:ext uri="{FF2B5EF4-FFF2-40B4-BE49-F238E27FC236}">
                <a16:creationId xmlns:a16="http://schemas.microsoft.com/office/drawing/2014/main" id="{BED809B7-7B08-4EDF-9382-C2C3255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877" y="715131"/>
            <a:ext cx="867500" cy="86860"/>
          </a:xfrm>
          <a:custGeom xmlns:a="http://schemas.openxmlformats.org/drawingml/2006/main">
            <a:pathLst>
              <a:path w="867500" h="86860">
                <a:moveTo>
                  <a:pt x="62726" y="55611"/>
                </a:moveTo>
                <a:lnTo>
                  <a:pt x="73768" y="58400"/>
                </a:lnTo>
                <a:cubicBezTo>
                  <a:pt x="71453" y="67469"/>
                  <a:pt x="67289" y="74385"/>
                  <a:pt x="61274" y="79147"/>
                </a:cubicBezTo>
                <a:cubicBezTo>
                  <a:pt x="55260" y="83909"/>
                  <a:pt x="47907" y="86290"/>
                  <a:pt x="39218" y="86290"/>
                </a:cubicBezTo>
                <a:cubicBezTo>
                  <a:pt x="30224" y="86290"/>
                  <a:pt x="22910" y="84459"/>
                  <a:pt x="17275" y="80798"/>
                </a:cubicBezTo>
                <a:cubicBezTo>
                  <a:pt x="11640" y="77136"/>
                  <a:pt x="7352" y="71833"/>
                  <a:pt x="4411" y="64889"/>
                </a:cubicBezTo>
                <a:cubicBezTo>
                  <a:pt x="1470" y="57944"/>
                  <a:pt x="0" y="50488"/>
                  <a:pt x="0" y="42519"/>
                </a:cubicBezTo>
                <a:cubicBezTo>
                  <a:pt x="0" y="33829"/>
                  <a:pt x="1660" y="26250"/>
                  <a:pt x="4980" y="19780"/>
                </a:cubicBezTo>
                <a:cubicBezTo>
                  <a:pt x="8301" y="13310"/>
                  <a:pt x="13025" y="8396"/>
                  <a:pt x="19154" y="5037"/>
                </a:cubicBezTo>
                <a:cubicBezTo>
                  <a:pt x="25282" y="1679"/>
                  <a:pt x="32027" y="0"/>
                  <a:pt x="39388" y="0"/>
                </a:cubicBezTo>
                <a:cubicBezTo>
                  <a:pt x="47737" y="0"/>
                  <a:pt x="54757" y="2125"/>
                  <a:pt x="60449" y="6375"/>
                </a:cubicBezTo>
                <a:cubicBezTo>
                  <a:pt x="66141" y="10625"/>
                  <a:pt x="70106" y="16602"/>
                  <a:pt x="72345" y="24305"/>
                </a:cubicBezTo>
                <a:lnTo>
                  <a:pt x="61473" y="26866"/>
                </a:lnTo>
                <a:cubicBezTo>
                  <a:pt x="59538" y="20795"/>
                  <a:pt x="56730" y="16374"/>
                  <a:pt x="53049" y="13604"/>
                </a:cubicBezTo>
                <a:cubicBezTo>
                  <a:pt x="49368" y="10834"/>
                  <a:pt x="44739" y="9449"/>
                  <a:pt x="39161" y="9449"/>
                </a:cubicBezTo>
                <a:cubicBezTo>
                  <a:pt x="32748" y="9449"/>
                  <a:pt x="27388" y="10986"/>
                  <a:pt x="23081" y="14059"/>
                </a:cubicBezTo>
                <a:cubicBezTo>
                  <a:pt x="18774" y="17133"/>
                  <a:pt x="15748" y="21260"/>
                  <a:pt x="14002" y="26439"/>
                </a:cubicBezTo>
                <a:cubicBezTo>
                  <a:pt x="12257" y="31619"/>
                  <a:pt x="11384" y="36960"/>
                  <a:pt x="11384" y="42462"/>
                </a:cubicBezTo>
                <a:cubicBezTo>
                  <a:pt x="11384" y="49558"/>
                  <a:pt x="12418" y="55753"/>
                  <a:pt x="14486" y="61046"/>
                </a:cubicBezTo>
                <a:cubicBezTo>
                  <a:pt x="16554" y="66340"/>
                  <a:pt x="19770" y="70296"/>
                  <a:pt x="24134" y="72914"/>
                </a:cubicBezTo>
                <a:cubicBezTo>
                  <a:pt x="28498" y="75533"/>
                  <a:pt x="33222" y="76842"/>
                  <a:pt x="38307" y="76842"/>
                </a:cubicBezTo>
                <a:cubicBezTo>
                  <a:pt x="44492" y="76842"/>
                  <a:pt x="49729" y="75058"/>
                  <a:pt x="54017" y="71491"/>
                </a:cubicBezTo>
                <a:cubicBezTo>
                  <a:pt x="58305" y="67924"/>
                  <a:pt x="61208" y="62631"/>
                  <a:pt x="62726" y="55611"/>
                </a:cubicBezTo>
                <a:close/>
                <a:moveTo>
                  <a:pt x="86004" y="84924"/>
                </a:moveTo>
                <a:lnTo>
                  <a:pt x="86004" y="1480"/>
                </a:lnTo>
                <a:lnTo>
                  <a:pt x="96250" y="1480"/>
                </a:lnTo>
                <a:lnTo>
                  <a:pt x="96250" y="84924"/>
                </a:lnTo>
                <a:lnTo>
                  <a:pt x="86004" y="84924"/>
                </a:lnTo>
                <a:close/>
                <a:moveTo>
                  <a:pt x="151452" y="77297"/>
                </a:moveTo>
                <a:cubicBezTo>
                  <a:pt x="147657" y="80585"/>
                  <a:pt x="144005" y="82907"/>
                  <a:pt x="140495" y="84261"/>
                </a:cubicBezTo>
                <a:cubicBezTo>
                  <a:pt x="136985" y="85614"/>
                  <a:pt x="133219" y="86290"/>
                  <a:pt x="129196" y="86290"/>
                </a:cubicBezTo>
                <a:cubicBezTo>
                  <a:pt x="122556" y="86290"/>
                  <a:pt x="117452" y="84668"/>
                  <a:pt x="113885" y="81424"/>
                </a:cubicBezTo>
                <a:cubicBezTo>
                  <a:pt x="110318" y="78179"/>
                  <a:pt x="108535" y="74034"/>
                  <a:pt x="108535" y="68987"/>
                </a:cubicBezTo>
                <a:cubicBezTo>
                  <a:pt x="108535" y="66027"/>
                  <a:pt x="109208" y="63323"/>
                  <a:pt x="110555" y="60876"/>
                </a:cubicBezTo>
                <a:cubicBezTo>
                  <a:pt x="111902" y="58428"/>
                  <a:pt x="113667" y="56464"/>
                  <a:pt x="115849" y="54985"/>
                </a:cubicBezTo>
                <a:cubicBezTo>
                  <a:pt x="118031" y="53505"/>
                  <a:pt x="120488" y="52385"/>
                  <a:pt x="123220" y="51626"/>
                </a:cubicBezTo>
                <a:cubicBezTo>
                  <a:pt x="125231" y="51095"/>
                  <a:pt x="128267" y="50583"/>
                  <a:pt x="132327" y="50089"/>
                </a:cubicBezTo>
                <a:cubicBezTo>
                  <a:pt x="140599" y="49103"/>
                  <a:pt x="146690" y="47926"/>
                  <a:pt x="150598" y="46560"/>
                </a:cubicBezTo>
                <a:cubicBezTo>
                  <a:pt x="150636" y="45162"/>
                  <a:pt x="150655" y="44274"/>
                  <a:pt x="150655" y="43896"/>
                </a:cubicBezTo>
                <a:cubicBezTo>
                  <a:pt x="150655" y="39737"/>
                  <a:pt x="149688" y="36808"/>
                  <a:pt x="147752" y="35107"/>
                </a:cubicBezTo>
                <a:cubicBezTo>
                  <a:pt x="145134" y="32801"/>
                  <a:pt x="141244" y="31647"/>
                  <a:pt x="136084" y="31647"/>
                </a:cubicBezTo>
                <a:cubicBezTo>
                  <a:pt x="131265" y="31647"/>
                  <a:pt x="127707" y="32492"/>
                  <a:pt x="125411" y="34180"/>
                </a:cubicBezTo>
                <a:cubicBezTo>
                  <a:pt x="123116" y="35869"/>
                  <a:pt x="121417" y="38857"/>
                  <a:pt x="120317" y="43145"/>
                </a:cubicBezTo>
                <a:lnTo>
                  <a:pt x="110299" y="41779"/>
                </a:lnTo>
                <a:cubicBezTo>
                  <a:pt x="111210" y="37478"/>
                  <a:pt x="112709" y="34005"/>
                  <a:pt x="114796" y="31359"/>
                </a:cubicBezTo>
                <a:cubicBezTo>
                  <a:pt x="116883" y="28714"/>
                  <a:pt x="119900" y="26678"/>
                  <a:pt x="123846" y="25251"/>
                </a:cubicBezTo>
                <a:cubicBezTo>
                  <a:pt x="127792" y="23823"/>
                  <a:pt x="132365" y="23109"/>
                  <a:pt x="137564" y="23109"/>
                </a:cubicBezTo>
                <a:cubicBezTo>
                  <a:pt x="142724" y="23109"/>
                  <a:pt x="146917" y="23719"/>
                  <a:pt x="150143" y="24938"/>
                </a:cubicBezTo>
                <a:cubicBezTo>
                  <a:pt x="153368" y="26156"/>
                  <a:pt x="155740" y="27689"/>
                  <a:pt x="157258" y="29536"/>
                </a:cubicBezTo>
                <a:cubicBezTo>
                  <a:pt x="158776" y="31382"/>
                  <a:pt x="159838" y="33715"/>
                  <a:pt x="160445" y="36534"/>
                </a:cubicBezTo>
                <a:cubicBezTo>
                  <a:pt x="160787" y="38285"/>
                  <a:pt x="160958" y="41431"/>
                  <a:pt x="160958" y="45972"/>
                </a:cubicBezTo>
                <a:lnTo>
                  <a:pt x="160958" y="59593"/>
                </a:lnTo>
                <a:cubicBezTo>
                  <a:pt x="160958" y="69091"/>
                  <a:pt x="161176" y="75106"/>
                  <a:pt x="161612" y="77639"/>
                </a:cubicBezTo>
                <a:cubicBezTo>
                  <a:pt x="162049" y="80172"/>
                  <a:pt x="162912" y="82600"/>
                  <a:pt x="164202" y="84924"/>
                </a:cubicBezTo>
                <a:lnTo>
                  <a:pt x="153501" y="84924"/>
                </a:lnTo>
                <a:cubicBezTo>
                  <a:pt x="152439" y="82751"/>
                  <a:pt x="151756" y="80208"/>
                  <a:pt x="151452" y="77297"/>
                </a:cubicBezTo>
                <a:moveTo>
                  <a:pt x="150598" y="54643"/>
                </a:moveTo>
                <a:cubicBezTo>
                  <a:pt x="146880" y="56154"/>
                  <a:pt x="141301" y="57438"/>
                  <a:pt x="133864" y="58496"/>
                </a:cubicBezTo>
                <a:cubicBezTo>
                  <a:pt x="129652" y="59099"/>
                  <a:pt x="126673" y="59779"/>
                  <a:pt x="124927" y="60534"/>
                </a:cubicBezTo>
                <a:cubicBezTo>
                  <a:pt x="123182" y="61290"/>
                  <a:pt x="121835" y="62394"/>
                  <a:pt x="120886" y="63848"/>
                </a:cubicBezTo>
                <a:cubicBezTo>
                  <a:pt x="119938" y="65302"/>
                  <a:pt x="119463" y="66916"/>
                  <a:pt x="119463" y="68691"/>
                </a:cubicBezTo>
                <a:cubicBezTo>
                  <a:pt x="119463" y="71411"/>
                  <a:pt x="120497" y="73677"/>
                  <a:pt x="122565" y="75490"/>
                </a:cubicBezTo>
                <a:cubicBezTo>
                  <a:pt x="124633" y="77302"/>
                  <a:pt x="127660" y="78208"/>
                  <a:pt x="131644" y="78208"/>
                </a:cubicBezTo>
                <a:cubicBezTo>
                  <a:pt x="135590" y="78208"/>
                  <a:pt x="139101" y="77347"/>
                  <a:pt x="142174" y="75627"/>
                </a:cubicBezTo>
                <a:cubicBezTo>
                  <a:pt x="145248" y="73905"/>
                  <a:pt x="147506" y="71553"/>
                  <a:pt x="148948" y="68571"/>
                </a:cubicBezTo>
                <a:cubicBezTo>
                  <a:pt x="150048" y="66269"/>
                  <a:pt x="150598" y="62872"/>
                  <a:pt x="150598" y="58380"/>
                </a:cubicBezTo>
                <a:lnTo>
                  <a:pt x="150598" y="54643"/>
                </a:lnTo>
                <a:close/>
                <a:moveTo>
                  <a:pt x="172931" y="66824"/>
                </a:moveTo>
                <a:lnTo>
                  <a:pt x="183063" y="65230"/>
                </a:lnTo>
                <a:cubicBezTo>
                  <a:pt x="183632" y="69308"/>
                  <a:pt x="185216" y="72434"/>
                  <a:pt x="187815" y="74608"/>
                </a:cubicBezTo>
                <a:cubicBezTo>
                  <a:pt x="190415" y="76780"/>
                  <a:pt x="194048" y="77866"/>
                  <a:pt x="198716" y="77866"/>
                </a:cubicBezTo>
                <a:cubicBezTo>
                  <a:pt x="203421" y="77866"/>
                  <a:pt x="206912" y="76908"/>
                  <a:pt x="209189" y="74992"/>
                </a:cubicBezTo>
                <a:cubicBezTo>
                  <a:pt x="211466" y="73076"/>
                  <a:pt x="212604" y="70827"/>
                  <a:pt x="212604" y="68247"/>
                </a:cubicBezTo>
                <a:cubicBezTo>
                  <a:pt x="212604" y="65932"/>
                  <a:pt x="211598" y="64111"/>
                  <a:pt x="209587" y="62783"/>
                </a:cubicBezTo>
                <a:cubicBezTo>
                  <a:pt x="208183" y="61872"/>
                  <a:pt x="204692" y="60714"/>
                  <a:pt x="199114" y="59310"/>
                </a:cubicBezTo>
                <a:cubicBezTo>
                  <a:pt x="191601" y="57413"/>
                  <a:pt x="186392" y="55772"/>
                  <a:pt x="183489" y="54387"/>
                </a:cubicBezTo>
                <a:cubicBezTo>
                  <a:pt x="180587" y="53002"/>
                  <a:pt x="178386" y="51086"/>
                  <a:pt x="176887" y="48638"/>
                </a:cubicBezTo>
                <a:cubicBezTo>
                  <a:pt x="175388" y="46190"/>
                  <a:pt x="174638" y="43487"/>
                  <a:pt x="174638" y="40527"/>
                </a:cubicBezTo>
                <a:cubicBezTo>
                  <a:pt x="174638" y="37833"/>
                  <a:pt x="175255" y="35338"/>
                  <a:pt x="176488" y="33042"/>
                </a:cubicBezTo>
                <a:cubicBezTo>
                  <a:pt x="177722" y="30746"/>
                  <a:pt x="179401" y="28839"/>
                  <a:pt x="181526" y="27321"/>
                </a:cubicBezTo>
                <a:cubicBezTo>
                  <a:pt x="183120" y="26145"/>
                  <a:pt x="185292" y="25149"/>
                  <a:pt x="188043" y="24333"/>
                </a:cubicBezTo>
                <a:cubicBezTo>
                  <a:pt x="190794" y="23517"/>
                  <a:pt x="193745" y="23109"/>
                  <a:pt x="196894" y="23109"/>
                </a:cubicBezTo>
                <a:cubicBezTo>
                  <a:pt x="201637" y="23109"/>
                  <a:pt x="205802" y="23792"/>
                  <a:pt x="209388" y="25159"/>
                </a:cubicBezTo>
                <a:cubicBezTo>
                  <a:pt x="212974" y="26525"/>
                  <a:pt x="215621" y="28375"/>
                  <a:pt x="217328" y="30708"/>
                </a:cubicBezTo>
                <a:cubicBezTo>
                  <a:pt x="219036" y="33042"/>
                  <a:pt x="220212" y="36163"/>
                  <a:pt x="220857" y="40072"/>
                </a:cubicBezTo>
                <a:lnTo>
                  <a:pt x="210839" y="41438"/>
                </a:lnTo>
                <a:cubicBezTo>
                  <a:pt x="210384" y="38326"/>
                  <a:pt x="209065" y="35897"/>
                  <a:pt x="206884" y="34152"/>
                </a:cubicBezTo>
                <a:cubicBezTo>
                  <a:pt x="204702" y="32406"/>
                  <a:pt x="201618" y="31534"/>
                  <a:pt x="197634" y="31534"/>
                </a:cubicBezTo>
                <a:cubicBezTo>
                  <a:pt x="192929" y="31534"/>
                  <a:pt x="189570" y="32311"/>
                  <a:pt x="187559" y="33867"/>
                </a:cubicBezTo>
                <a:cubicBezTo>
                  <a:pt x="185548" y="35423"/>
                  <a:pt x="184543" y="37245"/>
                  <a:pt x="184543" y="39332"/>
                </a:cubicBezTo>
                <a:cubicBezTo>
                  <a:pt x="184543" y="40660"/>
                  <a:pt x="184960" y="41855"/>
                  <a:pt x="185795" y="42918"/>
                </a:cubicBezTo>
                <a:cubicBezTo>
                  <a:pt x="186630" y="44018"/>
                  <a:pt x="187939" y="44929"/>
                  <a:pt x="189722" y="45650"/>
                </a:cubicBezTo>
                <a:cubicBezTo>
                  <a:pt x="190747" y="46029"/>
                  <a:pt x="193764" y="46902"/>
                  <a:pt x="198772" y="48268"/>
                </a:cubicBezTo>
                <a:cubicBezTo>
                  <a:pt x="206020" y="50203"/>
                  <a:pt x="211077" y="51788"/>
                  <a:pt x="213942" y="53021"/>
                </a:cubicBezTo>
                <a:cubicBezTo>
                  <a:pt x="216807" y="54254"/>
                  <a:pt x="219055" y="56047"/>
                  <a:pt x="220687" y="58400"/>
                </a:cubicBezTo>
                <a:cubicBezTo>
                  <a:pt x="222318" y="60752"/>
                  <a:pt x="223134" y="63674"/>
                  <a:pt x="223134" y="67165"/>
                </a:cubicBezTo>
                <a:cubicBezTo>
                  <a:pt x="223134" y="70581"/>
                  <a:pt x="222138" y="73796"/>
                  <a:pt x="220146" y="76813"/>
                </a:cubicBezTo>
                <a:cubicBezTo>
                  <a:pt x="218154" y="79830"/>
                  <a:pt x="215279" y="82164"/>
                  <a:pt x="211522" y="83814"/>
                </a:cubicBezTo>
                <a:cubicBezTo>
                  <a:pt x="207766" y="85465"/>
                  <a:pt x="203516" y="86290"/>
                  <a:pt x="198772" y="86290"/>
                </a:cubicBezTo>
                <a:cubicBezTo>
                  <a:pt x="190918" y="86290"/>
                  <a:pt x="184931" y="84654"/>
                  <a:pt x="180814" y="81381"/>
                </a:cubicBezTo>
                <a:cubicBezTo>
                  <a:pt x="176697" y="78108"/>
                  <a:pt x="174069" y="73256"/>
                  <a:pt x="172931" y="66824"/>
                </a:cubicBezTo>
                <a:close/>
                <a:moveTo>
                  <a:pt x="231509" y="66824"/>
                </a:moveTo>
                <a:lnTo>
                  <a:pt x="241641" y="65230"/>
                </a:lnTo>
                <a:cubicBezTo>
                  <a:pt x="242210" y="69308"/>
                  <a:pt x="243795" y="72434"/>
                  <a:pt x="246394" y="74608"/>
                </a:cubicBezTo>
                <a:cubicBezTo>
                  <a:pt x="248993" y="76780"/>
                  <a:pt x="252627" y="77866"/>
                  <a:pt x="257294" y="77866"/>
                </a:cubicBezTo>
                <a:cubicBezTo>
                  <a:pt x="261999" y="77866"/>
                  <a:pt x="265490" y="76908"/>
                  <a:pt x="267767" y="74992"/>
                </a:cubicBezTo>
                <a:cubicBezTo>
                  <a:pt x="270044" y="73076"/>
                  <a:pt x="271182" y="70827"/>
                  <a:pt x="271182" y="68247"/>
                </a:cubicBezTo>
                <a:cubicBezTo>
                  <a:pt x="271182" y="65932"/>
                  <a:pt x="270177" y="64111"/>
                  <a:pt x="268166" y="62783"/>
                </a:cubicBezTo>
                <a:cubicBezTo>
                  <a:pt x="266762" y="61872"/>
                  <a:pt x="263271" y="60714"/>
                  <a:pt x="257692" y="59310"/>
                </a:cubicBezTo>
                <a:cubicBezTo>
                  <a:pt x="250179" y="57413"/>
                  <a:pt x="244971" y="55772"/>
                  <a:pt x="242068" y="54387"/>
                </a:cubicBezTo>
                <a:cubicBezTo>
                  <a:pt x="239165" y="53002"/>
                  <a:pt x="236964" y="51086"/>
                  <a:pt x="235465" y="48638"/>
                </a:cubicBezTo>
                <a:cubicBezTo>
                  <a:pt x="233966" y="46190"/>
                  <a:pt x="233217" y="43487"/>
                  <a:pt x="233217" y="40527"/>
                </a:cubicBezTo>
                <a:cubicBezTo>
                  <a:pt x="233217" y="37833"/>
                  <a:pt x="233834" y="35338"/>
                  <a:pt x="235067" y="33042"/>
                </a:cubicBezTo>
                <a:cubicBezTo>
                  <a:pt x="236300" y="30746"/>
                  <a:pt x="237979" y="28839"/>
                  <a:pt x="240104" y="27321"/>
                </a:cubicBezTo>
                <a:cubicBezTo>
                  <a:pt x="241698" y="26145"/>
                  <a:pt x="243870" y="25149"/>
                  <a:pt x="246622" y="24333"/>
                </a:cubicBezTo>
                <a:cubicBezTo>
                  <a:pt x="249373" y="23517"/>
                  <a:pt x="252323" y="23109"/>
                  <a:pt x="255473" y="23109"/>
                </a:cubicBezTo>
                <a:cubicBezTo>
                  <a:pt x="260216" y="23109"/>
                  <a:pt x="264381" y="23792"/>
                  <a:pt x="267966" y="25159"/>
                </a:cubicBezTo>
                <a:cubicBezTo>
                  <a:pt x="271552" y="26525"/>
                  <a:pt x="274199" y="28375"/>
                  <a:pt x="275907" y="30708"/>
                </a:cubicBezTo>
                <a:cubicBezTo>
                  <a:pt x="277614" y="33042"/>
                  <a:pt x="278791" y="36163"/>
                  <a:pt x="279436" y="40072"/>
                </a:cubicBezTo>
                <a:lnTo>
                  <a:pt x="269418" y="41438"/>
                </a:lnTo>
                <a:cubicBezTo>
                  <a:pt x="268963" y="38326"/>
                  <a:pt x="267644" y="35897"/>
                  <a:pt x="265462" y="34152"/>
                </a:cubicBezTo>
                <a:cubicBezTo>
                  <a:pt x="263280" y="32406"/>
                  <a:pt x="260197" y="31534"/>
                  <a:pt x="256213" y="31534"/>
                </a:cubicBezTo>
                <a:cubicBezTo>
                  <a:pt x="251507" y="31534"/>
                  <a:pt x="248149" y="32311"/>
                  <a:pt x="246138" y="33867"/>
                </a:cubicBezTo>
                <a:cubicBezTo>
                  <a:pt x="244127" y="35423"/>
                  <a:pt x="243121" y="37245"/>
                  <a:pt x="243121" y="39332"/>
                </a:cubicBezTo>
                <a:cubicBezTo>
                  <a:pt x="243121" y="40660"/>
                  <a:pt x="243538" y="41855"/>
                  <a:pt x="244373" y="42918"/>
                </a:cubicBezTo>
                <a:cubicBezTo>
                  <a:pt x="245208" y="44018"/>
                  <a:pt x="246517" y="44929"/>
                  <a:pt x="248301" y="45650"/>
                </a:cubicBezTo>
                <a:cubicBezTo>
                  <a:pt x="249325" y="46029"/>
                  <a:pt x="252342" y="46902"/>
                  <a:pt x="257351" y="48268"/>
                </a:cubicBezTo>
                <a:cubicBezTo>
                  <a:pt x="264599" y="50203"/>
                  <a:pt x="269655" y="51788"/>
                  <a:pt x="272520" y="53021"/>
                </a:cubicBezTo>
                <a:cubicBezTo>
                  <a:pt x="275385" y="54254"/>
                  <a:pt x="277633" y="56047"/>
                  <a:pt x="279265" y="58400"/>
                </a:cubicBezTo>
                <a:cubicBezTo>
                  <a:pt x="280897" y="60752"/>
                  <a:pt x="281713" y="63674"/>
                  <a:pt x="281713" y="67165"/>
                </a:cubicBezTo>
                <a:cubicBezTo>
                  <a:pt x="281713" y="70581"/>
                  <a:pt x="280716" y="73796"/>
                  <a:pt x="278724" y="76813"/>
                </a:cubicBezTo>
                <a:cubicBezTo>
                  <a:pt x="276732" y="79830"/>
                  <a:pt x="273858" y="82164"/>
                  <a:pt x="270101" y="83814"/>
                </a:cubicBezTo>
                <a:cubicBezTo>
                  <a:pt x="266344" y="85465"/>
                  <a:pt x="262094" y="86290"/>
                  <a:pt x="257351" y="86290"/>
                </a:cubicBezTo>
                <a:cubicBezTo>
                  <a:pt x="249496" y="86290"/>
                  <a:pt x="243510" y="84654"/>
                  <a:pt x="239393" y="81381"/>
                </a:cubicBezTo>
                <a:cubicBezTo>
                  <a:pt x="235276" y="78108"/>
                  <a:pt x="232648" y="73256"/>
                  <a:pt x="231509" y="66824"/>
                </a:cubicBezTo>
                <a:close/>
                <a:moveTo>
                  <a:pt x="335567" y="65344"/>
                </a:moveTo>
                <a:lnTo>
                  <a:pt x="346154" y="66710"/>
                </a:lnTo>
                <a:cubicBezTo>
                  <a:pt x="344484" y="72913"/>
                  <a:pt x="341392" y="77728"/>
                  <a:pt x="336876" y="81153"/>
                </a:cubicBezTo>
                <a:cubicBezTo>
                  <a:pt x="332361" y="84578"/>
                  <a:pt x="326593" y="86290"/>
                  <a:pt x="319573" y="86290"/>
                </a:cubicBezTo>
                <a:cubicBezTo>
                  <a:pt x="310731" y="86290"/>
                  <a:pt x="303720" y="83568"/>
                  <a:pt x="298541" y="78122"/>
                </a:cubicBezTo>
                <a:cubicBezTo>
                  <a:pt x="293361" y="72677"/>
                  <a:pt x="290771" y="65040"/>
                  <a:pt x="290771" y="55212"/>
                </a:cubicBezTo>
                <a:cubicBezTo>
                  <a:pt x="290771" y="45043"/>
                  <a:pt x="293389" y="37150"/>
                  <a:pt x="298626" y="31534"/>
                </a:cubicBezTo>
                <a:cubicBezTo>
                  <a:pt x="303863" y="25917"/>
                  <a:pt x="310655" y="23109"/>
                  <a:pt x="319003" y="23109"/>
                </a:cubicBezTo>
                <a:cubicBezTo>
                  <a:pt x="327086" y="23109"/>
                  <a:pt x="333689" y="25856"/>
                  <a:pt x="338811" y="31350"/>
                </a:cubicBezTo>
                <a:cubicBezTo>
                  <a:pt x="343934" y="36843"/>
                  <a:pt x="346496" y="44571"/>
                  <a:pt x="346496" y="54534"/>
                </a:cubicBezTo>
                <a:cubicBezTo>
                  <a:pt x="346496" y="55140"/>
                  <a:pt x="346477" y="56049"/>
                  <a:pt x="346439" y="57261"/>
                </a:cubicBezTo>
                <a:lnTo>
                  <a:pt x="301358" y="57261"/>
                </a:lnTo>
                <a:cubicBezTo>
                  <a:pt x="301738" y="63921"/>
                  <a:pt x="303616" y="69020"/>
                  <a:pt x="306993" y="72558"/>
                </a:cubicBezTo>
                <a:cubicBezTo>
                  <a:pt x="310371" y="76097"/>
                  <a:pt x="314583" y="77866"/>
                  <a:pt x="319629" y="77866"/>
                </a:cubicBezTo>
                <a:cubicBezTo>
                  <a:pt x="323386" y="77866"/>
                  <a:pt x="326593" y="76871"/>
                  <a:pt x="329249" y="74880"/>
                </a:cubicBezTo>
                <a:cubicBezTo>
                  <a:pt x="331905" y="72888"/>
                  <a:pt x="334011" y="69709"/>
                  <a:pt x="335567" y="65344"/>
                </a:cubicBezTo>
                <a:moveTo>
                  <a:pt x="301927" y="48837"/>
                </a:moveTo>
                <a:lnTo>
                  <a:pt x="335681" y="48837"/>
                </a:lnTo>
                <a:cubicBezTo>
                  <a:pt x="335225" y="43769"/>
                  <a:pt x="333935" y="39968"/>
                  <a:pt x="331810" y="37434"/>
                </a:cubicBezTo>
                <a:cubicBezTo>
                  <a:pt x="328547" y="33500"/>
                  <a:pt x="324316" y="31534"/>
                  <a:pt x="319117" y="31534"/>
                </a:cubicBezTo>
                <a:cubicBezTo>
                  <a:pt x="314412" y="31534"/>
                  <a:pt x="310456" y="33104"/>
                  <a:pt x="307249" y="36244"/>
                </a:cubicBezTo>
                <a:cubicBezTo>
                  <a:pt x="304043" y="39383"/>
                  <a:pt x="302269" y="43580"/>
                  <a:pt x="301927" y="48837"/>
                </a:cubicBezTo>
                <a:close/>
                <a:moveTo>
                  <a:pt x="355111" y="66824"/>
                </a:moveTo>
                <a:lnTo>
                  <a:pt x="365242" y="65230"/>
                </a:lnTo>
                <a:cubicBezTo>
                  <a:pt x="365811" y="69308"/>
                  <a:pt x="367396" y="72434"/>
                  <a:pt x="369995" y="74608"/>
                </a:cubicBezTo>
                <a:cubicBezTo>
                  <a:pt x="372594" y="76780"/>
                  <a:pt x="376228" y="77866"/>
                  <a:pt x="380895" y="77866"/>
                </a:cubicBezTo>
                <a:cubicBezTo>
                  <a:pt x="385601" y="77866"/>
                  <a:pt x="389092" y="76908"/>
                  <a:pt x="391368" y="74992"/>
                </a:cubicBezTo>
                <a:cubicBezTo>
                  <a:pt x="393645" y="73076"/>
                  <a:pt x="394784" y="70827"/>
                  <a:pt x="394784" y="68247"/>
                </a:cubicBezTo>
                <a:cubicBezTo>
                  <a:pt x="394784" y="65932"/>
                  <a:pt x="393778" y="64111"/>
                  <a:pt x="391767" y="62783"/>
                </a:cubicBezTo>
                <a:cubicBezTo>
                  <a:pt x="390363" y="61872"/>
                  <a:pt x="386872" y="60714"/>
                  <a:pt x="381294" y="59310"/>
                </a:cubicBezTo>
                <a:cubicBezTo>
                  <a:pt x="373780" y="57413"/>
                  <a:pt x="368572" y="55772"/>
                  <a:pt x="365669" y="54387"/>
                </a:cubicBezTo>
                <a:cubicBezTo>
                  <a:pt x="362766" y="53002"/>
                  <a:pt x="360565" y="51086"/>
                  <a:pt x="359066" y="48638"/>
                </a:cubicBezTo>
                <a:cubicBezTo>
                  <a:pt x="357568" y="46190"/>
                  <a:pt x="356818" y="43487"/>
                  <a:pt x="356818" y="40527"/>
                </a:cubicBezTo>
                <a:cubicBezTo>
                  <a:pt x="356818" y="37833"/>
                  <a:pt x="357435" y="35338"/>
                  <a:pt x="358668" y="33042"/>
                </a:cubicBezTo>
                <a:cubicBezTo>
                  <a:pt x="359901" y="30746"/>
                  <a:pt x="361580" y="28839"/>
                  <a:pt x="363705" y="27321"/>
                </a:cubicBezTo>
                <a:cubicBezTo>
                  <a:pt x="365299" y="26145"/>
                  <a:pt x="367472" y="25149"/>
                  <a:pt x="370223" y="24333"/>
                </a:cubicBezTo>
                <a:cubicBezTo>
                  <a:pt x="372974" y="23517"/>
                  <a:pt x="375924" y="23109"/>
                  <a:pt x="379074" y="23109"/>
                </a:cubicBezTo>
                <a:cubicBezTo>
                  <a:pt x="383817" y="23109"/>
                  <a:pt x="387982" y="23792"/>
                  <a:pt x="391568" y="25159"/>
                </a:cubicBezTo>
                <a:cubicBezTo>
                  <a:pt x="395154" y="26525"/>
                  <a:pt x="397800" y="28375"/>
                  <a:pt x="399508" y="30708"/>
                </a:cubicBezTo>
                <a:cubicBezTo>
                  <a:pt x="401216" y="33042"/>
                  <a:pt x="402392" y="36163"/>
                  <a:pt x="403037" y="40072"/>
                </a:cubicBezTo>
                <a:lnTo>
                  <a:pt x="393019" y="41438"/>
                </a:lnTo>
                <a:cubicBezTo>
                  <a:pt x="392564" y="38326"/>
                  <a:pt x="391245" y="35897"/>
                  <a:pt x="389063" y="34152"/>
                </a:cubicBezTo>
                <a:cubicBezTo>
                  <a:pt x="386881" y="32406"/>
                  <a:pt x="383798" y="31534"/>
                  <a:pt x="379814" y="31534"/>
                </a:cubicBezTo>
                <a:cubicBezTo>
                  <a:pt x="375108" y="31534"/>
                  <a:pt x="371750" y="32311"/>
                  <a:pt x="369739" y="33867"/>
                </a:cubicBezTo>
                <a:cubicBezTo>
                  <a:pt x="367728" y="35423"/>
                  <a:pt x="366722" y="37245"/>
                  <a:pt x="366722" y="39332"/>
                </a:cubicBezTo>
                <a:cubicBezTo>
                  <a:pt x="366722" y="40660"/>
                  <a:pt x="367140" y="41855"/>
                  <a:pt x="367974" y="42918"/>
                </a:cubicBezTo>
                <a:cubicBezTo>
                  <a:pt x="368809" y="44018"/>
                  <a:pt x="370118" y="44929"/>
                  <a:pt x="371902" y="45650"/>
                </a:cubicBezTo>
                <a:cubicBezTo>
                  <a:pt x="372926" y="46029"/>
                  <a:pt x="375943" y="46902"/>
                  <a:pt x="380952" y="48268"/>
                </a:cubicBezTo>
                <a:cubicBezTo>
                  <a:pt x="388200" y="50203"/>
                  <a:pt x="393256" y="51788"/>
                  <a:pt x="396121" y="53021"/>
                </a:cubicBezTo>
                <a:cubicBezTo>
                  <a:pt x="398986" y="54254"/>
                  <a:pt x="401234" y="56047"/>
                  <a:pt x="402866" y="58400"/>
                </a:cubicBezTo>
                <a:cubicBezTo>
                  <a:pt x="404498" y="60752"/>
                  <a:pt x="405314" y="63674"/>
                  <a:pt x="405314" y="67165"/>
                </a:cubicBezTo>
                <a:cubicBezTo>
                  <a:pt x="405314" y="70581"/>
                  <a:pt x="404318" y="73796"/>
                  <a:pt x="402325" y="76813"/>
                </a:cubicBezTo>
                <a:cubicBezTo>
                  <a:pt x="400333" y="79830"/>
                  <a:pt x="397459" y="82164"/>
                  <a:pt x="393702" y="83814"/>
                </a:cubicBezTo>
                <a:cubicBezTo>
                  <a:pt x="389945" y="85465"/>
                  <a:pt x="385695" y="86290"/>
                  <a:pt x="380952" y="86290"/>
                </a:cubicBezTo>
                <a:cubicBezTo>
                  <a:pt x="373097" y="86290"/>
                  <a:pt x="367111" y="84654"/>
                  <a:pt x="362994" y="81381"/>
                </a:cubicBezTo>
                <a:cubicBezTo>
                  <a:pt x="358877" y="78108"/>
                  <a:pt x="356249" y="73256"/>
                  <a:pt x="355111" y="66824"/>
                </a:cubicBezTo>
                <a:close/>
                <a:moveTo>
                  <a:pt x="498290" y="75100"/>
                </a:moveTo>
                <a:cubicBezTo>
                  <a:pt x="494913" y="78831"/>
                  <a:pt x="491232" y="81629"/>
                  <a:pt x="487248" y="83494"/>
                </a:cubicBezTo>
                <a:cubicBezTo>
                  <a:pt x="483264" y="85358"/>
                  <a:pt x="478957" y="86290"/>
                  <a:pt x="474327" y="86290"/>
                </a:cubicBezTo>
                <a:cubicBezTo>
                  <a:pt x="465789" y="86290"/>
                  <a:pt x="459016" y="83410"/>
                  <a:pt x="454007" y="77649"/>
                </a:cubicBezTo>
                <a:cubicBezTo>
                  <a:pt x="449946" y="72949"/>
                  <a:pt x="447916" y="67699"/>
                  <a:pt x="447916" y="61900"/>
                </a:cubicBezTo>
                <a:cubicBezTo>
                  <a:pt x="447916" y="56745"/>
                  <a:pt x="449577" y="52093"/>
                  <a:pt x="452897" y="47942"/>
                </a:cubicBezTo>
                <a:cubicBezTo>
                  <a:pt x="456217" y="43792"/>
                  <a:pt x="461179" y="40144"/>
                  <a:pt x="467781" y="36998"/>
                </a:cubicBezTo>
                <a:cubicBezTo>
                  <a:pt x="464025" y="32679"/>
                  <a:pt x="461520" y="29175"/>
                  <a:pt x="460268" y="26485"/>
                </a:cubicBezTo>
                <a:cubicBezTo>
                  <a:pt x="459016" y="23795"/>
                  <a:pt x="458390" y="21199"/>
                  <a:pt x="458390" y="18698"/>
                </a:cubicBezTo>
                <a:cubicBezTo>
                  <a:pt x="458390" y="13696"/>
                  <a:pt x="460353" y="9348"/>
                  <a:pt x="464281" y="5655"/>
                </a:cubicBezTo>
                <a:cubicBezTo>
                  <a:pt x="468208" y="1961"/>
                  <a:pt x="473151" y="114"/>
                  <a:pt x="479108" y="114"/>
                </a:cubicBezTo>
                <a:cubicBezTo>
                  <a:pt x="484800" y="114"/>
                  <a:pt x="489458" y="1860"/>
                  <a:pt x="493082" y="5352"/>
                </a:cubicBezTo>
                <a:cubicBezTo>
                  <a:pt x="496706" y="8843"/>
                  <a:pt x="498518" y="13037"/>
                  <a:pt x="498518" y="17933"/>
                </a:cubicBezTo>
                <a:cubicBezTo>
                  <a:pt x="498518" y="25866"/>
                  <a:pt x="493262" y="32642"/>
                  <a:pt x="482751" y="38259"/>
                </a:cubicBezTo>
                <a:lnTo>
                  <a:pt x="497721" y="57272"/>
                </a:lnTo>
                <a:cubicBezTo>
                  <a:pt x="499429" y="53933"/>
                  <a:pt x="500757" y="50062"/>
                  <a:pt x="501706" y="45660"/>
                </a:cubicBezTo>
                <a:lnTo>
                  <a:pt x="512350" y="47937"/>
                </a:lnTo>
                <a:cubicBezTo>
                  <a:pt x="510528" y="55222"/>
                  <a:pt x="508062" y="61214"/>
                  <a:pt x="504950" y="65915"/>
                </a:cubicBezTo>
                <a:cubicBezTo>
                  <a:pt x="508783" y="71000"/>
                  <a:pt x="513127" y="75268"/>
                  <a:pt x="517985" y="78720"/>
                </a:cubicBezTo>
                <a:lnTo>
                  <a:pt x="511097" y="86860"/>
                </a:lnTo>
                <a:cubicBezTo>
                  <a:pt x="506961" y="84208"/>
                  <a:pt x="502692" y="80288"/>
                  <a:pt x="498290" y="75100"/>
                </a:cubicBezTo>
                <a:moveTo>
                  <a:pt x="477458" y="31679"/>
                </a:moveTo>
                <a:cubicBezTo>
                  <a:pt x="481897" y="29058"/>
                  <a:pt x="484772" y="26759"/>
                  <a:pt x="486081" y="24783"/>
                </a:cubicBezTo>
                <a:cubicBezTo>
                  <a:pt x="487390" y="22806"/>
                  <a:pt x="488045" y="20622"/>
                  <a:pt x="488045" y="18229"/>
                </a:cubicBezTo>
                <a:cubicBezTo>
                  <a:pt x="488045" y="15378"/>
                  <a:pt x="487144" y="13050"/>
                  <a:pt x="485341" y="11245"/>
                </a:cubicBezTo>
                <a:cubicBezTo>
                  <a:pt x="483539" y="9440"/>
                  <a:pt x="481290" y="8538"/>
                  <a:pt x="478596" y="8538"/>
                </a:cubicBezTo>
                <a:cubicBezTo>
                  <a:pt x="475826" y="8538"/>
                  <a:pt x="473521" y="9431"/>
                  <a:pt x="471680" y="11217"/>
                </a:cubicBezTo>
                <a:cubicBezTo>
                  <a:pt x="469840" y="13003"/>
                  <a:pt x="468920" y="15187"/>
                  <a:pt x="468920" y="17771"/>
                </a:cubicBezTo>
                <a:cubicBezTo>
                  <a:pt x="468920" y="19064"/>
                  <a:pt x="469252" y="20423"/>
                  <a:pt x="469916" y="21848"/>
                </a:cubicBezTo>
                <a:cubicBezTo>
                  <a:pt x="470580" y="23272"/>
                  <a:pt x="471576" y="24783"/>
                  <a:pt x="472904" y="26379"/>
                </a:cubicBezTo>
                <a:lnTo>
                  <a:pt x="477458" y="31679"/>
                </a:lnTo>
                <a:moveTo>
                  <a:pt x="491858" y="67016"/>
                </a:moveTo>
                <a:lnTo>
                  <a:pt x="473075" y="43672"/>
                </a:lnTo>
                <a:cubicBezTo>
                  <a:pt x="467535" y="46966"/>
                  <a:pt x="463797" y="50024"/>
                  <a:pt x="461862" y="52845"/>
                </a:cubicBezTo>
                <a:cubicBezTo>
                  <a:pt x="459926" y="55666"/>
                  <a:pt x="458959" y="58458"/>
                  <a:pt x="458959" y="61223"/>
                </a:cubicBezTo>
                <a:cubicBezTo>
                  <a:pt x="458959" y="64593"/>
                  <a:pt x="460306" y="68096"/>
                  <a:pt x="463000" y="71731"/>
                </a:cubicBezTo>
                <a:cubicBezTo>
                  <a:pt x="465694" y="75366"/>
                  <a:pt x="469508" y="77183"/>
                  <a:pt x="474441" y="77183"/>
                </a:cubicBezTo>
                <a:cubicBezTo>
                  <a:pt x="477515" y="77183"/>
                  <a:pt x="480693" y="76238"/>
                  <a:pt x="483975" y="74346"/>
                </a:cubicBezTo>
                <a:cubicBezTo>
                  <a:pt x="487257" y="72455"/>
                  <a:pt x="489885" y="70011"/>
                  <a:pt x="491858" y="67016"/>
                </a:cubicBezTo>
                <a:close/>
                <a:moveTo>
                  <a:pt x="563183" y="84924"/>
                </a:moveTo>
                <a:lnTo>
                  <a:pt x="563183" y="1480"/>
                </a:lnTo>
                <a:lnTo>
                  <a:pt x="619477" y="1480"/>
                </a:lnTo>
                <a:lnTo>
                  <a:pt x="619477" y="11384"/>
                </a:lnTo>
                <a:lnTo>
                  <a:pt x="574226" y="11384"/>
                </a:lnTo>
                <a:lnTo>
                  <a:pt x="574226" y="37112"/>
                </a:lnTo>
                <a:lnTo>
                  <a:pt x="613387" y="37112"/>
                </a:lnTo>
                <a:lnTo>
                  <a:pt x="613387" y="47016"/>
                </a:lnTo>
                <a:lnTo>
                  <a:pt x="574226" y="47016"/>
                </a:lnTo>
                <a:lnTo>
                  <a:pt x="574226" y="84924"/>
                </a:lnTo>
                <a:lnTo>
                  <a:pt x="563183" y="84924"/>
                </a:lnTo>
                <a:close/>
                <a:moveTo>
                  <a:pt x="672387" y="84924"/>
                </a:moveTo>
                <a:lnTo>
                  <a:pt x="672387" y="75990"/>
                </a:lnTo>
                <a:cubicBezTo>
                  <a:pt x="667682" y="82857"/>
                  <a:pt x="661288" y="86290"/>
                  <a:pt x="653205" y="86290"/>
                </a:cubicBezTo>
                <a:cubicBezTo>
                  <a:pt x="649638" y="86290"/>
                  <a:pt x="646309" y="85607"/>
                  <a:pt x="643216" y="84241"/>
                </a:cubicBezTo>
                <a:cubicBezTo>
                  <a:pt x="640123" y="82875"/>
                  <a:pt x="637828" y="81158"/>
                  <a:pt x="636329" y="79090"/>
                </a:cubicBezTo>
                <a:cubicBezTo>
                  <a:pt x="634830" y="77022"/>
                  <a:pt x="633777" y="74489"/>
                  <a:pt x="633170" y="71491"/>
                </a:cubicBezTo>
                <a:cubicBezTo>
                  <a:pt x="632752" y="69480"/>
                  <a:pt x="632544" y="66293"/>
                  <a:pt x="632544" y="61929"/>
                </a:cubicBezTo>
                <a:lnTo>
                  <a:pt x="632544" y="24476"/>
                </a:lnTo>
                <a:lnTo>
                  <a:pt x="642789" y="24476"/>
                </a:lnTo>
                <a:lnTo>
                  <a:pt x="642789" y="57966"/>
                </a:lnTo>
                <a:cubicBezTo>
                  <a:pt x="642789" y="63310"/>
                  <a:pt x="642998" y="66911"/>
                  <a:pt x="643415" y="68768"/>
                </a:cubicBezTo>
                <a:cubicBezTo>
                  <a:pt x="644060" y="71460"/>
                  <a:pt x="645426" y="73574"/>
                  <a:pt x="647513" y="75109"/>
                </a:cubicBezTo>
                <a:cubicBezTo>
                  <a:pt x="649600" y="76644"/>
                  <a:pt x="652181" y="77411"/>
                  <a:pt x="655255" y="77411"/>
                </a:cubicBezTo>
                <a:cubicBezTo>
                  <a:pt x="658328" y="77411"/>
                  <a:pt x="661212" y="76625"/>
                  <a:pt x="663906" y="75052"/>
                </a:cubicBezTo>
                <a:cubicBezTo>
                  <a:pt x="666601" y="73479"/>
                  <a:pt x="668507" y="71337"/>
                  <a:pt x="669627" y="68627"/>
                </a:cubicBezTo>
                <a:cubicBezTo>
                  <a:pt x="670746" y="65917"/>
                  <a:pt x="671306" y="61984"/>
                  <a:pt x="671306" y="56829"/>
                </a:cubicBezTo>
                <a:lnTo>
                  <a:pt x="671306" y="24476"/>
                </a:lnTo>
                <a:lnTo>
                  <a:pt x="681551" y="24476"/>
                </a:lnTo>
                <a:lnTo>
                  <a:pt x="681551" y="84924"/>
                </a:lnTo>
                <a:lnTo>
                  <a:pt x="672387" y="84924"/>
                </a:lnTo>
                <a:close/>
                <a:moveTo>
                  <a:pt x="697793" y="84924"/>
                </a:moveTo>
                <a:lnTo>
                  <a:pt x="697793" y="24476"/>
                </a:lnTo>
                <a:lnTo>
                  <a:pt x="707014" y="24476"/>
                </a:lnTo>
                <a:lnTo>
                  <a:pt x="707014" y="33070"/>
                </a:lnTo>
                <a:cubicBezTo>
                  <a:pt x="711454" y="26430"/>
                  <a:pt x="717867" y="23109"/>
                  <a:pt x="726253" y="23109"/>
                </a:cubicBezTo>
                <a:cubicBezTo>
                  <a:pt x="729896" y="23109"/>
                  <a:pt x="733245" y="23764"/>
                  <a:pt x="736300" y="25073"/>
                </a:cubicBezTo>
                <a:cubicBezTo>
                  <a:pt x="739354" y="26382"/>
                  <a:pt x="741641" y="28099"/>
                  <a:pt x="743158" y="30224"/>
                </a:cubicBezTo>
                <a:cubicBezTo>
                  <a:pt x="744676" y="32349"/>
                  <a:pt x="745739" y="34873"/>
                  <a:pt x="746346" y="37795"/>
                </a:cubicBezTo>
                <a:cubicBezTo>
                  <a:pt x="746725" y="39692"/>
                  <a:pt x="746915" y="43012"/>
                  <a:pt x="746915" y="47756"/>
                </a:cubicBezTo>
                <a:lnTo>
                  <a:pt x="746915" y="84924"/>
                </a:lnTo>
                <a:lnTo>
                  <a:pt x="736670" y="84924"/>
                </a:lnTo>
                <a:lnTo>
                  <a:pt x="736670" y="48154"/>
                </a:lnTo>
                <a:cubicBezTo>
                  <a:pt x="736670" y="43980"/>
                  <a:pt x="736271" y="40859"/>
                  <a:pt x="735474" y="38791"/>
                </a:cubicBezTo>
                <a:cubicBezTo>
                  <a:pt x="734677" y="36723"/>
                  <a:pt x="733264" y="35072"/>
                  <a:pt x="731234" y="33839"/>
                </a:cubicBezTo>
                <a:cubicBezTo>
                  <a:pt x="729204" y="32606"/>
                  <a:pt x="726822" y="31989"/>
                  <a:pt x="724090" y="31989"/>
                </a:cubicBezTo>
                <a:cubicBezTo>
                  <a:pt x="719726" y="31989"/>
                  <a:pt x="715960" y="33374"/>
                  <a:pt x="712792" y="36144"/>
                </a:cubicBezTo>
                <a:cubicBezTo>
                  <a:pt x="709623" y="38914"/>
                  <a:pt x="708039" y="44170"/>
                  <a:pt x="708039" y="51911"/>
                </a:cubicBezTo>
                <a:lnTo>
                  <a:pt x="708039" y="84924"/>
                </a:lnTo>
                <a:lnTo>
                  <a:pt x="697793" y="84924"/>
                </a:lnTo>
                <a:close/>
                <a:moveTo>
                  <a:pt x="802261" y="62726"/>
                </a:moveTo>
                <a:lnTo>
                  <a:pt x="812336" y="64092"/>
                </a:lnTo>
                <a:cubicBezTo>
                  <a:pt x="811236" y="71036"/>
                  <a:pt x="808418" y="76472"/>
                  <a:pt x="803883" y="80399"/>
                </a:cubicBezTo>
                <a:cubicBezTo>
                  <a:pt x="799349" y="84327"/>
                  <a:pt x="793780" y="86290"/>
                  <a:pt x="787177" y="86290"/>
                </a:cubicBezTo>
                <a:cubicBezTo>
                  <a:pt x="778905" y="86290"/>
                  <a:pt x="772255" y="83587"/>
                  <a:pt x="767227" y="78179"/>
                </a:cubicBezTo>
                <a:cubicBezTo>
                  <a:pt x="762199" y="72772"/>
                  <a:pt x="759685" y="65021"/>
                  <a:pt x="759685" y="54928"/>
                </a:cubicBezTo>
                <a:cubicBezTo>
                  <a:pt x="759685" y="48401"/>
                  <a:pt x="760767" y="42690"/>
                  <a:pt x="762930" y="37795"/>
                </a:cubicBezTo>
                <a:cubicBezTo>
                  <a:pt x="765093" y="32900"/>
                  <a:pt x="768384" y="29228"/>
                  <a:pt x="772805" y="26781"/>
                </a:cubicBezTo>
                <a:cubicBezTo>
                  <a:pt x="777226" y="24333"/>
                  <a:pt x="782036" y="23109"/>
                  <a:pt x="787234" y="23109"/>
                </a:cubicBezTo>
                <a:cubicBezTo>
                  <a:pt x="793799" y="23109"/>
                  <a:pt x="799169" y="24760"/>
                  <a:pt x="803343" y="28061"/>
                </a:cubicBezTo>
                <a:cubicBezTo>
                  <a:pt x="807517" y="31362"/>
                  <a:pt x="810192" y="36048"/>
                  <a:pt x="811368" y="42121"/>
                </a:cubicBezTo>
                <a:lnTo>
                  <a:pt x="801407" y="43714"/>
                </a:lnTo>
                <a:cubicBezTo>
                  <a:pt x="800459" y="39673"/>
                  <a:pt x="798780" y="36633"/>
                  <a:pt x="796370" y="34593"/>
                </a:cubicBezTo>
                <a:cubicBezTo>
                  <a:pt x="793960" y="32553"/>
                  <a:pt x="791048" y="31534"/>
                  <a:pt x="787633" y="31534"/>
                </a:cubicBezTo>
                <a:cubicBezTo>
                  <a:pt x="782472" y="31534"/>
                  <a:pt x="778279" y="33383"/>
                  <a:pt x="775053" y="37083"/>
                </a:cubicBezTo>
                <a:cubicBezTo>
                  <a:pt x="771828" y="40783"/>
                  <a:pt x="770215" y="46636"/>
                  <a:pt x="770215" y="54643"/>
                </a:cubicBezTo>
                <a:cubicBezTo>
                  <a:pt x="770215" y="62764"/>
                  <a:pt x="771771" y="68664"/>
                  <a:pt x="774883" y="72345"/>
                </a:cubicBezTo>
                <a:cubicBezTo>
                  <a:pt x="777994" y="76026"/>
                  <a:pt x="782055" y="77866"/>
                  <a:pt x="787064" y="77866"/>
                </a:cubicBezTo>
                <a:cubicBezTo>
                  <a:pt x="791086" y="77866"/>
                  <a:pt x="794444" y="76628"/>
                  <a:pt x="797138" y="74152"/>
                </a:cubicBezTo>
                <a:cubicBezTo>
                  <a:pt x="799833" y="71676"/>
                  <a:pt x="801540" y="67867"/>
                  <a:pt x="802261" y="62726"/>
                </a:cubicBezTo>
                <a:close/>
                <a:moveTo>
                  <a:pt x="817296" y="66824"/>
                </a:moveTo>
                <a:lnTo>
                  <a:pt x="827428" y="65230"/>
                </a:lnTo>
                <a:cubicBezTo>
                  <a:pt x="827997" y="69308"/>
                  <a:pt x="829581" y="72434"/>
                  <a:pt x="832181" y="74608"/>
                </a:cubicBezTo>
                <a:cubicBezTo>
                  <a:pt x="834780" y="76780"/>
                  <a:pt x="838414" y="77866"/>
                  <a:pt x="843081" y="77866"/>
                </a:cubicBezTo>
                <a:cubicBezTo>
                  <a:pt x="847786" y="77866"/>
                  <a:pt x="851277" y="76908"/>
                  <a:pt x="853554" y="74992"/>
                </a:cubicBezTo>
                <a:cubicBezTo>
                  <a:pt x="855831" y="73076"/>
                  <a:pt x="856969" y="70827"/>
                  <a:pt x="856969" y="68247"/>
                </a:cubicBezTo>
                <a:cubicBezTo>
                  <a:pt x="856969" y="65932"/>
                  <a:pt x="855964" y="64111"/>
                  <a:pt x="853953" y="62783"/>
                </a:cubicBezTo>
                <a:cubicBezTo>
                  <a:pt x="852549" y="61872"/>
                  <a:pt x="849058" y="60714"/>
                  <a:pt x="843479" y="59310"/>
                </a:cubicBezTo>
                <a:cubicBezTo>
                  <a:pt x="835966" y="57413"/>
                  <a:pt x="830758" y="55772"/>
                  <a:pt x="827855" y="54387"/>
                </a:cubicBezTo>
                <a:cubicBezTo>
                  <a:pt x="824952" y="53002"/>
                  <a:pt x="822751" y="51086"/>
                  <a:pt x="821252" y="48638"/>
                </a:cubicBezTo>
                <a:cubicBezTo>
                  <a:pt x="819753" y="46190"/>
                  <a:pt x="819004" y="43487"/>
                  <a:pt x="819004" y="40527"/>
                </a:cubicBezTo>
                <a:cubicBezTo>
                  <a:pt x="819004" y="37833"/>
                  <a:pt x="819620" y="35338"/>
                  <a:pt x="820854" y="33042"/>
                </a:cubicBezTo>
                <a:cubicBezTo>
                  <a:pt x="822087" y="30746"/>
                  <a:pt x="823766" y="28839"/>
                  <a:pt x="825891" y="27321"/>
                </a:cubicBezTo>
                <a:cubicBezTo>
                  <a:pt x="827485" y="26145"/>
                  <a:pt x="829657" y="25149"/>
                  <a:pt x="832408" y="24333"/>
                </a:cubicBezTo>
                <a:cubicBezTo>
                  <a:pt x="835160" y="23517"/>
                  <a:pt x="838110" y="23109"/>
                  <a:pt x="841259" y="23109"/>
                </a:cubicBezTo>
                <a:cubicBezTo>
                  <a:pt x="846003" y="23109"/>
                  <a:pt x="850167" y="23792"/>
                  <a:pt x="853753" y="25159"/>
                </a:cubicBezTo>
                <a:cubicBezTo>
                  <a:pt x="857339" y="26525"/>
                  <a:pt x="859986" y="28375"/>
                  <a:pt x="861694" y="30708"/>
                </a:cubicBezTo>
                <a:cubicBezTo>
                  <a:pt x="863401" y="33042"/>
                  <a:pt x="864578" y="36163"/>
                  <a:pt x="865223" y="40072"/>
                </a:cubicBezTo>
                <a:lnTo>
                  <a:pt x="855205" y="41438"/>
                </a:lnTo>
                <a:cubicBezTo>
                  <a:pt x="854749" y="38326"/>
                  <a:pt x="853431" y="35897"/>
                  <a:pt x="851249" y="34152"/>
                </a:cubicBezTo>
                <a:cubicBezTo>
                  <a:pt x="849067" y="32406"/>
                  <a:pt x="845984" y="31534"/>
                  <a:pt x="841999" y="31534"/>
                </a:cubicBezTo>
                <a:cubicBezTo>
                  <a:pt x="837294" y="31534"/>
                  <a:pt x="833936" y="32311"/>
                  <a:pt x="831925" y="33867"/>
                </a:cubicBezTo>
                <a:cubicBezTo>
                  <a:pt x="829913" y="35423"/>
                  <a:pt x="828908" y="37245"/>
                  <a:pt x="828908" y="39332"/>
                </a:cubicBezTo>
                <a:cubicBezTo>
                  <a:pt x="828908" y="40660"/>
                  <a:pt x="829325" y="41855"/>
                  <a:pt x="830160" y="42918"/>
                </a:cubicBezTo>
                <a:cubicBezTo>
                  <a:pt x="830995" y="44018"/>
                  <a:pt x="832304" y="44929"/>
                  <a:pt x="834088" y="45650"/>
                </a:cubicBezTo>
                <a:cubicBezTo>
                  <a:pt x="835112" y="46029"/>
                  <a:pt x="838129" y="46902"/>
                  <a:pt x="843138" y="48268"/>
                </a:cubicBezTo>
                <a:cubicBezTo>
                  <a:pt x="850386" y="50203"/>
                  <a:pt x="855442" y="51788"/>
                  <a:pt x="858307" y="53021"/>
                </a:cubicBezTo>
                <a:cubicBezTo>
                  <a:pt x="861172" y="54254"/>
                  <a:pt x="863420" y="56047"/>
                  <a:pt x="865052" y="58400"/>
                </a:cubicBezTo>
                <a:cubicBezTo>
                  <a:pt x="866684" y="60752"/>
                  <a:pt x="867500" y="63674"/>
                  <a:pt x="867500" y="67165"/>
                </a:cubicBezTo>
                <a:cubicBezTo>
                  <a:pt x="867500" y="70581"/>
                  <a:pt x="866503" y="73796"/>
                  <a:pt x="864511" y="76813"/>
                </a:cubicBezTo>
                <a:cubicBezTo>
                  <a:pt x="862519" y="79830"/>
                  <a:pt x="859645" y="82164"/>
                  <a:pt x="855888" y="83814"/>
                </a:cubicBezTo>
                <a:cubicBezTo>
                  <a:pt x="852131" y="85465"/>
                  <a:pt x="847881" y="86290"/>
                  <a:pt x="843138" y="86290"/>
                </a:cubicBezTo>
                <a:cubicBezTo>
                  <a:pt x="835283" y="86290"/>
                  <a:pt x="829297" y="84654"/>
                  <a:pt x="825180" y="81381"/>
                </a:cubicBezTo>
                <a:cubicBezTo>
                  <a:pt x="821062" y="78108"/>
                  <a:pt x="818435" y="73256"/>
                  <a:pt x="817296" y="66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31364-E98C-4DB2-A746-395D4BF1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219" y="820265"/>
            <a:ext cx="842362" cy="131802"/>
          </a:xfrm>
          <a:custGeom xmlns:a="http://schemas.openxmlformats.org/drawingml/2006/main">
            <a:pathLst>
              <a:path w="842362" h="131802">
                <a:moveTo>
                  <a:pt x="0" y="52721"/>
                </a:moveTo>
                <a:lnTo>
                  <a:pt x="0" y="79081"/>
                </a:lnTo>
                <a:lnTo>
                  <a:pt x="710560" y="79081"/>
                </a:lnTo>
                <a:lnTo>
                  <a:pt x="710560" y="131802"/>
                </a:lnTo>
                <a:lnTo>
                  <a:pt x="842362" y="65901"/>
                </a:lnTo>
                <a:lnTo>
                  <a:pt x="710560" y="0"/>
                </a:lnTo>
                <a:lnTo>
                  <a:pt x="710560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7EBF8-11FF-44A3-A6C2-91A0D52D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655" y="821437"/>
            <a:ext cx="525451" cy="131802"/>
          </a:xfrm>
          <a:custGeom xmlns:a="http://schemas.openxmlformats.org/drawingml/2006/main">
            <a:pathLst>
              <a:path w="525451" h="131802">
                <a:moveTo>
                  <a:pt x="0" y="52721"/>
                </a:moveTo>
                <a:lnTo>
                  <a:pt x="0" y="79081"/>
                </a:lnTo>
                <a:lnTo>
                  <a:pt x="393649" y="79081"/>
                </a:lnTo>
                <a:lnTo>
                  <a:pt x="393649" y="131802"/>
                </a:lnTo>
                <a:lnTo>
                  <a:pt x="525451" y="65901"/>
                </a:lnTo>
                <a:lnTo>
                  <a:pt x="393649" y="0"/>
                </a:lnTo>
                <a:lnTo>
                  <a:pt x="393649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Summary">
            <a:extLst xmlns:a="http://schemas.openxmlformats.org/drawingml/2006/main">
              <a:ext uri="{FF2B5EF4-FFF2-40B4-BE49-F238E27FC236}">
                <a16:creationId xmlns:a16="http://schemas.microsoft.com/office/drawing/2014/main" id="{02ADC742-3411-4FDE-8678-35F3EE8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774" y="689357"/>
            <a:ext cx="494879" cy="109514"/>
          </a:xfrm>
          <a:custGeom xmlns:a="http://schemas.openxmlformats.org/drawingml/2006/main">
            <a:pathLst>
              <a:path w="494879" h="109514">
                <a:moveTo>
                  <a:pt x="0" y="58058"/>
                </a:moveTo>
                <a:lnTo>
                  <a:pt x="10416" y="57147"/>
                </a:lnTo>
                <a:cubicBezTo>
                  <a:pt x="10910" y="61322"/>
                  <a:pt x="12058" y="64746"/>
                  <a:pt x="13860" y="67421"/>
                </a:cubicBezTo>
                <a:cubicBezTo>
                  <a:pt x="15662" y="70097"/>
                  <a:pt x="18461" y="72260"/>
                  <a:pt x="22256" y="73910"/>
                </a:cubicBezTo>
                <a:cubicBezTo>
                  <a:pt x="26050" y="75561"/>
                  <a:pt x="30319" y="76386"/>
                  <a:pt x="35063" y="76386"/>
                </a:cubicBezTo>
                <a:cubicBezTo>
                  <a:pt x="39275" y="76386"/>
                  <a:pt x="42993" y="75760"/>
                  <a:pt x="46219" y="74508"/>
                </a:cubicBezTo>
                <a:cubicBezTo>
                  <a:pt x="49444" y="73256"/>
                  <a:pt x="51844" y="71539"/>
                  <a:pt x="53419" y="69357"/>
                </a:cubicBezTo>
                <a:cubicBezTo>
                  <a:pt x="54994" y="67175"/>
                  <a:pt x="55781" y="64800"/>
                  <a:pt x="55781" y="62231"/>
                </a:cubicBezTo>
                <a:cubicBezTo>
                  <a:pt x="55781" y="59625"/>
                  <a:pt x="55022" y="57349"/>
                  <a:pt x="53505" y="55404"/>
                </a:cubicBezTo>
                <a:cubicBezTo>
                  <a:pt x="51987" y="53458"/>
                  <a:pt x="49482" y="51822"/>
                  <a:pt x="45991" y="50497"/>
                </a:cubicBezTo>
                <a:cubicBezTo>
                  <a:pt x="43752" y="49626"/>
                  <a:pt x="38800" y="48273"/>
                  <a:pt x="31135" y="46438"/>
                </a:cubicBezTo>
                <a:cubicBezTo>
                  <a:pt x="23470" y="44602"/>
                  <a:pt x="18100" y="42867"/>
                  <a:pt x="15027" y="41231"/>
                </a:cubicBezTo>
                <a:cubicBezTo>
                  <a:pt x="11042" y="39141"/>
                  <a:pt x="8073" y="36546"/>
                  <a:pt x="6119" y="33447"/>
                </a:cubicBezTo>
                <a:cubicBezTo>
                  <a:pt x="4165" y="30349"/>
                  <a:pt x="3188" y="26880"/>
                  <a:pt x="3188" y="23040"/>
                </a:cubicBezTo>
                <a:cubicBezTo>
                  <a:pt x="3188" y="18820"/>
                  <a:pt x="4383" y="14875"/>
                  <a:pt x="6773" y="11206"/>
                </a:cubicBezTo>
                <a:cubicBezTo>
                  <a:pt x="9164" y="7537"/>
                  <a:pt x="12655" y="4752"/>
                  <a:pt x="17247" y="2851"/>
                </a:cubicBezTo>
                <a:cubicBezTo>
                  <a:pt x="21838" y="950"/>
                  <a:pt x="26942" y="0"/>
                  <a:pt x="32558" y="0"/>
                </a:cubicBezTo>
                <a:cubicBezTo>
                  <a:pt x="38743" y="0"/>
                  <a:pt x="44198" y="996"/>
                  <a:pt x="48923" y="2988"/>
                </a:cubicBezTo>
                <a:cubicBezTo>
                  <a:pt x="53647" y="4980"/>
                  <a:pt x="57280" y="7912"/>
                  <a:pt x="59823" y="11782"/>
                </a:cubicBezTo>
                <a:cubicBezTo>
                  <a:pt x="62365" y="15653"/>
                  <a:pt x="63731" y="20036"/>
                  <a:pt x="63921" y="24931"/>
                </a:cubicBezTo>
                <a:lnTo>
                  <a:pt x="53334" y="25728"/>
                </a:lnTo>
                <a:cubicBezTo>
                  <a:pt x="52765" y="20509"/>
                  <a:pt x="50839" y="16567"/>
                  <a:pt x="47556" y="13903"/>
                </a:cubicBezTo>
                <a:cubicBezTo>
                  <a:pt x="44274" y="11237"/>
                  <a:pt x="39426" y="9904"/>
                  <a:pt x="33013" y="9904"/>
                </a:cubicBezTo>
                <a:cubicBezTo>
                  <a:pt x="26335" y="9904"/>
                  <a:pt x="21468" y="11125"/>
                  <a:pt x="18414" y="13566"/>
                </a:cubicBezTo>
                <a:cubicBezTo>
                  <a:pt x="15359" y="16007"/>
                  <a:pt x="13832" y="18950"/>
                  <a:pt x="13832" y="22394"/>
                </a:cubicBezTo>
                <a:cubicBezTo>
                  <a:pt x="13832" y="25384"/>
                  <a:pt x="14913" y="27844"/>
                  <a:pt x="17076" y="29774"/>
                </a:cubicBezTo>
                <a:cubicBezTo>
                  <a:pt x="19201" y="31705"/>
                  <a:pt x="24751" y="33683"/>
                  <a:pt x="33725" y="35708"/>
                </a:cubicBezTo>
                <a:cubicBezTo>
                  <a:pt x="42699" y="37732"/>
                  <a:pt x="48856" y="39502"/>
                  <a:pt x="52195" y="41016"/>
                </a:cubicBezTo>
                <a:cubicBezTo>
                  <a:pt x="57053" y="43251"/>
                  <a:pt x="60639" y="46082"/>
                  <a:pt x="62953" y="49510"/>
                </a:cubicBezTo>
                <a:cubicBezTo>
                  <a:pt x="65268" y="52937"/>
                  <a:pt x="66425" y="56884"/>
                  <a:pt x="66425" y="61352"/>
                </a:cubicBezTo>
                <a:cubicBezTo>
                  <a:pt x="66425" y="65784"/>
                  <a:pt x="65154" y="69959"/>
                  <a:pt x="62612" y="73878"/>
                </a:cubicBezTo>
                <a:cubicBezTo>
                  <a:pt x="60069" y="77797"/>
                  <a:pt x="56417" y="80846"/>
                  <a:pt x="51655" y="83025"/>
                </a:cubicBezTo>
                <a:cubicBezTo>
                  <a:pt x="46892" y="85202"/>
                  <a:pt x="41532" y="86290"/>
                  <a:pt x="35575" y="86290"/>
                </a:cubicBezTo>
                <a:cubicBezTo>
                  <a:pt x="28024" y="86290"/>
                  <a:pt x="21696" y="85190"/>
                  <a:pt x="16592" y="82989"/>
                </a:cubicBezTo>
                <a:cubicBezTo>
                  <a:pt x="11488" y="80788"/>
                  <a:pt x="7485" y="77477"/>
                  <a:pt x="4582" y="73057"/>
                </a:cubicBezTo>
                <a:cubicBezTo>
                  <a:pt x="1679" y="68636"/>
                  <a:pt x="152" y="63636"/>
                  <a:pt x="0" y="58058"/>
                </a:cubicBezTo>
                <a:close/>
                <a:moveTo>
                  <a:pt x="119973" y="84924"/>
                </a:moveTo>
                <a:lnTo>
                  <a:pt x="119973" y="75990"/>
                </a:lnTo>
                <a:cubicBezTo>
                  <a:pt x="115268" y="82857"/>
                  <a:pt x="108874" y="86290"/>
                  <a:pt x="100791" y="86290"/>
                </a:cubicBezTo>
                <a:cubicBezTo>
                  <a:pt x="97225" y="86290"/>
                  <a:pt x="93895" y="85607"/>
                  <a:pt x="90802" y="84241"/>
                </a:cubicBezTo>
                <a:cubicBezTo>
                  <a:pt x="87709" y="82875"/>
                  <a:pt x="85414" y="81158"/>
                  <a:pt x="83915" y="79090"/>
                </a:cubicBezTo>
                <a:cubicBezTo>
                  <a:pt x="82416" y="77022"/>
                  <a:pt x="81363" y="74489"/>
                  <a:pt x="80756" y="71491"/>
                </a:cubicBezTo>
                <a:cubicBezTo>
                  <a:pt x="80338" y="69480"/>
                  <a:pt x="80130" y="66293"/>
                  <a:pt x="80130" y="61929"/>
                </a:cubicBezTo>
                <a:lnTo>
                  <a:pt x="80130" y="24476"/>
                </a:lnTo>
                <a:lnTo>
                  <a:pt x="90375" y="24476"/>
                </a:lnTo>
                <a:lnTo>
                  <a:pt x="90375" y="57966"/>
                </a:lnTo>
                <a:cubicBezTo>
                  <a:pt x="90375" y="63310"/>
                  <a:pt x="90584" y="66911"/>
                  <a:pt x="91001" y="68768"/>
                </a:cubicBezTo>
                <a:cubicBezTo>
                  <a:pt x="91646" y="71460"/>
                  <a:pt x="93012" y="73574"/>
                  <a:pt x="95100" y="75109"/>
                </a:cubicBezTo>
                <a:cubicBezTo>
                  <a:pt x="97187" y="76644"/>
                  <a:pt x="99767" y="77411"/>
                  <a:pt x="102841" y="77411"/>
                </a:cubicBezTo>
                <a:cubicBezTo>
                  <a:pt x="105914" y="77411"/>
                  <a:pt x="108798" y="76625"/>
                  <a:pt x="111492" y="75052"/>
                </a:cubicBezTo>
                <a:cubicBezTo>
                  <a:pt x="114187" y="73479"/>
                  <a:pt x="116093" y="71337"/>
                  <a:pt x="117213" y="68627"/>
                </a:cubicBezTo>
                <a:cubicBezTo>
                  <a:pt x="118332" y="65917"/>
                  <a:pt x="118892" y="61984"/>
                  <a:pt x="118892" y="56829"/>
                </a:cubicBezTo>
                <a:lnTo>
                  <a:pt x="118892" y="24476"/>
                </a:lnTo>
                <a:lnTo>
                  <a:pt x="129138" y="24476"/>
                </a:lnTo>
                <a:lnTo>
                  <a:pt x="129138" y="84924"/>
                </a:lnTo>
                <a:lnTo>
                  <a:pt x="119973" y="84924"/>
                </a:lnTo>
                <a:close/>
                <a:moveTo>
                  <a:pt x="145379" y="84924"/>
                </a:moveTo>
                <a:lnTo>
                  <a:pt x="145379" y="24476"/>
                </a:lnTo>
                <a:lnTo>
                  <a:pt x="154543" y="24476"/>
                </a:lnTo>
                <a:lnTo>
                  <a:pt x="154543" y="32957"/>
                </a:lnTo>
                <a:cubicBezTo>
                  <a:pt x="156441" y="29997"/>
                  <a:pt x="158964" y="27616"/>
                  <a:pt x="162114" y="25813"/>
                </a:cubicBezTo>
                <a:cubicBezTo>
                  <a:pt x="165263" y="24011"/>
                  <a:pt x="168849" y="23109"/>
                  <a:pt x="172872" y="23109"/>
                </a:cubicBezTo>
                <a:cubicBezTo>
                  <a:pt x="177349" y="23109"/>
                  <a:pt x="181021" y="24039"/>
                  <a:pt x="183886" y="25898"/>
                </a:cubicBezTo>
                <a:cubicBezTo>
                  <a:pt x="186751" y="27758"/>
                  <a:pt x="188771" y="30357"/>
                  <a:pt x="189948" y="33697"/>
                </a:cubicBezTo>
                <a:cubicBezTo>
                  <a:pt x="194729" y="26638"/>
                  <a:pt x="200952" y="23109"/>
                  <a:pt x="208617" y="23109"/>
                </a:cubicBezTo>
                <a:cubicBezTo>
                  <a:pt x="214613" y="23109"/>
                  <a:pt x="219223" y="24770"/>
                  <a:pt x="222449" y="28090"/>
                </a:cubicBezTo>
                <a:cubicBezTo>
                  <a:pt x="225674" y="31410"/>
                  <a:pt x="227287" y="36524"/>
                  <a:pt x="227287" y="43430"/>
                </a:cubicBezTo>
                <a:lnTo>
                  <a:pt x="227287" y="84924"/>
                </a:lnTo>
                <a:lnTo>
                  <a:pt x="217098" y="84924"/>
                </a:lnTo>
                <a:lnTo>
                  <a:pt x="217098" y="46845"/>
                </a:lnTo>
                <a:cubicBezTo>
                  <a:pt x="217098" y="42747"/>
                  <a:pt x="216766" y="39796"/>
                  <a:pt x="216102" y="37994"/>
                </a:cubicBezTo>
                <a:cubicBezTo>
                  <a:pt x="215438" y="36191"/>
                  <a:pt x="214233" y="34740"/>
                  <a:pt x="212488" y="33640"/>
                </a:cubicBezTo>
                <a:cubicBezTo>
                  <a:pt x="210742" y="32539"/>
                  <a:pt x="208693" y="31989"/>
                  <a:pt x="206341" y="31989"/>
                </a:cubicBezTo>
                <a:cubicBezTo>
                  <a:pt x="202090" y="31989"/>
                  <a:pt x="198561" y="33402"/>
                  <a:pt x="195753" y="36229"/>
                </a:cubicBezTo>
                <a:cubicBezTo>
                  <a:pt x="192945" y="39056"/>
                  <a:pt x="191541" y="43582"/>
                  <a:pt x="191541" y="49805"/>
                </a:cubicBezTo>
                <a:lnTo>
                  <a:pt x="191541" y="84924"/>
                </a:lnTo>
                <a:lnTo>
                  <a:pt x="181296" y="84924"/>
                </a:lnTo>
                <a:lnTo>
                  <a:pt x="181296" y="45650"/>
                </a:lnTo>
                <a:cubicBezTo>
                  <a:pt x="181296" y="41096"/>
                  <a:pt x="180461" y="37681"/>
                  <a:pt x="178791" y="35404"/>
                </a:cubicBezTo>
                <a:cubicBezTo>
                  <a:pt x="177122" y="33127"/>
                  <a:pt x="174390" y="31989"/>
                  <a:pt x="170595" y="31989"/>
                </a:cubicBezTo>
                <a:cubicBezTo>
                  <a:pt x="167711" y="31989"/>
                  <a:pt x="165045" y="32748"/>
                  <a:pt x="162598" y="34266"/>
                </a:cubicBezTo>
                <a:cubicBezTo>
                  <a:pt x="160150" y="35784"/>
                  <a:pt x="158376" y="38003"/>
                  <a:pt x="157276" y="40925"/>
                </a:cubicBezTo>
                <a:cubicBezTo>
                  <a:pt x="156175" y="43847"/>
                  <a:pt x="155625" y="48059"/>
                  <a:pt x="155625" y="53562"/>
                </a:cubicBezTo>
                <a:lnTo>
                  <a:pt x="155625" y="84924"/>
                </a:lnTo>
                <a:lnTo>
                  <a:pt x="145379" y="84924"/>
                </a:lnTo>
                <a:close/>
                <a:moveTo>
                  <a:pt x="243206" y="84924"/>
                </a:moveTo>
                <a:lnTo>
                  <a:pt x="243206" y="24476"/>
                </a:lnTo>
                <a:lnTo>
                  <a:pt x="252370" y="24476"/>
                </a:lnTo>
                <a:lnTo>
                  <a:pt x="252370" y="32957"/>
                </a:lnTo>
                <a:cubicBezTo>
                  <a:pt x="254267" y="29997"/>
                  <a:pt x="256790" y="27616"/>
                  <a:pt x="259940" y="25813"/>
                </a:cubicBezTo>
                <a:cubicBezTo>
                  <a:pt x="263090" y="24011"/>
                  <a:pt x="266676" y="23109"/>
                  <a:pt x="270698" y="23109"/>
                </a:cubicBezTo>
                <a:cubicBezTo>
                  <a:pt x="275176" y="23109"/>
                  <a:pt x="278847" y="24039"/>
                  <a:pt x="281712" y="25898"/>
                </a:cubicBezTo>
                <a:cubicBezTo>
                  <a:pt x="284577" y="27758"/>
                  <a:pt x="286597" y="30357"/>
                  <a:pt x="287774" y="33697"/>
                </a:cubicBezTo>
                <a:cubicBezTo>
                  <a:pt x="292555" y="26638"/>
                  <a:pt x="298778" y="23109"/>
                  <a:pt x="306444" y="23109"/>
                </a:cubicBezTo>
                <a:cubicBezTo>
                  <a:pt x="312439" y="23109"/>
                  <a:pt x="317050" y="24770"/>
                  <a:pt x="320275" y="28090"/>
                </a:cubicBezTo>
                <a:cubicBezTo>
                  <a:pt x="323500" y="31410"/>
                  <a:pt x="325113" y="36524"/>
                  <a:pt x="325113" y="43430"/>
                </a:cubicBezTo>
                <a:lnTo>
                  <a:pt x="325113" y="84924"/>
                </a:lnTo>
                <a:lnTo>
                  <a:pt x="314925" y="84924"/>
                </a:lnTo>
                <a:lnTo>
                  <a:pt x="314925" y="46845"/>
                </a:lnTo>
                <a:cubicBezTo>
                  <a:pt x="314925" y="42747"/>
                  <a:pt x="314593" y="39796"/>
                  <a:pt x="313928" y="37994"/>
                </a:cubicBezTo>
                <a:cubicBezTo>
                  <a:pt x="313264" y="36191"/>
                  <a:pt x="312060" y="34740"/>
                  <a:pt x="310314" y="33640"/>
                </a:cubicBezTo>
                <a:cubicBezTo>
                  <a:pt x="308569" y="32539"/>
                  <a:pt x="306519" y="31989"/>
                  <a:pt x="304167" y="31989"/>
                </a:cubicBezTo>
                <a:cubicBezTo>
                  <a:pt x="299917" y="31989"/>
                  <a:pt x="296388" y="33402"/>
                  <a:pt x="293580" y="36229"/>
                </a:cubicBezTo>
                <a:cubicBezTo>
                  <a:pt x="290772" y="39056"/>
                  <a:pt x="289368" y="43582"/>
                  <a:pt x="289368" y="49805"/>
                </a:cubicBezTo>
                <a:lnTo>
                  <a:pt x="289368" y="84924"/>
                </a:lnTo>
                <a:lnTo>
                  <a:pt x="279122" y="84924"/>
                </a:lnTo>
                <a:lnTo>
                  <a:pt x="279122" y="45650"/>
                </a:lnTo>
                <a:cubicBezTo>
                  <a:pt x="279122" y="41096"/>
                  <a:pt x="278287" y="37681"/>
                  <a:pt x="276618" y="35404"/>
                </a:cubicBezTo>
                <a:cubicBezTo>
                  <a:pt x="274948" y="33127"/>
                  <a:pt x="272216" y="31989"/>
                  <a:pt x="268421" y="31989"/>
                </a:cubicBezTo>
                <a:cubicBezTo>
                  <a:pt x="265537" y="31989"/>
                  <a:pt x="262871" y="32748"/>
                  <a:pt x="260424" y="34266"/>
                </a:cubicBezTo>
                <a:cubicBezTo>
                  <a:pt x="257976" y="35784"/>
                  <a:pt x="256202" y="38003"/>
                  <a:pt x="255102" y="40925"/>
                </a:cubicBezTo>
                <a:cubicBezTo>
                  <a:pt x="254001" y="43847"/>
                  <a:pt x="253451" y="48059"/>
                  <a:pt x="253451" y="53562"/>
                </a:cubicBezTo>
                <a:lnTo>
                  <a:pt x="253451" y="84924"/>
                </a:lnTo>
                <a:lnTo>
                  <a:pt x="243206" y="84924"/>
                </a:lnTo>
                <a:close/>
                <a:moveTo>
                  <a:pt x="380477" y="77297"/>
                </a:moveTo>
                <a:cubicBezTo>
                  <a:pt x="376683" y="80585"/>
                  <a:pt x="373030" y="82907"/>
                  <a:pt x="369520" y="84261"/>
                </a:cubicBezTo>
                <a:cubicBezTo>
                  <a:pt x="366010" y="85614"/>
                  <a:pt x="362244" y="86290"/>
                  <a:pt x="358222" y="86290"/>
                </a:cubicBezTo>
                <a:cubicBezTo>
                  <a:pt x="351581" y="86290"/>
                  <a:pt x="346477" y="84668"/>
                  <a:pt x="342910" y="81424"/>
                </a:cubicBezTo>
                <a:cubicBezTo>
                  <a:pt x="339343" y="78179"/>
                  <a:pt x="337560" y="74034"/>
                  <a:pt x="337560" y="68987"/>
                </a:cubicBezTo>
                <a:cubicBezTo>
                  <a:pt x="337560" y="66027"/>
                  <a:pt x="338233" y="63323"/>
                  <a:pt x="339580" y="60876"/>
                </a:cubicBezTo>
                <a:cubicBezTo>
                  <a:pt x="340928" y="58428"/>
                  <a:pt x="342692" y="56464"/>
                  <a:pt x="344874" y="54985"/>
                </a:cubicBezTo>
                <a:cubicBezTo>
                  <a:pt x="347056" y="53505"/>
                  <a:pt x="349513" y="52385"/>
                  <a:pt x="352245" y="51626"/>
                </a:cubicBezTo>
                <a:cubicBezTo>
                  <a:pt x="354256" y="51095"/>
                  <a:pt x="357292" y="50583"/>
                  <a:pt x="361352" y="50089"/>
                </a:cubicBezTo>
                <a:cubicBezTo>
                  <a:pt x="369625" y="49103"/>
                  <a:pt x="375715" y="47926"/>
                  <a:pt x="379623" y="46560"/>
                </a:cubicBezTo>
                <a:cubicBezTo>
                  <a:pt x="379661" y="45162"/>
                  <a:pt x="379680" y="44274"/>
                  <a:pt x="379680" y="43896"/>
                </a:cubicBezTo>
                <a:cubicBezTo>
                  <a:pt x="379680" y="39737"/>
                  <a:pt x="378713" y="36808"/>
                  <a:pt x="376777" y="35107"/>
                </a:cubicBezTo>
                <a:cubicBezTo>
                  <a:pt x="374159" y="32801"/>
                  <a:pt x="370270" y="31647"/>
                  <a:pt x="365109" y="31647"/>
                </a:cubicBezTo>
                <a:cubicBezTo>
                  <a:pt x="360290" y="31647"/>
                  <a:pt x="356732" y="32492"/>
                  <a:pt x="354436" y="34180"/>
                </a:cubicBezTo>
                <a:cubicBezTo>
                  <a:pt x="352141" y="35869"/>
                  <a:pt x="350443" y="38857"/>
                  <a:pt x="349342" y="43145"/>
                </a:cubicBezTo>
                <a:lnTo>
                  <a:pt x="339324" y="41779"/>
                </a:lnTo>
                <a:cubicBezTo>
                  <a:pt x="340235" y="37478"/>
                  <a:pt x="341734" y="34005"/>
                  <a:pt x="343821" y="31359"/>
                </a:cubicBezTo>
                <a:cubicBezTo>
                  <a:pt x="345908" y="28714"/>
                  <a:pt x="348925" y="26678"/>
                  <a:pt x="352871" y="25251"/>
                </a:cubicBezTo>
                <a:cubicBezTo>
                  <a:pt x="356818" y="23823"/>
                  <a:pt x="361390" y="23109"/>
                  <a:pt x="366589" y="23109"/>
                </a:cubicBezTo>
                <a:cubicBezTo>
                  <a:pt x="371750" y="23109"/>
                  <a:pt x="375943" y="23719"/>
                  <a:pt x="379168" y="24938"/>
                </a:cubicBezTo>
                <a:cubicBezTo>
                  <a:pt x="382394" y="26156"/>
                  <a:pt x="384765" y="27689"/>
                  <a:pt x="386283" y="29536"/>
                </a:cubicBezTo>
                <a:cubicBezTo>
                  <a:pt x="387801" y="31382"/>
                  <a:pt x="388863" y="33715"/>
                  <a:pt x="389471" y="36534"/>
                </a:cubicBezTo>
                <a:cubicBezTo>
                  <a:pt x="389812" y="38285"/>
                  <a:pt x="389983" y="41431"/>
                  <a:pt x="389983" y="45972"/>
                </a:cubicBezTo>
                <a:lnTo>
                  <a:pt x="389983" y="59593"/>
                </a:lnTo>
                <a:cubicBezTo>
                  <a:pt x="389983" y="69091"/>
                  <a:pt x="390201" y="75106"/>
                  <a:pt x="390637" y="77639"/>
                </a:cubicBezTo>
                <a:cubicBezTo>
                  <a:pt x="391074" y="80172"/>
                  <a:pt x="391937" y="82600"/>
                  <a:pt x="393227" y="84924"/>
                </a:cubicBezTo>
                <a:lnTo>
                  <a:pt x="382526" y="84924"/>
                </a:lnTo>
                <a:cubicBezTo>
                  <a:pt x="381464" y="82751"/>
                  <a:pt x="380781" y="80208"/>
                  <a:pt x="380477" y="77297"/>
                </a:cubicBezTo>
                <a:moveTo>
                  <a:pt x="379623" y="54643"/>
                </a:moveTo>
                <a:cubicBezTo>
                  <a:pt x="375905" y="56154"/>
                  <a:pt x="370327" y="57438"/>
                  <a:pt x="362889" y="58496"/>
                </a:cubicBezTo>
                <a:cubicBezTo>
                  <a:pt x="358677" y="59099"/>
                  <a:pt x="355698" y="59779"/>
                  <a:pt x="353953" y="60534"/>
                </a:cubicBezTo>
                <a:cubicBezTo>
                  <a:pt x="352207" y="61290"/>
                  <a:pt x="350860" y="62394"/>
                  <a:pt x="349911" y="63848"/>
                </a:cubicBezTo>
                <a:cubicBezTo>
                  <a:pt x="348963" y="65302"/>
                  <a:pt x="348488" y="66916"/>
                  <a:pt x="348488" y="68691"/>
                </a:cubicBezTo>
                <a:cubicBezTo>
                  <a:pt x="348488" y="71411"/>
                  <a:pt x="349522" y="73677"/>
                  <a:pt x="351590" y="75490"/>
                </a:cubicBezTo>
                <a:cubicBezTo>
                  <a:pt x="353659" y="77302"/>
                  <a:pt x="356685" y="78208"/>
                  <a:pt x="360669" y="78208"/>
                </a:cubicBezTo>
                <a:cubicBezTo>
                  <a:pt x="364616" y="78208"/>
                  <a:pt x="368126" y="77347"/>
                  <a:pt x="371199" y="75627"/>
                </a:cubicBezTo>
                <a:cubicBezTo>
                  <a:pt x="374273" y="73905"/>
                  <a:pt x="376531" y="71553"/>
                  <a:pt x="377973" y="68571"/>
                </a:cubicBezTo>
                <a:cubicBezTo>
                  <a:pt x="379073" y="66269"/>
                  <a:pt x="379623" y="62872"/>
                  <a:pt x="379623" y="58380"/>
                </a:cubicBezTo>
                <a:lnTo>
                  <a:pt x="379623" y="54643"/>
                </a:lnTo>
                <a:close/>
                <a:moveTo>
                  <a:pt x="405940" y="84924"/>
                </a:moveTo>
                <a:lnTo>
                  <a:pt x="405940" y="24476"/>
                </a:lnTo>
                <a:lnTo>
                  <a:pt x="415161" y="24476"/>
                </a:lnTo>
                <a:lnTo>
                  <a:pt x="415161" y="33640"/>
                </a:lnTo>
                <a:cubicBezTo>
                  <a:pt x="417514" y="29352"/>
                  <a:pt x="419686" y="26525"/>
                  <a:pt x="421678" y="25159"/>
                </a:cubicBezTo>
                <a:cubicBezTo>
                  <a:pt x="423670" y="23792"/>
                  <a:pt x="425862" y="23109"/>
                  <a:pt x="428252" y="23109"/>
                </a:cubicBezTo>
                <a:cubicBezTo>
                  <a:pt x="431706" y="23109"/>
                  <a:pt x="435216" y="24210"/>
                  <a:pt x="438783" y="26411"/>
                </a:cubicBezTo>
                <a:lnTo>
                  <a:pt x="435254" y="35909"/>
                </a:lnTo>
                <a:cubicBezTo>
                  <a:pt x="432749" y="34434"/>
                  <a:pt x="430245" y="33697"/>
                  <a:pt x="427740" y="33697"/>
                </a:cubicBezTo>
                <a:cubicBezTo>
                  <a:pt x="425501" y="33697"/>
                  <a:pt x="423490" y="34370"/>
                  <a:pt x="421707" y="35717"/>
                </a:cubicBezTo>
                <a:cubicBezTo>
                  <a:pt x="419923" y="37064"/>
                  <a:pt x="418652" y="38933"/>
                  <a:pt x="417893" y="41324"/>
                </a:cubicBezTo>
                <a:cubicBezTo>
                  <a:pt x="416755" y="44967"/>
                  <a:pt x="416185" y="48951"/>
                  <a:pt x="416185" y="53277"/>
                </a:cubicBezTo>
                <a:lnTo>
                  <a:pt x="416185" y="84924"/>
                </a:lnTo>
                <a:lnTo>
                  <a:pt x="405940" y="84924"/>
                </a:lnTo>
                <a:close/>
                <a:moveTo>
                  <a:pt x="444846" y="108269"/>
                </a:moveTo>
                <a:lnTo>
                  <a:pt x="443708" y="98699"/>
                </a:lnTo>
                <a:cubicBezTo>
                  <a:pt x="445947" y="99306"/>
                  <a:pt x="447901" y="99610"/>
                  <a:pt x="449571" y="99610"/>
                </a:cubicBezTo>
                <a:cubicBezTo>
                  <a:pt x="451848" y="99610"/>
                  <a:pt x="453669" y="99230"/>
                  <a:pt x="455035" y="98469"/>
                </a:cubicBezTo>
                <a:cubicBezTo>
                  <a:pt x="456401" y="97709"/>
                  <a:pt x="457521" y="96645"/>
                  <a:pt x="458393" y="95277"/>
                </a:cubicBezTo>
                <a:cubicBezTo>
                  <a:pt x="459038" y="94251"/>
                  <a:pt x="460082" y="91705"/>
                  <a:pt x="461524" y="87639"/>
                </a:cubicBezTo>
                <a:cubicBezTo>
                  <a:pt x="461714" y="87068"/>
                  <a:pt x="462017" y="86232"/>
                  <a:pt x="462435" y="85131"/>
                </a:cubicBezTo>
                <a:lnTo>
                  <a:pt x="439496" y="24476"/>
                </a:lnTo>
                <a:lnTo>
                  <a:pt x="450538" y="24476"/>
                </a:lnTo>
                <a:lnTo>
                  <a:pt x="463118" y="59492"/>
                </a:lnTo>
                <a:cubicBezTo>
                  <a:pt x="464749" y="63933"/>
                  <a:pt x="466210" y="68601"/>
                  <a:pt x="467500" y="73498"/>
                </a:cubicBezTo>
                <a:cubicBezTo>
                  <a:pt x="468677" y="68782"/>
                  <a:pt x="470081" y="64186"/>
                  <a:pt x="471713" y="59711"/>
                </a:cubicBezTo>
                <a:lnTo>
                  <a:pt x="484633" y="24476"/>
                </a:lnTo>
                <a:lnTo>
                  <a:pt x="494879" y="24476"/>
                </a:lnTo>
                <a:lnTo>
                  <a:pt x="471883" y="85942"/>
                </a:lnTo>
                <a:cubicBezTo>
                  <a:pt x="469417" y="92600"/>
                  <a:pt x="467500" y="97185"/>
                  <a:pt x="466134" y="99697"/>
                </a:cubicBezTo>
                <a:cubicBezTo>
                  <a:pt x="464313" y="103083"/>
                  <a:pt x="462226" y="105566"/>
                  <a:pt x="459873" y="107144"/>
                </a:cubicBezTo>
                <a:cubicBezTo>
                  <a:pt x="457521" y="108724"/>
                  <a:pt x="454712" y="109514"/>
                  <a:pt x="451449" y="109514"/>
                </a:cubicBezTo>
                <a:cubicBezTo>
                  <a:pt x="449476" y="109514"/>
                  <a:pt x="447275" y="109099"/>
                  <a:pt x="444846" y="108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2a79f458f42e9"/>
          <a:stretch xmlns:a="http://schemas.openxmlformats.org/drawingml/2006/main"/>
        </p:blipFill>
        <p:spPr>
          <a:xfrm xmlns:a="http://schemas.openxmlformats.org/drawingml/2006/main">
            <a:off x="495796" y="3158201"/>
            <a:ext cx="426453" cy="315038"/>
          </a:xfrm>
          <a:prstGeom xmlns:a="http://schemas.openxmlformats.org/drawingml/2006/main" prst="rect">
            <a:avLst/>
          </a:prstGeom>
        </p:spPr>
      </p:pic>
      <p:pic>
        <p:nvPicPr>
          <p:cNvPr id="3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9ae71f8db4bfd"/>
          <a:stretch xmlns:a="http://schemas.openxmlformats.org/drawingml/2006/main"/>
        </p:blipFill>
        <p:spPr>
          <a:xfrm xmlns:a="http://schemas.openxmlformats.org/drawingml/2006/main">
            <a:off x="570191" y="4207582"/>
            <a:ext cx="298166" cy="298166"/>
          </a:xfrm>
          <a:prstGeom xmlns:a="http://schemas.openxmlformats.org/drawingml/2006/main" prst="rect">
            <a:avLst/>
          </a:prstGeom>
        </p:spPr>
      </p:pic>
      <p:pic>
        <p:nvPicPr>
          <p:cNvPr id="3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0c8af91884a95"/>
          <a:stretch xmlns:a="http://schemas.openxmlformats.org/drawingml/2006/main"/>
        </p:blipFill>
        <p:spPr>
          <a:xfrm xmlns:a="http://schemas.openxmlformats.org/drawingml/2006/main">
            <a:off x="3492685" y="485488"/>
            <a:ext cx="283521" cy="283521"/>
          </a:xfrm>
          <a:prstGeom xmlns:a="http://schemas.openxmlformats.org/drawingml/2006/main" prst="rect">
            <a:avLst/>
          </a:prstGeom>
        </p:spPr>
      </p:pic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38d4b89ba4c35"/>
          <a:stretch xmlns:a="http://schemas.openxmlformats.org/drawingml/2006/main"/>
        </p:blipFill>
        <p:spPr>
          <a:xfrm xmlns:a="http://schemas.openxmlformats.org/drawingml/2006/main">
            <a:off x="5882112" y="461470"/>
            <a:ext cx="283521" cy="283521"/>
          </a:xfrm>
          <a:prstGeom xmlns:a="http://schemas.openxmlformats.org/drawingml/2006/main" prst="rect">
            <a:avLst/>
          </a:prstGeom>
        </p:spPr>
      </p:pic>
      <p:pic>
        <p:nvPicPr>
          <p:cNvPr id="3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69d97444b4a0a"/>
          <a:stretch xmlns:a="http://schemas.openxmlformats.org/drawingml/2006/main"/>
        </p:blipFill>
        <p:spPr>
          <a:xfrm xmlns:a="http://schemas.openxmlformats.org/drawingml/2006/main">
            <a:off x="9627052" y="928343"/>
            <a:ext cx="283521" cy="283521"/>
          </a:xfrm>
          <a:prstGeom xmlns:a="http://schemas.openxmlformats.org/drawingml/2006/main" prst="rect">
            <a:avLst/>
          </a:prstGeom>
        </p:spPr>
      </p:pic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ACF70-E5D9-41C1-B608-D09ADE1A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57" y="2625369"/>
            <a:ext cx="1054417" cy="585553"/>
          </a:xfrm>
          <a:custGeom xmlns:a="http://schemas.openxmlformats.org/drawingml/2006/main">
            <a:pathLst>
              <a:path w="1054417" h="585553">
                <a:moveTo>
                  <a:pt x="0" y="44286"/>
                </a:moveTo>
                <a:cubicBezTo>
                  <a:pt x="469" y="19858"/>
                  <a:pt x="20327" y="0"/>
                  <a:pt x="44988" y="703"/>
                </a:cubicBezTo>
                <a:lnTo>
                  <a:pt x="1009429" y="703"/>
                </a:lnTo>
                <a:cubicBezTo>
                  <a:pt x="1033856" y="0"/>
                  <a:pt x="1053715" y="19858"/>
                  <a:pt x="1054417" y="44286"/>
                </a:cubicBezTo>
                <a:lnTo>
                  <a:pt x="1054417" y="540565"/>
                </a:lnTo>
                <a:cubicBezTo>
                  <a:pt x="1053715" y="565344"/>
                  <a:pt x="1033856" y="585202"/>
                  <a:pt x="1009429" y="585553"/>
                </a:cubicBezTo>
                <a:lnTo>
                  <a:pt x="44988" y="585553"/>
                </a:lnTo>
                <a:cubicBezTo>
                  <a:pt x="20327" y="585202"/>
                  <a:pt x="469" y="565344"/>
                  <a:pt x="0" y="540565"/>
                </a:cubicBezTo>
                <a:lnTo>
                  <a:pt x="0" y="4428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B1CE1-F5DE-4633-820E-1C77F932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968" y="2619511"/>
            <a:ext cx="1064962" cy="596917"/>
          </a:xfrm>
          <a:custGeom xmlns:a="http://schemas.openxmlformats.org/drawingml/2006/main">
            <a:pathLst>
              <a:path w="1064962" h="596917">
                <a:moveTo>
                  <a:pt x="3936" y="566257"/>
                </a:moveTo>
                <a:lnTo>
                  <a:pt x="6057" y="570651"/>
                </a:lnTo>
                <a:lnTo>
                  <a:pt x="8576" y="574786"/>
                </a:lnTo>
                <a:lnTo>
                  <a:pt x="11458" y="578653"/>
                </a:lnTo>
                <a:lnTo>
                  <a:pt x="14703" y="582214"/>
                </a:lnTo>
                <a:lnTo>
                  <a:pt x="18265" y="585459"/>
                </a:lnTo>
                <a:lnTo>
                  <a:pt x="22131" y="588342"/>
                </a:lnTo>
                <a:lnTo>
                  <a:pt x="26267" y="590860"/>
                </a:lnTo>
                <a:lnTo>
                  <a:pt x="30660" y="592981"/>
                </a:lnTo>
                <a:lnTo>
                  <a:pt x="35276" y="594668"/>
                </a:lnTo>
                <a:lnTo>
                  <a:pt x="40103" y="595910"/>
                </a:lnTo>
                <a:lnTo>
                  <a:pt x="45082" y="596671"/>
                </a:lnTo>
                <a:lnTo>
                  <a:pt x="50061" y="596917"/>
                </a:lnTo>
                <a:lnTo>
                  <a:pt x="1014900" y="596917"/>
                </a:lnTo>
                <a:lnTo>
                  <a:pt x="1019879" y="596671"/>
                </a:lnTo>
                <a:lnTo>
                  <a:pt x="1024859" y="595910"/>
                </a:lnTo>
                <a:lnTo>
                  <a:pt x="1029686" y="594668"/>
                </a:lnTo>
                <a:lnTo>
                  <a:pt x="1034302" y="592981"/>
                </a:lnTo>
                <a:lnTo>
                  <a:pt x="1038695" y="590860"/>
                </a:lnTo>
                <a:lnTo>
                  <a:pt x="1042831" y="588342"/>
                </a:lnTo>
                <a:lnTo>
                  <a:pt x="1046697" y="585459"/>
                </a:lnTo>
                <a:lnTo>
                  <a:pt x="1050258" y="582214"/>
                </a:lnTo>
                <a:lnTo>
                  <a:pt x="1053504" y="578653"/>
                </a:lnTo>
                <a:lnTo>
                  <a:pt x="1056386" y="574786"/>
                </a:lnTo>
                <a:lnTo>
                  <a:pt x="1058905" y="570651"/>
                </a:lnTo>
                <a:lnTo>
                  <a:pt x="1061025" y="566257"/>
                </a:lnTo>
                <a:lnTo>
                  <a:pt x="1062712" y="561641"/>
                </a:lnTo>
                <a:lnTo>
                  <a:pt x="1063954" y="556814"/>
                </a:lnTo>
                <a:lnTo>
                  <a:pt x="1064716" y="551835"/>
                </a:lnTo>
                <a:lnTo>
                  <a:pt x="1064962" y="546856"/>
                </a:lnTo>
                <a:lnTo>
                  <a:pt x="1064962" y="50061"/>
                </a:lnTo>
                <a:lnTo>
                  <a:pt x="1064716" y="45082"/>
                </a:lnTo>
                <a:lnTo>
                  <a:pt x="1063954" y="40103"/>
                </a:lnTo>
                <a:lnTo>
                  <a:pt x="1062712" y="35276"/>
                </a:lnTo>
                <a:lnTo>
                  <a:pt x="1061025" y="30660"/>
                </a:lnTo>
                <a:lnTo>
                  <a:pt x="1058905" y="26267"/>
                </a:lnTo>
                <a:lnTo>
                  <a:pt x="1056386" y="22131"/>
                </a:lnTo>
                <a:lnTo>
                  <a:pt x="1053504" y="18265"/>
                </a:lnTo>
                <a:lnTo>
                  <a:pt x="1050258" y="14703"/>
                </a:lnTo>
                <a:lnTo>
                  <a:pt x="1046697" y="11458"/>
                </a:lnTo>
                <a:lnTo>
                  <a:pt x="1042831" y="8576"/>
                </a:lnTo>
                <a:lnTo>
                  <a:pt x="1038695" y="6057"/>
                </a:lnTo>
                <a:lnTo>
                  <a:pt x="1034302" y="3936"/>
                </a:lnTo>
                <a:lnTo>
                  <a:pt x="1029686" y="2249"/>
                </a:lnTo>
                <a:lnTo>
                  <a:pt x="1024859" y="1008"/>
                </a:lnTo>
                <a:lnTo>
                  <a:pt x="1019879" y="246"/>
                </a:lnTo>
                <a:lnTo>
                  <a:pt x="1014900" y="0"/>
                </a:lnTo>
                <a:lnTo>
                  <a:pt x="50061" y="0"/>
                </a:lnTo>
                <a:lnTo>
                  <a:pt x="45082" y="246"/>
                </a:lnTo>
                <a:lnTo>
                  <a:pt x="40103" y="1008"/>
                </a:lnTo>
                <a:lnTo>
                  <a:pt x="35276" y="2249"/>
                </a:lnTo>
                <a:lnTo>
                  <a:pt x="30660" y="3936"/>
                </a:lnTo>
                <a:lnTo>
                  <a:pt x="26267" y="6057"/>
                </a:lnTo>
                <a:lnTo>
                  <a:pt x="22131" y="8576"/>
                </a:lnTo>
                <a:lnTo>
                  <a:pt x="18265" y="11458"/>
                </a:lnTo>
                <a:lnTo>
                  <a:pt x="14703" y="14703"/>
                </a:lnTo>
                <a:lnTo>
                  <a:pt x="11458" y="18265"/>
                </a:lnTo>
                <a:lnTo>
                  <a:pt x="8576" y="22131"/>
                </a:lnTo>
                <a:lnTo>
                  <a:pt x="6057" y="26267"/>
                </a:lnTo>
                <a:lnTo>
                  <a:pt x="3936" y="30660"/>
                </a:lnTo>
                <a:lnTo>
                  <a:pt x="2249" y="35276"/>
                </a:lnTo>
                <a:lnTo>
                  <a:pt x="1008" y="40103"/>
                </a:lnTo>
                <a:lnTo>
                  <a:pt x="246" y="45082"/>
                </a:lnTo>
                <a:lnTo>
                  <a:pt x="0" y="50061"/>
                </a:lnTo>
                <a:lnTo>
                  <a:pt x="0" y="546856"/>
                </a:lnTo>
                <a:lnTo>
                  <a:pt x="246" y="551835"/>
                </a:lnTo>
                <a:lnTo>
                  <a:pt x="1008" y="556814"/>
                </a:lnTo>
                <a:lnTo>
                  <a:pt x="2249" y="561641"/>
                </a:lnTo>
                <a:lnTo>
                  <a:pt x="3936" y="566257"/>
                </a:lnTo>
                <a:close/>
                <a:moveTo>
                  <a:pt x="12504" y="42439"/>
                </a:moveTo>
                <a:lnTo>
                  <a:pt x="13423" y="38853"/>
                </a:lnTo>
                <a:lnTo>
                  <a:pt x="14747" y="35225"/>
                </a:lnTo>
                <a:lnTo>
                  <a:pt x="16345" y="31899"/>
                </a:lnTo>
                <a:lnTo>
                  <a:pt x="18292" y="28701"/>
                </a:lnTo>
                <a:lnTo>
                  <a:pt x="20535" y="25698"/>
                </a:lnTo>
                <a:lnTo>
                  <a:pt x="22996" y="22996"/>
                </a:lnTo>
                <a:lnTo>
                  <a:pt x="25698" y="20535"/>
                </a:lnTo>
                <a:lnTo>
                  <a:pt x="28701" y="18292"/>
                </a:lnTo>
                <a:lnTo>
                  <a:pt x="31899" y="16345"/>
                </a:lnTo>
                <a:lnTo>
                  <a:pt x="35225" y="14747"/>
                </a:lnTo>
                <a:lnTo>
                  <a:pt x="38853" y="13423"/>
                </a:lnTo>
                <a:lnTo>
                  <a:pt x="42439" y="12504"/>
                </a:lnTo>
                <a:lnTo>
                  <a:pt x="46275" y="11923"/>
                </a:lnTo>
                <a:lnTo>
                  <a:pt x="50280" y="11716"/>
                </a:lnTo>
                <a:lnTo>
                  <a:pt x="1014682" y="11716"/>
                </a:lnTo>
                <a:lnTo>
                  <a:pt x="1018687" y="11923"/>
                </a:lnTo>
                <a:lnTo>
                  <a:pt x="1022522" y="12504"/>
                </a:lnTo>
                <a:lnTo>
                  <a:pt x="1026108" y="13423"/>
                </a:lnTo>
                <a:lnTo>
                  <a:pt x="1029736" y="14747"/>
                </a:lnTo>
                <a:lnTo>
                  <a:pt x="1033062" y="16345"/>
                </a:lnTo>
                <a:lnTo>
                  <a:pt x="1036260" y="18292"/>
                </a:lnTo>
                <a:lnTo>
                  <a:pt x="1039264" y="20535"/>
                </a:lnTo>
                <a:lnTo>
                  <a:pt x="1041966" y="22996"/>
                </a:lnTo>
                <a:lnTo>
                  <a:pt x="1044427" y="25698"/>
                </a:lnTo>
                <a:lnTo>
                  <a:pt x="1046670" y="28701"/>
                </a:lnTo>
                <a:lnTo>
                  <a:pt x="1048617" y="31899"/>
                </a:lnTo>
                <a:lnTo>
                  <a:pt x="1050215" y="35225"/>
                </a:lnTo>
                <a:lnTo>
                  <a:pt x="1051539" y="38853"/>
                </a:lnTo>
                <a:lnTo>
                  <a:pt x="1052457" y="42439"/>
                </a:lnTo>
                <a:lnTo>
                  <a:pt x="1053039" y="46275"/>
                </a:lnTo>
                <a:lnTo>
                  <a:pt x="1053246" y="50280"/>
                </a:lnTo>
                <a:lnTo>
                  <a:pt x="1053246" y="546638"/>
                </a:lnTo>
                <a:lnTo>
                  <a:pt x="1053039" y="550642"/>
                </a:lnTo>
                <a:lnTo>
                  <a:pt x="1052457" y="554478"/>
                </a:lnTo>
                <a:lnTo>
                  <a:pt x="1051539" y="558064"/>
                </a:lnTo>
                <a:lnTo>
                  <a:pt x="1050215" y="561692"/>
                </a:lnTo>
                <a:lnTo>
                  <a:pt x="1048617" y="565018"/>
                </a:lnTo>
                <a:lnTo>
                  <a:pt x="1046670" y="568216"/>
                </a:lnTo>
                <a:lnTo>
                  <a:pt x="1044427" y="571220"/>
                </a:lnTo>
                <a:lnTo>
                  <a:pt x="1041970" y="573917"/>
                </a:lnTo>
                <a:lnTo>
                  <a:pt x="1039197" y="576433"/>
                </a:lnTo>
                <a:lnTo>
                  <a:pt x="1036260" y="578625"/>
                </a:lnTo>
                <a:lnTo>
                  <a:pt x="1033062" y="580573"/>
                </a:lnTo>
                <a:lnTo>
                  <a:pt x="1029736" y="582171"/>
                </a:lnTo>
                <a:lnTo>
                  <a:pt x="1026108" y="583495"/>
                </a:lnTo>
                <a:lnTo>
                  <a:pt x="1022522" y="584413"/>
                </a:lnTo>
                <a:lnTo>
                  <a:pt x="1018687" y="584995"/>
                </a:lnTo>
                <a:lnTo>
                  <a:pt x="1014682" y="585202"/>
                </a:lnTo>
                <a:lnTo>
                  <a:pt x="50280" y="585202"/>
                </a:lnTo>
                <a:lnTo>
                  <a:pt x="46275" y="584995"/>
                </a:lnTo>
                <a:lnTo>
                  <a:pt x="42439" y="584413"/>
                </a:lnTo>
                <a:lnTo>
                  <a:pt x="38853" y="583495"/>
                </a:lnTo>
                <a:lnTo>
                  <a:pt x="35225" y="582171"/>
                </a:lnTo>
                <a:lnTo>
                  <a:pt x="31899" y="580573"/>
                </a:lnTo>
                <a:lnTo>
                  <a:pt x="28701" y="578625"/>
                </a:lnTo>
                <a:lnTo>
                  <a:pt x="25765" y="576433"/>
                </a:lnTo>
                <a:lnTo>
                  <a:pt x="22992" y="573917"/>
                </a:lnTo>
                <a:lnTo>
                  <a:pt x="20535" y="571220"/>
                </a:lnTo>
                <a:lnTo>
                  <a:pt x="18292" y="568216"/>
                </a:lnTo>
                <a:lnTo>
                  <a:pt x="16345" y="565018"/>
                </a:lnTo>
                <a:lnTo>
                  <a:pt x="14747" y="561692"/>
                </a:lnTo>
                <a:lnTo>
                  <a:pt x="13423" y="558064"/>
                </a:lnTo>
                <a:lnTo>
                  <a:pt x="12504" y="554478"/>
                </a:lnTo>
                <a:lnTo>
                  <a:pt x="11923" y="550642"/>
                </a:lnTo>
                <a:lnTo>
                  <a:pt x="11716" y="546638"/>
                </a:lnTo>
                <a:lnTo>
                  <a:pt x="11716" y="50280"/>
                </a:lnTo>
                <a:lnTo>
                  <a:pt x="11923" y="46275"/>
                </a:lnTo>
                <a:lnTo>
                  <a:pt x="12504" y="4243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AnalysisandPlan">
            <a:extLst xmlns:a="http://schemas.openxmlformats.org/drawingml/2006/main">
              <a:ext uri="{FF2B5EF4-FFF2-40B4-BE49-F238E27FC236}">
                <a16:creationId xmlns:a16="http://schemas.microsoft.com/office/drawing/2014/main" id="{B4B5EC56-F9A2-4B86-9FFA-A76DED8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917" y="2746438"/>
            <a:ext cx="819461" cy="112753"/>
          </a:xfrm>
          <a:custGeom xmlns:a="http://schemas.openxmlformats.org/drawingml/2006/main">
            <a:pathLst>
              <a:path w="819461" h="112753">
                <a:moveTo>
                  <a:pt x="57612" y="84436"/>
                </a:moveTo>
                <a:cubicBezTo>
                  <a:pt x="54454" y="84436"/>
                  <a:pt x="51708" y="80400"/>
                  <a:pt x="49374" y="72329"/>
                </a:cubicBezTo>
                <a:cubicBezTo>
                  <a:pt x="48482" y="69241"/>
                  <a:pt x="47366" y="63837"/>
                  <a:pt x="46028" y="56119"/>
                </a:cubicBezTo>
                <a:cubicBezTo>
                  <a:pt x="42527" y="56596"/>
                  <a:pt x="37945" y="57449"/>
                  <a:pt x="32281" y="58677"/>
                </a:cubicBezTo>
                <a:lnTo>
                  <a:pt x="18586" y="61491"/>
                </a:lnTo>
                <a:cubicBezTo>
                  <a:pt x="16870" y="65995"/>
                  <a:pt x="13935" y="72579"/>
                  <a:pt x="9782" y="81242"/>
                </a:cubicBezTo>
                <a:cubicBezTo>
                  <a:pt x="8684" y="83165"/>
                  <a:pt x="7191" y="84127"/>
                  <a:pt x="5303" y="84127"/>
                </a:cubicBezTo>
                <a:cubicBezTo>
                  <a:pt x="3930" y="84127"/>
                  <a:pt x="2703" y="83629"/>
                  <a:pt x="1622" y="82634"/>
                </a:cubicBezTo>
                <a:cubicBezTo>
                  <a:pt x="541" y="81638"/>
                  <a:pt x="0" y="80403"/>
                  <a:pt x="0" y="78927"/>
                </a:cubicBezTo>
                <a:cubicBezTo>
                  <a:pt x="0" y="77278"/>
                  <a:pt x="2591" y="71013"/>
                  <a:pt x="7774" y="60132"/>
                </a:cubicBezTo>
                <a:cubicBezTo>
                  <a:pt x="7191" y="59239"/>
                  <a:pt x="6899" y="58209"/>
                  <a:pt x="6899" y="57041"/>
                </a:cubicBezTo>
                <a:cubicBezTo>
                  <a:pt x="6899" y="54261"/>
                  <a:pt x="8581" y="52476"/>
                  <a:pt x="11945" y="51686"/>
                </a:cubicBezTo>
                <a:cubicBezTo>
                  <a:pt x="15857" y="44334"/>
                  <a:pt x="20800" y="35881"/>
                  <a:pt x="26772" y="26330"/>
                </a:cubicBezTo>
                <a:cubicBezTo>
                  <a:pt x="34907" y="13307"/>
                  <a:pt x="39970" y="6796"/>
                  <a:pt x="41960" y="6796"/>
                </a:cubicBezTo>
                <a:cubicBezTo>
                  <a:pt x="44672" y="6796"/>
                  <a:pt x="46525" y="8686"/>
                  <a:pt x="47521" y="12466"/>
                </a:cubicBezTo>
                <a:lnTo>
                  <a:pt x="50764" y="29776"/>
                </a:lnTo>
                <a:lnTo>
                  <a:pt x="58436" y="65579"/>
                </a:lnTo>
                <a:lnTo>
                  <a:pt x="61370" y="73698"/>
                </a:lnTo>
                <a:cubicBezTo>
                  <a:pt x="62366" y="76472"/>
                  <a:pt x="62863" y="78321"/>
                  <a:pt x="62863" y="79247"/>
                </a:cubicBezTo>
                <a:cubicBezTo>
                  <a:pt x="62863" y="80720"/>
                  <a:pt x="62331" y="81953"/>
                  <a:pt x="61267" y="82946"/>
                </a:cubicBezTo>
                <a:cubicBezTo>
                  <a:pt x="60203" y="83939"/>
                  <a:pt x="58985" y="84436"/>
                  <a:pt x="57612" y="84436"/>
                </a:cubicBezTo>
                <a:moveTo>
                  <a:pt x="39438" y="25607"/>
                </a:moveTo>
                <a:lnTo>
                  <a:pt x="24713" y="49350"/>
                </a:lnTo>
                <a:cubicBezTo>
                  <a:pt x="28866" y="48286"/>
                  <a:pt x="35164" y="46999"/>
                  <a:pt x="43608" y="45489"/>
                </a:cubicBezTo>
                <a:lnTo>
                  <a:pt x="39438" y="25607"/>
                </a:lnTo>
                <a:close/>
                <a:moveTo>
                  <a:pt x="117225" y="86598"/>
                </a:moveTo>
                <a:cubicBezTo>
                  <a:pt x="114273" y="86598"/>
                  <a:pt x="112609" y="84982"/>
                  <a:pt x="112231" y="81749"/>
                </a:cubicBezTo>
                <a:lnTo>
                  <a:pt x="110790" y="70449"/>
                </a:lnTo>
                <a:cubicBezTo>
                  <a:pt x="110309" y="66425"/>
                  <a:pt x="110069" y="62659"/>
                  <a:pt x="110069" y="59150"/>
                </a:cubicBezTo>
                <a:cubicBezTo>
                  <a:pt x="110069" y="58187"/>
                  <a:pt x="110129" y="56553"/>
                  <a:pt x="110249" y="54249"/>
                </a:cubicBezTo>
                <a:cubicBezTo>
                  <a:pt x="110369" y="51944"/>
                  <a:pt x="110429" y="50310"/>
                  <a:pt x="110429" y="49347"/>
                </a:cubicBezTo>
                <a:cubicBezTo>
                  <a:pt x="110429" y="41917"/>
                  <a:pt x="109056" y="38202"/>
                  <a:pt x="106310" y="38202"/>
                </a:cubicBezTo>
                <a:cubicBezTo>
                  <a:pt x="102466" y="38202"/>
                  <a:pt x="98794" y="40487"/>
                  <a:pt x="95293" y="45058"/>
                </a:cubicBezTo>
                <a:cubicBezTo>
                  <a:pt x="92135" y="49215"/>
                  <a:pt x="89663" y="54472"/>
                  <a:pt x="87879" y="60828"/>
                </a:cubicBezTo>
                <a:cubicBezTo>
                  <a:pt x="87810" y="62169"/>
                  <a:pt x="87656" y="63853"/>
                  <a:pt x="87415" y="65880"/>
                </a:cubicBezTo>
                <a:cubicBezTo>
                  <a:pt x="87209" y="67598"/>
                  <a:pt x="87106" y="69265"/>
                  <a:pt x="87106" y="70879"/>
                </a:cubicBezTo>
                <a:cubicBezTo>
                  <a:pt x="87106" y="71910"/>
                  <a:pt x="87209" y="73456"/>
                  <a:pt x="87415" y="75518"/>
                </a:cubicBezTo>
                <a:cubicBezTo>
                  <a:pt x="87621" y="77579"/>
                  <a:pt x="87724" y="79125"/>
                  <a:pt x="87724" y="80156"/>
                </a:cubicBezTo>
                <a:cubicBezTo>
                  <a:pt x="87724" y="81703"/>
                  <a:pt x="87252" y="82957"/>
                  <a:pt x="86308" y="83919"/>
                </a:cubicBezTo>
                <a:cubicBezTo>
                  <a:pt x="85364" y="84881"/>
                  <a:pt x="84155" y="85363"/>
                  <a:pt x="82679" y="85363"/>
                </a:cubicBezTo>
                <a:cubicBezTo>
                  <a:pt x="81168" y="85363"/>
                  <a:pt x="79950" y="84881"/>
                  <a:pt x="79023" y="83918"/>
                </a:cubicBezTo>
                <a:cubicBezTo>
                  <a:pt x="78096" y="82956"/>
                  <a:pt x="77633" y="81701"/>
                  <a:pt x="77633" y="80153"/>
                </a:cubicBezTo>
                <a:cubicBezTo>
                  <a:pt x="77633" y="79122"/>
                  <a:pt x="77522" y="77575"/>
                  <a:pt x="77298" y="75513"/>
                </a:cubicBezTo>
                <a:cubicBezTo>
                  <a:pt x="77075" y="73449"/>
                  <a:pt x="76964" y="71901"/>
                  <a:pt x="76964" y="70869"/>
                </a:cubicBezTo>
                <a:cubicBezTo>
                  <a:pt x="76964" y="67328"/>
                  <a:pt x="77213" y="62419"/>
                  <a:pt x="77710" y="56145"/>
                </a:cubicBezTo>
                <a:cubicBezTo>
                  <a:pt x="78208" y="49870"/>
                  <a:pt x="78457" y="44962"/>
                  <a:pt x="78457" y="41420"/>
                </a:cubicBezTo>
                <a:cubicBezTo>
                  <a:pt x="78457" y="40319"/>
                  <a:pt x="78397" y="38686"/>
                  <a:pt x="78277" y="36521"/>
                </a:cubicBezTo>
                <a:cubicBezTo>
                  <a:pt x="78157" y="34354"/>
                  <a:pt x="78096" y="32721"/>
                  <a:pt x="78096" y="31622"/>
                </a:cubicBezTo>
                <a:cubicBezTo>
                  <a:pt x="78096" y="30142"/>
                  <a:pt x="78586" y="28930"/>
                  <a:pt x="79564" y="27985"/>
                </a:cubicBezTo>
                <a:cubicBezTo>
                  <a:pt x="80542" y="27039"/>
                  <a:pt x="81752" y="26566"/>
                  <a:pt x="83193" y="26566"/>
                </a:cubicBezTo>
                <a:cubicBezTo>
                  <a:pt x="86351" y="26566"/>
                  <a:pt x="88085" y="28807"/>
                  <a:pt x="88394" y="33287"/>
                </a:cubicBezTo>
                <a:lnTo>
                  <a:pt x="88548" y="39335"/>
                </a:lnTo>
                <a:cubicBezTo>
                  <a:pt x="94314" y="31646"/>
                  <a:pt x="100235" y="27802"/>
                  <a:pt x="106310" y="27802"/>
                </a:cubicBezTo>
                <a:cubicBezTo>
                  <a:pt x="111802" y="27802"/>
                  <a:pt x="115629" y="30226"/>
                  <a:pt x="117792" y="35074"/>
                </a:cubicBezTo>
                <a:cubicBezTo>
                  <a:pt x="119267" y="38306"/>
                  <a:pt x="120074" y="43086"/>
                  <a:pt x="120211" y="49413"/>
                </a:cubicBezTo>
                <a:lnTo>
                  <a:pt x="120211" y="54621"/>
                </a:lnTo>
                <a:lnTo>
                  <a:pt x="120160" y="59417"/>
                </a:lnTo>
                <a:cubicBezTo>
                  <a:pt x="120160" y="62271"/>
                  <a:pt x="120529" y="65960"/>
                  <a:pt x="121267" y="70482"/>
                </a:cubicBezTo>
                <a:cubicBezTo>
                  <a:pt x="122005" y="75003"/>
                  <a:pt x="122374" y="78673"/>
                  <a:pt x="122374" y="81491"/>
                </a:cubicBezTo>
                <a:cubicBezTo>
                  <a:pt x="122374" y="83005"/>
                  <a:pt x="121885" y="84234"/>
                  <a:pt x="120906" y="85179"/>
                </a:cubicBezTo>
                <a:cubicBezTo>
                  <a:pt x="119928" y="86125"/>
                  <a:pt x="118701" y="86598"/>
                  <a:pt x="117225" y="86598"/>
                </a:cubicBezTo>
                <a:close/>
                <a:moveTo>
                  <a:pt x="173010" y="86289"/>
                </a:moveTo>
                <a:cubicBezTo>
                  <a:pt x="172358" y="86289"/>
                  <a:pt x="171174" y="85528"/>
                  <a:pt x="169458" y="84005"/>
                </a:cubicBezTo>
                <a:cubicBezTo>
                  <a:pt x="167913" y="82586"/>
                  <a:pt x="166763" y="81322"/>
                  <a:pt x="166008" y="80214"/>
                </a:cubicBezTo>
                <a:cubicBezTo>
                  <a:pt x="162713" y="82016"/>
                  <a:pt x="159813" y="83376"/>
                  <a:pt x="157307" y="84294"/>
                </a:cubicBezTo>
                <a:cubicBezTo>
                  <a:pt x="154801" y="85212"/>
                  <a:pt x="152708" y="85671"/>
                  <a:pt x="151026" y="85671"/>
                </a:cubicBezTo>
                <a:cubicBezTo>
                  <a:pt x="142994" y="85671"/>
                  <a:pt x="137142" y="83406"/>
                  <a:pt x="133469" y="78875"/>
                </a:cubicBezTo>
                <a:cubicBezTo>
                  <a:pt x="130003" y="74619"/>
                  <a:pt x="128269" y="68098"/>
                  <a:pt x="128269" y="59311"/>
                </a:cubicBezTo>
                <a:cubicBezTo>
                  <a:pt x="128269" y="51005"/>
                  <a:pt x="131127" y="43900"/>
                  <a:pt x="136842" y="37996"/>
                </a:cubicBezTo>
                <a:cubicBezTo>
                  <a:pt x="142557" y="32092"/>
                  <a:pt x="149378" y="29141"/>
                  <a:pt x="157307" y="29141"/>
                </a:cubicBezTo>
                <a:cubicBezTo>
                  <a:pt x="160293" y="29141"/>
                  <a:pt x="163640" y="29913"/>
                  <a:pt x="167347" y="31457"/>
                </a:cubicBezTo>
                <a:cubicBezTo>
                  <a:pt x="172015" y="33380"/>
                  <a:pt x="174349" y="35696"/>
                  <a:pt x="174349" y="38408"/>
                </a:cubicBezTo>
                <a:cubicBezTo>
                  <a:pt x="174349" y="39335"/>
                  <a:pt x="174005" y="40158"/>
                  <a:pt x="173319" y="40879"/>
                </a:cubicBezTo>
                <a:cubicBezTo>
                  <a:pt x="172976" y="42184"/>
                  <a:pt x="172710" y="44329"/>
                  <a:pt x="172521" y="47315"/>
                </a:cubicBezTo>
                <a:cubicBezTo>
                  <a:pt x="172332" y="50301"/>
                  <a:pt x="172221" y="54128"/>
                  <a:pt x="172186" y="58796"/>
                </a:cubicBezTo>
                <a:cubicBezTo>
                  <a:pt x="172152" y="63052"/>
                  <a:pt x="172444" y="66416"/>
                  <a:pt x="173062" y="68887"/>
                </a:cubicBezTo>
                <a:cubicBezTo>
                  <a:pt x="173405" y="70397"/>
                  <a:pt x="174486" y="73418"/>
                  <a:pt x="176305" y="77949"/>
                </a:cubicBezTo>
                <a:cubicBezTo>
                  <a:pt x="176545" y="78566"/>
                  <a:pt x="176940" y="79476"/>
                  <a:pt x="177489" y="80677"/>
                </a:cubicBezTo>
                <a:lnTo>
                  <a:pt x="177798" y="81553"/>
                </a:lnTo>
                <a:cubicBezTo>
                  <a:pt x="177798" y="82926"/>
                  <a:pt x="177318" y="84058"/>
                  <a:pt x="176357" y="84951"/>
                </a:cubicBezTo>
                <a:cubicBezTo>
                  <a:pt x="175396" y="85843"/>
                  <a:pt x="174280" y="86289"/>
                  <a:pt x="173010" y="86289"/>
                </a:cubicBezTo>
                <a:moveTo>
                  <a:pt x="162301" y="50526"/>
                </a:moveTo>
                <a:cubicBezTo>
                  <a:pt x="162301" y="49054"/>
                  <a:pt x="162396" y="47453"/>
                  <a:pt x="162584" y="45725"/>
                </a:cubicBezTo>
                <a:cubicBezTo>
                  <a:pt x="162773" y="43996"/>
                  <a:pt x="163056" y="42156"/>
                  <a:pt x="163434" y="40205"/>
                </a:cubicBezTo>
                <a:cubicBezTo>
                  <a:pt x="162164" y="39554"/>
                  <a:pt x="161074" y="39075"/>
                  <a:pt x="160165" y="38767"/>
                </a:cubicBezTo>
                <a:cubicBezTo>
                  <a:pt x="159255" y="38459"/>
                  <a:pt x="158526" y="38305"/>
                  <a:pt x="157976" y="38305"/>
                </a:cubicBezTo>
                <a:cubicBezTo>
                  <a:pt x="152656" y="38305"/>
                  <a:pt x="148066" y="40470"/>
                  <a:pt x="144204" y="44800"/>
                </a:cubicBezTo>
                <a:cubicBezTo>
                  <a:pt x="140343" y="49130"/>
                  <a:pt x="138412" y="54120"/>
                  <a:pt x="138412" y="59768"/>
                </a:cubicBezTo>
                <a:cubicBezTo>
                  <a:pt x="138412" y="65382"/>
                  <a:pt x="139407" y="69592"/>
                  <a:pt x="141398" y="72399"/>
                </a:cubicBezTo>
                <a:cubicBezTo>
                  <a:pt x="143389" y="75207"/>
                  <a:pt x="146375" y="76610"/>
                  <a:pt x="150357" y="76610"/>
                </a:cubicBezTo>
                <a:cubicBezTo>
                  <a:pt x="153652" y="76610"/>
                  <a:pt x="156449" y="76011"/>
                  <a:pt x="158749" y="74813"/>
                </a:cubicBezTo>
                <a:cubicBezTo>
                  <a:pt x="159984" y="74163"/>
                  <a:pt x="161718" y="72862"/>
                  <a:pt x="163949" y="70911"/>
                </a:cubicBezTo>
                <a:cubicBezTo>
                  <a:pt x="162850" y="61839"/>
                  <a:pt x="162301" y="55044"/>
                  <a:pt x="162301" y="50526"/>
                </a:cubicBezTo>
                <a:close/>
                <a:moveTo>
                  <a:pt x="199770" y="42424"/>
                </a:moveTo>
                <a:lnTo>
                  <a:pt x="198998" y="68043"/>
                </a:lnTo>
                <a:cubicBezTo>
                  <a:pt x="198998" y="70757"/>
                  <a:pt x="198860" y="74744"/>
                  <a:pt x="198586" y="80002"/>
                </a:cubicBezTo>
                <a:cubicBezTo>
                  <a:pt x="198242" y="83438"/>
                  <a:pt x="196561" y="85157"/>
                  <a:pt x="193540" y="85157"/>
                </a:cubicBezTo>
                <a:cubicBezTo>
                  <a:pt x="190176" y="85157"/>
                  <a:pt x="188495" y="83404"/>
                  <a:pt x="188495" y="79899"/>
                </a:cubicBezTo>
                <a:cubicBezTo>
                  <a:pt x="188495" y="75740"/>
                  <a:pt x="188683" y="69494"/>
                  <a:pt x="189061" y="61161"/>
                </a:cubicBezTo>
                <a:cubicBezTo>
                  <a:pt x="189438" y="52828"/>
                  <a:pt x="189627" y="46582"/>
                  <a:pt x="189627" y="42424"/>
                </a:cubicBezTo>
                <a:cubicBezTo>
                  <a:pt x="189627" y="36994"/>
                  <a:pt x="189713" y="30783"/>
                  <a:pt x="189885" y="23789"/>
                </a:cubicBezTo>
                <a:cubicBezTo>
                  <a:pt x="190056" y="16796"/>
                  <a:pt x="190142" y="10585"/>
                  <a:pt x="190142" y="5155"/>
                </a:cubicBezTo>
                <a:cubicBezTo>
                  <a:pt x="190142" y="1718"/>
                  <a:pt x="191824" y="0"/>
                  <a:pt x="195188" y="0"/>
                </a:cubicBezTo>
                <a:cubicBezTo>
                  <a:pt x="198586" y="0"/>
                  <a:pt x="200285" y="1718"/>
                  <a:pt x="200285" y="5155"/>
                </a:cubicBezTo>
                <a:cubicBezTo>
                  <a:pt x="200285" y="10585"/>
                  <a:pt x="200199" y="16796"/>
                  <a:pt x="200027" y="23789"/>
                </a:cubicBezTo>
                <a:cubicBezTo>
                  <a:pt x="199856" y="30783"/>
                  <a:pt x="199770" y="36994"/>
                  <a:pt x="199770" y="42424"/>
                </a:cubicBezTo>
                <a:close/>
                <a:moveTo>
                  <a:pt x="260291" y="36958"/>
                </a:moveTo>
                <a:lnTo>
                  <a:pt x="242477" y="75474"/>
                </a:lnTo>
                <a:cubicBezTo>
                  <a:pt x="238084" y="84846"/>
                  <a:pt x="234720" y="92689"/>
                  <a:pt x="232386" y="99004"/>
                </a:cubicBezTo>
                <a:lnTo>
                  <a:pt x="228988" y="108994"/>
                </a:lnTo>
                <a:cubicBezTo>
                  <a:pt x="228096" y="111500"/>
                  <a:pt x="226551" y="112753"/>
                  <a:pt x="224355" y="112753"/>
                </a:cubicBezTo>
                <a:cubicBezTo>
                  <a:pt x="222913" y="112753"/>
                  <a:pt x="221669" y="112278"/>
                  <a:pt x="220622" y="111329"/>
                </a:cubicBezTo>
                <a:cubicBezTo>
                  <a:pt x="219575" y="110381"/>
                  <a:pt x="219052" y="109199"/>
                  <a:pt x="219052" y="107784"/>
                </a:cubicBezTo>
                <a:cubicBezTo>
                  <a:pt x="219052" y="104335"/>
                  <a:pt x="222759" y="94409"/>
                  <a:pt x="230172" y="78008"/>
                </a:cubicBezTo>
                <a:lnTo>
                  <a:pt x="211741" y="42487"/>
                </a:lnTo>
                <a:lnTo>
                  <a:pt x="209424" y="38722"/>
                </a:lnTo>
                <a:cubicBezTo>
                  <a:pt x="208497" y="37141"/>
                  <a:pt x="208034" y="35818"/>
                  <a:pt x="208034" y="34753"/>
                </a:cubicBezTo>
                <a:cubicBezTo>
                  <a:pt x="208034" y="33345"/>
                  <a:pt x="208574" y="32110"/>
                  <a:pt x="209656" y="31046"/>
                </a:cubicBezTo>
                <a:cubicBezTo>
                  <a:pt x="210737" y="29982"/>
                  <a:pt x="211947" y="29450"/>
                  <a:pt x="213285" y="29450"/>
                </a:cubicBezTo>
                <a:cubicBezTo>
                  <a:pt x="214864" y="29450"/>
                  <a:pt x="216083" y="30050"/>
                  <a:pt x="216941" y="31252"/>
                </a:cubicBezTo>
                <a:cubicBezTo>
                  <a:pt x="222776" y="39364"/>
                  <a:pt x="229040" y="50913"/>
                  <a:pt x="235733" y="65899"/>
                </a:cubicBezTo>
                <a:lnTo>
                  <a:pt x="243353" y="48082"/>
                </a:lnTo>
                <a:cubicBezTo>
                  <a:pt x="246099" y="41935"/>
                  <a:pt x="248741" y="36651"/>
                  <a:pt x="251281" y="32230"/>
                </a:cubicBezTo>
                <a:cubicBezTo>
                  <a:pt x="252380" y="30308"/>
                  <a:pt x="253821" y="29347"/>
                  <a:pt x="255606" y="29347"/>
                </a:cubicBezTo>
                <a:cubicBezTo>
                  <a:pt x="257013" y="29347"/>
                  <a:pt x="258258" y="29844"/>
                  <a:pt x="259339" y="30838"/>
                </a:cubicBezTo>
                <a:cubicBezTo>
                  <a:pt x="260420" y="31832"/>
                  <a:pt x="260961" y="33015"/>
                  <a:pt x="260961" y="34387"/>
                </a:cubicBezTo>
                <a:cubicBezTo>
                  <a:pt x="260961" y="35141"/>
                  <a:pt x="260738" y="35998"/>
                  <a:pt x="260291" y="36958"/>
                </a:cubicBezTo>
                <a:close/>
                <a:moveTo>
                  <a:pt x="305212" y="43248"/>
                </a:moveTo>
                <a:cubicBezTo>
                  <a:pt x="303325" y="43248"/>
                  <a:pt x="302003" y="42617"/>
                  <a:pt x="301248" y="41356"/>
                </a:cubicBezTo>
                <a:cubicBezTo>
                  <a:pt x="300733" y="40470"/>
                  <a:pt x="300287" y="38629"/>
                  <a:pt x="299909" y="35834"/>
                </a:cubicBezTo>
                <a:cubicBezTo>
                  <a:pt x="297335" y="36485"/>
                  <a:pt x="293371" y="37685"/>
                  <a:pt x="288016" y="39433"/>
                </a:cubicBezTo>
                <a:cubicBezTo>
                  <a:pt x="282490" y="41627"/>
                  <a:pt x="279710" y="44336"/>
                  <a:pt x="279676" y="47558"/>
                </a:cubicBezTo>
                <a:cubicBezTo>
                  <a:pt x="280705" y="47935"/>
                  <a:pt x="281718" y="48210"/>
                  <a:pt x="282713" y="48382"/>
                </a:cubicBezTo>
                <a:cubicBezTo>
                  <a:pt x="290608" y="49787"/>
                  <a:pt x="296477" y="51724"/>
                  <a:pt x="300321" y="54193"/>
                </a:cubicBezTo>
                <a:cubicBezTo>
                  <a:pt x="305916" y="57794"/>
                  <a:pt x="308713" y="63006"/>
                  <a:pt x="308713" y="69830"/>
                </a:cubicBezTo>
                <a:cubicBezTo>
                  <a:pt x="308713" y="75419"/>
                  <a:pt x="306294" y="79637"/>
                  <a:pt x="301454" y="82483"/>
                </a:cubicBezTo>
                <a:cubicBezTo>
                  <a:pt x="297438" y="84814"/>
                  <a:pt x="292358" y="85980"/>
                  <a:pt x="286214" y="85980"/>
                </a:cubicBezTo>
                <a:cubicBezTo>
                  <a:pt x="281718" y="85980"/>
                  <a:pt x="277428" y="85225"/>
                  <a:pt x="273343" y="83715"/>
                </a:cubicBezTo>
                <a:cubicBezTo>
                  <a:pt x="268057" y="81793"/>
                  <a:pt x="265414" y="79116"/>
                  <a:pt x="265414" y="75683"/>
                </a:cubicBezTo>
                <a:cubicBezTo>
                  <a:pt x="265414" y="74310"/>
                  <a:pt x="265955" y="73109"/>
                  <a:pt x="267036" y="72079"/>
                </a:cubicBezTo>
                <a:cubicBezTo>
                  <a:pt x="268117" y="71050"/>
                  <a:pt x="269344" y="70535"/>
                  <a:pt x="270717" y="70535"/>
                </a:cubicBezTo>
                <a:cubicBezTo>
                  <a:pt x="271781" y="70535"/>
                  <a:pt x="273154" y="71359"/>
                  <a:pt x="274836" y="73006"/>
                </a:cubicBezTo>
                <a:cubicBezTo>
                  <a:pt x="275660" y="73795"/>
                  <a:pt x="277513" y="74448"/>
                  <a:pt x="280397" y="74962"/>
                </a:cubicBezTo>
                <a:cubicBezTo>
                  <a:pt x="282696" y="75374"/>
                  <a:pt x="284636" y="75580"/>
                  <a:pt x="286214" y="75580"/>
                </a:cubicBezTo>
                <a:cubicBezTo>
                  <a:pt x="289098" y="75580"/>
                  <a:pt x="291638" y="75238"/>
                  <a:pt x="293834" y="74552"/>
                </a:cubicBezTo>
                <a:cubicBezTo>
                  <a:pt x="297026" y="73558"/>
                  <a:pt x="298622" y="71981"/>
                  <a:pt x="298622" y="69822"/>
                </a:cubicBezTo>
                <a:cubicBezTo>
                  <a:pt x="298622" y="65159"/>
                  <a:pt x="295362" y="62005"/>
                  <a:pt x="288840" y="60360"/>
                </a:cubicBezTo>
                <a:lnTo>
                  <a:pt x="283486" y="59176"/>
                </a:lnTo>
                <a:cubicBezTo>
                  <a:pt x="278921" y="58179"/>
                  <a:pt x="275677" y="57011"/>
                  <a:pt x="273755" y="55672"/>
                </a:cubicBezTo>
                <a:cubicBezTo>
                  <a:pt x="270975" y="53748"/>
                  <a:pt x="269585" y="50847"/>
                  <a:pt x="269585" y="46967"/>
                </a:cubicBezTo>
                <a:cubicBezTo>
                  <a:pt x="269585" y="39789"/>
                  <a:pt x="272966" y="34672"/>
                  <a:pt x="279727" y="31615"/>
                </a:cubicBezTo>
                <a:cubicBezTo>
                  <a:pt x="281787" y="30688"/>
                  <a:pt x="285082" y="29581"/>
                  <a:pt x="289612" y="28294"/>
                </a:cubicBezTo>
                <a:cubicBezTo>
                  <a:pt x="294143" y="27006"/>
                  <a:pt x="297387" y="25915"/>
                  <a:pt x="299343" y="25022"/>
                </a:cubicBezTo>
                <a:cubicBezTo>
                  <a:pt x="300750" y="24404"/>
                  <a:pt x="302278" y="24095"/>
                  <a:pt x="303925" y="24095"/>
                </a:cubicBezTo>
                <a:cubicBezTo>
                  <a:pt x="305401" y="24095"/>
                  <a:pt x="306611" y="24576"/>
                  <a:pt x="307555" y="25537"/>
                </a:cubicBezTo>
                <a:cubicBezTo>
                  <a:pt x="308499" y="26498"/>
                  <a:pt x="308971" y="27751"/>
                  <a:pt x="308971" y="29295"/>
                </a:cubicBezTo>
                <a:cubicBezTo>
                  <a:pt x="308971" y="30290"/>
                  <a:pt x="309185" y="31749"/>
                  <a:pt x="309614" y="33671"/>
                </a:cubicBezTo>
                <a:cubicBezTo>
                  <a:pt x="310043" y="35593"/>
                  <a:pt x="310258" y="37052"/>
                  <a:pt x="310258" y="38048"/>
                </a:cubicBezTo>
                <a:cubicBezTo>
                  <a:pt x="310258" y="39592"/>
                  <a:pt x="309786" y="40845"/>
                  <a:pt x="308842" y="41806"/>
                </a:cubicBezTo>
                <a:cubicBezTo>
                  <a:pt x="307898" y="42767"/>
                  <a:pt x="306688" y="43248"/>
                  <a:pt x="305212" y="43248"/>
                </a:cubicBezTo>
                <a:close/>
                <a:moveTo>
                  <a:pt x="331843" y="17711"/>
                </a:moveTo>
                <a:cubicBezTo>
                  <a:pt x="330196" y="17711"/>
                  <a:pt x="328771" y="17127"/>
                  <a:pt x="327570" y="15960"/>
                </a:cubicBezTo>
                <a:cubicBezTo>
                  <a:pt x="326369" y="14793"/>
                  <a:pt x="325768" y="13386"/>
                  <a:pt x="325768" y="11739"/>
                </a:cubicBezTo>
                <a:cubicBezTo>
                  <a:pt x="325768" y="10091"/>
                  <a:pt x="326369" y="8684"/>
                  <a:pt x="327570" y="7517"/>
                </a:cubicBezTo>
                <a:cubicBezTo>
                  <a:pt x="328771" y="6350"/>
                  <a:pt x="330196" y="5766"/>
                  <a:pt x="331843" y="5766"/>
                </a:cubicBezTo>
                <a:cubicBezTo>
                  <a:pt x="333491" y="5766"/>
                  <a:pt x="334906" y="6350"/>
                  <a:pt x="336091" y="7517"/>
                </a:cubicBezTo>
                <a:cubicBezTo>
                  <a:pt x="337275" y="8684"/>
                  <a:pt x="337867" y="10091"/>
                  <a:pt x="337867" y="11739"/>
                </a:cubicBezTo>
                <a:cubicBezTo>
                  <a:pt x="337867" y="13386"/>
                  <a:pt x="337275" y="14793"/>
                  <a:pt x="336091" y="15960"/>
                </a:cubicBezTo>
                <a:cubicBezTo>
                  <a:pt x="334906" y="17127"/>
                  <a:pt x="333491" y="17711"/>
                  <a:pt x="331843" y="17711"/>
                </a:cubicBezTo>
                <a:moveTo>
                  <a:pt x="334160" y="59546"/>
                </a:moveTo>
                <a:cubicBezTo>
                  <a:pt x="334160" y="61607"/>
                  <a:pt x="334220" y="64691"/>
                  <a:pt x="334340" y="68797"/>
                </a:cubicBezTo>
                <a:cubicBezTo>
                  <a:pt x="334460" y="72902"/>
                  <a:pt x="334520" y="75985"/>
                  <a:pt x="334520" y="78047"/>
                </a:cubicBezTo>
                <a:cubicBezTo>
                  <a:pt x="334520" y="79558"/>
                  <a:pt x="334057" y="80795"/>
                  <a:pt x="333130" y="81757"/>
                </a:cubicBezTo>
                <a:cubicBezTo>
                  <a:pt x="332204" y="82719"/>
                  <a:pt x="330985" y="83200"/>
                  <a:pt x="329475" y="83200"/>
                </a:cubicBezTo>
                <a:cubicBezTo>
                  <a:pt x="327999" y="83200"/>
                  <a:pt x="326789" y="82719"/>
                  <a:pt x="325845" y="81757"/>
                </a:cubicBezTo>
                <a:cubicBezTo>
                  <a:pt x="324901" y="80795"/>
                  <a:pt x="324429" y="79558"/>
                  <a:pt x="324429" y="78047"/>
                </a:cubicBezTo>
                <a:cubicBezTo>
                  <a:pt x="324429" y="75985"/>
                  <a:pt x="324369" y="72902"/>
                  <a:pt x="324249" y="68797"/>
                </a:cubicBezTo>
                <a:cubicBezTo>
                  <a:pt x="324129" y="64691"/>
                  <a:pt x="324069" y="61607"/>
                  <a:pt x="324069" y="59546"/>
                </a:cubicBezTo>
                <a:cubicBezTo>
                  <a:pt x="324069" y="56316"/>
                  <a:pt x="324240" y="52288"/>
                  <a:pt x="324584" y="47461"/>
                </a:cubicBezTo>
                <a:cubicBezTo>
                  <a:pt x="324927" y="42634"/>
                  <a:pt x="325099" y="38605"/>
                  <a:pt x="325099" y="35375"/>
                </a:cubicBezTo>
                <a:cubicBezTo>
                  <a:pt x="325099" y="33830"/>
                  <a:pt x="325571" y="32576"/>
                  <a:pt x="326514" y="31614"/>
                </a:cubicBezTo>
                <a:cubicBezTo>
                  <a:pt x="327458" y="30651"/>
                  <a:pt x="328668" y="30170"/>
                  <a:pt x="330144" y="30170"/>
                </a:cubicBezTo>
                <a:cubicBezTo>
                  <a:pt x="331620" y="30170"/>
                  <a:pt x="332830" y="30651"/>
                  <a:pt x="333774" y="31614"/>
                </a:cubicBezTo>
                <a:cubicBezTo>
                  <a:pt x="334718" y="32576"/>
                  <a:pt x="335190" y="33830"/>
                  <a:pt x="335190" y="35375"/>
                </a:cubicBezTo>
                <a:cubicBezTo>
                  <a:pt x="335190" y="38605"/>
                  <a:pt x="335018" y="42634"/>
                  <a:pt x="334675" y="47461"/>
                </a:cubicBezTo>
                <a:cubicBezTo>
                  <a:pt x="334332" y="52288"/>
                  <a:pt x="334160" y="56316"/>
                  <a:pt x="334160" y="59546"/>
                </a:cubicBezTo>
                <a:close/>
                <a:moveTo>
                  <a:pt x="386051" y="43248"/>
                </a:moveTo>
                <a:cubicBezTo>
                  <a:pt x="384164" y="43248"/>
                  <a:pt x="382842" y="42617"/>
                  <a:pt x="382087" y="41356"/>
                </a:cubicBezTo>
                <a:cubicBezTo>
                  <a:pt x="381572" y="40470"/>
                  <a:pt x="381126" y="38629"/>
                  <a:pt x="380748" y="35834"/>
                </a:cubicBezTo>
                <a:cubicBezTo>
                  <a:pt x="378174" y="36485"/>
                  <a:pt x="374210" y="37685"/>
                  <a:pt x="368855" y="39433"/>
                </a:cubicBezTo>
                <a:cubicBezTo>
                  <a:pt x="363329" y="41627"/>
                  <a:pt x="360549" y="44336"/>
                  <a:pt x="360515" y="47558"/>
                </a:cubicBezTo>
                <a:cubicBezTo>
                  <a:pt x="361544" y="47935"/>
                  <a:pt x="362557" y="48210"/>
                  <a:pt x="363552" y="48382"/>
                </a:cubicBezTo>
                <a:cubicBezTo>
                  <a:pt x="371447" y="49787"/>
                  <a:pt x="377316" y="51724"/>
                  <a:pt x="381160" y="54193"/>
                </a:cubicBezTo>
                <a:cubicBezTo>
                  <a:pt x="386755" y="57794"/>
                  <a:pt x="389552" y="63006"/>
                  <a:pt x="389552" y="69830"/>
                </a:cubicBezTo>
                <a:cubicBezTo>
                  <a:pt x="389552" y="75419"/>
                  <a:pt x="387133" y="79637"/>
                  <a:pt x="382293" y="82483"/>
                </a:cubicBezTo>
                <a:cubicBezTo>
                  <a:pt x="378277" y="84814"/>
                  <a:pt x="373197" y="85980"/>
                  <a:pt x="367053" y="85980"/>
                </a:cubicBezTo>
                <a:cubicBezTo>
                  <a:pt x="362557" y="85980"/>
                  <a:pt x="358267" y="85225"/>
                  <a:pt x="354182" y="83715"/>
                </a:cubicBezTo>
                <a:cubicBezTo>
                  <a:pt x="348896" y="81793"/>
                  <a:pt x="346253" y="79116"/>
                  <a:pt x="346253" y="75683"/>
                </a:cubicBezTo>
                <a:cubicBezTo>
                  <a:pt x="346253" y="74310"/>
                  <a:pt x="346794" y="73109"/>
                  <a:pt x="347875" y="72079"/>
                </a:cubicBezTo>
                <a:cubicBezTo>
                  <a:pt x="348956" y="71050"/>
                  <a:pt x="350183" y="70535"/>
                  <a:pt x="351556" y="70535"/>
                </a:cubicBezTo>
                <a:cubicBezTo>
                  <a:pt x="352620" y="70535"/>
                  <a:pt x="353993" y="71359"/>
                  <a:pt x="355675" y="73006"/>
                </a:cubicBezTo>
                <a:cubicBezTo>
                  <a:pt x="356499" y="73795"/>
                  <a:pt x="358352" y="74448"/>
                  <a:pt x="361236" y="74962"/>
                </a:cubicBezTo>
                <a:cubicBezTo>
                  <a:pt x="363535" y="75374"/>
                  <a:pt x="365474" y="75580"/>
                  <a:pt x="367053" y="75580"/>
                </a:cubicBezTo>
                <a:cubicBezTo>
                  <a:pt x="369937" y="75580"/>
                  <a:pt x="372476" y="75238"/>
                  <a:pt x="374673" y="74552"/>
                </a:cubicBezTo>
                <a:cubicBezTo>
                  <a:pt x="377865" y="73558"/>
                  <a:pt x="379461" y="71981"/>
                  <a:pt x="379461" y="69822"/>
                </a:cubicBezTo>
                <a:cubicBezTo>
                  <a:pt x="379461" y="65159"/>
                  <a:pt x="376201" y="62005"/>
                  <a:pt x="369679" y="60360"/>
                </a:cubicBezTo>
                <a:lnTo>
                  <a:pt x="364325" y="59176"/>
                </a:lnTo>
                <a:cubicBezTo>
                  <a:pt x="359760" y="58179"/>
                  <a:pt x="356516" y="57011"/>
                  <a:pt x="354594" y="55672"/>
                </a:cubicBezTo>
                <a:cubicBezTo>
                  <a:pt x="351814" y="53748"/>
                  <a:pt x="350424" y="50847"/>
                  <a:pt x="350424" y="46967"/>
                </a:cubicBezTo>
                <a:cubicBezTo>
                  <a:pt x="350424" y="39789"/>
                  <a:pt x="353804" y="34672"/>
                  <a:pt x="360566" y="31615"/>
                </a:cubicBezTo>
                <a:cubicBezTo>
                  <a:pt x="362626" y="30688"/>
                  <a:pt x="365921" y="29581"/>
                  <a:pt x="370451" y="28294"/>
                </a:cubicBezTo>
                <a:cubicBezTo>
                  <a:pt x="374982" y="27006"/>
                  <a:pt x="378226" y="25915"/>
                  <a:pt x="380182" y="25022"/>
                </a:cubicBezTo>
                <a:cubicBezTo>
                  <a:pt x="381589" y="24404"/>
                  <a:pt x="383117" y="24095"/>
                  <a:pt x="384764" y="24095"/>
                </a:cubicBezTo>
                <a:cubicBezTo>
                  <a:pt x="386240" y="24095"/>
                  <a:pt x="387450" y="24576"/>
                  <a:pt x="388394" y="25537"/>
                </a:cubicBezTo>
                <a:cubicBezTo>
                  <a:pt x="389338" y="26498"/>
                  <a:pt x="389810" y="27751"/>
                  <a:pt x="389810" y="29295"/>
                </a:cubicBezTo>
                <a:cubicBezTo>
                  <a:pt x="389810" y="30290"/>
                  <a:pt x="390024" y="31749"/>
                  <a:pt x="390453" y="33671"/>
                </a:cubicBezTo>
                <a:cubicBezTo>
                  <a:pt x="390882" y="35593"/>
                  <a:pt x="391097" y="37052"/>
                  <a:pt x="391097" y="38048"/>
                </a:cubicBezTo>
                <a:cubicBezTo>
                  <a:pt x="391097" y="39592"/>
                  <a:pt x="390625" y="40845"/>
                  <a:pt x="389681" y="41806"/>
                </a:cubicBezTo>
                <a:cubicBezTo>
                  <a:pt x="388737" y="42767"/>
                  <a:pt x="387527" y="43248"/>
                  <a:pt x="386051" y="43248"/>
                </a:cubicBezTo>
                <a:close/>
                <a:moveTo>
                  <a:pt x="474690" y="86289"/>
                </a:moveTo>
                <a:cubicBezTo>
                  <a:pt x="474038" y="86289"/>
                  <a:pt x="472854" y="85528"/>
                  <a:pt x="471138" y="84005"/>
                </a:cubicBezTo>
                <a:cubicBezTo>
                  <a:pt x="469593" y="82586"/>
                  <a:pt x="468444" y="81322"/>
                  <a:pt x="467688" y="80214"/>
                </a:cubicBezTo>
                <a:cubicBezTo>
                  <a:pt x="464393" y="82016"/>
                  <a:pt x="461493" y="83376"/>
                  <a:pt x="458987" y="84294"/>
                </a:cubicBezTo>
                <a:cubicBezTo>
                  <a:pt x="456482" y="85212"/>
                  <a:pt x="454388" y="85671"/>
                  <a:pt x="452706" y="85671"/>
                </a:cubicBezTo>
                <a:cubicBezTo>
                  <a:pt x="444674" y="85671"/>
                  <a:pt x="438822" y="83406"/>
                  <a:pt x="435150" y="78875"/>
                </a:cubicBezTo>
                <a:cubicBezTo>
                  <a:pt x="431683" y="74619"/>
                  <a:pt x="429950" y="68098"/>
                  <a:pt x="429950" y="59311"/>
                </a:cubicBezTo>
                <a:cubicBezTo>
                  <a:pt x="429950" y="51005"/>
                  <a:pt x="432807" y="43900"/>
                  <a:pt x="438522" y="37996"/>
                </a:cubicBezTo>
                <a:cubicBezTo>
                  <a:pt x="444237" y="32092"/>
                  <a:pt x="451059" y="29141"/>
                  <a:pt x="458987" y="29141"/>
                </a:cubicBezTo>
                <a:cubicBezTo>
                  <a:pt x="461974" y="29141"/>
                  <a:pt x="465320" y="29913"/>
                  <a:pt x="469027" y="31457"/>
                </a:cubicBezTo>
                <a:cubicBezTo>
                  <a:pt x="473695" y="33380"/>
                  <a:pt x="476029" y="35696"/>
                  <a:pt x="476029" y="38408"/>
                </a:cubicBezTo>
                <a:cubicBezTo>
                  <a:pt x="476029" y="39335"/>
                  <a:pt x="475686" y="40158"/>
                  <a:pt x="474999" y="40879"/>
                </a:cubicBezTo>
                <a:cubicBezTo>
                  <a:pt x="474656" y="42184"/>
                  <a:pt x="474390" y="44329"/>
                  <a:pt x="474201" y="47315"/>
                </a:cubicBezTo>
                <a:cubicBezTo>
                  <a:pt x="474012" y="50301"/>
                  <a:pt x="473901" y="54128"/>
                  <a:pt x="473867" y="58796"/>
                </a:cubicBezTo>
                <a:cubicBezTo>
                  <a:pt x="473832" y="63052"/>
                  <a:pt x="474124" y="66416"/>
                  <a:pt x="474742" y="68887"/>
                </a:cubicBezTo>
                <a:cubicBezTo>
                  <a:pt x="475085" y="70397"/>
                  <a:pt x="476166" y="73418"/>
                  <a:pt x="477985" y="77949"/>
                </a:cubicBezTo>
                <a:cubicBezTo>
                  <a:pt x="478226" y="78566"/>
                  <a:pt x="478620" y="79476"/>
                  <a:pt x="479170" y="80677"/>
                </a:cubicBezTo>
                <a:lnTo>
                  <a:pt x="479479" y="81553"/>
                </a:lnTo>
                <a:cubicBezTo>
                  <a:pt x="479479" y="82926"/>
                  <a:pt x="478998" y="84058"/>
                  <a:pt x="478037" y="84951"/>
                </a:cubicBezTo>
                <a:cubicBezTo>
                  <a:pt x="477076" y="85843"/>
                  <a:pt x="475960" y="86289"/>
                  <a:pt x="474690" y="86289"/>
                </a:cubicBezTo>
                <a:moveTo>
                  <a:pt x="463981" y="50526"/>
                </a:moveTo>
                <a:cubicBezTo>
                  <a:pt x="463981" y="49054"/>
                  <a:pt x="464076" y="47453"/>
                  <a:pt x="464265" y="45725"/>
                </a:cubicBezTo>
                <a:cubicBezTo>
                  <a:pt x="464453" y="43996"/>
                  <a:pt x="464737" y="42156"/>
                  <a:pt x="465114" y="40205"/>
                </a:cubicBezTo>
                <a:cubicBezTo>
                  <a:pt x="463844" y="39554"/>
                  <a:pt x="462754" y="39075"/>
                  <a:pt x="461845" y="38767"/>
                </a:cubicBezTo>
                <a:cubicBezTo>
                  <a:pt x="460935" y="38459"/>
                  <a:pt x="460206" y="38305"/>
                  <a:pt x="459657" y="38305"/>
                </a:cubicBezTo>
                <a:cubicBezTo>
                  <a:pt x="454337" y="38305"/>
                  <a:pt x="449746" y="40470"/>
                  <a:pt x="445884" y="44800"/>
                </a:cubicBezTo>
                <a:cubicBezTo>
                  <a:pt x="442023" y="49130"/>
                  <a:pt x="440092" y="54120"/>
                  <a:pt x="440092" y="59768"/>
                </a:cubicBezTo>
                <a:cubicBezTo>
                  <a:pt x="440092" y="65382"/>
                  <a:pt x="441088" y="69592"/>
                  <a:pt x="443078" y="72399"/>
                </a:cubicBezTo>
                <a:cubicBezTo>
                  <a:pt x="445069" y="75207"/>
                  <a:pt x="448055" y="76610"/>
                  <a:pt x="452037" y="76610"/>
                </a:cubicBezTo>
                <a:cubicBezTo>
                  <a:pt x="455332" y="76610"/>
                  <a:pt x="458129" y="76011"/>
                  <a:pt x="460429" y="74813"/>
                </a:cubicBezTo>
                <a:cubicBezTo>
                  <a:pt x="461665" y="74163"/>
                  <a:pt x="463398" y="72862"/>
                  <a:pt x="465629" y="70911"/>
                </a:cubicBezTo>
                <a:cubicBezTo>
                  <a:pt x="464531" y="61839"/>
                  <a:pt x="463981" y="55044"/>
                  <a:pt x="463981" y="50526"/>
                </a:cubicBezTo>
                <a:close/>
                <a:moveTo>
                  <a:pt x="527862" y="86598"/>
                </a:moveTo>
                <a:cubicBezTo>
                  <a:pt x="524910" y="86598"/>
                  <a:pt x="523246" y="84982"/>
                  <a:pt x="522868" y="81749"/>
                </a:cubicBezTo>
                <a:lnTo>
                  <a:pt x="521426" y="70449"/>
                </a:lnTo>
                <a:cubicBezTo>
                  <a:pt x="520946" y="66425"/>
                  <a:pt x="520706" y="62659"/>
                  <a:pt x="520706" y="59150"/>
                </a:cubicBezTo>
                <a:cubicBezTo>
                  <a:pt x="520706" y="58187"/>
                  <a:pt x="520766" y="56553"/>
                  <a:pt x="520886" y="54249"/>
                </a:cubicBezTo>
                <a:cubicBezTo>
                  <a:pt x="521006" y="51944"/>
                  <a:pt x="521066" y="50310"/>
                  <a:pt x="521066" y="49347"/>
                </a:cubicBezTo>
                <a:cubicBezTo>
                  <a:pt x="521066" y="41917"/>
                  <a:pt x="519693" y="38202"/>
                  <a:pt x="516947" y="38202"/>
                </a:cubicBezTo>
                <a:cubicBezTo>
                  <a:pt x="513103" y="38202"/>
                  <a:pt x="509430" y="40487"/>
                  <a:pt x="505929" y="45058"/>
                </a:cubicBezTo>
                <a:cubicBezTo>
                  <a:pt x="502772" y="49215"/>
                  <a:pt x="500300" y="54472"/>
                  <a:pt x="498515" y="60828"/>
                </a:cubicBezTo>
                <a:cubicBezTo>
                  <a:pt x="498447" y="62169"/>
                  <a:pt x="498292" y="63853"/>
                  <a:pt x="498052" y="65880"/>
                </a:cubicBezTo>
                <a:cubicBezTo>
                  <a:pt x="497846" y="67598"/>
                  <a:pt x="497743" y="69265"/>
                  <a:pt x="497743" y="70879"/>
                </a:cubicBezTo>
                <a:cubicBezTo>
                  <a:pt x="497743" y="71910"/>
                  <a:pt x="497846" y="73456"/>
                  <a:pt x="498052" y="75518"/>
                </a:cubicBezTo>
                <a:cubicBezTo>
                  <a:pt x="498258" y="77579"/>
                  <a:pt x="498361" y="79125"/>
                  <a:pt x="498361" y="80156"/>
                </a:cubicBezTo>
                <a:cubicBezTo>
                  <a:pt x="498361" y="81703"/>
                  <a:pt x="497889" y="82957"/>
                  <a:pt x="496945" y="83919"/>
                </a:cubicBezTo>
                <a:cubicBezTo>
                  <a:pt x="496001" y="84881"/>
                  <a:pt x="494791" y="85363"/>
                  <a:pt x="493315" y="85363"/>
                </a:cubicBezTo>
                <a:cubicBezTo>
                  <a:pt x="491805" y="85363"/>
                  <a:pt x="490587" y="84881"/>
                  <a:pt x="489660" y="83918"/>
                </a:cubicBezTo>
                <a:cubicBezTo>
                  <a:pt x="488733" y="82956"/>
                  <a:pt x="488270" y="81701"/>
                  <a:pt x="488270" y="80153"/>
                </a:cubicBezTo>
                <a:cubicBezTo>
                  <a:pt x="488270" y="79122"/>
                  <a:pt x="488158" y="77575"/>
                  <a:pt x="487935" y="75513"/>
                </a:cubicBezTo>
                <a:cubicBezTo>
                  <a:pt x="487712" y="73449"/>
                  <a:pt x="487601" y="71901"/>
                  <a:pt x="487601" y="70869"/>
                </a:cubicBezTo>
                <a:cubicBezTo>
                  <a:pt x="487601" y="67328"/>
                  <a:pt x="487849" y="62419"/>
                  <a:pt x="488347" y="56145"/>
                </a:cubicBezTo>
                <a:cubicBezTo>
                  <a:pt x="488845" y="49870"/>
                  <a:pt x="489094" y="44962"/>
                  <a:pt x="489094" y="41420"/>
                </a:cubicBezTo>
                <a:cubicBezTo>
                  <a:pt x="489094" y="40319"/>
                  <a:pt x="489034" y="38686"/>
                  <a:pt x="488913" y="36521"/>
                </a:cubicBezTo>
                <a:cubicBezTo>
                  <a:pt x="488793" y="34354"/>
                  <a:pt x="488733" y="32721"/>
                  <a:pt x="488733" y="31622"/>
                </a:cubicBezTo>
                <a:cubicBezTo>
                  <a:pt x="488733" y="30142"/>
                  <a:pt x="489222" y="28930"/>
                  <a:pt x="490201" y="27985"/>
                </a:cubicBezTo>
                <a:cubicBezTo>
                  <a:pt x="491179" y="27039"/>
                  <a:pt x="492389" y="26566"/>
                  <a:pt x="493830" y="26566"/>
                </a:cubicBezTo>
                <a:cubicBezTo>
                  <a:pt x="496988" y="26566"/>
                  <a:pt x="498721" y="28807"/>
                  <a:pt x="499030" y="33287"/>
                </a:cubicBezTo>
                <a:lnTo>
                  <a:pt x="499185" y="39335"/>
                </a:lnTo>
                <a:cubicBezTo>
                  <a:pt x="504951" y="31646"/>
                  <a:pt x="510872" y="27802"/>
                  <a:pt x="516947" y="27802"/>
                </a:cubicBezTo>
                <a:cubicBezTo>
                  <a:pt x="522439" y="27802"/>
                  <a:pt x="526266" y="30226"/>
                  <a:pt x="528428" y="35074"/>
                </a:cubicBezTo>
                <a:cubicBezTo>
                  <a:pt x="529904" y="38306"/>
                  <a:pt x="530711" y="43086"/>
                  <a:pt x="530848" y="49413"/>
                </a:cubicBezTo>
                <a:lnTo>
                  <a:pt x="530848" y="54621"/>
                </a:lnTo>
                <a:lnTo>
                  <a:pt x="530797" y="59417"/>
                </a:lnTo>
                <a:cubicBezTo>
                  <a:pt x="530797" y="62271"/>
                  <a:pt x="531166" y="65960"/>
                  <a:pt x="531904" y="70482"/>
                </a:cubicBezTo>
                <a:cubicBezTo>
                  <a:pt x="532642" y="75003"/>
                  <a:pt x="533011" y="78673"/>
                  <a:pt x="533011" y="81491"/>
                </a:cubicBezTo>
                <a:cubicBezTo>
                  <a:pt x="533011" y="83005"/>
                  <a:pt x="532521" y="84234"/>
                  <a:pt x="531543" y="85179"/>
                </a:cubicBezTo>
                <a:cubicBezTo>
                  <a:pt x="530565" y="86125"/>
                  <a:pt x="529338" y="86598"/>
                  <a:pt x="527862" y="86598"/>
                </a:cubicBezTo>
                <a:close/>
                <a:moveTo>
                  <a:pt x="590855" y="37407"/>
                </a:moveTo>
                <a:cubicBezTo>
                  <a:pt x="590443" y="42450"/>
                  <a:pt x="590237" y="47492"/>
                  <a:pt x="590237" y="52534"/>
                </a:cubicBezTo>
                <a:cubicBezTo>
                  <a:pt x="590237" y="63958"/>
                  <a:pt x="590769" y="72585"/>
                  <a:pt x="591833" y="78415"/>
                </a:cubicBezTo>
                <a:cubicBezTo>
                  <a:pt x="591902" y="78896"/>
                  <a:pt x="591936" y="79290"/>
                  <a:pt x="591936" y="79599"/>
                </a:cubicBezTo>
                <a:cubicBezTo>
                  <a:pt x="591936" y="80971"/>
                  <a:pt x="591456" y="82103"/>
                  <a:pt x="590495" y="82994"/>
                </a:cubicBezTo>
                <a:cubicBezTo>
                  <a:pt x="589534" y="83887"/>
                  <a:pt x="588418" y="84333"/>
                  <a:pt x="587148" y="84333"/>
                </a:cubicBezTo>
                <a:cubicBezTo>
                  <a:pt x="585020" y="84333"/>
                  <a:pt x="583458" y="82788"/>
                  <a:pt x="582463" y="79699"/>
                </a:cubicBezTo>
                <a:cubicBezTo>
                  <a:pt x="579992" y="81518"/>
                  <a:pt x="577426" y="82900"/>
                  <a:pt x="574766" y="83844"/>
                </a:cubicBezTo>
                <a:cubicBezTo>
                  <a:pt x="572106" y="84788"/>
                  <a:pt x="569334" y="85260"/>
                  <a:pt x="566451" y="85260"/>
                </a:cubicBezTo>
                <a:cubicBezTo>
                  <a:pt x="559346" y="85260"/>
                  <a:pt x="553460" y="82889"/>
                  <a:pt x="548792" y="78148"/>
                </a:cubicBezTo>
                <a:cubicBezTo>
                  <a:pt x="543986" y="73304"/>
                  <a:pt x="541584" y="67086"/>
                  <a:pt x="541584" y="59493"/>
                </a:cubicBezTo>
                <a:cubicBezTo>
                  <a:pt x="541584" y="50320"/>
                  <a:pt x="544012" y="42968"/>
                  <a:pt x="548869" y="37438"/>
                </a:cubicBezTo>
                <a:cubicBezTo>
                  <a:pt x="553726" y="31906"/>
                  <a:pt x="560033" y="29141"/>
                  <a:pt x="567790" y="29141"/>
                </a:cubicBezTo>
                <a:cubicBezTo>
                  <a:pt x="571771" y="29141"/>
                  <a:pt x="574843" y="29758"/>
                  <a:pt x="577005" y="30994"/>
                </a:cubicBezTo>
                <a:lnTo>
                  <a:pt x="581845" y="34547"/>
                </a:lnTo>
                <a:cubicBezTo>
                  <a:pt x="582326" y="20116"/>
                  <a:pt x="582892" y="10399"/>
                  <a:pt x="583544" y="5398"/>
                </a:cubicBezTo>
                <a:cubicBezTo>
                  <a:pt x="583990" y="2348"/>
                  <a:pt x="585552" y="824"/>
                  <a:pt x="588229" y="824"/>
                </a:cubicBezTo>
                <a:cubicBezTo>
                  <a:pt x="591353" y="824"/>
                  <a:pt x="592914" y="2487"/>
                  <a:pt x="592914" y="5815"/>
                </a:cubicBezTo>
                <a:cubicBezTo>
                  <a:pt x="592914" y="10582"/>
                  <a:pt x="592228" y="21113"/>
                  <a:pt x="590855" y="37407"/>
                </a:cubicBezTo>
                <a:moveTo>
                  <a:pt x="567996" y="38717"/>
                </a:moveTo>
                <a:cubicBezTo>
                  <a:pt x="562229" y="38717"/>
                  <a:pt x="557904" y="40424"/>
                  <a:pt x="555021" y="43840"/>
                </a:cubicBezTo>
                <a:cubicBezTo>
                  <a:pt x="552138" y="47255"/>
                  <a:pt x="550697" y="52395"/>
                  <a:pt x="550697" y="59259"/>
                </a:cubicBezTo>
                <a:cubicBezTo>
                  <a:pt x="550697" y="63687"/>
                  <a:pt x="552267" y="67497"/>
                  <a:pt x="555407" y="70689"/>
                </a:cubicBezTo>
                <a:cubicBezTo>
                  <a:pt x="558548" y="73881"/>
                  <a:pt x="562229" y="75477"/>
                  <a:pt x="566451" y="75477"/>
                </a:cubicBezTo>
                <a:cubicBezTo>
                  <a:pt x="569334" y="75477"/>
                  <a:pt x="571771" y="74945"/>
                  <a:pt x="573762" y="73881"/>
                </a:cubicBezTo>
                <a:cubicBezTo>
                  <a:pt x="574929" y="73263"/>
                  <a:pt x="576834" y="71839"/>
                  <a:pt x="579477" y="69608"/>
                </a:cubicBezTo>
                <a:cubicBezTo>
                  <a:pt x="579992" y="69162"/>
                  <a:pt x="580489" y="68630"/>
                  <a:pt x="580970" y="68012"/>
                </a:cubicBezTo>
                <a:lnTo>
                  <a:pt x="580815" y="59105"/>
                </a:lnTo>
                <a:lnTo>
                  <a:pt x="580867" y="53133"/>
                </a:lnTo>
                <a:lnTo>
                  <a:pt x="580970" y="47057"/>
                </a:lnTo>
                <a:cubicBezTo>
                  <a:pt x="579666" y="44277"/>
                  <a:pt x="577932" y="42192"/>
                  <a:pt x="575770" y="40802"/>
                </a:cubicBezTo>
                <a:cubicBezTo>
                  <a:pt x="573607" y="39412"/>
                  <a:pt x="571016" y="38717"/>
                  <a:pt x="567996" y="38717"/>
                </a:cubicBezTo>
                <a:close/>
                <a:moveTo>
                  <a:pt x="651270" y="52618"/>
                </a:moveTo>
                <a:cubicBezTo>
                  <a:pt x="650309" y="52618"/>
                  <a:pt x="648215" y="52395"/>
                  <a:pt x="644989" y="51949"/>
                </a:cubicBezTo>
                <a:cubicBezTo>
                  <a:pt x="644714" y="57139"/>
                  <a:pt x="644577" y="66232"/>
                  <a:pt x="644577" y="79228"/>
                </a:cubicBezTo>
                <a:cubicBezTo>
                  <a:pt x="644577" y="80603"/>
                  <a:pt x="644131" y="81763"/>
                  <a:pt x="643238" y="82709"/>
                </a:cubicBezTo>
                <a:cubicBezTo>
                  <a:pt x="642346" y="83654"/>
                  <a:pt x="641230" y="84127"/>
                  <a:pt x="639892" y="84127"/>
                </a:cubicBezTo>
                <a:cubicBezTo>
                  <a:pt x="638519" y="84127"/>
                  <a:pt x="637386" y="83655"/>
                  <a:pt x="636494" y="82711"/>
                </a:cubicBezTo>
                <a:cubicBezTo>
                  <a:pt x="635601" y="81766"/>
                  <a:pt x="635155" y="80607"/>
                  <a:pt x="635155" y="79233"/>
                </a:cubicBezTo>
                <a:lnTo>
                  <a:pt x="635155" y="64086"/>
                </a:lnTo>
                <a:cubicBezTo>
                  <a:pt x="635155" y="59037"/>
                  <a:pt x="635464" y="51928"/>
                  <a:pt x="636082" y="42758"/>
                </a:cubicBezTo>
                <a:cubicBezTo>
                  <a:pt x="636768" y="32833"/>
                  <a:pt x="637146" y="25723"/>
                  <a:pt x="637215" y="21431"/>
                </a:cubicBezTo>
                <a:lnTo>
                  <a:pt x="637215" y="14321"/>
                </a:lnTo>
                <a:cubicBezTo>
                  <a:pt x="637215" y="10921"/>
                  <a:pt x="637421" y="8448"/>
                  <a:pt x="637832" y="6902"/>
                </a:cubicBezTo>
                <a:cubicBezTo>
                  <a:pt x="638622" y="3880"/>
                  <a:pt x="640304" y="2574"/>
                  <a:pt x="642878" y="2986"/>
                </a:cubicBezTo>
                <a:cubicBezTo>
                  <a:pt x="643976" y="2643"/>
                  <a:pt x="645538" y="2385"/>
                  <a:pt x="647563" y="2214"/>
                </a:cubicBezTo>
                <a:cubicBezTo>
                  <a:pt x="649588" y="2042"/>
                  <a:pt x="652077" y="1956"/>
                  <a:pt x="655028" y="1956"/>
                </a:cubicBezTo>
                <a:cubicBezTo>
                  <a:pt x="661310" y="1956"/>
                  <a:pt x="667196" y="4102"/>
                  <a:pt x="672688" y="8392"/>
                </a:cubicBezTo>
                <a:cubicBezTo>
                  <a:pt x="678729" y="13129"/>
                  <a:pt x="681749" y="18826"/>
                  <a:pt x="681749" y="25485"/>
                </a:cubicBezTo>
                <a:cubicBezTo>
                  <a:pt x="681749" y="33997"/>
                  <a:pt x="678523" y="40776"/>
                  <a:pt x="672070" y="45822"/>
                </a:cubicBezTo>
                <a:cubicBezTo>
                  <a:pt x="666304" y="50353"/>
                  <a:pt x="659370" y="52618"/>
                  <a:pt x="651270" y="52618"/>
                </a:cubicBezTo>
                <a:moveTo>
                  <a:pt x="653844" y="11739"/>
                </a:moveTo>
                <a:cubicBezTo>
                  <a:pt x="652334" y="11739"/>
                  <a:pt x="650987" y="11773"/>
                  <a:pt x="649803" y="11842"/>
                </a:cubicBezTo>
                <a:cubicBezTo>
                  <a:pt x="648619" y="11910"/>
                  <a:pt x="647615" y="12013"/>
                  <a:pt x="646791" y="12151"/>
                </a:cubicBezTo>
                <a:lnTo>
                  <a:pt x="646688" y="21608"/>
                </a:lnTo>
                <a:lnTo>
                  <a:pt x="645607" y="42065"/>
                </a:lnTo>
                <a:lnTo>
                  <a:pt x="651270" y="42733"/>
                </a:lnTo>
                <a:cubicBezTo>
                  <a:pt x="657036" y="42733"/>
                  <a:pt x="661893" y="41277"/>
                  <a:pt x="665840" y="38365"/>
                </a:cubicBezTo>
                <a:cubicBezTo>
                  <a:pt x="670165" y="35177"/>
                  <a:pt x="672328" y="30876"/>
                  <a:pt x="672328" y="25463"/>
                </a:cubicBezTo>
                <a:cubicBezTo>
                  <a:pt x="672328" y="21625"/>
                  <a:pt x="670268" y="18318"/>
                  <a:pt x="666149" y="15542"/>
                </a:cubicBezTo>
                <a:cubicBezTo>
                  <a:pt x="662339" y="13006"/>
                  <a:pt x="658238" y="11739"/>
                  <a:pt x="653844" y="11739"/>
                </a:cubicBezTo>
                <a:close/>
                <a:moveTo>
                  <a:pt x="705304" y="42424"/>
                </a:moveTo>
                <a:lnTo>
                  <a:pt x="704532" y="68043"/>
                </a:lnTo>
                <a:cubicBezTo>
                  <a:pt x="704532" y="70757"/>
                  <a:pt x="704395" y="74744"/>
                  <a:pt x="704120" y="80002"/>
                </a:cubicBezTo>
                <a:cubicBezTo>
                  <a:pt x="703777" y="83438"/>
                  <a:pt x="702095" y="85157"/>
                  <a:pt x="699074" y="85157"/>
                </a:cubicBezTo>
                <a:cubicBezTo>
                  <a:pt x="695711" y="85157"/>
                  <a:pt x="694029" y="83404"/>
                  <a:pt x="694029" y="79899"/>
                </a:cubicBezTo>
                <a:cubicBezTo>
                  <a:pt x="694029" y="75740"/>
                  <a:pt x="694218" y="69494"/>
                  <a:pt x="694595" y="61161"/>
                </a:cubicBezTo>
                <a:cubicBezTo>
                  <a:pt x="694973" y="52828"/>
                  <a:pt x="695162" y="46582"/>
                  <a:pt x="695162" y="42424"/>
                </a:cubicBezTo>
                <a:cubicBezTo>
                  <a:pt x="695162" y="36994"/>
                  <a:pt x="695247" y="30783"/>
                  <a:pt x="695419" y="23789"/>
                </a:cubicBezTo>
                <a:cubicBezTo>
                  <a:pt x="695591" y="16796"/>
                  <a:pt x="695676" y="10585"/>
                  <a:pt x="695676" y="5155"/>
                </a:cubicBezTo>
                <a:cubicBezTo>
                  <a:pt x="695676" y="1718"/>
                  <a:pt x="697358" y="0"/>
                  <a:pt x="700722" y="0"/>
                </a:cubicBezTo>
                <a:cubicBezTo>
                  <a:pt x="704120" y="0"/>
                  <a:pt x="705819" y="1718"/>
                  <a:pt x="705819" y="5155"/>
                </a:cubicBezTo>
                <a:cubicBezTo>
                  <a:pt x="705819" y="10585"/>
                  <a:pt x="705733" y="16796"/>
                  <a:pt x="705562" y="23789"/>
                </a:cubicBezTo>
                <a:cubicBezTo>
                  <a:pt x="705390" y="30783"/>
                  <a:pt x="705304" y="36994"/>
                  <a:pt x="705304" y="42424"/>
                </a:cubicBezTo>
                <a:close/>
                <a:moveTo>
                  <a:pt x="761140" y="86289"/>
                </a:moveTo>
                <a:cubicBezTo>
                  <a:pt x="760488" y="86289"/>
                  <a:pt x="759304" y="85528"/>
                  <a:pt x="757588" y="84005"/>
                </a:cubicBezTo>
                <a:cubicBezTo>
                  <a:pt x="756043" y="82586"/>
                  <a:pt x="754894" y="81322"/>
                  <a:pt x="754138" y="80214"/>
                </a:cubicBezTo>
                <a:cubicBezTo>
                  <a:pt x="750843" y="82016"/>
                  <a:pt x="747943" y="83376"/>
                  <a:pt x="745437" y="84294"/>
                </a:cubicBezTo>
                <a:cubicBezTo>
                  <a:pt x="742932" y="85212"/>
                  <a:pt x="740838" y="85671"/>
                  <a:pt x="739156" y="85671"/>
                </a:cubicBezTo>
                <a:cubicBezTo>
                  <a:pt x="731125" y="85671"/>
                  <a:pt x="725272" y="83406"/>
                  <a:pt x="721600" y="78875"/>
                </a:cubicBezTo>
                <a:cubicBezTo>
                  <a:pt x="718133" y="74619"/>
                  <a:pt x="716400" y="68098"/>
                  <a:pt x="716400" y="59311"/>
                </a:cubicBezTo>
                <a:cubicBezTo>
                  <a:pt x="716400" y="51005"/>
                  <a:pt x="719257" y="43900"/>
                  <a:pt x="724972" y="37996"/>
                </a:cubicBezTo>
                <a:cubicBezTo>
                  <a:pt x="730687" y="32092"/>
                  <a:pt x="737509" y="29141"/>
                  <a:pt x="745437" y="29141"/>
                </a:cubicBezTo>
                <a:cubicBezTo>
                  <a:pt x="748424" y="29141"/>
                  <a:pt x="751770" y="29913"/>
                  <a:pt x="755477" y="31457"/>
                </a:cubicBezTo>
                <a:cubicBezTo>
                  <a:pt x="760145" y="33380"/>
                  <a:pt x="762479" y="35696"/>
                  <a:pt x="762479" y="38408"/>
                </a:cubicBezTo>
                <a:cubicBezTo>
                  <a:pt x="762479" y="39335"/>
                  <a:pt x="762136" y="40158"/>
                  <a:pt x="761449" y="40879"/>
                </a:cubicBezTo>
                <a:cubicBezTo>
                  <a:pt x="761106" y="42184"/>
                  <a:pt x="760840" y="44329"/>
                  <a:pt x="760651" y="47315"/>
                </a:cubicBezTo>
                <a:cubicBezTo>
                  <a:pt x="760463" y="50301"/>
                  <a:pt x="760351" y="54128"/>
                  <a:pt x="760317" y="58796"/>
                </a:cubicBezTo>
                <a:cubicBezTo>
                  <a:pt x="760282" y="63052"/>
                  <a:pt x="760574" y="66416"/>
                  <a:pt x="761192" y="68887"/>
                </a:cubicBezTo>
                <a:cubicBezTo>
                  <a:pt x="761535" y="70397"/>
                  <a:pt x="762616" y="73418"/>
                  <a:pt x="764436" y="77949"/>
                </a:cubicBezTo>
                <a:cubicBezTo>
                  <a:pt x="764676" y="78566"/>
                  <a:pt x="765071" y="79476"/>
                  <a:pt x="765620" y="80677"/>
                </a:cubicBezTo>
                <a:lnTo>
                  <a:pt x="765929" y="81553"/>
                </a:lnTo>
                <a:cubicBezTo>
                  <a:pt x="765929" y="82926"/>
                  <a:pt x="765448" y="84058"/>
                  <a:pt x="764487" y="84951"/>
                </a:cubicBezTo>
                <a:cubicBezTo>
                  <a:pt x="763526" y="85843"/>
                  <a:pt x="762410" y="86289"/>
                  <a:pt x="761140" y="86289"/>
                </a:cubicBezTo>
                <a:moveTo>
                  <a:pt x="750432" y="50526"/>
                </a:moveTo>
                <a:cubicBezTo>
                  <a:pt x="750432" y="49054"/>
                  <a:pt x="750526" y="47453"/>
                  <a:pt x="750715" y="45725"/>
                </a:cubicBezTo>
                <a:cubicBezTo>
                  <a:pt x="750903" y="43996"/>
                  <a:pt x="751187" y="42156"/>
                  <a:pt x="751564" y="40205"/>
                </a:cubicBezTo>
                <a:cubicBezTo>
                  <a:pt x="750294" y="39554"/>
                  <a:pt x="749204" y="39075"/>
                  <a:pt x="748295" y="38767"/>
                </a:cubicBezTo>
                <a:cubicBezTo>
                  <a:pt x="747385" y="38459"/>
                  <a:pt x="746656" y="38305"/>
                  <a:pt x="746107" y="38305"/>
                </a:cubicBezTo>
                <a:cubicBezTo>
                  <a:pt x="740787" y="38305"/>
                  <a:pt x="736196" y="40470"/>
                  <a:pt x="732334" y="44800"/>
                </a:cubicBezTo>
                <a:cubicBezTo>
                  <a:pt x="728473" y="49130"/>
                  <a:pt x="726542" y="54120"/>
                  <a:pt x="726542" y="59768"/>
                </a:cubicBezTo>
                <a:cubicBezTo>
                  <a:pt x="726542" y="65382"/>
                  <a:pt x="727538" y="69592"/>
                  <a:pt x="729529" y="72399"/>
                </a:cubicBezTo>
                <a:cubicBezTo>
                  <a:pt x="731519" y="75207"/>
                  <a:pt x="734505" y="76610"/>
                  <a:pt x="738487" y="76610"/>
                </a:cubicBezTo>
                <a:cubicBezTo>
                  <a:pt x="741782" y="76610"/>
                  <a:pt x="744579" y="76011"/>
                  <a:pt x="746879" y="74813"/>
                </a:cubicBezTo>
                <a:cubicBezTo>
                  <a:pt x="748115" y="74163"/>
                  <a:pt x="749848" y="72862"/>
                  <a:pt x="752079" y="70911"/>
                </a:cubicBezTo>
                <a:cubicBezTo>
                  <a:pt x="750981" y="61839"/>
                  <a:pt x="750432" y="55044"/>
                  <a:pt x="750432" y="50526"/>
                </a:cubicBezTo>
                <a:close/>
                <a:moveTo>
                  <a:pt x="814312" y="86598"/>
                </a:moveTo>
                <a:cubicBezTo>
                  <a:pt x="811360" y="86598"/>
                  <a:pt x="809696" y="84982"/>
                  <a:pt x="809318" y="81749"/>
                </a:cubicBezTo>
                <a:lnTo>
                  <a:pt x="807876" y="70449"/>
                </a:lnTo>
                <a:cubicBezTo>
                  <a:pt x="807396" y="66425"/>
                  <a:pt x="807156" y="62659"/>
                  <a:pt x="807156" y="59150"/>
                </a:cubicBezTo>
                <a:cubicBezTo>
                  <a:pt x="807156" y="58187"/>
                  <a:pt x="807216" y="56553"/>
                  <a:pt x="807336" y="54249"/>
                </a:cubicBezTo>
                <a:cubicBezTo>
                  <a:pt x="807456" y="51944"/>
                  <a:pt x="807516" y="50310"/>
                  <a:pt x="807516" y="49347"/>
                </a:cubicBezTo>
                <a:cubicBezTo>
                  <a:pt x="807516" y="41917"/>
                  <a:pt x="806143" y="38202"/>
                  <a:pt x="803397" y="38202"/>
                </a:cubicBezTo>
                <a:cubicBezTo>
                  <a:pt x="799553" y="38202"/>
                  <a:pt x="795880" y="40487"/>
                  <a:pt x="792379" y="45058"/>
                </a:cubicBezTo>
                <a:cubicBezTo>
                  <a:pt x="789222" y="49215"/>
                  <a:pt x="786750" y="54472"/>
                  <a:pt x="784966" y="60828"/>
                </a:cubicBezTo>
                <a:cubicBezTo>
                  <a:pt x="784897" y="62169"/>
                  <a:pt x="784742" y="63853"/>
                  <a:pt x="784502" y="65880"/>
                </a:cubicBezTo>
                <a:cubicBezTo>
                  <a:pt x="784296" y="67598"/>
                  <a:pt x="784193" y="69265"/>
                  <a:pt x="784193" y="70879"/>
                </a:cubicBezTo>
                <a:cubicBezTo>
                  <a:pt x="784193" y="71910"/>
                  <a:pt x="784296" y="73456"/>
                  <a:pt x="784502" y="75518"/>
                </a:cubicBezTo>
                <a:cubicBezTo>
                  <a:pt x="784708" y="77579"/>
                  <a:pt x="784811" y="79125"/>
                  <a:pt x="784811" y="80156"/>
                </a:cubicBezTo>
                <a:cubicBezTo>
                  <a:pt x="784811" y="81703"/>
                  <a:pt x="784339" y="82957"/>
                  <a:pt x="783395" y="83919"/>
                </a:cubicBezTo>
                <a:cubicBezTo>
                  <a:pt x="782451" y="84881"/>
                  <a:pt x="781241" y="85363"/>
                  <a:pt x="779766" y="85363"/>
                </a:cubicBezTo>
                <a:cubicBezTo>
                  <a:pt x="778255" y="85363"/>
                  <a:pt x="777037" y="84881"/>
                  <a:pt x="776110" y="83918"/>
                </a:cubicBezTo>
                <a:cubicBezTo>
                  <a:pt x="775183" y="82956"/>
                  <a:pt x="774720" y="81701"/>
                  <a:pt x="774720" y="80153"/>
                </a:cubicBezTo>
                <a:cubicBezTo>
                  <a:pt x="774720" y="79122"/>
                  <a:pt x="774608" y="77575"/>
                  <a:pt x="774385" y="75513"/>
                </a:cubicBezTo>
                <a:cubicBezTo>
                  <a:pt x="774162" y="73449"/>
                  <a:pt x="774051" y="71901"/>
                  <a:pt x="774051" y="70869"/>
                </a:cubicBezTo>
                <a:cubicBezTo>
                  <a:pt x="774051" y="67328"/>
                  <a:pt x="774300" y="62419"/>
                  <a:pt x="774797" y="56145"/>
                </a:cubicBezTo>
                <a:cubicBezTo>
                  <a:pt x="775295" y="49870"/>
                  <a:pt x="775544" y="44962"/>
                  <a:pt x="775544" y="41420"/>
                </a:cubicBezTo>
                <a:cubicBezTo>
                  <a:pt x="775544" y="40319"/>
                  <a:pt x="775484" y="38686"/>
                  <a:pt x="775364" y="36521"/>
                </a:cubicBezTo>
                <a:cubicBezTo>
                  <a:pt x="775243" y="34354"/>
                  <a:pt x="775183" y="32721"/>
                  <a:pt x="775183" y="31622"/>
                </a:cubicBezTo>
                <a:cubicBezTo>
                  <a:pt x="775183" y="30142"/>
                  <a:pt x="775672" y="28930"/>
                  <a:pt x="776651" y="27985"/>
                </a:cubicBezTo>
                <a:cubicBezTo>
                  <a:pt x="777629" y="27039"/>
                  <a:pt x="778839" y="26566"/>
                  <a:pt x="780280" y="26566"/>
                </a:cubicBezTo>
                <a:cubicBezTo>
                  <a:pt x="783438" y="26566"/>
                  <a:pt x="785171" y="28807"/>
                  <a:pt x="785480" y="33287"/>
                </a:cubicBezTo>
                <a:lnTo>
                  <a:pt x="785635" y="39335"/>
                </a:lnTo>
                <a:cubicBezTo>
                  <a:pt x="791401" y="31646"/>
                  <a:pt x="797322" y="27802"/>
                  <a:pt x="803397" y="27802"/>
                </a:cubicBezTo>
                <a:cubicBezTo>
                  <a:pt x="808889" y="27802"/>
                  <a:pt x="812716" y="30226"/>
                  <a:pt x="814878" y="35074"/>
                </a:cubicBezTo>
                <a:cubicBezTo>
                  <a:pt x="816354" y="38306"/>
                  <a:pt x="817161" y="43086"/>
                  <a:pt x="817298" y="49413"/>
                </a:cubicBezTo>
                <a:lnTo>
                  <a:pt x="817298" y="54621"/>
                </a:lnTo>
                <a:lnTo>
                  <a:pt x="817247" y="59417"/>
                </a:lnTo>
                <a:cubicBezTo>
                  <a:pt x="817247" y="62271"/>
                  <a:pt x="817616" y="65960"/>
                  <a:pt x="818354" y="70482"/>
                </a:cubicBezTo>
                <a:cubicBezTo>
                  <a:pt x="819092" y="75003"/>
                  <a:pt x="819461" y="78673"/>
                  <a:pt x="819461" y="81491"/>
                </a:cubicBezTo>
                <a:cubicBezTo>
                  <a:pt x="819461" y="83005"/>
                  <a:pt x="818972" y="84234"/>
                  <a:pt x="817993" y="85179"/>
                </a:cubicBezTo>
                <a:cubicBezTo>
                  <a:pt x="817015" y="86125"/>
                  <a:pt x="815788" y="86598"/>
                  <a:pt x="814312" y="86598"/>
                </a:cubicBezTo>
                <a:close/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:">
            <a:extLst xmlns:a="http://schemas.openxmlformats.org/drawingml/2006/main">
              <a:ext uri="{FF2B5EF4-FFF2-40B4-BE49-F238E27FC236}">
                <a16:creationId xmlns:a16="http://schemas.microsoft.com/office/drawing/2014/main" id="{B927A6D7-B3AF-4FDF-A9DE-AB4BDFD6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72" y="2774652"/>
            <a:ext cx="10554" cy="54677"/>
          </a:xfrm>
          <a:custGeom xmlns:a="http://schemas.openxmlformats.org/drawingml/2006/main">
            <a:pathLst>
              <a:path w="10554" h="54677">
                <a:moveTo>
                  <a:pt x="0" y="10606"/>
                </a:moveTo>
                <a:lnTo>
                  <a:pt x="0" y="0"/>
                </a:lnTo>
                <a:lnTo>
                  <a:pt x="10554" y="0"/>
                </a:lnTo>
                <a:lnTo>
                  <a:pt x="10554" y="10606"/>
                </a:lnTo>
                <a:lnTo>
                  <a:pt x="0" y="10606"/>
                </a:lnTo>
                <a:moveTo>
                  <a:pt x="0" y="54677"/>
                </a:moveTo>
                <a:lnTo>
                  <a:pt x="0" y="44071"/>
                </a:lnTo>
                <a:lnTo>
                  <a:pt x="10554" y="44071"/>
                </a:lnTo>
                <a:lnTo>
                  <a:pt x="10554" y="54677"/>
                </a:lnTo>
                <a:lnTo>
                  <a:pt x="0" y="54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1.Theissueis...">
            <a:extLst xmlns:a="http://schemas.openxmlformats.org/drawingml/2006/main">
              <a:ext uri="{FF2B5EF4-FFF2-40B4-BE49-F238E27FC236}">
                <a16:creationId xmlns:a16="http://schemas.microsoft.com/office/drawing/2014/main" id="{CC58337D-32BC-427F-8E7D-D408A2B8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53" y="2874215"/>
            <a:ext cx="746742" cy="77022"/>
          </a:xfrm>
          <a:custGeom xmlns:a="http://schemas.openxmlformats.org/drawingml/2006/main">
            <a:pathLst>
              <a:path w="746742" h="77022">
                <a:moveTo>
                  <a:pt x="27802" y="75786"/>
                </a:moveTo>
                <a:lnTo>
                  <a:pt x="18535" y="75786"/>
                </a:lnTo>
                <a:lnTo>
                  <a:pt x="18535" y="16733"/>
                </a:lnTo>
                <a:cubicBezTo>
                  <a:pt x="16304" y="18861"/>
                  <a:pt x="13378" y="20989"/>
                  <a:pt x="9756" y="23117"/>
                </a:cubicBezTo>
                <a:cubicBezTo>
                  <a:pt x="6135" y="25245"/>
                  <a:pt x="2883" y="26841"/>
                  <a:pt x="0" y="27905"/>
                </a:cubicBezTo>
                <a:lnTo>
                  <a:pt x="0" y="18947"/>
                </a:lnTo>
                <a:cubicBezTo>
                  <a:pt x="5183" y="16510"/>
                  <a:pt x="9714" y="13558"/>
                  <a:pt x="13592" y="10091"/>
                </a:cubicBezTo>
                <a:cubicBezTo>
                  <a:pt x="17471" y="6624"/>
                  <a:pt x="20217" y="3261"/>
                  <a:pt x="21830" y="0"/>
                </a:cubicBezTo>
                <a:lnTo>
                  <a:pt x="27802" y="0"/>
                </a:lnTo>
                <a:lnTo>
                  <a:pt x="27802" y="75786"/>
                </a:lnTo>
                <a:close/>
                <a:moveTo>
                  <a:pt x="56674" y="75786"/>
                </a:moveTo>
                <a:lnTo>
                  <a:pt x="56674" y="65180"/>
                </a:lnTo>
                <a:lnTo>
                  <a:pt x="67229" y="65180"/>
                </a:lnTo>
                <a:lnTo>
                  <a:pt x="67229" y="75786"/>
                </a:lnTo>
                <a:lnTo>
                  <a:pt x="56674" y="75786"/>
                </a:lnTo>
                <a:close/>
                <a:moveTo>
                  <a:pt x="103726" y="75786"/>
                </a:moveTo>
                <a:lnTo>
                  <a:pt x="103726" y="9267"/>
                </a:lnTo>
                <a:lnTo>
                  <a:pt x="78858" y="9267"/>
                </a:lnTo>
                <a:lnTo>
                  <a:pt x="78858" y="309"/>
                </a:lnTo>
                <a:lnTo>
                  <a:pt x="138684" y="309"/>
                </a:lnTo>
                <a:lnTo>
                  <a:pt x="138684" y="9267"/>
                </a:lnTo>
                <a:lnTo>
                  <a:pt x="113714" y="9267"/>
                </a:lnTo>
                <a:lnTo>
                  <a:pt x="113714" y="75786"/>
                </a:lnTo>
                <a:lnTo>
                  <a:pt x="103726" y="75786"/>
                </a:lnTo>
                <a:close/>
                <a:moveTo>
                  <a:pt x="147774" y="75786"/>
                </a:moveTo>
                <a:lnTo>
                  <a:pt x="147774" y="309"/>
                </a:lnTo>
                <a:lnTo>
                  <a:pt x="157042" y="309"/>
                </a:lnTo>
                <a:lnTo>
                  <a:pt x="157042" y="27438"/>
                </a:lnTo>
                <a:cubicBezTo>
                  <a:pt x="161366" y="22395"/>
                  <a:pt x="166824" y="19873"/>
                  <a:pt x="173414" y="19873"/>
                </a:cubicBezTo>
                <a:cubicBezTo>
                  <a:pt x="177464" y="19873"/>
                  <a:pt x="180982" y="20671"/>
                  <a:pt x="183968" y="22267"/>
                </a:cubicBezTo>
                <a:cubicBezTo>
                  <a:pt x="186955" y="23863"/>
                  <a:pt x="189091" y="26069"/>
                  <a:pt x="190378" y="28883"/>
                </a:cubicBezTo>
                <a:cubicBezTo>
                  <a:pt x="191665" y="31698"/>
                  <a:pt x="192309" y="35782"/>
                  <a:pt x="192309" y="41137"/>
                </a:cubicBezTo>
                <a:lnTo>
                  <a:pt x="192309" y="75786"/>
                </a:lnTo>
                <a:lnTo>
                  <a:pt x="183042" y="75786"/>
                </a:lnTo>
                <a:lnTo>
                  <a:pt x="183042" y="41174"/>
                </a:lnTo>
                <a:cubicBezTo>
                  <a:pt x="183042" y="36545"/>
                  <a:pt x="182038" y="33177"/>
                  <a:pt x="180030" y="31068"/>
                </a:cubicBezTo>
                <a:cubicBezTo>
                  <a:pt x="178022" y="28959"/>
                  <a:pt x="175182" y="27905"/>
                  <a:pt x="171509" y="27905"/>
                </a:cubicBezTo>
                <a:cubicBezTo>
                  <a:pt x="168763" y="27905"/>
                  <a:pt x="166180" y="28617"/>
                  <a:pt x="163760" y="30040"/>
                </a:cubicBezTo>
                <a:cubicBezTo>
                  <a:pt x="161341" y="31462"/>
                  <a:pt x="159616" y="33391"/>
                  <a:pt x="158586" y="35826"/>
                </a:cubicBezTo>
                <a:cubicBezTo>
                  <a:pt x="157556" y="38259"/>
                  <a:pt x="157042" y="41619"/>
                  <a:pt x="157042" y="45906"/>
                </a:cubicBezTo>
                <a:lnTo>
                  <a:pt x="157042" y="75786"/>
                </a:lnTo>
                <a:lnTo>
                  <a:pt x="147774" y="75786"/>
                </a:lnTo>
                <a:close/>
                <a:moveTo>
                  <a:pt x="243783" y="58075"/>
                </a:moveTo>
                <a:lnTo>
                  <a:pt x="253359" y="59311"/>
                </a:lnTo>
                <a:cubicBezTo>
                  <a:pt x="251849" y="64922"/>
                  <a:pt x="249052" y="69277"/>
                  <a:pt x="244967" y="72375"/>
                </a:cubicBezTo>
                <a:cubicBezTo>
                  <a:pt x="240883" y="75473"/>
                  <a:pt x="235665" y="77022"/>
                  <a:pt x="229315" y="77022"/>
                </a:cubicBezTo>
                <a:cubicBezTo>
                  <a:pt x="221318" y="77022"/>
                  <a:pt x="214977" y="74559"/>
                  <a:pt x="210292" y="69634"/>
                </a:cubicBezTo>
                <a:cubicBezTo>
                  <a:pt x="205607" y="64708"/>
                  <a:pt x="203264" y="57801"/>
                  <a:pt x="203264" y="48911"/>
                </a:cubicBezTo>
                <a:cubicBezTo>
                  <a:pt x="203264" y="39712"/>
                  <a:pt x="205632" y="32573"/>
                  <a:pt x="210369" y="27493"/>
                </a:cubicBezTo>
                <a:cubicBezTo>
                  <a:pt x="215106" y="22413"/>
                  <a:pt x="221249" y="19873"/>
                  <a:pt x="228801" y="19873"/>
                </a:cubicBezTo>
                <a:cubicBezTo>
                  <a:pt x="236112" y="19873"/>
                  <a:pt x="242084" y="22358"/>
                  <a:pt x="246718" y="27327"/>
                </a:cubicBezTo>
                <a:cubicBezTo>
                  <a:pt x="251351" y="32296"/>
                  <a:pt x="253668" y="39286"/>
                  <a:pt x="253668" y="48298"/>
                </a:cubicBezTo>
                <a:cubicBezTo>
                  <a:pt x="253668" y="48846"/>
                  <a:pt x="253651" y="49668"/>
                  <a:pt x="253617" y="50764"/>
                </a:cubicBezTo>
                <a:lnTo>
                  <a:pt x="212840" y="50764"/>
                </a:lnTo>
                <a:cubicBezTo>
                  <a:pt x="213183" y="56788"/>
                  <a:pt x="214882" y="61400"/>
                  <a:pt x="217937" y="64601"/>
                </a:cubicBezTo>
                <a:cubicBezTo>
                  <a:pt x="220992" y="67802"/>
                  <a:pt x="224802" y="69402"/>
                  <a:pt x="229367" y="69402"/>
                </a:cubicBezTo>
                <a:cubicBezTo>
                  <a:pt x="232765" y="69402"/>
                  <a:pt x="235665" y="68502"/>
                  <a:pt x="238068" y="66701"/>
                </a:cubicBezTo>
                <a:cubicBezTo>
                  <a:pt x="240471" y="64899"/>
                  <a:pt x="242376" y="62024"/>
                  <a:pt x="243783" y="58075"/>
                </a:cubicBezTo>
                <a:moveTo>
                  <a:pt x="213355" y="43145"/>
                </a:moveTo>
                <a:lnTo>
                  <a:pt x="243886" y="43145"/>
                </a:lnTo>
                <a:cubicBezTo>
                  <a:pt x="243474" y="38560"/>
                  <a:pt x="242307" y="35122"/>
                  <a:pt x="240385" y="32830"/>
                </a:cubicBezTo>
                <a:cubicBezTo>
                  <a:pt x="237433" y="29272"/>
                  <a:pt x="233606" y="27493"/>
                  <a:pt x="228904" y="27493"/>
                </a:cubicBezTo>
                <a:cubicBezTo>
                  <a:pt x="224648" y="27493"/>
                  <a:pt x="221069" y="28913"/>
                  <a:pt x="218169" y="31754"/>
                </a:cubicBezTo>
                <a:cubicBezTo>
                  <a:pt x="215269" y="34593"/>
                  <a:pt x="213664" y="38390"/>
                  <a:pt x="213355" y="43145"/>
                </a:cubicBezTo>
                <a:close/>
                <a:moveTo>
                  <a:pt x="294273" y="10915"/>
                </a:moveTo>
                <a:lnTo>
                  <a:pt x="294273" y="309"/>
                </a:lnTo>
                <a:lnTo>
                  <a:pt x="303540" y="309"/>
                </a:lnTo>
                <a:lnTo>
                  <a:pt x="303540" y="10915"/>
                </a:lnTo>
                <a:lnTo>
                  <a:pt x="294273" y="10915"/>
                </a:lnTo>
                <a:moveTo>
                  <a:pt x="294273" y="75786"/>
                </a:moveTo>
                <a:lnTo>
                  <a:pt x="294273" y="21109"/>
                </a:lnTo>
                <a:lnTo>
                  <a:pt x="303540" y="21109"/>
                </a:lnTo>
                <a:lnTo>
                  <a:pt x="303540" y="75786"/>
                </a:lnTo>
                <a:lnTo>
                  <a:pt x="294273" y="75786"/>
                </a:lnTo>
                <a:close/>
                <a:moveTo>
                  <a:pt x="313946" y="59414"/>
                </a:moveTo>
                <a:lnTo>
                  <a:pt x="323110" y="57972"/>
                </a:lnTo>
                <a:cubicBezTo>
                  <a:pt x="323625" y="61661"/>
                  <a:pt x="325058" y="64488"/>
                  <a:pt x="327409" y="66455"/>
                </a:cubicBezTo>
                <a:cubicBezTo>
                  <a:pt x="329760" y="68420"/>
                  <a:pt x="333047" y="69402"/>
                  <a:pt x="337269" y="69402"/>
                </a:cubicBezTo>
                <a:cubicBezTo>
                  <a:pt x="341525" y="69402"/>
                  <a:pt x="344682" y="68535"/>
                  <a:pt x="346742" y="66802"/>
                </a:cubicBezTo>
                <a:cubicBezTo>
                  <a:pt x="348801" y="65069"/>
                  <a:pt x="349831" y="63035"/>
                  <a:pt x="349831" y="60701"/>
                </a:cubicBezTo>
                <a:cubicBezTo>
                  <a:pt x="349831" y="58607"/>
                  <a:pt x="348921" y="56960"/>
                  <a:pt x="347102" y="55759"/>
                </a:cubicBezTo>
                <a:cubicBezTo>
                  <a:pt x="345832" y="54935"/>
                  <a:pt x="342674" y="53888"/>
                  <a:pt x="337629" y="52618"/>
                </a:cubicBezTo>
                <a:cubicBezTo>
                  <a:pt x="330833" y="50902"/>
                  <a:pt x="326122" y="49417"/>
                  <a:pt x="323496" y="48164"/>
                </a:cubicBezTo>
                <a:cubicBezTo>
                  <a:pt x="320870" y="46912"/>
                  <a:pt x="318880" y="45178"/>
                  <a:pt x="317524" y="42964"/>
                </a:cubicBezTo>
                <a:cubicBezTo>
                  <a:pt x="316168" y="40751"/>
                  <a:pt x="315490" y="38305"/>
                  <a:pt x="315490" y="35628"/>
                </a:cubicBezTo>
                <a:cubicBezTo>
                  <a:pt x="315490" y="33191"/>
                  <a:pt x="316048" y="30934"/>
                  <a:pt x="317164" y="28857"/>
                </a:cubicBezTo>
                <a:cubicBezTo>
                  <a:pt x="318279" y="26781"/>
                  <a:pt x="319798" y="25056"/>
                  <a:pt x="321720" y="23683"/>
                </a:cubicBezTo>
                <a:cubicBezTo>
                  <a:pt x="323162" y="22619"/>
                  <a:pt x="325127" y="21718"/>
                  <a:pt x="327615" y="20980"/>
                </a:cubicBezTo>
                <a:cubicBezTo>
                  <a:pt x="330103" y="20242"/>
                  <a:pt x="332772" y="19873"/>
                  <a:pt x="335621" y="19873"/>
                </a:cubicBezTo>
                <a:cubicBezTo>
                  <a:pt x="339911" y="19873"/>
                  <a:pt x="343678" y="20491"/>
                  <a:pt x="346922" y="21727"/>
                </a:cubicBezTo>
                <a:cubicBezTo>
                  <a:pt x="350166" y="22962"/>
                  <a:pt x="352560" y="24636"/>
                  <a:pt x="354104" y="26747"/>
                </a:cubicBezTo>
                <a:cubicBezTo>
                  <a:pt x="355649" y="28857"/>
                  <a:pt x="356713" y="31681"/>
                  <a:pt x="357296" y="35216"/>
                </a:cubicBezTo>
                <a:lnTo>
                  <a:pt x="348235" y="36452"/>
                </a:lnTo>
                <a:cubicBezTo>
                  <a:pt x="347823" y="33637"/>
                  <a:pt x="346630" y="31440"/>
                  <a:pt x="344657" y="29861"/>
                </a:cubicBezTo>
                <a:cubicBezTo>
                  <a:pt x="342683" y="28283"/>
                  <a:pt x="339894" y="27493"/>
                  <a:pt x="336290" y="27493"/>
                </a:cubicBezTo>
                <a:cubicBezTo>
                  <a:pt x="332034" y="27493"/>
                  <a:pt x="328997" y="28197"/>
                  <a:pt x="327177" y="29604"/>
                </a:cubicBezTo>
                <a:cubicBezTo>
                  <a:pt x="325358" y="31011"/>
                  <a:pt x="324449" y="32659"/>
                  <a:pt x="324449" y="34547"/>
                </a:cubicBezTo>
                <a:cubicBezTo>
                  <a:pt x="324449" y="35748"/>
                  <a:pt x="324826" y="36829"/>
                  <a:pt x="325581" y="37790"/>
                </a:cubicBezTo>
                <a:cubicBezTo>
                  <a:pt x="326336" y="38786"/>
                  <a:pt x="327521" y="39609"/>
                  <a:pt x="329134" y="40261"/>
                </a:cubicBezTo>
                <a:cubicBezTo>
                  <a:pt x="330061" y="40605"/>
                  <a:pt x="332789" y="41394"/>
                  <a:pt x="337320" y="42630"/>
                </a:cubicBezTo>
                <a:cubicBezTo>
                  <a:pt x="343876" y="44380"/>
                  <a:pt x="348449" y="45813"/>
                  <a:pt x="351041" y="46929"/>
                </a:cubicBezTo>
                <a:cubicBezTo>
                  <a:pt x="353632" y="48044"/>
                  <a:pt x="355666" y="49666"/>
                  <a:pt x="357142" y="51794"/>
                </a:cubicBezTo>
                <a:cubicBezTo>
                  <a:pt x="358618" y="53922"/>
                  <a:pt x="359356" y="56565"/>
                  <a:pt x="359356" y="59723"/>
                </a:cubicBezTo>
                <a:cubicBezTo>
                  <a:pt x="359356" y="62812"/>
                  <a:pt x="358455" y="65721"/>
                  <a:pt x="356653" y="68450"/>
                </a:cubicBezTo>
                <a:cubicBezTo>
                  <a:pt x="354851" y="71178"/>
                  <a:pt x="352251" y="73289"/>
                  <a:pt x="348853" y="74782"/>
                </a:cubicBezTo>
                <a:cubicBezTo>
                  <a:pt x="345455" y="76275"/>
                  <a:pt x="341610" y="77022"/>
                  <a:pt x="337320" y="77022"/>
                </a:cubicBezTo>
                <a:cubicBezTo>
                  <a:pt x="330215" y="77022"/>
                  <a:pt x="324801" y="75542"/>
                  <a:pt x="321076" y="72581"/>
                </a:cubicBezTo>
                <a:cubicBezTo>
                  <a:pt x="317352" y="69621"/>
                  <a:pt x="314975" y="65232"/>
                  <a:pt x="313946" y="59414"/>
                </a:cubicBezTo>
                <a:close/>
                <a:moveTo>
                  <a:pt x="366667" y="59414"/>
                </a:moveTo>
                <a:lnTo>
                  <a:pt x="375831" y="57972"/>
                </a:lnTo>
                <a:cubicBezTo>
                  <a:pt x="376346" y="61661"/>
                  <a:pt x="377779" y="64488"/>
                  <a:pt x="380130" y="66455"/>
                </a:cubicBezTo>
                <a:cubicBezTo>
                  <a:pt x="382481" y="68420"/>
                  <a:pt x="385768" y="69402"/>
                  <a:pt x="389989" y="69402"/>
                </a:cubicBezTo>
                <a:cubicBezTo>
                  <a:pt x="394246" y="69402"/>
                  <a:pt x="397403" y="68535"/>
                  <a:pt x="399463" y="66802"/>
                </a:cubicBezTo>
                <a:cubicBezTo>
                  <a:pt x="401522" y="65069"/>
                  <a:pt x="402552" y="63035"/>
                  <a:pt x="402552" y="60701"/>
                </a:cubicBezTo>
                <a:cubicBezTo>
                  <a:pt x="402552" y="58607"/>
                  <a:pt x="401642" y="56960"/>
                  <a:pt x="399823" y="55759"/>
                </a:cubicBezTo>
                <a:cubicBezTo>
                  <a:pt x="398553" y="54935"/>
                  <a:pt x="395395" y="53888"/>
                  <a:pt x="390350" y="52618"/>
                </a:cubicBezTo>
                <a:cubicBezTo>
                  <a:pt x="383554" y="50902"/>
                  <a:pt x="378843" y="49417"/>
                  <a:pt x="376217" y="48164"/>
                </a:cubicBezTo>
                <a:cubicBezTo>
                  <a:pt x="373591" y="46912"/>
                  <a:pt x="371601" y="45178"/>
                  <a:pt x="370245" y="42964"/>
                </a:cubicBezTo>
                <a:cubicBezTo>
                  <a:pt x="368889" y="40751"/>
                  <a:pt x="368211" y="38305"/>
                  <a:pt x="368211" y="35628"/>
                </a:cubicBezTo>
                <a:cubicBezTo>
                  <a:pt x="368211" y="33191"/>
                  <a:pt x="368769" y="30934"/>
                  <a:pt x="369884" y="28857"/>
                </a:cubicBezTo>
                <a:cubicBezTo>
                  <a:pt x="371000" y="26781"/>
                  <a:pt x="372519" y="25056"/>
                  <a:pt x="374441" y="23683"/>
                </a:cubicBezTo>
                <a:cubicBezTo>
                  <a:pt x="375882" y="22619"/>
                  <a:pt x="377847" y="21718"/>
                  <a:pt x="380336" y="20980"/>
                </a:cubicBezTo>
                <a:cubicBezTo>
                  <a:pt x="382824" y="20242"/>
                  <a:pt x="385493" y="19873"/>
                  <a:pt x="388342" y="19873"/>
                </a:cubicBezTo>
                <a:cubicBezTo>
                  <a:pt x="392632" y="19873"/>
                  <a:pt x="396399" y="20491"/>
                  <a:pt x="399643" y="21727"/>
                </a:cubicBezTo>
                <a:cubicBezTo>
                  <a:pt x="402886" y="22962"/>
                  <a:pt x="405281" y="24636"/>
                  <a:pt x="406825" y="26747"/>
                </a:cubicBezTo>
                <a:cubicBezTo>
                  <a:pt x="408370" y="28857"/>
                  <a:pt x="409434" y="31681"/>
                  <a:pt x="410017" y="35216"/>
                </a:cubicBezTo>
                <a:lnTo>
                  <a:pt x="400956" y="36452"/>
                </a:lnTo>
                <a:cubicBezTo>
                  <a:pt x="400544" y="33637"/>
                  <a:pt x="399351" y="31440"/>
                  <a:pt x="397378" y="29861"/>
                </a:cubicBezTo>
                <a:cubicBezTo>
                  <a:pt x="395404" y="28283"/>
                  <a:pt x="392615" y="27493"/>
                  <a:pt x="389011" y="27493"/>
                </a:cubicBezTo>
                <a:cubicBezTo>
                  <a:pt x="384755" y="27493"/>
                  <a:pt x="381717" y="28197"/>
                  <a:pt x="379898" y="29604"/>
                </a:cubicBezTo>
                <a:cubicBezTo>
                  <a:pt x="378079" y="31011"/>
                  <a:pt x="377170" y="32659"/>
                  <a:pt x="377170" y="34547"/>
                </a:cubicBezTo>
                <a:cubicBezTo>
                  <a:pt x="377170" y="35748"/>
                  <a:pt x="377547" y="36829"/>
                  <a:pt x="378302" y="37790"/>
                </a:cubicBezTo>
                <a:cubicBezTo>
                  <a:pt x="379057" y="38786"/>
                  <a:pt x="380242" y="39609"/>
                  <a:pt x="381855" y="40261"/>
                </a:cubicBezTo>
                <a:cubicBezTo>
                  <a:pt x="382781" y="40605"/>
                  <a:pt x="385510" y="41394"/>
                  <a:pt x="390041" y="42630"/>
                </a:cubicBezTo>
                <a:cubicBezTo>
                  <a:pt x="396597" y="44380"/>
                  <a:pt x="401170" y="45813"/>
                  <a:pt x="403762" y="46929"/>
                </a:cubicBezTo>
                <a:cubicBezTo>
                  <a:pt x="406353" y="48044"/>
                  <a:pt x="408387" y="49666"/>
                  <a:pt x="409863" y="51794"/>
                </a:cubicBezTo>
                <a:cubicBezTo>
                  <a:pt x="411339" y="53922"/>
                  <a:pt x="412077" y="56565"/>
                  <a:pt x="412077" y="59723"/>
                </a:cubicBezTo>
                <a:cubicBezTo>
                  <a:pt x="412077" y="62812"/>
                  <a:pt x="411176" y="65721"/>
                  <a:pt x="409374" y="68450"/>
                </a:cubicBezTo>
                <a:cubicBezTo>
                  <a:pt x="407572" y="71178"/>
                  <a:pt x="404972" y="73289"/>
                  <a:pt x="401574" y="74782"/>
                </a:cubicBezTo>
                <a:cubicBezTo>
                  <a:pt x="398176" y="76275"/>
                  <a:pt x="394331" y="77022"/>
                  <a:pt x="390041" y="77022"/>
                </a:cubicBezTo>
                <a:cubicBezTo>
                  <a:pt x="382936" y="77022"/>
                  <a:pt x="377521" y="75542"/>
                  <a:pt x="373797" y="72581"/>
                </a:cubicBezTo>
                <a:cubicBezTo>
                  <a:pt x="370073" y="69621"/>
                  <a:pt x="367696" y="65232"/>
                  <a:pt x="366667" y="59414"/>
                </a:cubicBezTo>
                <a:close/>
                <a:moveTo>
                  <a:pt x="458928" y="75786"/>
                </a:moveTo>
                <a:lnTo>
                  <a:pt x="458928" y="67705"/>
                </a:lnTo>
                <a:cubicBezTo>
                  <a:pt x="454672" y="73916"/>
                  <a:pt x="448889" y="77022"/>
                  <a:pt x="441578" y="77022"/>
                </a:cubicBezTo>
                <a:cubicBezTo>
                  <a:pt x="438351" y="77022"/>
                  <a:pt x="435339" y="76404"/>
                  <a:pt x="432542" y="75168"/>
                </a:cubicBezTo>
                <a:cubicBezTo>
                  <a:pt x="429745" y="73933"/>
                  <a:pt x="427668" y="72380"/>
                  <a:pt x="426312" y="70509"/>
                </a:cubicBezTo>
                <a:cubicBezTo>
                  <a:pt x="424957" y="68638"/>
                  <a:pt x="424004" y="66347"/>
                  <a:pt x="423455" y="63636"/>
                </a:cubicBezTo>
                <a:cubicBezTo>
                  <a:pt x="423077" y="61817"/>
                  <a:pt x="422889" y="58933"/>
                  <a:pt x="422889" y="54986"/>
                </a:cubicBezTo>
                <a:lnTo>
                  <a:pt x="422889" y="21109"/>
                </a:lnTo>
                <a:lnTo>
                  <a:pt x="432156" y="21109"/>
                </a:lnTo>
                <a:lnTo>
                  <a:pt x="432156" y="51402"/>
                </a:lnTo>
                <a:cubicBezTo>
                  <a:pt x="432156" y="56236"/>
                  <a:pt x="432345" y="59493"/>
                  <a:pt x="432722" y="61172"/>
                </a:cubicBezTo>
                <a:cubicBezTo>
                  <a:pt x="433306" y="63607"/>
                  <a:pt x="434541" y="65519"/>
                  <a:pt x="436429" y="66908"/>
                </a:cubicBezTo>
                <a:cubicBezTo>
                  <a:pt x="438317" y="68296"/>
                  <a:pt x="440651" y="68990"/>
                  <a:pt x="443431" y="68990"/>
                </a:cubicBezTo>
                <a:cubicBezTo>
                  <a:pt x="446211" y="68990"/>
                  <a:pt x="448820" y="68279"/>
                  <a:pt x="451257" y="66857"/>
                </a:cubicBezTo>
                <a:cubicBezTo>
                  <a:pt x="453694" y="65433"/>
                  <a:pt x="455419" y="63496"/>
                  <a:pt x="456431" y="61045"/>
                </a:cubicBezTo>
                <a:cubicBezTo>
                  <a:pt x="457444" y="58593"/>
                  <a:pt x="457950" y="55036"/>
                  <a:pt x="457950" y="50373"/>
                </a:cubicBezTo>
                <a:lnTo>
                  <a:pt x="457950" y="21109"/>
                </a:lnTo>
                <a:lnTo>
                  <a:pt x="467217" y="21109"/>
                </a:lnTo>
                <a:lnTo>
                  <a:pt x="467217" y="75786"/>
                </a:lnTo>
                <a:lnTo>
                  <a:pt x="458928" y="75786"/>
                </a:lnTo>
                <a:close/>
                <a:moveTo>
                  <a:pt x="519103" y="58075"/>
                </a:moveTo>
                <a:lnTo>
                  <a:pt x="528679" y="59311"/>
                </a:lnTo>
                <a:cubicBezTo>
                  <a:pt x="527169" y="64922"/>
                  <a:pt x="524371" y="69277"/>
                  <a:pt x="520287" y="72375"/>
                </a:cubicBezTo>
                <a:cubicBezTo>
                  <a:pt x="516202" y="75473"/>
                  <a:pt x="510985" y="77022"/>
                  <a:pt x="504635" y="77022"/>
                </a:cubicBezTo>
                <a:cubicBezTo>
                  <a:pt x="496638" y="77022"/>
                  <a:pt x="490297" y="74559"/>
                  <a:pt x="485612" y="69634"/>
                </a:cubicBezTo>
                <a:cubicBezTo>
                  <a:pt x="480926" y="64708"/>
                  <a:pt x="478584" y="57801"/>
                  <a:pt x="478584" y="48911"/>
                </a:cubicBezTo>
                <a:cubicBezTo>
                  <a:pt x="478584" y="39712"/>
                  <a:pt x="480952" y="32573"/>
                  <a:pt x="485689" y="27493"/>
                </a:cubicBezTo>
                <a:cubicBezTo>
                  <a:pt x="490425" y="22413"/>
                  <a:pt x="496569" y="19873"/>
                  <a:pt x="504120" y="19873"/>
                </a:cubicBezTo>
                <a:cubicBezTo>
                  <a:pt x="511431" y="19873"/>
                  <a:pt x="517404" y="22358"/>
                  <a:pt x="522037" y="27327"/>
                </a:cubicBezTo>
                <a:cubicBezTo>
                  <a:pt x="526671" y="32296"/>
                  <a:pt x="528988" y="39286"/>
                  <a:pt x="528988" y="48298"/>
                </a:cubicBezTo>
                <a:cubicBezTo>
                  <a:pt x="528988" y="48846"/>
                  <a:pt x="528971" y="49668"/>
                  <a:pt x="528936" y="50764"/>
                </a:cubicBezTo>
                <a:lnTo>
                  <a:pt x="488160" y="50764"/>
                </a:lnTo>
                <a:cubicBezTo>
                  <a:pt x="488503" y="56788"/>
                  <a:pt x="490202" y="61400"/>
                  <a:pt x="493257" y="64601"/>
                </a:cubicBezTo>
                <a:cubicBezTo>
                  <a:pt x="496312" y="67802"/>
                  <a:pt x="500122" y="69402"/>
                  <a:pt x="504687" y="69402"/>
                </a:cubicBezTo>
                <a:cubicBezTo>
                  <a:pt x="508085" y="69402"/>
                  <a:pt x="510985" y="68502"/>
                  <a:pt x="513388" y="66701"/>
                </a:cubicBezTo>
                <a:cubicBezTo>
                  <a:pt x="515790" y="64899"/>
                  <a:pt x="517695" y="62024"/>
                  <a:pt x="519103" y="58075"/>
                </a:cubicBezTo>
                <a:moveTo>
                  <a:pt x="488675" y="43145"/>
                </a:moveTo>
                <a:lnTo>
                  <a:pt x="519206" y="43145"/>
                </a:lnTo>
                <a:cubicBezTo>
                  <a:pt x="518794" y="38560"/>
                  <a:pt x="517627" y="35122"/>
                  <a:pt x="515705" y="32830"/>
                </a:cubicBezTo>
                <a:cubicBezTo>
                  <a:pt x="512753" y="29272"/>
                  <a:pt x="508926" y="27493"/>
                  <a:pt x="504223" y="27493"/>
                </a:cubicBezTo>
                <a:cubicBezTo>
                  <a:pt x="499967" y="27493"/>
                  <a:pt x="496389" y="28913"/>
                  <a:pt x="493489" y="31754"/>
                </a:cubicBezTo>
                <a:cubicBezTo>
                  <a:pt x="490588" y="34593"/>
                  <a:pt x="488984" y="38390"/>
                  <a:pt x="488675" y="43145"/>
                </a:cubicBezTo>
                <a:close/>
                <a:moveTo>
                  <a:pt x="569593" y="10915"/>
                </a:moveTo>
                <a:lnTo>
                  <a:pt x="569593" y="309"/>
                </a:lnTo>
                <a:lnTo>
                  <a:pt x="578860" y="309"/>
                </a:lnTo>
                <a:lnTo>
                  <a:pt x="578860" y="10915"/>
                </a:lnTo>
                <a:lnTo>
                  <a:pt x="569593" y="10915"/>
                </a:lnTo>
                <a:moveTo>
                  <a:pt x="569593" y="75786"/>
                </a:moveTo>
                <a:lnTo>
                  <a:pt x="569593" y="21109"/>
                </a:lnTo>
                <a:lnTo>
                  <a:pt x="578860" y="21109"/>
                </a:lnTo>
                <a:lnTo>
                  <a:pt x="578860" y="75786"/>
                </a:lnTo>
                <a:lnTo>
                  <a:pt x="569593" y="75786"/>
                </a:lnTo>
                <a:close/>
                <a:moveTo>
                  <a:pt x="589266" y="59414"/>
                </a:moveTo>
                <a:lnTo>
                  <a:pt x="598430" y="57972"/>
                </a:lnTo>
                <a:cubicBezTo>
                  <a:pt x="598945" y="61661"/>
                  <a:pt x="600378" y="64488"/>
                  <a:pt x="602729" y="66455"/>
                </a:cubicBezTo>
                <a:cubicBezTo>
                  <a:pt x="605080" y="68420"/>
                  <a:pt x="608367" y="69402"/>
                  <a:pt x="612589" y="69402"/>
                </a:cubicBezTo>
                <a:cubicBezTo>
                  <a:pt x="616845" y="69402"/>
                  <a:pt x="620003" y="68535"/>
                  <a:pt x="622062" y="66802"/>
                </a:cubicBezTo>
                <a:cubicBezTo>
                  <a:pt x="624121" y="65069"/>
                  <a:pt x="625151" y="63035"/>
                  <a:pt x="625151" y="60701"/>
                </a:cubicBezTo>
                <a:cubicBezTo>
                  <a:pt x="625151" y="58607"/>
                  <a:pt x="624242" y="56960"/>
                  <a:pt x="622422" y="55759"/>
                </a:cubicBezTo>
                <a:cubicBezTo>
                  <a:pt x="621152" y="54935"/>
                  <a:pt x="617995" y="53888"/>
                  <a:pt x="612949" y="52618"/>
                </a:cubicBezTo>
                <a:cubicBezTo>
                  <a:pt x="606153" y="50902"/>
                  <a:pt x="601442" y="49417"/>
                  <a:pt x="598816" y="48164"/>
                </a:cubicBezTo>
                <a:cubicBezTo>
                  <a:pt x="596191" y="46912"/>
                  <a:pt x="594200" y="45178"/>
                  <a:pt x="592844" y="42964"/>
                </a:cubicBezTo>
                <a:cubicBezTo>
                  <a:pt x="591488" y="40751"/>
                  <a:pt x="590810" y="38305"/>
                  <a:pt x="590810" y="35628"/>
                </a:cubicBezTo>
                <a:cubicBezTo>
                  <a:pt x="590810" y="33191"/>
                  <a:pt x="591368" y="30934"/>
                  <a:pt x="592484" y="28857"/>
                </a:cubicBezTo>
                <a:cubicBezTo>
                  <a:pt x="593599" y="26781"/>
                  <a:pt x="595118" y="25056"/>
                  <a:pt x="597040" y="23683"/>
                </a:cubicBezTo>
                <a:cubicBezTo>
                  <a:pt x="598482" y="22619"/>
                  <a:pt x="600447" y="21718"/>
                  <a:pt x="602935" y="20980"/>
                </a:cubicBezTo>
                <a:cubicBezTo>
                  <a:pt x="605424" y="20242"/>
                  <a:pt x="608092" y="19873"/>
                  <a:pt x="610941" y="19873"/>
                </a:cubicBezTo>
                <a:cubicBezTo>
                  <a:pt x="615232" y="19873"/>
                  <a:pt x="618999" y="20491"/>
                  <a:pt x="622242" y="21727"/>
                </a:cubicBezTo>
                <a:cubicBezTo>
                  <a:pt x="625486" y="22962"/>
                  <a:pt x="627880" y="24636"/>
                  <a:pt x="629424" y="26747"/>
                </a:cubicBezTo>
                <a:cubicBezTo>
                  <a:pt x="630969" y="28857"/>
                  <a:pt x="632033" y="31681"/>
                  <a:pt x="632616" y="35216"/>
                </a:cubicBezTo>
                <a:lnTo>
                  <a:pt x="623555" y="36452"/>
                </a:lnTo>
                <a:cubicBezTo>
                  <a:pt x="623143" y="33637"/>
                  <a:pt x="621950" y="31440"/>
                  <a:pt x="619977" y="29861"/>
                </a:cubicBezTo>
                <a:cubicBezTo>
                  <a:pt x="618003" y="28283"/>
                  <a:pt x="615214" y="27493"/>
                  <a:pt x="611610" y="27493"/>
                </a:cubicBezTo>
                <a:cubicBezTo>
                  <a:pt x="607354" y="27493"/>
                  <a:pt x="604317" y="28197"/>
                  <a:pt x="602498" y="29604"/>
                </a:cubicBezTo>
                <a:cubicBezTo>
                  <a:pt x="600678" y="31011"/>
                  <a:pt x="599769" y="32659"/>
                  <a:pt x="599769" y="34547"/>
                </a:cubicBezTo>
                <a:cubicBezTo>
                  <a:pt x="599769" y="35748"/>
                  <a:pt x="600146" y="36829"/>
                  <a:pt x="600902" y="37790"/>
                </a:cubicBezTo>
                <a:cubicBezTo>
                  <a:pt x="601657" y="38786"/>
                  <a:pt x="602841" y="39609"/>
                  <a:pt x="604454" y="40261"/>
                </a:cubicBezTo>
                <a:cubicBezTo>
                  <a:pt x="605381" y="40605"/>
                  <a:pt x="608109" y="41394"/>
                  <a:pt x="612640" y="42630"/>
                </a:cubicBezTo>
                <a:cubicBezTo>
                  <a:pt x="619196" y="44380"/>
                  <a:pt x="623770" y="45813"/>
                  <a:pt x="626361" y="46929"/>
                </a:cubicBezTo>
                <a:cubicBezTo>
                  <a:pt x="628952" y="48044"/>
                  <a:pt x="630986" y="49666"/>
                  <a:pt x="632462" y="51794"/>
                </a:cubicBezTo>
                <a:cubicBezTo>
                  <a:pt x="633938" y="53922"/>
                  <a:pt x="634676" y="56565"/>
                  <a:pt x="634676" y="59723"/>
                </a:cubicBezTo>
                <a:cubicBezTo>
                  <a:pt x="634676" y="62812"/>
                  <a:pt x="633775" y="65721"/>
                  <a:pt x="631973" y="68450"/>
                </a:cubicBezTo>
                <a:cubicBezTo>
                  <a:pt x="630171" y="71178"/>
                  <a:pt x="627571" y="73289"/>
                  <a:pt x="624173" y="74782"/>
                </a:cubicBezTo>
                <a:cubicBezTo>
                  <a:pt x="620775" y="76275"/>
                  <a:pt x="616931" y="77022"/>
                  <a:pt x="612640" y="77022"/>
                </a:cubicBezTo>
                <a:cubicBezTo>
                  <a:pt x="605535" y="77022"/>
                  <a:pt x="600121" y="75542"/>
                  <a:pt x="596397" y="72581"/>
                </a:cubicBezTo>
                <a:cubicBezTo>
                  <a:pt x="592673" y="69621"/>
                  <a:pt x="590296" y="65232"/>
                  <a:pt x="589266" y="59414"/>
                </a:cubicBezTo>
                <a:close/>
                <a:moveTo>
                  <a:pt x="677609" y="75786"/>
                </a:moveTo>
                <a:lnTo>
                  <a:pt x="677609" y="65180"/>
                </a:lnTo>
                <a:lnTo>
                  <a:pt x="688163" y="65180"/>
                </a:lnTo>
                <a:lnTo>
                  <a:pt x="688163" y="75786"/>
                </a:lnTo>
                <a:lnTo>
                  <a:pt x="677609" y="75786"/>
                </a:lnTo>
                <a:close/>
                <a:moveTo>
                  <a:pt x="706898" y="75786"/>
                </a:moveTo>
                <a:lnTo>
                  <a:pt x="706898" y="65180"/>
                </a:lnTo>
                <a:lnTo>
                  <a:pt x="717452" y="65180"/>
                </a:lnTo>
                <a:lnTo>
                  <a:pt x="717452" y="75786"/>
                </a:lnTo>
                <a:lnTo>
                  <a:pt x="706898" y="75786"/>
                </a:lnTo>
                <a:close/>
                <a:moveTo>
                  <a:pt x="736188" y="75786"/>
                </a:moveTo>
                <a:lnTo>
                  <a:pt x="736188" y="65180"/>
                </a:lnTo>
                <a:lnTo>
                  <a:pt x="746742" y="65180"/>
                </a:lnTo>
                <a:lnTo>
                  <a:pt x="746742" y="75786"/>
                </a:lnTo>
                <a:lnTo>
                  <a:pt x="736188" y="75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2.Therootcause..">
            <a:extLst xmlns:a="http://schemas.openxmlformats.org/drawingml/2006/main">
              <a:ext uri="{FF2B5EF4-FFF2-40B4-BE49-F238E27FC236}">
                <a16:creationId xmlns:a16="http://schemas.microsoft.com/office/drawing/2014/main" id="{7FD65CF9-AC61-4ACA-8CD9-7494A029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295" y="3000745"/>
            <a:ext cx="866399" cy="77022"/>
          </a:xfrm>
          <a:custGeom xmlns:a="http://schemas.openxmlformats.org/drawingml/2006/main">
            <a:pathLst>
              <a:path w="866399" h="77022">
                <a:moveTo>
                  <a:pt x="49958" y="66828"/>
                </a:moveTo>
                <a:lnTo>
                  <a:pt x="49958" y="75786"/>
                </a:lnTo>
                <a:lnTo>
                  <a:pt x="69" y="75786"/>
                </a:lnTo>
                <a:cubicBezTo>
                  <a:pt x="0" y="73553"/>
                  <a:pt x="360" y="71405"/>
                  <a:pt x="1150" y="69343"/>
                </a:cubicBezTo>
                <a:cubicBezTo>
                  <a:pt x="2420" y="65941"/>
                  <a:pt x="4453" y="62592"/>
                  <a:pt x="7251" y="59293"/>
                </a:cubicBezTo>
                <a:cubicBezTo>
                  <a:pt x="10048" y="55994"/>
                  <a:pt x="14090" y="52180"/>
                  <a:pt x="19376" y="47852"/>
                </a:cubicBezTo>
                <a:cubicBezTo>
                  <a:pt x="27579" y="41120"/>
                  <a:pt x="33122" y="35794"/>
                  <a:pt x="36005" y="31876"/>
                </a:cubicBezTo>
                <a:cubicBezTo>
                  <a:pt x="38889" y="27958"/>
                  <a:pt x="40330" y="24253"/>
                  <a:pt x="40330" y="20761"/>
                </a:cubicBezTo>
                <a:cubicBezTo>
                  <a:pt x="40330" y="17100"/>
                  <a:pt x="39017" y="14011"/>
                  <a:pt x="36391" y="11496"/>
                </a:cubicBezTo>
                <a:cubicBezTo>
                  <a:pt x="33766" y="8980"/>
                  <a:pt x="30342" y="7723"/>
                  <a:pt x="26120" y="7723"/>
                </a:cubicBezTo>
                <a:cubicBezTo>
                  <a:pt x="21658" y="7723"/>
                  <a:pt x="18088" y="9061"/>
                  <a:pt x="15411" y="11739"/>
                </a:cubicBezTo>
                <a:cubicBezTo>
                  <a:pt x="12734" y="14416"/>
                  <a:pt x="11378" y="18123"/>
                  <a:pt x="11344" y="22859"/>
                </a:cubicBezTo>
                <a:lnTo>
                  <a:pt x="1819" y="21830"/>
                </a:lnTo>
                <a:cubicBezTo>
                  <a:pt x="2471" y="14725"/>
                  <a:pt x="4925" y="9310"/>
                  <a:pt x="9182" y="5586"/>
                </a:cubicBezTo>
                <a:cubicBezTo>
                  <a:pt x="13438" y="1862"/>
                  <a:pt x="19153" y="0"/>
                  <a:pt x="26326" y="0"/>
                </a:cubicBezTo>
                <a:cubicBezTo>
                  <a:pt x="33568" y="0"/>
                  <a:pt x="39300" y="2007"/>
                  <a:pt x="43522" y="6022"/>
                </a:cubicBezTo>
                <a:cubicBezTo>
                  <a:pt x="47744" y="10037"/>
                  <a:pt x="49855" y="15013"/>
                  <a:pt x="49855" y="20950"/>
                </a:cubicBezTo>
                <a:cubicBezTo>
                  <a:pt x="49855" y="23969"/>
                  <a:pt x="49237" y="26937"/>
                  <a:pt x="48001" y="29855"/>
                </a:cubicBezTo>
                <a:cubicBezTo>
                  <a:pt x="46766" y="32771"/>
                  <a:pt x="44715" y="35842"/>
                  <a:pt x="41849" y="39068"/>
                </a:cubicBezTo>
                <a:cubicBezTo>
                  <a:pt x="38983" y="42293"/>
                  <a:pt x="34221" y="46715"/>
                  <a:pt x="27562" y="52335"/>
                </a:cubicBezTo>
                <a:cubicBezTo>
                  <a:pt x="22001" y="56994"/>
                  <a:pt x="18432" y="60155"/>
                  <a:pt x="16853" y="61818"/>
                </a:cubicBezTo>
                <a:cubicBezTo>
                  <a:pt x="15274" y="63479"/>
                  <a:pt x="13970" y="65149"/>
                  <a:pt x="12940" y="66828"/>
                </a:cubicBezTo>
                <a:lnTo>
                  <a:pt x="49958" y="66828"/>
                </a:lnTo>
                <a:close/>
                <a:moveTo>
                  <a:pt x="65032" y="75786"/>
                </a:moveTo>
                <a:lnTo>
                  <a:pt x="65032" y="65180"/>
                </a:lnTo>
                <a:lnTo>
                  <a:pt x="75586" y="65180"/>
                </a:lnTo>
                <a:lnTo>
                  <a:pt x="75586" y="75786"/>
                </a:lnTo>
                <a:lnTo>
                  <a:pt x="65032" y="75786"/>
                </a:lnTo>
                <a:close/>
                <a:moveTo>
                  <a:pt x="141373" y="75786"/>
                </a:moveTo>
                <a:lnTo>
                  <a:pt x="141373" y="9267"/>
                </a:lnTo>
                <a:lnTo>
                  <a:pt x="116506" y="9267"/>
                </a:lnTo>
                <a:lnTo>
                  <a:pt x="116506" y="309"/>
                </a:lnTo>
                <a:lnTo>
                  <a:pt x="176331" y="309"/>
                </a:lnTo>
                <a:lnTo>
                  <a:pt x="176331" y="9267"/>
                </a:lnTo>
                <a:lnTo>
                  <a:pt x="151361" y="9267"/>
                </a:lnTo>
                <a:lnTo>
                  <a:pt x="151361" y="75786"/>
                </a:lnTo>
                <a:lnTo>
                  <a:pt x="141373" y="75786"/>
                </a:lnTo>
                <a:close/>
                <a:moveTo>
                  <a:pt x="185421" y="75786"/>
                </a:moveTo>
                <a:lnTo>
                  <a:pt x="185421" y="309"/>
                </a:lnTo>
                <a:lnTo>
                  <a:pt x="194689" y="309"/>
                </a:lnTo>
                <a:lnTo>
                  <a:pt x="194689" y="27438"/>
                </a:lnTo>
                <a:cubicBezTo>
                  <a:pt x="199014" y="22395"/>
                  <a:pt x="204471" y="19873"/>
                  <a:pt x="211061" y="19873"/>
                </a:cubicBezTo>
                <a:cubicBezTo>
                  <a:pt x="215111" y="19873"/>
                  <a:pt x="218629" y="20671"/>
                  <a:pt x="221616" y="22267"/>
                </a:cubicBezTo>
                <a:cubicBezTo>
                  <a:pt x="224602" y="23863"/>
                  <a:pt x="226738" y="26069"/>
                  <a:pt x="228026" y="28883"/>
                </a:cubicBezTo>
                <a:cubicBezTo>
                  <a:pt x="229313" y="31698"/>
                  <a:pt x="229956" y="35782"/>
                  <a:pt x="229956" y="41137"/>
                </a:cubicBezTo>
                <a:lnTo>
                  <a:pt x="229956" y="75786"/>
                </a:lnTo>
                <a:lnTo>
                  <a:pt x="220689" y="75786"/>
                </a:lnTo>
                <a:lnTo>
                  <a:pt x="220689" y="41174"/>
                </a:lnTo>
                <a:cubicBezTo>
                  <a:pt x="220689" y="36545"/>
                  <a:pt x="219685" y="33177"/>
                  <a:pt x="217677" y="31068"/>
                </a:cubicBezTo>
                <a:cubicBezTo>
                  <a:pt x="215669" y="28959"/>
                  <a:pt x="212829" y="27905"/>
                  <a:pt x="209156" y="27905"/>
                </a:cubicBezTo>
                <a:cubicBezTo>
                  <a:pt x="206410" y="27905"/>
                  <a:pt x="203827" y="28617"/>
                  <a:pt x="201408" y="30040"/>
                </a:cubicBezTo>
                <a:cubicBezTo>
                  <a:pt x="198988" y="31462"/>
                  <a:pt x="197263" y="33391"/>
                  <a:pt x="196233" y="35826"/>
                </a:cubicBezTo>
                <a:cubicBezTo>
                  <a:pt x="195204" y="38259"/>
                  <a:pt x="194689" y="41619"/>
                  <a:pt x="194689" y="45906"/>
                </a:cubicBezTo>
                <a:lnTo>
                  <a:pt x="194689" y="75786"/>
                </a:lnTo>
                <a:lnTo>
                  <a:pt x="185421" y="75786"/>
                </a:lnTo>
                <a:close/>
                <a:moveTo>
                  <a:pt x="281430" y="58075"/>
                </a:moveTo>
                <a:lnTo>
                  <a:pt x="291006" y="59311"/>
                </a:lnTo>
                <a:cubicBezTo>
                  <a:pt x="289496" y="64922"/>
                  <a:pt x="286698" y="69277"/>
                  <a:pt x="282614" y="72375"/>
                </a:cubicBezTo>
                <a:cubicBezTo>
                  <a:pt x="278529" y="75473"/>
                  <a:pt x="273312" y="77022"/>
                  <a:pt x="266962" y="77022"/>
                </a:cubicBezTo>
                <a:cubicBezTo>
                  <a:pt x="258965" y="77022"/>
                  <a:pt x="252624" y="74559"/>
                  <a:pt x="247939" y="69634"/>
                </a:cubicBezTo>
                <a:cubicBezTo>
                  <a:pt x="243253" y="64708"/>
                  <a:pt x="240911" y="57801"/>
                  <a:pt x="240911" y="48911"/>
                </a:cubicBezTo>
                <a:cubicBezTo>
                  <a:pt x="240911" y="39712"/>
                  <a:pt x="243279" y="32573"/>
                  <a:pt x="248016" y="27493"/>
                </a:cubicBezTo>
                <a:cubicBezTo>
                  <a:pt x="252752" y="22413"/>
                  <a:pt x="258896" y="19873"/>
                  <a:pt x="266448" y="19873"/>
                </a:cubicBezTo>
                <a:cubicBezTo>
                  <a:pt x="273758" y="19873"/>
                  <a:pt x="279731" y="22358"/>
                  <a:pt x="284364" y="27327"/>
                </a:cubicBezTo>
                <a:cubicBezTo>
                  <a:pt x="288998" y="32296"/>
                  <a:pt x="291315" y="39286"/>
                  <a:pt x="291315" y="48298"/>
                </a:cubicBezTo>
                <a:cubicBezTo>
                  <a:pt x="291315" y="48846"/>
                  <a:pt x="291298" y="49668"/>
                  <a:pt x="291263" y="50764"/>
                </a:cubicBezTo>
                <a:lnTo>
                  <a:pt x="250487" y="50764"/>
                </a:lnTo>
                <a:cubicBezTo>
                  <a:pt x="250830" y="56788"/>
                  <a:pt x="252529" y="61400"/>
                  <a:pt x="255584" y="64601"/>
                </a:cubicBezTo>
                <a:cubicBezTo>
                  <a:pt x="258639" y="67802"/>
                  <a:pt x="262449" y="69402"/>
                  <a:pt x="267014" y="69402"/>
                </a:cubicBezTo>
                <a:cubicBezTo>
                  <a:pt x="270412" y="69402"/>
                  <a:pt x="273312" y="68502"/>
                  <a:pt x="275715" y="66701"/>
                </a:cubicBezTo>
                <a:cubicBezTo>
                  <a:pt x="278117" y="64899"/>
                  <a:pt x="280022" y="62024"/>
                  <a:pt x="281430" y="58075"/>
                </a:cubicBezTo>
                <a:moveTo>
                  <a:pt x="251002" y="43145"/>
                </a:moveTo>
                <a:lnTo>
                  <a:pt x="281533" y="43145"/>
                </a:lnTo>
                <a:cubicBezTo>
                  <a:pt x="281121" y="38560"/>
                  <a:pt x="279954" y="35122"/>
                  <a:pt x="278032" y="32830"/>
                </a:cubicBezTo>
                <a:cubicBezTo>
                  <a:pt x="275080" y="29272"/>
                  <a:pt x="271253" y="27493"/>
                  <a:pt x="266550" y="27493"/>
                </a:cubicBezTo>
                <a:cubicBezTo>
                  <a:pt x="262294" y="27493"/>
                  <a:pt x="258716" y="28913"/>
                  <a:pt x="255816" y="31754"/>
                </a:cubicBezTo>
                <a:cubicBezTo>
                  <a:pt x="252915" y="34593"/>
                  <a:pt x="251311" y="38390"/>
                  <a:pt x="251002" y="43145"/>
                </a:cubicBezTo>
                <a:close/>
                <a:moveTo>
                  <a:pt x="331765" y="75786"/>
                </a:moveTo>
                <a:lnTo>
                  <a:pt x="331765" y="21109"/>
                </a:lnTo>
                <a:lnTo>
                  <a:pt x="340106" y="21109"/>
                </a:lnTo>
                <a:lnTo>
                  <a:pt x="340106" y="29398"/>
                </a:lnTo>
                <a:cubicBezTo>
                  <a:pt x="342234" y="25520"/>
                  <a:pt x="344199" y="22962"/>
                  <a:pt x="346001" y="21727"/>
                </a:cubicBezTo>
                <a:cubicBezTo>
                  <a:pt x="347803" y="20491"/>
                  <a:pt x="349785" y="19873"/>
                  <a:pt x="351948" y="19873"/>
                </a:cubicBezTo>
                <a:cubicBezTo>
                  <a:pt x="355071" y="19873"/>
                  <a:pt x="358246" y="20869"/>
                  <a:pt x="361472" y="22859"/>
                </a:cubicBezTo>
                <a:lnTo>
                  <a:pt x="358280" y="31451"/>
                </a:lnTo>
                <a:cubicBezTo>
                  <a:pt x="356015" y="30117"/>
                  <a:pt x="353750" y="29450"/>
                  <a:pt x="351484" y="29450"/>
                </a:cubicBezTo>
                <a:cubicBezTo>
                  <a:pt x="349459" y="29450"/>
                  <a:pt x="347640" y="30059"/>
                  <a:pt x="346027" y="31277"/>
                </a:cubicBezTo>
                <a:cubicBezTo>
                  <a:pt x="344414" y="32496"/>
                  <a:pt x="343264" y="34186"/>
                  <a:pt x="342577" y="36349"/>
                </a:cubicBezTo>
                <a:cubicBezTo>
                  <a:pt x="341548" y="39644"/>
                  <a:pt x="341033" y="43248"/>
                  <a:pt x="341033" y="47160"/>
                </a:cubicBezTo>
                <a:lnTo>
                  <a:pt x="341033" y="75786"/>
                </a:lnTo>
                <a:lnTo>
                  <a:pt x="331765" y="75786"/>
                </a:lnTo>
                <a:close/>
                <a:moveTo>
                  <a:pt x="363566" y="48448"/>
                </a:moveTo>
                <a:cubicBezTo>
                  <a:pt x="363566" y="38322"/>
                  <a:pt x="366380" y="30822"/>
                  <a:pt x="372009" y="25949"/>
                </a:cubicBezTo>
                <a:cubicBezTo>
                  <a:pt x="376712" y="21898"/>
                  <a:pt x="382444" y="19873"/>
                  <a:pt x="389205" y="19873"/>
                </a:cubicBezTo>
                <a:cubicBezTo>
                  <a:pt x="396722" y="19873"/>
                  <a:pt x="402866" y="22336"/>
                  <a:pt x="407637" y="27261"/>
                </a:cubicBezTo>
                <a:cubicBezTo>
                  <a:pt x="412408" y="32187"/>
                  <a:pt x="414794" y="38991"/>
                  <a:pt x="414794" y="47675"/>
                </a:cubicBezTo>
                <a:cubicBezTo>
                  <a:pt x="414794" y="54712"/>
                  <a:pt x="413738" y="60246"/>
                  <a:pt x="411627" y="64279"/>
                </a:cubicBezTo>
                <a:cubicBezTo>
                  <a:pt x="409516" y="68312"/>
                  <a:pt x="406444" y="71444"/>
                  <a:pt x="402411" y="73675"/>
                </a:cubicBezTo>
                <a:cubicBezTo>
                  <a:pt x="398378" y="75906"/>
                  <a:pt x="393976" y="77022"/>
                  <a:pt x="389205" y="77022"/>
                </a:cubicBezTo>
                <a:cubicBezTo>
                  <a:pt x="381551" y="77022"/>
                  <a:pt x="375365" y="74568"/>
                  <a:pt x="370645" y="69660"/>
                </a:cubicBezTo>
                <a:cubicBezTo>
                  <a:pt x="365926" y="64751"/>
                  <a:pt x="363566" y="57681"/>
                  <a:pt x="363566" y="48448"/>
                </a:cubicBezTo>
                <a:moveTo>
                  <a:pt x="373091" y="48473"/>
                </a:moveTo>
                <a:cubicBezTo>
                  <a:pt x="373091" y="55467"/>
                  <a:pt x="374618" y="60703"/>
                  <a:pt x="377673" y="64183"/>
                </a:cubicBezTo>
                <a:cubicBezTo>
                  <a:pt x="380728" y="67662"/>
                  <a:pt x="384572" y="69402"/>
                  <a:pt x="389205" y="69402"/>
                </a:cubicBezTo>
                <a:cubicBezTo>
                  <a:pt x="393805" y="69402"/>
                  <a:pt x="397632" y="67654"/>
                  <a:pt x="400687" y="64157"/>
                </a:cubicBezTo>
                <a:cubicBezTo>
                  <a:pt x="403741" y="60660"/>
                  <a:pt x="405269" y="55329"/>
                  <a:pt x="405269" y="48164"/>
                </a:cubicBezTo>
                <a:cubicBezTo>
                  <a:pt x="405269" y="41411"/>
                  <a:pt x="403733" y="36295"/>
                  <a:pt x="400661" y="32815"/>
                </a:cubicBezTo>
                <a:cubicBezTo>
                  <a:pt x="397589" y="29336"/>
                  <a:pt x="393770" y="27596"/>
                  <a:pt x="389205" y="27596"/>
                </a:cubicBezTo>
                <a:cubicBezTo>
                  <a:pt x="384572" y="27596"/>
                  <a:pt x="380728" y="29327"/>
                  <a:pt x="377673" y="32790"/>
                </a:cubicBezTo>
                <a:cubicBezTo>
                  <a:pt x="374618" y="36252"/>
                  <a:pt x="373091" y="41480"/>
                  <a:pt x="373091" y="48473"/>
                </a:cubicBezTo>
                <a:close/>
                <a:moveTo>
                  <a:pt x="422145" y="48448"/>
                </a:moveTo>
                <a:cubicBezTo>
                  <a:pt x="422145" y="38322"/>
                  <a:pt x="424959" y="30822"/>
                  <a:pt x="430588" y="25949"/>
                </a:cubicBezTo>
                <a:cubicBezTo>
                  <a:pt x="435291" y="21898"/>
                  <a:pt x="441023" y="19873"/>
                  <a:pt x="447784" y="19873"/>
                </a:cubicBezTo>
                <a:cubicBezTo>
                  <a:pt x="455301" y="19873"/>
                  <a:pt x="461445" y="22336"/>
                  <a:pt x="466216" y="27261"/>
                </a:cubicBezTo>
                <a:cubicBezTo>
                  <a:pt x="470987" y="32187"/>
                  <a:pt x="473373" y="38991"/>
                  <a:pt x="473373" y="47675"/>
                </a:cubicBezTo>
                <a:cubicBezTo>
                  <a:pt x="473373" y="54712"/>
                  <a:pt x="472317" y="60246"/>
                  <a:pt x="470206" y="64279"/>
                </a:cubicBezTo>
                <a:cubicBezTo>
                  <a:pt x="468095" y="68312"/>
                  <a:pt x="465023" y="71444"/>
                  <a:pt x="460990" y="73675"/>
                </a:cubicBezTo>
                <a:cubicBezTo>
                  <a:pt x="456957" y="75906"/>
                  <a:pt x="452555" y="77022"/>
                  <a:pt x="447784" y="77022"/>
                </a:cubicBezTo>
                <a:cubicBezTo>
                  <a:pt x="440130" y="77022"/>
                  <a:pt x="433944" y="74568"/>
                  <a:pt x="429224" y="69660"/>
                </a:cubicBezTo>
                <a:cubicBezTo>
                  <a:pt x="424505" y="64751"/>
                  <a:pt x="422145" y="57681"/>
                  <a:pt x="422145" y="48448"/>
                </a:cubicBezTo>
                <a:moveTo>
                  <a:pt x="431670" y="48473"/>
                </a:moveTo>
                <a:cubicBezTo>
                  <a:pt x="431670" y="55467"/>
                  <a:pt x="433197" y="60703"/>
                  <a:pt x="436252" y="64183"/>
                </a:cubicBezTo>
                <a:cubicBezTo>
                  <a:pt x="439307" y="67662"/>
                  <a:pt x="443151" y="69402"/>
                  <a:pt x="447784" y="69402"/>
                </a:cubicBezTo>
                <a:cubicBezTo>
                  <a:pt x="452384" y="69402"/>
                  <a:pt x="456211" y="67654"/>
                  <a:pt x="459266" y="64157"/>
                </a:cubicBezTo>
                <a:cubicBezTo>
                  <a:pt x="462320" y="60660"/>
                  <a:pt x="463848" y="55329"/>
                  <a:pt x="463848" y="48164"/>
                </a:cubicBezTo>
                <a:cubicBezTo>
                  <a:pt x="463848" y="41411"/>
                  <a:pt x="462312" y="36295"/>
                  <a:pt x="459240" y="32815"/>
                </a:cubicBezTo>
                <a:cubicBezTo>
                  <a:pt x="456168" y="29336"/>
                  <a:pt x="452349" y="27596"/>
                  <a:pt x="447784" y="27596"/>
                </a:cubicBezTo>
                <a:cubicBezTo>
                  <a:pt x="443151" y="27596"/>
                  <a:pt x="439307" y="29327"/>
                  <a:pt x="436252" y="32790"/>
                </a:cubicBezTo>
                <a:cubicBezTo>
                  <a:pt x="433197" y="36252"/>
                  <a:pt x="431670" y="41480"/>
                  <a:pt x="431670" y="48473"/>
                </a:cubicBezTo>
                <a:close/>
                <a:moveTo>
                  <a:pt x="504407" y="67497"/>
                </a:moveTo>
                <a:lnTo>
                  <a:pt x="505745" y="75683"/>
                </a:lnTo>
                <a:cubicBezTo>
                  <a:pt x="503137" y="76232"/>
                  <a:pt x="500803" y="76507"/>
                  <a:pt x="498743" y="76507"/>
                </a:cubicBezTo>
                <a:cubicBezTo>
                  <a:pt x="495380" y="76507"/>
                  <a:pt x="492771" y="75975"/>
                  <a:pt x="490918" y="74911"/>
                </a:cubicBezTo>
                <a:cubicBezTo>
                  <a:pt x="489064" y="73847"/>
                  <a:pt x="487760" y="72448"/>
                  <a:pt x="487005" y="70715"/>
                </a:cubicBezTo>
                <a:cubicBezTo>
                  <a:pt x="486250" y="68982"/>
                  <a:pt x="485872" y="65335"/>
                  <a:pt x="485872" y="59774"/>
                </a:cubicBezTo>
                <a:lnTo>
                  <a:pt x="485872" y="28317"/>
                </a:lnTo>
                <a:lnTo>
                  <a:pt x="479076" y="28317"/>
                </a:lnTo>
                <a:lnTo>
                  <a:pt x="479076" y="21109"/>
                </a:lnTo>
                <a:lnTo>
                  <a:pt x="485872" y="21109"/>
                </a:lnTo>
                <a:lnTo>
                  <a:pt x="485872" y="7568"/>
                </a:lnTo>
                <a:lnTo>
                  <a:pt x="495088" y="2008"/>
                </a:lnTo>
                <a:lnTo>
                  <a:pt x="495088" y="21109"/>
                </a:lnTo>
                <a:lnTo>
                  <a:pt x="504407" y="21109"/>
                </a:lnTo>
                <a:lnTo>
                  <a:pt x="504407" y="28317"/>
                </a:lnTo>
                <a:lnTo>
                  <a:pt x="495088" y="28317"/>
                </a:lnTo>
                <a:lnTo>
                  <a:pt x="495088" y="60289"/>
                </a:lnTo>
                <a:cubicBezTo>
                  <a:pt x="495088" y="62932"/>
                  <a:pt x="495251" y="64631"/>
                  <a:pt x="495577" y="65386"/>
                </a:cubicBezTo>
                <a:cubicBezTo>
                  <a:pt x="495903" y="66141"/>
                  <a:pt x="496435" y="66742"/>
                  <a:pt x="497173" y="67188"/>
                </a:cubicBezTo>
                <a:cubicBezTo>
                  <a:pt x="497911" y="67634"/>
                  <a:pt x="498967" y="67858"/>
                  <a:pt x="500339" y="67858"/>
                </a:cubicBezTo>
                <a:cubicBezTo>
                  <a:pt x="501369" y="67858"/>
                  <a:pt x="502725" y="67737"/>
                  <a:pt x="504407" y="67497"/>
                </a:cubicBezTo>
                <a:close/>
                <a:moveTo>
                  <a:pt x="578431" y="55707"/>
                </a:moveTo>
                <a:lnTo>
                  <a:pt x="587544" y="56943"/>
                </a:lnTo>
                <a:cubicBezTo>
                  <a:pt x="586548" y="63224"/>
                  <a:pt x="584000" y="68141"/>
                  <a:pt x="579898" y="71693"/>
                </a:cubicBezTo>
                <a:cubicBezTo>
                  <a:pt x="575797" y="75246"/>
                  <a:pt x="570760" y="77022"/>
                  <a:pt x="564787" y="77022"/>
                </a:cubicBezTo>
                <a:cubicBezTo>
                  <a:pt x="557305" y="77022"/>
                  <a:pt x="551290" y="74576"/>
                  <a:pt x="546742" y="69685"/>
                </a:cubicBezTo>
                <a:cubicBezTo>
                  <a:pt x="542194" y="64794"/>
                  <a:pt x="539920" y="57784"/>
                  <a:pt x="539920" y="48654"/>
                </a:cubicBezTo>
                <a:cubicBezTo>
                  <a:pt x="539920" y="42750"/>
                  <a:pt x="540898" y="37584"/>
                  <a:pt x="542855" y="33156"/>
                </a:cubicBezTo>
                <a:cubicBezTo>
                  <a:pt x="544811" y="28729"/>
                  <a:pt x="547789" y="25408"/>
                  <a:pt x="551787" y="23194"/>
                </a:cubicBezTo>
                <a:cubicBezTo>
                  <a:pt x="555786" y="20980"/>
                  <a:pt x="560136" y="19873"/>
                  <a:pt x="564839" y="19873"/>
                </a:cubicBezTo>
                <a:cubicBezTo>
                  <a:pt x="570777" y="19873"/>
                  <a:pt x="575633" y="21366"/>
                  <a:pt x="579409" y="24353"/>
                </a:cubicBezTo>
                <a:cubicBezTo>
                  <a:pt x="583185" y="27338"/>
                  <a:pt x="585604" y="31577"/>
                  <a:pt x="586668" y="37069"/>
                </a:cubicBezTo>
                <a:lnTo>
                  <a:pt x="577659" y="38511"/>
                </a:lnTo>
                <a:cubicBezTo>
                  <a:pt x="576800" y="34855"/>
                  <a:pt x="575282" y="32105"/>
                  <a:pt x="573102" y="30260"/>
                </a:cubicBezTo>
                <a:cubicBezTo>
                  <a:pt x="570923" y="28416"/>
                  <a:pt x="568288" y="27493"/>
                  <a:pt x="565199" y="27493"/>
                </a:cubicBezTo>
                <a:cubicBezTo>
                  <a:pt x="560531" y="27493"/>
                  <a:pt x="556738" y="29166"/>
                  <a:pt x="553821" y="32513"/>
                </a:cubicBezTo>
                <a:cubicBezTo>
                  <a:pt x="550903" y="35859"/>
                  <a:pt x="549445" y="41154"/>
                  <a:pt x="549445" y="48396"/>
                </a:cubicBezTo>
                <a:cubicBezTo>
                  <a:pt x="549445" y="55741"/>
                  <a:pt x="550852" y="61079"/>
                  <a:pt x="553666" y="64408"/>
                </a:cubicBezTo>
                <a:cubicBezTo>
                  <a:pt x="556481" y="67737"/>
                  <a:pt x="560154" y="69402"/>
                  <a:pt x="564684" y="69402"/>
                </a:cubicBezTo>
                <a:cubicBezTo>
                  <a:pt x="568323" y="69402"/>
                  <a:pt x="571360" y="68282"/>
                  <a:pt x="573797" y="66043"/>
                </a:cubicBezTo>
                <a:cubicBezTo>
                  <a:pt x="576234" y="63803"/>
                  <a:pt x="577779" y="60358"/>
                  <a:pt x="578431" y="55707"/>
                </a:cubicBezTo>
                <a:close/>
                <a:moveTo>
                  <a:pt x="631152" y="68887"/>
                </a:moveTo>
                <a:cubicBezTo>
                  <a:pt x="627720" y="71862"/>
                  <a:pt x="624416" y="73961"/>
                  <a:pt x="621241" y="75186"/>
                </a:cubicBezTo>
                <a:cubicBezTo>
                  <a:pt x="618066" y="76410"/>
                  <a:pt x="614660" y="77022"/>
                  <a:pt x="611021" y="77022"/>
                </a:cubicBezTo>
                <a:cubicBezTo>
                  <a:pt x="605015" y="77022"/>
                  <a:pt x="600398" y="75555"/>
                  <a:pt x="597172" y="72620"/>
                </a:cubicBezTo>
                <a:cubicBezTo>
                  <a:pt x="593945" y="69685"/>
                  <a:pt x="592332" y="65935"/>
                  <a:pt x="592332" y="61370"/>
                </a:cubicBezTo>
                <a:cubicBezTo>
                  <a:pt x="592332" y="58693"/>
                  <a:pt x="592941" y="56248"/>
                  <a:pt x="594160" y="54034"/>
                </a:cubicBezTo>
                <a:cubicBezTo>
                  <a:pt x="595378" y="51820"/>
                  <a:pt x="596974" y="50044"/>
                  <a:pt x="598948" y="48705"/>
                </a:cubicBezTo>
                <a:cubicBezTo>
                  <a:pt x="600922" y="47366"/>
                  <a:pt x="603144" y="46354"/>
                  <a:pt x="605615" y="45667"/>
                </a:cubicBezTo>
                <a:cubicBezTo>
                  <a:pt x="607434" y="45187"/>
                  <a:pt x="610180" y="44724"/>
                  <a:pt x="613853" y="44277"/>
                </a:cubicBezTo>
                <a:cubicBezTo>
                  <a:pt x="621335" y="43385"/>
                  <a:pt x="626844" y="42321"/>
                  <a:pt x="630380" y="41085"/>
                </a:cubicBezTo>
                <a:cubicBezTo>
                  <a:pt x="630414" y="39821"/>
                  <a:pt x="630431" y="39017"/>
                  <a:pt x="630431" y="38675"/>
                </a:cubicBezTo>
                <a:cubicBezTo>
                  <a:pt x="630431" y="34913"/>
                  <a:pt x="629556" y="32264"/>
                  <a:pt x="627805" y="30725"/>
                </a:cubicBezTo>
                <a:cubicBezTo>
                  <a:pt x="625437" y="28639"/>
                  <a:pt x="621919" y="27596"/>
                  <a:pt x="617251" y="27596"/>
                </a:cubicBezTo>
                <a:cubicBezTo>
                  <a:pt x="612892" y="27596"/>
                  <a:pt x="609674" y="28360"/>
                  <a:pt x="607597" y="29887"/>
                </a:cubicBezTo>
                <a:cubicBezTo>
                  <a:pt x="605521" y="31415"/>
                  <a:pt x="603985" y="34118"/>
                  <a:pt x="602990" y="37996"/>
                </a:cubicBezTo>
                <a:lnTo>
                  <a:pt x="593928" y="36760"/>
                </a:lnTo>
                <a:cubicBezTo>
                  <a:pt x="594752" y="32870"/>
                  <a:pt x="596108" y="29728"/>
                  <a:pt x="597995" y="27335"/>
                </a:cubicBezTo>
                <a:cubicBezTo>
                  <a:pt x="599883" y="24942"/>
                  <a:pt x="602612" y="23101"/>
                  <a:pt x="606182" y="21810"/>
                </a:cubicBezTo>
                <a:cubicBezTo>
                  <a:pt x="609751" y="20519"/>
                  <a:pt x="613887" y="19873"/>
                  <a:pt x="618590" y="19873"/>
                </a:cubicBezTo>
                <a:cubicBezTo>
                  <a:pt x="623258" y="19873"/>
                  <a:pt x="627050" y="20425"/>
                  <a:pt x="629968" y="21527"/>
                </a:cubicBezTo>
                <a:cubicBezTo>
                  <a:pt x="632885" y="22629"/>
                  <a:pt x="635030" y="24015"/>
                  <a:pt x="636403" y="25686"/>
                </a:cubicBezTo>
                <a:cubicBezTo>
                  <a:pt x="637776" y="27356"/>
                  <a:pt x="638737" y="29466"/>
                  <a:pt x="639287" y="32016"/>
                </a:cubicBezTo>
                <a:cubicBezTo>
                  <a:pt x="639596" y="33600"/>
                  <a:pt x="639750" y="36446"/>
                  <a:pt x="639750" y="40553"/>
                </a:cubicBezTo>
                <a:lnTo>
                  <a:pt x="639750" y="52874"/>
                </a:lnTo>
                <a:cubicBezTo>
                  <a:pt x="639750" y="61464"/>
                  <a:pt x="639947" y="66905"/>
                  <a:pt x="640342" y="69196"/>
                </a:cubicBezTo>
                <a:cubicBezTo>
                  <a:pt x="640737" y="71487"/>
                  <a:pt x="641518" y="73684"/>
                  <a:pt x="642685" y="75786"/>
                </a:cubicBezTo>
                <a:lnTo>
                  <a:pt x="633005" y="75786"/>
                </a:lnTo>
                <a:cubicBezTo>
                  <a:pt x="632044" y="73820"/>
                  <a:pt x="631427" y="71520"/>
                  <a:pt x="631152" y="68887"/>
                </a:cubicBezTo>
                <a:moveTo>
                  <a:pt x="630380" y="48396"/>
                </a:moveTo>
                <a:cubicBezTo>
                  <a:pt x="627016" y="49763"/>
                  <a:pt x="621970" y="50924"/>
                  <a:pt x="615243" y="51881"/>
                </a:cubicBezTo>
                <a:cubicBezTo>
                  <a:pt x="611433" y="52427"/>
                  <a:pt x="608739" y="53042"/>
                  <a:pt x="607160" y="53725"/>
                </a:cubicBezTo>
                <a:cubicBezTo>
                  <a:pt x="605581" y="54408"/>
                  <a:pt x="604362" y="55407"/>
                  <a:pt x="603504" y="56722"/>
                </a:cubicBezTo>
                <a:cubicBezTo>
                  <a:pt x="602646" y="58037"/>
                  <a:pt x="602217" y="59498"/>
                  <a:pt x="602217" y="61103"/>
                </a:cubicBezTo>
                <a:cubicBezTo>
                  <a:pt x="602217" y="63563"/>
                  <a:pt x="603153" y="65613"/>
                  <a:pt x="605023" y="67253"/>
                </a:cubicBezTo>
                <a:cubicBezTo>
                  <a:pt x="606894" y="68892"/>
                  <a:pt x="609631" y="69711"/>
                  <a:pt x="613235" y="69711"/>
                </a:cubicBezTo>
                <a:cubicBezTo>
                  <a:pt x="616805" y="69711"/>
                  <a:pt x="619980" y="68933"/>
                  <a:pt x="622760" y="67376"/>
                </a:cubicBezTo>
                <a:cubicBezTo>
                  <a:pt x="625540" y="65819"/>
                  <a:pt x="627582" y="63692"/>
                  <a:pt x="628887" y="60994"/>
                </a:cubicBezTo>
                <a:cubicBezTo>
                  <a:pt x="629882" y="58912"/>
                  <a:pt x="630380" y="55839"/>
                  <a:pt x="630380" y="51776"/>
                </a:cubicBezTo>
                <a:lnTo>
                  <a:pt x="630380" y="48396"/>
                </a:lnTo>
                <a:close/>
                <a:moveTo>
                  <a:pt x="689885" y="75786"/>
                </a:moveTo>
                <a:lnTo>
                  <a:pt x="689885" y="67705"/>
                </a:lnTo>
                <a:cubicBezTo>
                  <a:pt x="685629" y="73916"/>
                  <a:pt x="679846" y="77022"/>
                  <a:pt x="672535" y="77022"/>
                </a:cubicBezTo>
                <a:cubicBezTo>
                  <a:pt x="669308" y="77022"/>
                  <a:pt x="666296" y="76404"/>
                  <a:pt x="663499" y="75168"/>
                </a:cubicBezTo>
                <a:cubicBezTo>
                  <a:pt x="660702" y="73933"/>
                  <a:pt x="658625" y="72380"/>
                  <a:pt x="657269" y="70509"/>
                </a:cubicBezTo>
                <a:cubicBezTo>
                  <a:pt x="655914" y="68638"/>
                  <a:pt x="654961" y="66347"/>
                  <a:pt x="654412" y="63636"/>
                </a:cubicBezTo>
                <a:cubicBezTo>
                  <a:pt x="654034" y="61817"/>
                  <a:pt x="653846" y="58933"/>
                  <a:pt x="653846" y="54986"/>
                </a:cubicBezTo>
                <a:lnTo>
                  <a:pt x="653846" y="21109"/>
                </a:lnTo>
                <a:lnTo>
                  <a:pt x="663113" y="21109"/>
                </a:lnTo>
                <a:lnTo>
                  <a:pt x="663113" y="51402"/>
                </a:lnTo>
                <a:cubicBezTo>
                  <a:pt x="663113" y="56236"/>
                  <a:pt x="663302" y="59493"/>
                  <a:pt x="663679" y="61172"/>
                </a:cubicBezTo>
                <a:cubicBezTo>
                  <a:pt x="664263" y="63607"/>
                  <a:pt x="665498" y="65519"/>
                  <a:pt x="667386" y="66908"/>
                </a:cubicBezTo>
                <a:cubicBezTo>
                  <a:pt x="669274" y="68296"/>
                  <a:pt x="671608" y="68990"/>
                  <a:pt x="674388" y="68990"/>
                </a:cubicBezTo>
                <a:cubicBezTo>
                  <a:pt x="677168" y="68990"/>
                  <a:pt x="679777" y="68279"/>
                  <a:pt x="682214" y="66857"/>
                </a:cubicBezTo>
                <a:cubicBezTo>
                  <a:pt x="684651" y="65433"/>
                  <a:pt x="686376" y="63496"/>
                  <a:pt x="687388" y="61045"/>
                </a:cubicBezTo>
                <a:cubicBezTo>
                  <a:pt x="688401" y="58593"/>
                  <a:pt x="688907" y="55036"/>
                  <a:pt x="688907" y="50373"/>
                </a:cubicBezTo>
                <a:lnTo>
                  <a:pt x="688907" y="21109"/>
                </a:lnTo>
                <a:lnTo>
                  <a:pt x="698174" y="21109"/>
                </a:lnTo>
                <a:lnTo>
                  <a:pt x="698174" y="75786"/>
                </a:lnTo>
                <a:lnTo>
                  <a:pt x="689885" y="75786"/>
                </a:lnTo>
                <a:close/>
                <a:moveTo>
                  <a:pt x="708923" y="59414"/>
                </a:moveTo>
                <a:lnTo>
                  <a:pt x="718087" y="57972"/>
                </a:lnTo>
                <a:cubicBezTo>
                  <a:pt x="718602" y="61661"/>
                  <a:pt x="720035" y="64488"/>
                  <a:pt x="722386" y="66455"/>
                </a:cubicBezTo>
                <a:cubicBezTo>
                  <a:pt x="724738" y="68420"/>
                  <a:pt x="728024" y="69402"/>
                  <a:pt x="732246" y="69402"/>
                </a:cubicBezTo>
                <a:cubicBezTo>
                  <a:pt x="736502" y="69402"/>
                  <a:pt x="739660" y="68535"/>
                  <a:pt x="741719" y="66802"/>
                </a:cubicBezTo>
                <a:cubicBezTo>
                  <a:pt x="743779" y="65069"/>
                  <a:pt x="744808" y="63035"/>
                  <a:pt x="744808" y="60701"/>
                </a:cubicBezTo>
                <a:cubicBezTo>
                  <a:pt x="744808" y="58607"/>
                  <a:pt x="743899" y="56960"/>
                  <a:pt x="742079" y="55759"/>
                </a:cubicBezTo>
                <a:cubicBezTo>
                  <a:pt x="740810" y="54935"/>
                  <a:pt x="737652" y="53888"/>
                  <a:pt x="732606" y="52618"/>
                </a:cubicBezTo>
                <a:cubicBezTo>
                  <a:pt x="725810" y="50902"/>
                  <a:pt x="721099" y="49417"/>
                  <a:pt x="718474" y="48164"/>
                </a:cubicBezTo>
                <a:cubicBezTo>
                  <a:pt x="715848" y="46912"/>
                  <a:pt x="713857" y="45178"/>
                  <a:pt x="712501" y="42964"/>
                </a:cubicBezTo>
                <a:cubicBezTo>
                  <a:pt x="711145" y="40751"/>
                  <a:pt x="710468" y="38305"/>
                  <a:pt x="710468" y="35628"/>
                </a:cubicBezTo>
                <a:cubicBezTo>
                  <a:pt x="710468" y="33191"/>
                  <a:pt x="711025" y="30934"/>
                  <a:pt x="712141" y="28857"/>
                </a:cubicBezTo>
                <a:cubicBezTo>
                  <a:pt x="713256" y="26781"/>
                  <a:pt x="714775" y="25056"/>
                  <a:pt x="716697" y="23683"/>
                </a:cubicBezTo>
                <a:cubicBezTo>
                  <a:pt x="718139" y="22619"/>
                  <a:pt x="720104" y="21718"/>
                  <a:pt x="722592" y="20980"/>
                </a:cubicBezTo>
                <a:cubicBezTo>
                  <a:pt x="725081" y="20242"/>
                  <a:pt x="727749" y="19873"/>
                  <a:pt x="730598" y="19873"/>
                </a:cubicBezTo>
                <a:cubicBezTo>
                  <a:pt x="734889" y="19873"/>
                  <a:pt x="738656" y="20491"/>
                  <a:pt x="741899" y="21727"/>
                </a:cubicBezTo>
                <a:cubicBezTo>
                  <a:pt x="745143" y="22962"/>
                  <a:pt x="747537" y="24636"/>
                  <a:pt x="749081" y="26747"/>
                </a:cubicBezTo>
                <a:cubicBezTo>
                  <a:pt x="750626" y="28857"/>
                  <a:pt x="751690" y="31681"/>
                  <a:pt x="752274" y="35216"/>
                </a:cubicBezTo>
                <a:lnTo>
                  <a:pt x="743212" y="36452"/>
                </a:lnTo>
                <a:cubicBezTo>
                  <a:pt x="742800" y="33637"/>
                  <a:pt x="741608" y="31440"/>
                  <a:pt x="739634" y="29861"/>
                </a:cubicBezTo>
                <a:cubicBezTo>
                  <a:pt x="737660" y="28283"/>
                  <a:pt x="734872" y="27493"/>
                  <a:pt x="731268" y="27493"/>
                </a:cubicBezTo>
                <a:cubicBezTo>
                  <a:pt x="727011" y="27493"/>
                  <a:pt x="723974" y="28197"/>
                  <a:pt x="722155" y="29604"/>
                </a:cubicBezTo>
                <a:cubicBezTo>
                  <a:pt x="720336" y="31011"/>
                  <a:pt x="719426" y="32659"/>
                  <a:pt x="719426" y="34547"/>
                </a:cubicBezTo>
                <a:cubicBezTo>
                  <a:pt x="719426" y="35748"/>
                  <a:pt x="719804" y="36829"/>
                  <a:pt x="720559" y="37790"/>
                </a:cubicBezTo>
                <a:cubicBezTo>
                  <a:pt x="721314" y="38786"/>
                  <a:pt x="722498" y="39609"/>
                  <a:pt x="724111" y="40261"/>
                </a:cubicBezTo>
                <a:cubicBezTo>
                  <a:pt x="725038" y="40605"/>
                  <a:pt x="727767" y="41394"/>
                  <a:pt x="732297" y="42630"/>
                </a:cubicBezTo>
                <a:cubicBezTo>
                  <a:pt x="738853" y="44380"/>
                  <a:pt x="743427" y="45813"/>
                  <a:pt x="746018" y="46929"/>
                </a:cubicBezTo>
                <a:cubicBezTo>
                  <a:pt x="748610" y="48044"/>
                  <a:pt x="750643" y="49666"/>
                  <a:pt x="752119" y="51794"/>
                </a:cubicBezTo>
                <a:cubicBezTo>
                  <a:pt x="753595" y="53922"/>
                  <a:pt x="754333" y="56565"/>
                  <a:pt x="754333" y="59723"/>
                </a:cubicBezTo>
                <a:cubicBezTo>
                  <a:pt x="754333" y="62812"/>
                  <a:pt x="753432" y="65721"/>
                  <a:pt x="751630" y="68450"/>
                </a:cubicBezTo>
                <a:cubicBezTo>
                  <a:pt x="749828" y="71178"/>
                  <a:pt x="747228" y="73289"/>
                  <a:pt x="743830" y="74782"/>
                </a:cubicBezTo>
                <a:cubicBezTo>
                  <a:pt x="740432" y="76275"/>
                  <a:pt x="736588" y="77022"/>
                  <a:pt x="732297" y="77022"/>
                </a:cubicBezTo>
                <a:cubicBezTo>
                  <a:pt x="725192" y="77022"/>
                  <a:pt x="719778" y="75542"/>
                  <a:pt x="716054" y="72581"/>
                </a:cubicBezTo>
                <a:cubicBezTo>
                  <a:pt x="712330" y="69621"/>
                  <a:pt x="709953" y="65232"/>
                  <a:pt x="708923" y="59414"/>
                </a:cubicBezTo>
                <a:close/>
                <a:moveTo>
                  <a:pt x="802781" y="58075"/>
                </a:moveTo>
                <a:lnTo>
                  <a:pt x="812357" y="59311"/>
                </a:lnTo>
                <a:cubicBezTo>
                  <a:pt x="810847" y="64922"/>
                  <a:pt x="808049" y="69277"/>
                  <a:pt x="803965" y="72375"/>
                </a:cubicBezTo>
                <a:cubicBezTo>
                  <a:pt x="799880" y="75473"/>
                  <a:pt x="794663" y="77022"/>
                  <a:pt x="788313" y="77022"/>
                </a:cubicBezTo>
                <a:cubicBezTo>
                  <a:pt x="780316" y="77022"/>
                  <a:pt x="773975" y="74559"/>
                  <a:pt x="769290" y="69634"/>
                </a:cubicBezTo>
                <a:cubicBezTo>
                  <a:pt x="764605" y="64708"/>
                  <a:pt x="762262" y="57801"/>
                  <a:pt x="762262" y="48911"/>
                </a:cubicBezTo>
                <a:cubicBezTo>
                  <a:pt x="762262" y="39712"/>
                  <a:pt x="764630" y="32573"/>
                  <a:pt x="769367" y="27493"/>
                </a:cubicBezTo>
                <a:cubicBezTo>
                  <a:pt x="774104" y="22413"/>
                  <a:pt x="780247" y="19873"/>
                  <a:pt x="787799" y="19873"/>
                </a:cubicBezTo>
                <a:cubicBezTo>
                  <a:pt x="795110" y="19873"/>
                  <a:pt x="801082" y="22358"/>
                  <a:pt x="805715" y="27327"/>
                </a:cubicBezTo>
                <a:cubicBezTo>
                  <a:pt x="810349" y="32296"/>
                  <a:pt x="812666" y="39286"/>
                  <a:pt x="812666" y="48298"/>
                </a:cubicBezTo>
                <a:cubicBezTo>
                  <a:pt x="812666" y="48846"/>
                  <a:pt x="812649" y="49668"/>
                  <a:pt x="812614" y="50764"/>
                </a:cubicBezTo>
                <a:lnTo>
                  <a:pt x="771838" y="50764"/>
                </a:lnTo>
                <a:cubicBezTo>
                  <a:pt x="772181" y="56788"/>
                  <a:pt x="773880" y="61400"/>
                  <a:pt x="776935" y="64601"/>
                </a:cubicBezTo>
                <a:cubicBezTo>
                  <a:pt x="779990" y="67802"/>
                  <a:pt x="783800" y="69402"/>
                  <a:pt x="788365" y="69402"/>
                </a:cubicBezTo>
                <a:cubicBezTo>
                  <a:pt x="791763" y="69402"/>
                  <a:pt x="794663" y="68502"/>
                  <a:pt x="797066" y="66701"/>
                </a:cubicBezTo>
                <a:cubicBezTo>
                  <a:pt x="799469" y="64899"/>
                  <a:pt x="801374" y="62024"/>
                  <a:pt x="802781" y="58075"/>
                </a:cubicBezTo>
                <a:moveTo>
                  <a:pt x="772353" y="43145"/>
                </a:moveTo>
                <a:lnTo>
                  <a:pt x="802884" y="43145"/>
                </a:lnTo>
                <a:cubicBezTo>
                  <a:pt x="802472" y="38560"/>
                  <a:pt x="801305" y="35122"/>
                  <a:pt x="799383" y="32830"/>
                </a:cubicBezTo>
                <a:cubicBezTo>
                  <a:pt x="796431" y="29272"/>
                  <a:pt x="792604" y="27493"/>
                  <a:pt x="787902" y="27493"/>
                </a:cubicBezTo>
                <a:cubicBezTo>
                  <a:pt x="783645" y="27493"/>
                  <a:pt x="780067" y="28913"/>
                  <a:pt x="777167" y="31754"/>
                </a:cubicBezTo>
                <a:cubicBezTo>
                  <a:pt x="774267" y="34593"/>
                  <a:pt x="772662" y="38390"/>
                  <a:pt x="772353" y="43145"/>
                </a:cubicBezTo>
                <a:close/>
                <a:moveTo>
                  <a:pt x="826556" y="75786"/>
                </a:moveTo>
                <a:lnTo>
                  <a:pt x="826556" y="65180"/>
                </a:lnTo>
                <a:lnTo>
                  <a:pt x="837110" y="65180"/>
                </a:lnTo>
                <a:lnTo>
                  <a:pt x="837110" y="75786"/>
                </a:lnTo>
                <a:lnTo>
                  <a:pt x="826556" y="75786"/>
                </a:lnTo>
                <a:close/>
                <a:moveTo>
                  <a:pt x="855845" y="75786"/>
                </a:moveTo>
                <a:lnTo>
                  <a:pt x="855845" y="65180"/>
                </a:lnTo>
                <a:lnTo>
                  <a:pt x="866399" y="65180"/>
                </a:lnTo>
                <a:lnTo>
                  <a:pt x="866399" y="75786"/>
                </a:lnTo>
                <a:lnTo>
                  <a:pt x="855845" y="75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E35AA-ECB2-4C37-82A5-248E6FB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865" y="2287253"/>
            <a:ext cx="1394643" cy="818462"/>
          </a:xfrm>
          <a:custGeom xmlns:a="http://schemas.openxmlformats.org/drawingml/2006/main">
            <a:pathLst>
              <a:path w="1394643" h="818462">
                <a:moveTo>
                  <a:pt x="0" y="61859"/>
                </a:moveTo>
                <a:cubicBezTo>
                  <a:pt x="117" y="27883"/>
                  <a:pt x="27883" y="117"/>
                  <a:pt x="61859" y="0"/>
                </a:cubicBezTo>
                <a:lnTo>
                  <a:pt x="1332784" y="0"/>
                </a:lnTo>
                <a:cubicBezTo>
                  <a:pt x="1366525" y="117"/>
                  <a:pt x="1394291" y="27883"/>
                  <a:pt x="1394643" y="61859"/>
                </a:cubicBezTo>
                <a:lnTo>
                  <a:pt x="1394643" y="756369"/>
                </a:lnTo>
                <a:cubicBezTo>
                  <a:pt x="1394291" y="790696"/>
                  <a:pt x="1366525" y="818462"/>
                  <a:pt x="1332784" y="818228"/>
                </a:cubicBezTo>
                <a:lnTo>
                  <a:pt x="61859" y="818228"/>
                </a:lnTo>
                <a:cubicBezTo>
                  <a:pt x="27883" y="818462"/>
                  <a:pt x="117" y="790696"/>
                  <a:pt x="0" y="756369"/>
                </a:cubicBezTo>
                <a:lnTo>
                  <a:pt x="0" y="6185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32491-2857-4CF6-8D95-72624210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124" y="2281512"/>
            <a:ext cx="1405890" cy="830061"/>
          </a:xfrm>
          <a:custGeom xmlns:a="http://schemas.openxmlformats.org/drawingml/2006/main">
            <a:pathLst>
              <a:path w="1405890" h="830061">
                <a:moveTo>
                  <a:pt x="2132" y="779144"/>
                </a:moveTo>
                <a:lnTo>
                  <a:pt x="3046" y="782366"/>
                </a:lnTo>
                <a:lnTo>
                  <a:pt x="4124" y="785518"/>
                </a:lnTo>
                <a:lnTo>
                  <a:pt x="5331" y="788611"/>
                </a:lnTo>
                <a:lnTo>
                  <a:pt x="6690" y="791610"/>
                </a:lnTo>
                <a:lnTo>
                  <a:pt x="8224" y="794609"/>
                </a:lnTo>
                <a:lnTo>
                  <a:pt x="11587" y="800139"/>
                </a:lnTo>
                <a:lnTo>
                  <a:pt x="15500" y="805364"/>
                </a:lnTo>
                <a:lnTo>
                  <a:pt x="19882" y="810179"/>
                </a:lnTo>
                <a:lnTo>
                  <a:pt x="24697" y="814561"/>
                </a:lnTo>
                <a:lnTo>
                  <a:pt x="29922" y="818474"/>
                </a:lnTo>
                <a:lnTo>
                  <a:pt x="35452" y="821836"/>
                </a:lnTo>
                <a:lnTo>
                  <a:pt x="38451" y="823371"/>
                </a:lnTo>
                <a:lnTo>
                  <a:pt x="41462" y="824730"/>
                </a:lnTo>
                <a:lnTo>
                  <a:pt x="44543" y="825937"/>
                </a:lnTo>
                <a:lnTo>
                  <a:pt x="47695" y="827015"/>
                </a:lnTo>
                <a:lnTo>
                  <a:pt x="50917" y="827929"/>
                </a:lnTo>
                <a:lnTo>
                  <a:pt x="54209" y="828678"/>
                </a:lnTo>
                <a:lnTo>
                  <a:pt x="57548" y="829276"/>
                </a:lnTo>
                <a:lnTo>
                  <a:pt x="60945" y="829709"/>
                </a:lnTo>
                <a:lnTo>
                  <a:pt x="64390" y="829979"/>
                </a:lnTo>
                <a:lnTo>
                  <a:pt x="67811" y="830061"/>
                </a:lnTo>
                <a:lnTo>
                  <a:pt x="1338079" y="830061"/>
                </a:lnTo>
                <a:lnTo>
                  <a:pt x="1341500" y="829979"/>
                </a:lnTo>
                <a:lnTo>
                  <a:pt x="1344945" y="829709"/>
                </a:lnTo>
                <a:lnTo>
                  <a:pt x="1348342" y="829276"/>
                </a:lnTo>
                <a:lnTo>
                  <a:pt x="1351681" y="828678"/>
                </a:lnTo>
                <a:lnTo>
                  <a:pt x="1354973" y="827929"/>
                </a:lnTo>
                <a:lnTo>
                  <a:pt x="1358195" y="827015"/>
                </a:lnTo>
                <a:lnTo>
                  <a:pt x="1361347" y="825937"/>
                </a:lnTo>
                <a:lnTo>
                  <a:pt x="1364428" y="824730"/>
                </a:lnTo>
                <a:lnTo>
                  <a:pt x="1367439" y="823371"/>
                </a:lnTo>
                <a:lnTo>
                  <a:pt x="1370438" y="821836"/>
                </a:lnTo>
                <a:lnTo>
                  <a:pt x="1375968" y="818474"/>
                </a:lnTo>
                <a:lnTo>
                  <a:pt x="1381193" y="814561"/>
                </a:lnTo>
                <a:lnTo>
                  <a:pt x="1386008" y="810179"/>
                </a:lnTo>
                <a:lnTo>
                  <a:pt x="1390390" y="805364"/>
                </a:lnTo>
                <a:lnTo>
                  <a:pt x="1394303" y="800139"/>
                </a:lnTo>
                <a:lnTo>
                  <a:pt x="1397666" y="794609"/>
                </a:lnTo>
                <a:lnTo>
                  <a:pt x="1399200" y="791610"/>
                </a:lnTo>
                <a:lnTo>
                  <a:pt x="1400559" y="788611"/>
                </a:lnTo>
                <a:lnTo>
                  <a:pt x="1401766" y="785518"/>
                </a:lnTo>
                <a:lnTo>
                  <a:pt x="1402844" y="782366"/>
                </a:lnTo>
                <a:lnTo>
                  <a:pt x="1403758" y="779144"/>
                </a:lnTo>
                <a:lnTo>
                  <a:pt x="1404508" y="775852"/>
                </a:lnTo>
                <a:lnTo>
                  <a:pt x="1405105" y="772513"/>
                </a:lnTo>
                <a:lnTo>
                  <a:pt x="1405539" y="769116"/>
                </a:lnTo>
                <a:lnTo>
                  <a:pt x="1405808" y="765671"/>
                </a:lnTo>
                <a:lnTo>
                  <a:pt x="1405890" y="762250"/>
                </a:lnTo>
                <a:lnTo>
                  <a:pt x="1405890" y="67811"/>
                </a:lnTo>
                <a:lnTo>
                  <a:pt x="1405808" y="64390"/>
                </a:lnTo>
                <a:lnTo>
                  <a:pt x="1405539" y="60945"/>
                </a:lnTo>
                <a:lnTo>
                  <a:pt x="1405105" y="57548"/>
                </a:lnTo>
                <a:lnTo>
                  <a:pt x="1404508" y="54209"/>
                </a:lnTo>
                <a:lnTo>
                  <a:pt x="1403758" y="50917"/>
                </a:lnTo>
                <a:lnTo>
                  <a:pt x="1402844" y="47695"/>
                </a:lnTo>
                <a:lnTo>
                  <a:pt x="1401766" y="44543"/>
                </a:lnTo>
                <a:lnTo>
                  <a:pt x="1400559" y="41450"/>
                </a:lnTo>
                <a:lnTo>
                  <a:pt x="1399200" y="38451"/>
                </a:lnTo>
                <a:lnTo>
                  <a:pt x="1397666" y="35452"/>
                </a:lnTo>
                <a:lnTo>
                  <a:pt x="1394303" y="29922"/>
                </a:lnTo>
                <a:lnTo>
                  <a:pt x="1390390" y="24697"/>
                </a:lnTo>
                <a:lnTo>
                  <a:pt x="1386008" y="19882"/>
                </a:lnTo>
                <a:lnTo>
                  <a:pt x="1381193" y="15500"/>
                </a:lnTo>
                <a:lnTo>
                  <a:pt x="1375968" y="11587"/>
                </a:lnTo>
                <a:lnTo>
                  <a:pt x="1370438" y="8224"/>
                </a:lnTo>
                <a:lnTo>
                  <a:pt x="1367439" y="6690"/>
                </a:lnTo>
                <a:lnTo>
                  <a:pt x="1364428" y="5331"/>
                </a:lnTo>
                <a:lnTo>
                  <a:pt x="1361347" y="4124"/>
                </a:lnTo>
                <a:lnTo>
                  <a:pt x="1358195" y="3046"/>
                </a:lnTo>
                <a:lnTo>
                  <a:pt x="1354973" y="2132"/>
                </a:lnTo>
                <a:lnTo>
                  <a:pt x="1351681" y="1382"/>
                </a:lnTo>
                <a:lnTo>
                  <a:pt x="1348342" y="785"/>
                </a:lnTo>
                <a:lnTo>
                  <a:pt x="1344945" y="351"/>
                </a:lnTo>
                <a:lnTo>
                  <a:pt x="1341500" y="82"/>
                </a:lnTo>
                <a:lnTo>
                  <a:pt x="1338079" y="0"/>
                </a:lnTo>
                <a:lnTo>
                  <a:pt x="67811" y="0"/>
                </a:lnTo>
                <a:lnTo>
                  <a:pt x="64390" y="82"/>
                </a:lnTo>
                <a:lnTo>
                  <a:pt x="60945" y="351"/>
                </a:lnTo>
                <a:lnTo>
                  <a:pt x="57548" y="785"/>
                </a:lnTo>
                <a:lnTo>
                  <a:pt x="54209" y="1382"/>
                </a:lnTo>
                <a:lnTo>
                  <a:pt x="50917" y="2132"/>
                </a:lnTo>
                <a:lnTo>
                  <a:pt x="47695" y="3046"/>
                </a:lnTo>
                <a:lnTo>
                  <a:pt x="44543" y="4124"/>
                </a:lnTo>
                <a:lnTo>
                  <a:pt x="41462" y="5331"/>
                </a:lnTo>
                <a:lnTo>
                  <a:pt x="38451" y="6690"/>
                </a:lnTo>
                <a:lnTo>
                  <a:pt x="35452" y="8224"/>
                </a:lnTo>
                <a:lnTo>
                  <a:pt x="29922" y="11587"/>
                </a:lnTo>
                <a:lnTo>
                  <a:pt x="24697" y="15500"/>
                </a:lnTo>
                <a:lnTo>
                  <a:pt x="19882" y="19882"/>
                </a:lnTo>
                <a:lnTo>
                  <a:pt x="15500" y="24697"/>
                </a:lnTo>
                <a:lnTo>
                  <a:pt x="11587" y="29922"/>
                </a:lnTo>
                <a:lnTo>
                  <a:pt x="8224" y="35452"/>
                </a:lnTo>
                <a:lnTo>
                  <a:pt x="6690" y="38451"/>
                </a:lnTo>
                <a:lnTo>
                  <a:pt x="5331" y="41450"/>
                </a:lnTo>
                <a:lnTo>
                  <a:pt x="4124" y="44543"/>
                </a:lnTo>
                <a:lnTo>
                  <a:pt x="3046" y="47695"/>
                </a:lnTo>
                <a:lnTo>
                  <a:pt x="2132" y="50917"/>
                </a:lnTo>
                <a:lnTo>
                  <a:pt x="1382" y="54209"/>
                </a:lnTo>
                <a:lnTo>
                  <a:pt x="785" y="57548"/>
                </a:lnTo>
                <a:lnTo>
                  <a:pt x="351" y="60945"/>
                </a:lnTo>
                <a:lnTo>
                  <a:pt x="82" y="64390"/>
                </a:lnTo>
                <a:lnTo>
                  <a:pt x="0" y="67811"/>
                </a:lnTo>
                <a:lnTo>
                  <a:pt x="0" y="762250"/>
                </a:lnTo>
                <a:lnTo>
                  <a:pt x="82" y="765671"/>
                </a:lnTo>
                <a:lnTo>
                  <a:pt x="351" y="769116"/>
                </a:lnTo>
                <a:lnTo>
                  <a:pt x="785" y="772513"/>
                </a:lnTo>
                <a:lnTo>
                  <a:pt x="1382" y="775852"/>
                </a:lnTo>
                <a:lnTo>
                  <a:pt x="2132" y="779144"/>
                </a:lnTo>
                <a:close/>
                <a:moveTo>
                  <a:pt x="13479" y="53870"/>
                </a:moveTo>
                <a:lnTo>
                  <a:pt x="14215" y="51270"/>
                </a:lnTo>
                <a:lnTo>
                  <a:pt x="15165" y="48454"/>
                </a:lnTo>
                <a:lnTo>
                  <a:pt x="16101" y="46089"/>
                </a:lnTo>
                <a:lnTo>
                  <a:pt x="17294" y="43455"/>
                </a:lnTo>
                <a:lnTo>
                  <a:pt x="18468" y="41157"/>
                </a:lnTo>
                <a:lnTo>
                  <a:pt x="21291" y="36512"/>
                </a:lnTo>
                <a:lnTo>
                  <a:pt x="24512" y="32200"/>
                </a:lnTo>
                <a:lnTo>
                  <a:pt x="28174" y="28174"/>
                </a:lnTo>
                <a:lnTo>
                  <a:pt x="32200" y="24512"/>
                </a:lnTo>
                <a:lnTo>
                  <a:pt x="36512" y="21291"/>
                </a:lnTo>
                <a:lnTo>
                  <a:pt x="41157" y="18468"/>
                </a:lnTo>
                <a:lnTo>
                  <a:pt x="43455" y="17294"/>
                </a:lnTo>
                <a:lnTo>
                  <a:pt x="46089" y="16101"/>
                </a:lnTo>
                <a:lnTo>
                  <a:pt x="48454" y="15165"/>
                </a:lnTo>
                <a:lnTo>
                  <a:pt x="51270" y="14215"/>
                </a:lnTo>
                <a:lnTo>
                  <a:pt x="53870" y="13479"/>
                </a:lnTo>
                <a:lnTo>
                  <a:pt x="56535" y="12865"/>
                </a:lnTo>
                <a:lnTo>
                  <a:pt x="59290" y="12369"/>
                </a:lnTo>
                <a:lnTo>
                  <a:pt x="62037" y="12017"/>
                </a:lnTo>
                <a:lnTo>
                  <a:pt x="65128" y="11774"/>
                </a:lnTo>
                <a:lnTo>
                  <a:pt x="64835" y="11798"/>
                </a:lnTo>
                <a:lnTo>
                  <a:pt x="68033" y="11716"/>
                </a:lnTo>
                <a:lnTo>
                  <a:pt x="1337857" y="11716"/>
                </a:lnTo>
                <a:lnTo>
                  <a:pt x="1341055" y="11798"/>
                </a:lnTo>
                <a:lnTo>
                  <a:pt x="1340762" y="11774"/>
                </a:lnTo>
                <a:lnTo>
                  <a:pt x="1343853" y="12017"/>
                </a:lnTo>
                <a:lnTo>
                  <a:pt x="1346600" y="12369"/>
                </a:lnTo>
                <a:lnTo>
                  <a:pt x="1349355" y="12865"/>
                </a:lnTo>
                <a:lnTo>
                  <a:pt x="1352020" y="13479"/>
                </a:lnTo>
                <a:lnTo>
                  <a:pt x="1354620" y="14215"/>
                </a:lnTo>
                <a:lnTo>
                  <a:pt x="1357436" y="15165"/>
                </a:lnTo>
                <a:lnTo>
                  <a:pt x="1359801" y="16101"/>
                </a:lnTo>
                <a:lnTo>
                  <a:pt x="1362435" y="17294"/>
                </a:lnTo>
                <a:lnTo>
                  <a:pt x="1364733" y="18468"/>
                </a:lnTo>
                <a:lnTo>
                  <a:pt x="1369378" y="21291"/>
                </a:lnTo>
                <a:lnTo>
                  <a:pt x="1373690" y="24512"/>
                </a:lnTo>
                <a:lnTo>
                  <a:pt x="1377716" y="28174"/>
                </a:lnTo>
                <a:lnTo>
                  <a:pt x="1381378" y="32200"/>
                </a:lnTo>
                <a:lnTo>
                  <a:pt x="1384599" y="36512"/>
                </a:lnTo>
                <a:lnTo>
                  <a:pt x="1387422" y="41157"/>
                </a:lnTo>
                <a:lnTo>
                  <a:pt x="1388596" y="43455"/>
                </a:lnTo>
                <a:lnTo>
                  <a:pt x="1389789" y="46089"/>
                </a:lnTo>
                <a:lnTo>
                  <a:pt x="1390725" y="48454"/>
                </a:lnTo>
                <a:lnTo>
                  <a:pt x="1391675" y="51270"/>
                </a:lnTo>
                <a:lnTo>
                  <a:pt x="1392411" y="53870"/>
                </a:lnTo>
                <a:lnTo>
                  <a:pt x="1393025" y="56535"/>
                </a:lnTo>
                <a:lnTo>
                  <a:pt x="1393521" y="59290"/>
                </a:lnTo>
                <a:lnTo>
                  <a:pt x="1393873" y="62037"/>
                </a:lnTo>
                <a:lnTo>
                  <a:pt x="1394116" y="65128"/>
                </a:lnTo>
                <a:lnTo>
                  <a:pt x="1394092" y="64835"/>
                </a:lnTo>
                <a:lnTo>
                  <a:pt x="1394174" y="68033"/>
                </a:lnTo>
                <a:lnTo>
                  <a:pt x="1394174" y="762028"/>
                </a:lnTo>
                <a:lnTo>
                  <a:pt x="1394092" y="765226"/>
                </a:lnTo>
                <a:lnTo>
                  <a:pt x="1394116" y="764933"/>
                </a:lnTo>
                <a:lnTo>
                  <a:pt x="1393873" y="768024"/>
                </a:lnTo>
                <a:lnTo>
                  <a:pt x="1393521" y="770771"/>
                </a:lnTo>
                <a:lnTo>
                  <a:pt x="1393025" y="773526"/>
                </a:lnTo>
                <a:lnTo>
                  <a:pt x="1392411" y="776191"/>
                </a:lnTo>
                <a:lnTo>
                  <a:pt x="1391675" y="778791"/>
                </a:lnTo>
                <a:lnTo>
                  <a:pt x="1390725" y="781607"/>
                </a:lnTo>
                <a:lnTo>
                  <a:pt x="1389789" y="783972"/>
                </a:lnTo>
                <a:lnTo>
                  <a:pt x="1388596" y="786605"/>
                </a:lnTo>
                <a:lnTo>
                  <a:pt x="1387422" y="788904"/>
                </a:lnTo>
                <a:lnTo>
                  <a:pt x="1384599" y="793549"/>
                </a:lnTo>
                <a:lnTo>
                  <a:pt x="1381378" y="797861"/>
                </a:lnTo>
                <a:lnTo>
                  <a:pt x="1377716" y="801887"/>
                </a:lnTo>
                <a:lnTo>
                  <a:pt x="1373690" y="805549"/>
                </a:lnTo>
                <a:lnTo>
                  <a:pt x="1369378" y="808770"/>
                </a:lnTo>
                <a:lnTo>
                  <a:pt x="1364733" y="811593"/>
                </a:lnTo>
                <a:lnTo>
                  <a:pt x="1362435" y="812767"/>
                </a:lnTo>
                <a:lnTo>
                  <a:pt x="1359801" y="813960"/>
                </a:lnTo>
                <a:lnTo>
                  <a:pt x="1357436" y="814896"/>
                </a:lnTo>
                <a:lnTo>
                  <a:pt x="1354620" y="815846"/>
                </a:lnTo>
                <a:lnTo>
                  <a:pt x="1352020" y="816582"/>
                </a:lnTo>
                <a:lnTo>
                  <a:pt x="1349355" y="817196"/>
                </a:lnTo>
                <a:lnTo>
                  <a:pt x="1346600" y="817692"/>
                </a:lnTo>
                <a:lnTo>
                  <a:pt x="1343853" y="818044"/>
                </a:lnTo>
                <a:lnTo>
                  <a:pt x="1340762" y="818287"/>
                </a:lnTo>
                <a:lnTo>
                  <a:pt x="1341055" y="818263"/>
                </a:lnTo>
                <a:lnTo>
                  <a:pt x="1337857" y="818345"/>
                </a:lnTo>
                <a:lnTo>
                  <a:pt x="68033" y="818345"/>
                </a:lnTo>
                <a:lnTo>
                  <a:pt x="64835" y="818263"/>
                </a:lnTo>
                <a:lnTo>
                  <a:pt x="65128" y="818287"/>
                </a:lnTo>
                <a:lnTo>
                  <a:pt x="62037" y="818044"/>
                </a:lnTo>
                <a:lnTo>
                  <a:pt x="59290" y="817692"/>
                </a:lnTo>
                <a:lnTo>
                  <a:pt x="56535" y="817196"/>
                </a:lnTo>
                <a:lnTo>
                  <a:pt x="53870" y="816582"/>
                </a:lnTo>
                <a:lnTo>
                  <a:pt x="51270" y="815846"/>
                </a:lnTo>
                <a:lnTo>
                  <a:pt x="48454" y="814896"/>
                </a:lnTo>
                <a:lnTo>
                  <a:pt x="46089" y="813960"/>
                </a:lnTo>
                <a:lnTo>
                  <a:pt x="43455" y="812767"/>
                </a:lnTo>
                <a:lnTo>
                  <a:pt x="41157" y="811593"/>
                </a:lnTo>
                <a:lnTo>
                  <a:pt x="36512" y="808770"/>
                </a:lnTo>
                <a:lnTo>
                  <a:pt x="32200" y="805549"/>
                </a:lnTo>
                <a:lnTo>
                  <a:pt x="28174" y="801887"/>
                </a:lnTo>
                <a:lnTo>
                  <a:pt x="24512" y="797861"/>
                </a:lnTo>
                <a:lnTo>
                  <a:pt x="21291" y="793549"/>
                </a:lnTo>
                <a:lnTo>
                  <a:pt x="18468" y="788904"/>
                </a:lnTo>
                <a:lnTo>
                  <a:pt x="17294" y="786605"/>
                </a:lnTo>
                <a:lnTo>
                  <a:pt x="16101" y="783972"/>
                </a:lnTo>
                <a:lnTo>
                  <a:pt x="15165" y="781607"/>
                </a:lnTo>
                <a:lnTo>
                  <a:pt x="14215" y="778791"/>
                </a:lnTo>
                <a:lnTo>
                  <a:pt x="13479" y="776191"/>
                </a:lnTo>
                <a:lnTo>
                  <a:pt x="12865" y="773526"/>
                </a:lnTo>
                <a:lnTo>
                  <a:pt x="12369" y="770771"/>
                </a:lnTo>
                <a:lnTo>
                  <a:pt x="12017" y="768024"/>
                </a:lnTo>
                <a:lnTo>
                  <a:pt x="11774" y="764933"/>
                </a:lnTo>
                <a:lnTo>
                  <a:pt x="11798" y="765226"/>
                </a:lnTo>
                <a:lnTo>
                  <a:pt x="11716" y="762028"/>
                </a:lnTo>
                <a:lnTo>
                  <a:pt x="11716" y="68033"/>
                </a:lnTo>
                <a:lnTo>
                  <a:pt x="11798" y="64835"/>
                </a:lnTo>
                <a:lnTo>
                  <a:pt x="11774" y="65128"/>
                </a:lnTo>
                <a:lnTo>
                  <a:pt x="12017" y="62037"/>
                </a:lnTo>
                <a:lnTo>
                  <a:pt x="12369" y="59290"/>
                </a:lnTo>
                <a:lnTo>
                  <a:pt x="12865" y="56535"/>
                </a:lnTo>
                <a:lnTo>
                  <a:pt x="13479" y="5387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buglocations">
            <a:extLst xmlns:a="http://schemas.openxmlformats.org/drawingml/2006/main">
              <a:ext uri="{FF2B5EF4-FFF2-40B4-BE49-F238E27FC236}">
                <a16:creationId xmlns:a16="http://schemas.microsoft.com/office/drawing/2014/main" id="{FA86D6FA-5774-48E6-8747-173D1629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173" y="2390661"/>
            <a:ext cx="834714" cy="149239"/>
          </a:xfrm>
          <a:custGeom xmlns:a="http://schemas.openxmlformats.org/drawingml/2006/main">
            <a:pathLst>
              <a:path w="834714" h="149239">
                <a:moveTo>
                  <a:pt x="31097" y="113405"/>
                </a:moveTo>
                <a:cubicBezTo>
                  <a:pt x="24095" y="113405"/>
                  <a:pt x="17734" y="112032"/>
                  <a:pt x="12013" y="109286"/>
                </a:cubicBezTo>
                <a:cubicBezTo>
                  <a:pt x="10549" y="111483"/>
                  <a:pt x="8764" y="112581"/>
                  <a:pt x="6659" y="112581"/>
                </a:cubicBezTo>
                <a:cubicBezTo>
                  <a:pt x="4920" y="112581"/>
                  <a:pt x="3444" y="111974"/>
                  <a:pt x="2231" y="110760"/>
                </a:cubicBezTo>
                <a:cubicBezTo>
                  <a:pt x="1018" y="109547"/>
                  <a:pt x="412" y="108025"/>
                  <a:pt x="412" y="106193"/>
                </a:cubicBezTo>
                <a:cubicBezTo>
                  <a:pt x="412" y="105003"/>
                  <a:pt x="469" y="103240"/>
                  <a:pt x="583" y="100905"/>
                </a:cubicBezTo>
                <a:cubicBezTo>
                  <a:pt x="698" y="98569"/>
                  <a:pt x="755" y="96806"/>
                  <a:pt x="755" y="95615"/>
                </a:cubicBezTo>
                <a:cubicBezTo>
                  <a:pt x="755" y="90761"/>
                  <a:pt x="629" y="83491"/>
                  <a:pt x="378" y="73806"/>
                </a:cubicBezTo>
                <a:cubicBezTo>
                  <a:pt x="126" y="64121"/>
                  <a:pt x="0" y="56851"/>
                  <a:pt x="0" y="51996"/>
                </a:cubicBezTo>
                <a:cubicBezTo>
                  <a:pt x="0" y="48654"/>
                  <a:pt x="23" y="42323"/>
                  <a:pt x="69" y="33004"/>
                </a:cubicBezTo>
                <a:cubicBezTo>
                  <a:pt x="114" y="23685"/>
                  <a:pt x="137" y="17331"/>
                  <a:pt x="137" y="13942"/>
                </a:cubicBezTo>
                <a:cubicBezTo>
                  <a:pt x="137" y="11194"/>
                  <a:pt x="709" y="8722"/>
                  <a:pt x="1853" y="6524"/>
                </a:cubicBezTo>
                <a:cubicBezTo>
                  <a:pt x="3364" y="3731"/>
                  <a:pt x="5446" y="2334"/>
                  <a:pt x="8100" y="2334"/>
                </a:cubicBezTo>
                <a:cubicBezTo>
                  <a:pt x="11533" y="2334"/>
                  <a:pt x="13249" y="4328"/>
                  <a:pt x="13249" y="8317"/>
                </a:cubicBezTo>
                <a:cubicBezTo>
                  <a:pt x="13249" y="8959"/>
                  <a:pt x="13134" y="9899"/>
                  <a:pt x="12906" y="11138"/>
                </a:cubicBezTo>
                <a:cubicBezTo>
                  <a:pt x="12677" y="12375"/>
                  <a:pt x="12562" y="13315"/>
                  <a:pt x="12562" y="13957"/>
                </a:cubicBezTo>
                <a:lnTo>
                  <a:pt x="12356" y="29021"/>
                </a:lnTo>
                <a:lnTo>
                  <a:pt x="12219" y="46543"/>
                </a:lnTo>
                <a:cubicBezTo>
                  <a:pt x="16201" y="43843"/>
                  <a:pt x="19988" y="41817"/>
                  <a:pt x="23580" y="40467"/>
                </a:cubicBezTo>
                <a:cubicBezTo>
                  <a:pt x="27173" y="39117"/>
                  <a:pt x="30548" y="38442"/>
                  <a:pt x="33706" y="38442"/>
                </a:cubicBezTo>
                <a:cubicBezTo>
                  <a:pt x="43545" y="38442"/>
                  <a:pt x="51531" y="42218"/>
                  <a:pt x="57663" y="49769"/>
                </a:cubicBezTo>
                <a:cubicBezTo>
                  <a:pt x="63430" y="56863"/>
                  <a:pt x="66313" y="65581"/>
                  <a:pt x="66313" y="75924"/>
                </a:cubicBezTo>
                <a:cubicBezTo>
                  <a:pt x="66313" y="86358"/>
                  <a:pt x="62949" y="95213"/>
                  <a:pt x="56222" y="102490"/>
                </a:cubicBezTo>
                <a:cubicBezTo>
                  <a:pt x="49494" y="109767"/>
                  <a:pt x="41120" y="113405"/>
                  <a:pt x="31097" y="113405"/>
                </a:cubicBezTo>
                <a:moveTo>
                  <a:pt x="33706" y="51485"/>
                </a:moveTo>
                <a:cubicBezTo>
                  <a:pt x="29953" y="51485"/>
                  <a:pt x="26109" y="52536"/>
                  <a:pt x="22173" y="54639"/>
                </a:cubicBezTo>
                <a:cubicBezTo>
                  <a:pt x="20251" y="55690"/>
                  <a:pt x="16956" y="57952"/>
                  <a:pt x="12288" y="61424"/>
                </a:cubicBezTo>
                <a:lnTo>
                  <a:pt x="12151" y="73285"/>
                </a:lnTo>
                <a:lnTo>
                  <a:pt x="12219" y="83979"/>
                </a:lnTo>
                <a:lnTo>
                  <a:pt x="12288" y="95220"/>
                </a:lnTo>
                <a:cubicBezTo>
                  <a:pt x="14485" y="96225"/>
                  <a:pt x="17574" y="97505"/>
                  <a:pt x="21555" y="99060"/>
                </a:cubicBezTo>
                <a:cubicBezTo>
                  <a:pt x="24393" y="99928"/>
                  <a:pt x="27573" y="100362"/>
                  <a:pt x="31097" y="100362"/>
                </a:cubicBezTo>
                <a:cubicBezTo>
                  <a:pt x="37733" y="100362"/>
                  <a:pt x="43179" y="98031"/>
                  <a:pt x="47435" y="93371"/>
                </a:cubicBezTo>
                <a:cubicBezTo>
                  <a:pt x="51691" y="88708"/>
                  <a:pt x="53819" y="82904"/>
                  <a:pt x="53819" y="75958"/>
                </a:cubicBezTo>
                <a:cubicBezTo>
                  <a:pt x="53819" y="69149"/>
                  <a:pt x="52103" y="63459"/>
                  <a:pt x="48671" y="58888"/>
                </a:cubicBezTo>
                <a:cubicBezTo>
                  <a:pt x="44964" y="53953"/>
                  <a:pt x="39975" y="51485"/>
                  <a:pt x="33706" y="51485"/>
                </a:cubicBezTo>
                <a:close/>
                <a:moveTo>
                  <a:pt x="138236" y="70432"/>
                </a:moveTo>
                <a:cubicBezTo>
                  <a:pt x="138236" y="73727"/>
                  <a:pt x="138259" y="78669"/>
                  <a:pt x="138305" y="85260"/>
                </a:cubicBezTo>
                <a:cubicBezTo>
                  <a:pt x="138351" y="91850"/>
                  <a:pt x="138373" y="96792"/>
                  <a:pt x="138373" y="100087"/>
                </a:cubicBezTo>
                <a:cubicBezTo>
                  <a:pt x="138373" y="101094"/>
                  <a:pt x="138454" y="102627"/>
                  <a:pt x="138614" y="104687"/>
                </a:cubicBezTo>
                <a:cubicBezTo>
                  <a:pt x="138774" y="106746"/>
                  <a:pt x="138854" y="108279"/>
                  <a:pt x="138854" y="109286"/>
                </a:cubicBezTo>
                <a:cubicBezTo>
                  <a:pt x="138854" y="111254"/>
                  <a:pt x="138190" y="112867"/>
                  <a:pt x="136863" y="114126"/>
                </a:cubicBezTo>
                <a:cubicBezTo>
                  <a:pt x="135536" y="115384"/>
                  <a:pt x="133911" y="116013"/>
                  <a:pt x="131989" y="116013"/>
                </a:cubicBezTo>
                <a:cubicBezTo>
                  <a:pt x="128465" y="116013"/>
                  <a:pt x="126223" y="113840"/>
                  <a:pt x="125262" y="109492"/>
                </a:cubicBezTo>
                <a:cubicBezTo>
                  <a:pt x="119541" y="112467"/>
                  <a:pt x="112951" y="113954"/>
                  <a:pt x="105492" y="113954"/>
                </a:cubicBezTo>
                <a:cubicBezTo>
                  <a:pt x="99496" y="113954"/>
                  <a:pt x="94531" y="112627"/>
                  <a:pt x="90595" y="109972"/>
                </a:cubicBezTo>
                <a:cubicBezTo>
                  <a:pt x="86247" y="107044"/>
                  <a:pt x="83662" y="102765"/>
                  <a:pt x="82838" y="97135"/>
                </a:cubicBezTo>
                <a:cubicBezTo>
                  <a:pt x="81053" y="85008"/>
                  <a:pt x="80161" y="74207"/>
                  <a:pt x="80161" y="64734"/>
                </a:cubicBezTo>
                <a:cubicBezTo>
                  <a:pt x="80161" y="58464"/>
                  <a:pt x="80847" y="51325"/>
                  <a:pt x="82220" y="43316"/>
                </a:cubicBezTo>
                <a:cubicBezTo>
                  <a:pt x="82861" y="39335"/>
                  <a:pt x="85035" y="37344"/>
                  <a:pt x="88742" y="37344"/>
                </a:cubicBezTo>
                <a:cubicBezTo>
                  <a:pt x="90710" y="37344"/>
                  <a:pt x="92357" y="37972"/>
                  <a:pt x="93684" y="39230"/>
                </a:cubicBezTo>
                <a:cubicBezTo>
                  <a:pt x="95011" y="40487"/>
                  <a:pt x="95675" y="42098"/>
                  <a:pt x="95675" y="44065"/>
                </a:cubicBezTo>
                <a:cubicBezTo>
                  <a:pt x="95675" y="46167"/>
                  <a:pt x="95343" y="49527"/>
                  <a:pt x="94680" y="54145"/>
                </a:cubicBezTo>
                <a:cubicBezTo>
                  <a:pt x="94016" y="58762"/>
                  <a:pt x="93684" y="62281"/>
                  <a:pt x="93684" y="64704"/>
                </a:cubicBezTo>
                <a:cubicBezTo>
                  <a:pt x="93684" y="72338"/>
                  <a:pt x="93936" y="78875"/>
                  <a:pt x="94439" y="84316"/>
                </a:cubicBezTo>
                <a:cubicBezTo>
                  <a:pt x="94943" y="89756"/>
                  <a:pt x="95698" y="94121"/>
                  <a:pt x="96705" y="97412"/>
                </a:cubicBezTo>
                <a:cubicBezTo>
                  <a:pt x="98215" y="98236"/>
                  <a:pt x="99702" y="98865"/>
                  <a:pt x="101167" y="99300"/>
                </a:cubicBezTo>
                <a:cubicBezTo>
                  <a:pt x="102631" y="99733"/>
                  <a:pt x="104073" y="99950"/>
                  <a:pt x="105492" y="99950"/>
                </a:cubicBezTo>
                <a:cubicBezTo>
                  <a:pt x="111624" y="99950"/>
                  <a:pt x="118100" y="98967"/>
                  <a:pt x="124919" y="97002"/>
                </a:cubicBezTo>
                <a:lnTo>
                  <a:pt x="124850" y="83082"/>
                </a:lnTo>
                <a:lnTo>
                  <a:pt x="124713" y="69780"/>
                </a:lnTo>
                <a:cubicBezTo>
                  <a:pt x="124713" y="59904"/>
                  <a:pt x="125147" y="51333"/>
                  <a:pt x="126017" y="44065"/>
                </a:cubicBezTo>
                <a:cubicBezTo>
                  <a:pt x="126520" y="39859"/>
                  <a:pt x="128740" y="37756"/>
                  <a:pt x="132676" y="37756"/>
                </a:cubicBezTo>
                <a:cubicBezTo>
                  <a:pt x="134644" y="37756"/>
                  <a:pt x="136291" y="38397"/>
                  <a:pt x="137618" y="39678"/>
                </a:cubicBezTo>
                <a:cubicBezTo>
                  <a:pt x="138945" y="40959"/>
                  <a:pt x="139563" y="42561"/>
                  <a:pt x="139472" y="44483"/>
                </a:cubicBezTo>
                <a:lnTo>
                  <a:pt x="138236" y="70432"/>
                </a:lnTo>
                <a:close/>
                <a:moveTo>
                  <a:pt x="211940" y="80935"/>
                </a:moveTo>
                <a:lnTo>
                  <a:pt x="210361" y="104000"/>
                </a:lnTo>
                <a:cubicBezTo>
                  <a:pt x="210087" y="113153"/>
                  <a:pt x="209148" y="120636"/>
                  <a:pt x="207547" y="126448"/>
                </a:cubicBezTo>
                <a:cubicBezTo>
                  <a:pt x="205487" y="133862"/>
                  <a:pt x="202192" y="139330"/>
                  <a:pt x="197662" y="142854"/>
                </a:cubicBezTo>
                <a:cubicBezTo>
                  <a:pt x="192170" y="147110"/>
                  <a:pt x="184230" y="149239"/>
                  <a:pt x="173841" y="149239"/>
                </a:cubicBezTo>
                <a:cubicBezTo>
                  <a:pt x="167754" y="149239"/>
                  <a:pt x="162652" y="148827"/>
                  <a:pt x="158533" y="148003"/>
                </a:cubicBezTo>
                <a:cubicBezTo>
                  <a:pt x="152766" y="146859"/>
                  <a:pt x="149883" y="144479"/>
                  <a:pt x="149883" y="140864"/>
                </a:cubicBezTo>
                <a:cubicBezTo>
                  <a:pt x="149883" y="136791"/>
                  <a:pt x="151874" y="134754"/>
                  <a:pt x="155856" y="134754"/>
                </a:cubicBezTo>
                <a:cubicBezTo>
                  <a:pt x="157503" y="134754"/>
                  <a:pt x="160249" y="135154"/>
                  <a:pt x="164093" y="135955"/>
                </a:cubicBezTo>
                <a:cubicBezTo>
                  <a:pt x="167937" y="136756"/>
                  <a:pt x="172193" y="137111"/>
                  <a:pt x="176861" y="137019"/>
                </a:cubicBezTo>
                <a:cubicBezTo>
                  <a:pt x="185648" y="136873"/>
                  <a:pt x="191712" y="132367"/>
                  <a:pt x="195053" y="123500"/>
                </a:cubicBezTo>
                <a:cubicBezTo>
                  <a:pt x="197250" y="117588"/>
                  <a:pt x="198417" y="108502"/>
                  <a:pt x="198554" y="96243"/>
                </a:cubicBezTo>
                <a:cubicBezTo>
                  <a:pt x="196083" y="101598"/>
                  <a:pt x="193142" y="105613"/>
                  <a:pt x="189733" y="108291"/>
                </a:cubicBezTo>
                <a:cubicBezTo>
                  <a:pt x="186323" y="110968"/>
                  <a:pt x="182422" y="112306"/>
                  <a:pt x="178028" y="112306"/>
                </a:cubicBezTo>
                <a:cubicBezTo>
                  <a:pt x="169745" y="112306"/>
                  <a:pt x="163006" y="109478"/>
                  <a:pt x="157812" y="103820"/>
                </a:cubicBezTo>
                <a:cubicBezTo>
                  <a:pt x="152618" y="98162"/>
                  <a:pt x="150021" y="90821"/>
                  <a:pt x="150021" y="81797"/>
                </a:cubicBezTo>
                <a:cubicBezTo>
                  <a:pt x="150021" y="69429"/>
                  <a:pt x="153567" y="59466"/>
                  <a:pt x="160661" y="51908"/>
                </a:cubicBezTo>
                <a:cubicBezTo>
                  <a:pt x="167983" y="44121"/>
                  <a:pt x="177960" y="40227"/>
                  <a:pt x="190591" y="40227"/>
                </a:cubicBezTo>
                <a:cubicBezTo>
                  <a:pt x="194847" y="40227"/>
                  <a:pt x="198417" y="40776"/>
                  <a:pt x="201300" y="41875"/>
                </a:cubicBezTo>
                <a:cubicBezTo>
                  <a:pt x="204183" y="42973"/>
                  <a:pt x="206380" y="44621"/>
                  <a:pt x="207890" y="46817"/>
                </a:cubicBezTo>
                <a:cubicBezTo>
                  <a:pt x="212787" y="46955"/>
                  <a:pt x="215235" y="49678"/>
                  <a:pt x="215235" y="54986"/>
                </a:cubicBezTo>
                <a:cubicBezTo>
                  <a:pt x="215235" y="58236"/>
                  <a:pt x="214755" y="62583"/>
                  <a:pt x="213794" y="68029"/>
                </a:cubicBezTo>
                <a:cubicBezTo>
                  <a:pt x="212741" y="74345"/>
                  <a:pt x="212123" y="78647"/>
                  <a:pt x="211940" y="80935"/>
                </a:cubicBezTo>
                <a:moveTo>
                  <a:pt x="189904" y="53957"/>
                </a:moveTo>
                <a:cubicBezTo>
                  <a:pt x="181209" y="53957"/>
                  <a:pt x="174482" y="56655"/>
                  <a:pt x="169722" y="62053"/>
                </a:cubicBezTo>
                <a:cubicBezTo>
                  <a:pt x="165466" y="66914"/>
                  <a:pt x="163338" y="73094"/>
                  <a:pt x="163338" y="80594"/>
                </a:cubicBezTo>
                <a:cubicBezTo>
                  <a:pt x="163338" y="86567"/>
                  <a:pt x="164597" y="91058"/>
                  <a:pt x="167114" y="94066"/>
                </a:cubicBezTo>
                <a:cubicBezTo>
                  <a:pt x="169631" y="97073"/>
                  <a:pt x="173406" y="98577"/>
                  <a:pt x="178440" y="98577"/>
                </a:cubicBezTo>
                <a:cubicBezTo>
                  <a:pt x="183063" y="98577"/>
                  <a:pt x="187548" y="96229"/>
                  <a:pt x="191895" y="91532"/>
                </a:cubicBezTo>
                <a:cubicBezTo>
                  <a:pt x="195831" y="87206"/>
                  <a:pt x="198073" y="82921"/>
                  <a:pt x="198623" y="78678"/>
                </a:cubicBezTo>
                <a:cubicBezTo>
                  <a:pt x="199584" y="74227"/>
                  <a:pt x="200613" y="67243"/>
                  <a:pt x="201712" y="57726"/>
                </a:cubicBezTo>
                <a:cubicBezTo>
                  <a:pt x="199881" y="56449"/>
                  <a:pt x="197982" y="55501"/>
                  <a:pt x="196014" y="54883"/>
                </a:cubicBezTo>
                <a:cubicBezTo>
                  <a:pt x="194046" y="54265"/>
                  <a:pt x="192010" y="53957"/>
                  <a:pt x="189904" y="53957"/>
                </a:cubicBezTo>
                <a:close/>
                <a:moveTo>
                  <a:pt x="289451" y="56565"/>
                </a:moveTo>
                <a:lnTo>
                  <a:pt x="288421" y="90723"/>
                </a:lnTo>
                <a:cubicBezTo>
                  <a:pt x="288421" y="94343"/>
                  <a:pt x="288238" y="99658"/>
                  <a:pt x="287872" y="106669"/>
                </a:cubicBezTo>
                <a:cubicBezTo>
                  <a:pt x="287414" y="111251"/>
                  <a:pt x="285172" y="113542"/>
                  <a:pt x="281144" y="113542"/>
                </a:cubicBezTo>
                <a:cubicBezTo>
                  <a:pt x="276659" y="113542"/>
                  <a:pt x="274417" y="111205"/>
                  <a:pt x="274417" y="106532"/>
                </a:cubicBezTo>
                <a:cubicBezTo>
                  <a:pt x="274417" y="100987"/>
                  <a:pt x="274669" y="92659"/>
                  <a:pt x="275172" y="81548"/>
                </a:cubicBezTo>
                <a:cubicBezTo>
                  <a:pt x="275675" y="70438"/>
                  <a:pt x="275927" y="62110"/>
                  <a:pt x="275927" y="56565"/>
                </a:cubicBezTo>
                <a:cubicBezTo>
                  <a:pt x="275927" y="49326"/>
                  <a:pt x="276041" y="41044"/>
                  <a:pt x="276270" y="31719"/>
                </a:cubicBezTo>
                <a:cubicBezTo>
                  <a:pt x="276499" y="22395"/>
                  <a:pt x="276614" y="14113"/>
                  <a:pt x="276614" y="6873"/>
                </a:cubicBezTo>
                <a:cubicBezTo>
                  <a:pt x="276614" y="2291"/>
                  <a:pt x="278856" y="0"/>
                  <a:pt x="283341" y="0"/>
                </a:cubicBezTo>
                <a:cubicBezTo>
                  <a:pt x="287872" y="0"/>
                  <a:pt x="290137" y="2291"/>
                  <a:pt x="290137" y="6873"/>
                </a:cubicBezTo>
                <a:cubicBezTo>
                  <a:pt x="290137" y="14113"/>
                  <a:pt x="290023" y="22395"/>
                  <a:pt x="289794" y="31719"/>
                </a:cubicBezTo>
                <a:cubicBezTo>
                  <a:pt x="289565" y="41044"/>
                  <a:pt x="289451" y="49326"/>
                  <a:pt x="289451" y="56565"/>
                </a:cubicBezTo>
                <a:close/>
                <a:moveTo>
                  <a:pt x="336419" y="114640"/>
                </a:moveTo>
                <a:cubicBezTo>
                  <a:pt x="328730" y="114640"/>
                  <a:pt x="322117" y="111798"/>
                  <a:pt x="316580" y="106113"/>
                </a:cubicBezTo>
                <a:cubicBezTo>
                  <a:pt x="310402" y="99786"/>
                  <a:pt x="307152" y="91281"/>
                  <a:pt x="306832" y="80598"/>
                </a:cubicBezTo>
                <a:cubicBezTo>
                  <a:pt x="306557" y="70237"/>
                  <a:pt x="309166" y="61113"/>
                  <a:pt x="314658" y="53227"/>
                </a:cubicBezTo>
                <a:cubicBezTo>
                  <a:pt x="321065" y="43920"/>
                  <a:pt x="329989" y="39266"/>
                  <a:pt x="341430" y="39266"/>
                </a:cubicBezTo>
                <a:cubicBezTo>
                  <a:pt x="350583" y="39266"/>
                  <a:pt x="357516" y="43461"/>
                  <a:pt x="362230" y="51852"/>
                </a:cubicBezTo>
                <a:cubicBezTo>
                  <a:pt x="365983" y="58637"/>
                  <a:pt x="367790" y="66797"/>
                  <a:pt x="367653" y="76333"/>
                </a:cubicBezTo>
                <a:cubicBezTo>
                  <a:pt x="367516" y="86512"/>
                  <a:pt x="364862" y="95200"/>
                  <a:pt x="359690" y="102400"/>
                </a:cubicBezTo>
                <a:cubicBezTo>
                  <a:pt x="353832" y="110560"/>
                  <a:pt x="346075" y="114640"/>
                  <a:pt x="336419" y="114640"/>
                </a:cubicBezTo>
                <a:moveTo>
                  <a:pt x="340538" y="53270"/>
                </a:moveTo>
                <a:cubicBezTo>
                  <a:pt x="333810" y="53224"/>
                  <a:pt x="328570" y="56432"/>
                  <a:pt x="324817" y="62893"/>
                </a:cubicBezTo>
                <a:cubicBezTo>
                  <a:pt x="321843" y="68073"/>
                  <a:pt x="320355" y="73986"/>
                  <a:pt x="320355" y="80630"/>
                </a:cubicBezTo>
                <a:cubicBezTo>
                  <a:pt x="320355" y="87276"/>
                  <a:pt x="322163" y="92455"/>
                  <a:pt x="325779" y="96168"/>
                </a:cubicBezTo>
                <a:cubicBezTo>
                  <a:pt x="328799" y="99238"/>
                  <a:pt x="332346" y="100774"/>
                  <a:pt x="336419" y="100774"/>
                </a:cubicBezTo>
                <a:cubicBezTo>
                  <a:pt x="341178" y="100774"/>
                  <a:pt x="345274" y="99032"/>
                  <a:pt x="348707" y="95548"/>
                </a:cubicBezTo>
                <a:cubicBezTo>
                  <a:pt x="352597" y="91699"/>
                  <a:pt x="354656" y="86498"/>
                  <a:pt x="354885" y="79944"/>
                </a:cubicBezTo>
                <a:cubicBezTo>
                  <a:pt x="355526" y="62207"/>
                  <a:pt x="350743" y="53316"/>
                  <a:pt x="340538" y="53270"/>
                </a:cubicBezTo>
                <a:close/>
                <a:moveTo>
                  <a:pt x="415514" y="114915"/>
                </a:moveTo>
                <a:cubicBezTo>
                  <a:pt x="406132" y="114915"/>
                  <a:pt x="398307" y="112073"/>
                  <a:pt x="392037" y="106388"/>
                </a:cubicBezTo>
                <a:cubicBezTo>
                  <a:pt x="385447" y="100428"/>
                  <a:pt x="382152" y="92565"/>
                  <a:pt x="382152" y="82799"/>
                </a:cubicBezTo>
                <a:cubicBezTo>
                  <a:pt x="382152" y="73493"/>
                  <a:pt x="385241" y="63889"/>
                  <a:pt x="391419" y="53987"/>
                </a:cubicBezTo>
                <a:cubicBezTo>
                  <a:pt x="398284" y="42983"/>
                  <a:pt x="406018" y="37481"/>
                  <a:pt x="414622" y="37481"/>
                </a:cubicBezTo>
                <a:cubicBezTo>
                  <a:pt x="419107" y="37481"/>
                  <a:pt x="424118" y="38537"/>
                  <a:pt x="429655" y="40650"/>
                </a:cubicBezTo>
                <a:cubicBezTo>
                  <a:pt x="436657" y="43360"/>
                  <a:pt x="440158" y="46666"/>
                  <a:pt x="440158" y="50569"/>
                </a:cubicBezTo>
                <a:cubicBezTo>
                  <a:pt x="440158" y="52314"/>
                  <a:pt x="439586" y="53864"/>
                  <a:pt x="438442" y="55220"/>
                </a:cubicBezTo>
                <a:cubicBezTo>
                  <a:pt x="437298" y="56574"/>
                  <a:pt x="435879" y="57252"/>
                  <a:pt x="434186" y="57252"/>
                </a:cubicBezTo>
                <a:cubicBezTo>
                  <a:pt x="432859" y="57252"/>
                  <a:pt x="431703" y="56848"/>
                  <a:pt x="430719" y="56040"/>
                </a:cubicBezTo>
                <a:cubicBezTo>
                  <a:pt x="429735" y="55230"/>
                  <a:pt x="428786" y="54432"/>
                  <a:pt x="427871" y="53645"/>
                </a:cubicBezTo>
                <a:cubicBezTo>
                  <a:pt x="425170" y="51473"/>
                  <a:pt x="420754" y="50387"/>
                  <a:pt x="414622" y="50387"/>
                </a:cubicBezTo>
                <a:cubicBezTo>
                  <a:pt x="409954" y="50387"/>
                  <a:pt x="405331" y="54563"/>
                  <a:pt x="400755" y="62915"/>
                </a:cubicBezTo>
                <a:cubicBezTo>
                  <a:pt x="396590" y="70578"/>
                  <a:pt x="394508" y="77208"/>
                  <a:pt x="394508" y="82805"/>
                </a:cubicBezTo>
                <a:cubicBezTo>
                  <a:pt x="394508" y="88862"/>
                  <a:pt x="396568" y="93634"/>
                  <a:pt x="400686" y="97123"/>
                </a:cubicBezTo>
                <a:cubicBezTo>
                  <a:pt x="404531" y="100380"/>
                  <a:pt x="409473" y="102009"/>
                  <a:pt x="415514" y="102009"/>
                </a:cubicBezTo>
                <a:cubicBezTo>
                  <a:pt x="418260" y="102009"/>
                  <a:pt x="421189" y="101277"/>
                  <a:pt x="424301" y="99813"/>
                </a:cubicBezTo>
                <a:lnTo>
                  <a:pt x="432264" y="95557"/>
                </a:lnTo>
                <a:cubicBezTo>
                  <a:pt x="433637" y="94824"/>
                  <a:pt x="434621" y="94458"/>
                  <a:pt x="435216" y="94458"/>
                </a:cubicBezTo>
                <a:cubicBezTo>
                  <a:pt x="436909" y="94458"/>
                  <a:pt x="438374" y="95133"/>
                  <a:pt x="439609" y="96483"/>
                </a:cubicBezTo>
                <a:cubicBezTo>
                  <a:pt x="440845" y="97833"/>
                  <a:pt x="441463" y="99378"/>
                  <a:pt x="441463" y="101117"/>
                </a:cubicBezTo>
                <a:cubicBezTo>
                  <a:pt x="441463" y="104458"/>
                  <a:pt x="437939" y="107684"/>
                  <a:pt x="430891" y="110796"/>
                </a:cubicBezTo>
                <a:cubicBezTo>
                  <a:pt x="424713" y="113542"/>
                  <a:pt x="419587" y="114915"/>
                  <a:pt x="415514" y="114915"/>
                </a:cubicBezTo>
                <a:close/>
                <a:moveTo>
                  <a:pt x="510151" y="115052"/>
                </a:moveTo>
                <a:cubicBezTo>
                  <a:pt x="509282" y="115052"/>
                  <a:pt x="507703" y="114037"/>
                  <a:pt x="505414" y="112006"/>
                </a:cubicBezTo>
                <a:cubicBezTo>
                  <a:pt x="503355" y="110114"/>
                  <a:pt x="501822" y="108429"/>
                  <a:pt x="500815" y="106952"/>
                </a:cubicBezTo>
                <a:cubicBezTo>
                  <a:pt x="496422" y="109355"/>
                  <a:pt x="492555" y="111168"/>
                  <a:pt x="489214" y="112392"/>
                </a:cubicBezTo>
                <a:cubicBezTo>
                  <a:pt x="485873" y="113616"/>
                  <a:pt x="483081" y="114229"/>
                  <a:pt x="480839" y="114229"/>
                </a:cubicBezTo>
                <a:cubicBezTo>
                  <a:pt x="470130" y="114229"/>
                  <a:pt x="462327" y="111208"/>
                  <a:pt x="457430" y="105167"/>
                </a:cubicBezTo>
                <a:cubicBezTo>
                  <a:pt x="452808" y="99492"/>
                  <a:pt x="450497" y="90797"/>
                  <a:pt x="450497" y="79081"/>
                </a:cubicBezTo>
                <a:cubicBezTo>
                  <a:pt x="450497" y="68006"/>
                  <a:pt x="454307" y="58533"/>
                  <a:pt x="461927" y="50661"/>
                </a:cubicBezTo>
                <a:cubicBezTo>
                  <a:pt x="469546" y="42790"/>
                  <a:pt x="478642" y="38854"/>
                  <a:pt x="489214" y="38854"/>
                </a:cubicBezTo>
                <a:cubicBezTo>
                  <a:pt x="493195" y="38854"/>
                  <a:pt x="497657" y="39884"/>
                  <a:pt x="502600" y="41943"/>
                </a:cubicBezTo>
                <a:cubicBezTo>
                  <a:pt x="508824" y="44506"/>
                  <a:pt x="511936" y="47595"/>
                  <a:pt x="511936" y="51211"/>
                </a:cubicBezTo>
                <a:cubicBezTo>
                  <a:pt x="511936" y="52446"/>
                  <a:pt x="511478" y="53545"/>
                  <a:pt x="510563" y="54506"/>
                </a:cubicBezTo>
                <a:cubicBezTo>
                  <a:pt x="510105" y="56245"/>
                  <a:pt x="509751" y="59105"/>
                  <a:pt x="509499" y="63087"/>
                </a:cubicBezTo>
                <a:cubicBezTo>
                  <a:pt x="509247" y="67068"/>
                  <a:pt x="509099" y="72171"/>
                  <a:pt x="509053" y="78395"/>
                </a:cubicBezTo>
                <a:cubicBezTo>
                  <a:pt x="509007" y="84070"/>
                  <a:pt x="509396" y="88555"/>
                  <a:pt x="510220" y="91850"/>
                </a:cubicBezTo>
                <a:cubicBezTo>
                  <a:pt x="510677" y="93863"/>
                  <a:pt x="512119" y="97891"/>
                  <a:pt x="514545" y="103932"/>
                </a:cubicBezTo>
                <a:cubicBezTo>
                  <a:pt x="514865" y="104755"/>
                  <a:pt x="515391" y="105968"/>
                  <a:pt x="516123" y="107570"/>
                </a:cubicBezTo>
                <a:lnTo>
                  <a:pt x="516535" y="108737"/>
                </a:lnTo>
                <a:cubicBezTo>
                  <a:pt x="516535" y="110567"/>
                  <a:pt x="515895" y="112078"/>
                  <a:pt x="514613" y="113268"/>
                </a:cubicBezTo>
                <a:cubicBezTo>
                  <a:pt x="513332" y="114457"/>
                  <a:pt x="511844" y="115052"/>
                  <a:pt x="510151" y="115052"/>
                </a:cubicBezTo>
                <a:moveTo>
                  <a:pt x="495873" y="67368"/>
                </a:moveTo>
                <a:cubicBezTo>
                  <a:pt x="495873" y="65405"/>
                  <a:pt x="495998" y="63271"/>
                  <a:pt x="496250" y="60967"/>
                </a:cubicBezTo>
                <a:cubicBezTo>
                  <a:pt x="496502" y="58662"/>
                  <a:pt x="496879" y="56208"/>
                  <a:pt x="497383" y="53607"/>
                </a:cubicBezTo>
                <a:cubicBezTo>
                  <a:pt x="495689" y="52739"/>
                  <a:pt x="494236" y="52099"/>
                  <a:pt x="493024" y="51689"/>
                </a:cubicBezTo>
                <a:cubicBezTo>
                  <a:pt x="491811" y="51279"/>
                  <a:pt x="490838" y="51073"/>
                  <a:pt x="490106" y="51073"/>
                </a:cubicBezTo>
                <a:cubicBezTo>
                  <a:pt x="483013" y="51073"/>
                  <a:pt x="476892" y="53960"/>
                  <a:pt x="471743" y="59734"/>
                </a:cubicBezTo>
                <a:cubicBezTo>
                  <a:pt x="466595" y="65507"/>
                  <a:pt x="464020" y="72159"/>
                  <a:pt x="464020" y="79691"/>
                </a:cubicBezTo>
                <a:cubicBezTo>
                  <a:pt x="464020" y="87176"/>
                  <a:pt x="465348" y="92790"/>
                  <a:pt x="468002" y="96533"/>
                </a:cubicBezTo>
                <a:cubicBezTo>
                  <a:pt x="470656" y="100275"/>
                  <a:pt x="474638" y="102147"/>
                  <a:pt x="479946" y="102147"/>
                </a:cubicBezTo>
                <a:cubicBezTo>
                  <a:pt x="484340" y="102147"/>
                  <a:pt x="488070" y="101348"/>
                  <a:pt x="491136" y="99750"/>
                </a:cubicBezTo>
                <a:cubicBezTo>
                  <a:pt x="492783" y="98884"/>
                  <a:pt x="495095" y="97150"/>
                  <a:pt x="498069" y="94548"/>
                </a:cubicBezTo>
                <a:cubicBezTo>
                  <a:pt x="496605" y="82452"/>
                  <a:pt x="495873" y="73392"/>
                  <a:pt x="495873" y="67368"/>
                </a:cubicBezTo>
                <a:close/>
                <a:moveTo>
                  <a:pt x="574515" y="52094"/>
                </a:moveTo>
                <a:cubicBezTo>
                  <a:pt x="573554" y="52094"/>
                  <a:pt x="572421" y="52049"/>
                  <a:pt x="571117" y="51957"/>
                </a:cubicBezTo>
                <a:cubicBezTo>
                  <a:pt x="569813" y="51864"/>
                  <a:pt x="568680" y="51818"/>
                  <a:pt x="567719" y="51818"/>
                </a:cubicBezTo>
                <a:cubicBezTo>
                  <a:pt x="566666" y="51818"/>
                  <a:pt x="563554" y="52165"/>
                  <a:pt x="558383" y="52858"/>
                </a:cubicBezTo>
                <a:lnTo>
                  <a:pt x="559687" y="93383"/>
                </a:lnTo>
                <a:lnTo>
                  <a:pt x="559756" y="96402"/>
                </a:lnTo>
                <a:lnTo>
                  <a:pt x="559825" y="99899"/>
                </a:lnTo>
                <a:cubicBezTo>
                  <a:pt x="560008" y="109910"/>
                  <a:pt x="557605" y="114915"/>
                  <a:pt x="552617" y="114915"/>
                </a:cubicBezTo>
                <a:cubicBezTo>
                  <a:pt x="550786" y="114915"/>
                  <a:pt x="549196" y="114321"/>
                  <a:pt x="547846" y="113132"/>
                </a:cubicBezTo>
                <a:cubicBezTo>
                  <a:pt x="546496" y="111944"/>
                  <a:pt x="545821" y="110458"/>
                  <a:pt x="545821" y="108675"/>
                </a:cubicBezTo>
                <a:cubicBezTo>
                  <a:pt x="545821" y="106938"/>
                  <a:pt x="545889" y="104333"/>
                  <a:pt x="546027" y="100860"/>
                </a:cubicBezTo>
                <a:cubicBezTo>
                  <a:pt x="546164" y="97384"/>
                  <a:pt x="546233" y="94778"/>
                  <a:pt x="546233" y="93040"/>
                </a:cubicBezTo>
                <a:lnTo>
                  <a:pt x="544860" y="52995"/>
                </a:lnTo>
                <a:cubicBezTo>
                  <a:pt x="541519" y="52858"/>
                  <a:pt x="536439" y="52467"/>
                  <a:pt x="529620" y="51822"/>
                </a:cubicBezTo>
                <a:cubicBezTo>
                  <a:pt x="525547" y="51270"/>
                  <a:pt x="523510" y="48994"/>
                  <a:pt x="523510" y="44994"/>
                </a:cubicBezTo>
                <a:cubicBezTo>
                  <a:pt x="523510" y="42970"/>
                  <a:pt x="524128" y="41293"/>
                  <a:pt x="525364" y="39961"/>
                </a:cubicBezTo>
                <a:cubicBezTo>
                  <a:pt x="526600" y="38628"/>
                  <a:pt x="528178" y="37962"/>
                  <a:pt x="530101" y="37962"/>
                </a:cubicBezTo>
                <a:lnTo>
                  <a:pt x="544516" y="39129"/>
                </a:lnTo>
                <a:cubicBezTo>
                  <a:pt x="544516" y="36788"/>
                  <a:pt x="544413" y="33656"/>
                  <a:pt x="544207" y="29733"/>
                </a:cubicBezTo>
                <a:cubicBezTo>
                  <a:pt x="544002" y="25808"/>
                  <a:pt x="543899" y="22975"/>
                  <a:pt x="543899" y="21231"/>
                </a:cubicBezTo>
                <a:cubicBezTo>
                  <a:pt x="543899" y="19303"/>
                  <a:pt x="544562" y="17709"/>
                  <a:pt x="545889" y="16447"/>
                </a:cubicBezTo>
                <a:cubicBezTo>
                  <a:pt x="547216" y="15185"/>
                  <a:pt x="548841" y="14553"/>
                  <a:pt x="550763" y="14553"/>
                </a:cubicBezTo>
                <a:cubicBezTo>
                  <a:pt x="554882" y="14553"/>
                  <a:pt x="557285" y="17917"/>
                  <a:pt x="557971" y="24644"/>
                </a:cubicBezTo>
                <a:cubicBezTo>
                  <a:pt x="558108" y="26338"/>
                  <a:pt x="558177" y="28374"/>
                  <a:pt x="558177" y="30754"/>
                </a:cubicBezTo>
                <a:lnTo>
                  <a:pt x="558040" y="34735"/>
                </a:lnTo>
                <a:lnTo>
                  <a:pt x="557971" y="38991"/>
                </a:lnTo>
                <a:cubicBezTo>
                  <a:pt x="563646" y="38259"/>
                  <a:pt x="566895" y="37893"/>
                  <a:pt x="567719" y="37893"/>
                </a:cubicBezTo>
                <a:cubicBezTo>
                  <a:pt x="572479" y="37893"/>
                  <a:pt x="575591" y="38122"/>
                  <a:pt x="577055" y="38580"/>
                </a:cubicBezTo>
                <a:cubicBezTo>
                  <a:pt x="579847" y="39501"/>
                  <a:pt x="581242" y="41672"/>
                  <a:pt x="581242" y="45092"/>
                </a:cubicBezTo>
                <a:cubicBezTo>
                  <a:pt x="581242" y="47126"/>
                  <a:pt x="580613" y="48802"/>
                  <a:pt x="579355" y="50119"/>
                </a:cubicBezTo>
                <a:cubicBezTo>
                  <a:pt x="578096" y="51436"/>
                  <a:pt x="576483" y="52094"/>
                  <a:pt x="574515" y="52094"/>
                </a:cubicBezTo>
                <a:close/>
                <a:moveTo>
                  <a:pt x="607896" y="23615"/>
                </a:moveTo>
                <a:cubicBezTo>
                  <a:pt x="605699" y="23615"/>
                  <a:pt x="603800" y="22837"/>
                  <a:pt x="602198" y="21281"/>
                </a:cubicBezTo>
                <a:cubicBezTo>
                  <a:pt x="600596" y="19725"/>
                  <a:pt x="599795" y="17848"/>
                  <a:pt x="599795" y="15652"/>
                </a:cubicBezTo>
                <a:cubicBezTo>
                  <a:pt x="599795" y="13455"/>
                  <a:pt x="600596" y="11578"/>
                  <a:pt x="602198" y="10022"/>
                </a:cubicBezTo>
                <a:cubicBezTo>
                  <a:pt x="603800" y="8466"/>
                  <a:pt x="605699" y="7688"/>
                  <a:pt x="607896" y="7688"/>
                </a:cubicBezTo>
                <a:cubicBezTo>
                  <a:pt x="610093" y="7688"/>
                  <a:pt x="611980" y="8466"/>
                  <a:pt x="613559" y="10022"/>
                </a:cubicBezTo>
                <a:cubicBezTo>
                  <a:pt x="615138" y="11578"/>
                  <a:pt x="615928" y="13455"/>
                  <a:pt x="615928" y="15652"/>
                </a:cubicBezTo>
                <a:cubicBezTo>
                  <a:pt x="615928" y="17848"/>
                  <a:pt x="615138" y="19725"/>
                  <a:pt x="613559" y="21281"/>
                </a:cubicBezTo>
                <a:cubicBezTo>
                  <a:pt x="611980" y="22837"/>
                  <a:pt x="610093" y="23615"/>
                  <a:pt x="607896" y="23615"/>
                </a:cubicBezTo>
                <a:moveTo>
                  <a:pt x="610985" y="79395"/>
                </a:moveTo>
                <a:cubicBezTo>
                  <a:pt x="610985" y="82143"/>
                  <a:pt x="611065" y="86255"/>
                  <a:pt x="611225" y="91730"/>
                </a:cubicBezTo>
                <a:cubicBezTo>
                  <a:pt x="611385" y="97203"/>
                  <a:pt x="611465" y="101314"/>
                  <a:pt x="611465" y="104062"/>
                </a:cubicBezTo>
                <a:cubicBezTo>
                  <a:pt x="611465" y="106077"/>
                  <a:pt x="610848" y="107726"/>
                  <a:pt x="609612" y="109009"/>
                </a:cubicBezTo>
                <a:cubicBezTo>
                  <a:pt x="608376" y="110292"/>
                  <a:pt x="606752" y="110934"/>
                  <a:pt x="604738" y="110934"/>
                </a:cubicBezTo>
                <a:cubicBezTo>
                  <a:pt x="602770" y="110934"/>
                  <a:pt x="601157" y="110292"/>
                  <a:pt x="599898" y="109009"/>
                </a:cubicBezTo>
                <a:cubicBezTo>
                  <a:pt x="598640" y="107726"/>
                  <a:pt x="598011" y="106077"/>
                  <a:pt x="598011" y="104062"/>
                </a:cubicBezTo>
                <a:cubicBezTo>
                  <a:pt x="598011" y="101314"/>
                  <a:pt x="597931" y="97203"/>
                  <a:pt x="597770" y="91730"/>
                </a:cubicBezTo>
                <a:cubicBezTo>
                  <a:pt x="597610" y="86255"/>
                  <a:pt x="597530" y="82143"/>
                  <a:pt x="597530" y="79395"/>
                </a:cubicBezTo>
                <a:cubicBezTo>
                  <a:pt x="597530" y="75088"/>
                  <a:pt x="597759" y="69717"/>
                  <a:pt x="598217" y="63282"/>
                </a:cubicBezTo>
                <a:cubicBezTo>
                  <a:pt x="598674" y="56845"/>
                  <a:pt x="598903" y="51473"/>
                  <a:pt x="598903" y="47167"/>
                </a:cubicBezTo>
                <a:cubicBezTo>
                  <a:pt x="598903" y="45106"/>
                  <a:pt x="599532" y="43434"/>
                  <a:pt x="600791" y="42151"/>
                </a:cubicBezTo>
                <a:cubicBezTo>
                  <a:pt x="602049" y="40869"/>
                  <a:pt x="603663" y="40227"/>
                  <a:pt x="605630" y="40227"/>
                </a:cubicBezTo>
                <a:cubicBezTo>
                  <a:pt x="607598" y="40227"/>
                  <a:pt x="609212" y="40869"/>
                  <a:pt x="610470" y="42151"/>
                </a:cubicBezTo>
                <a:cubicBezTo>
                  <a:pt x="611729" y="43434"/>
                  <a:pt x="612358" y="45106"/>
                  <a:pt x="612358" y="47167"/>
                </a:cubicBezTo>
                <a:cubicBezTo>
                  <a:pt x="612358" y="51473"/>
                  <a:pt x="612129" y="56845"/>
                  <a:pt x="611671" y="63282"/>
                </a:cubicBezTo>
                <a:cubicBezTo>
                  <a:pt x="611214" y="69717"/>
                  <a:pt x="610985" y="75088"/>
                  <a:pt x="610985" y="79395"/>
                </a:cubicBezTo>
                <a:close/>
                <a:moveTo>
                  <a:pt x="659775" y="114640"/>
                </a:moveTo>
                <a:cubicBezTo>
                  <a:pt x="652086" y="114640"/>
                  <a:pt x="645473" y="111798"/>
                  <a:pt x="639936" y="106113"/>
                </a:cubicBezTo>
                <a:cubicBezTo>
                  <a:pt x="633757" y="99786"/>
                  <a:pt x="630508" y="91281"/>
                  <a:pt x="630188" y="80598"/>
                </a:cubicBezTo>
                <a:cubicBezTo>
                  <a:pt x="629913" y="70237"/>
                  <a:pt x="632522" y="61113"/>
                  <a:pt x="638014" y="53227"/>
                </a:cubicBezTo>
                <a:cubicBezTo>
                  <a:pt x="644421" y="43920"/>
                  <a:pt x="653345" y="39266"/>
                  <a:pt x="664786" y="39266"/>
                </a:cubicBezTo>
                <a:cubicBezTo>
                  <a:pt x="673939" y="39266"/>
                  <a:pt x="680872" y="43461"/>
                  <a:pt x="685586" y="51852"/>
                </a:cubicBezTo>
                <a:cubicBezTo>
                  <a:pt x="689339" y="58637"/>
                  <a:pt x="691146" y="66797"/>
                  <a:pt x="691009" y="76333"/>
                </a:cubicBezTo>
                <a:cubicBezTo>
                  <a:pt x="690872" y="86512"/>
                  <a:pt x="688217" y="95200"/>
                  <a:pt x="683046" y="102400"/>
                </a:cubicBezTo>
                <a:cubicBezTo>
                  <a:pt x="677188" y="110560"/>
                  <a:pt x="669431" y="114640"/>
                  <a:pt x="659775" y="114640"/>
                </a:cubicBezTo>
                <a:moveTo>
                  <a:pt x="663893" y="53270"/>
                </a:moveTo>
                <a:cubicBezTo>
                  <a:pt x="657166" y="53224"/>
                  <a:pt x="651926" y="56432"/>
                  <a:pt x="648173" y="62893"/>
                </a:cubicBezTo>
                <a:cubicBezTo>
                  <a:pt x="645199" y="68073"/>
                  <a:pt x="643711" y="73986"/>
                  <a:pt x="643711" y="80630"/>
                </a:cubicBezTo>
                <a:cubicBezTo>
                  <a:pt x="643711" y="87276"/>
                  <a:pt x="645519" y="92455"/>
                  <a:pt x="649134" y="96168"/>
                </a:cubicBezTo>
                <a:cubicBezTo>
                  <a:pt x="652155" y="99238"/>
                  <a:pt x="655702" y="100774"/>
                  <a:pt x="659775" y="100774"/>
                </a:cubicBezTo>
                <a:cubicBezTo>
                  <a:pt x="664534" y="100774"/>
                  <a:pt x="668630" y="99032"/>
                  <a:pt x="672062" y="95548"/>
                </a:cubicBezTo>
                <a:cubicBezTo>
                  <a:pt x="675952" y="91699"/>
                  <a:pt x="678012" y="86498"/>
                  <a:pt x="678241" y="79944"/>
                </a:cubicBezTo>
                <a:cubicBezTo>
                  <a:pt x="678881" y="62207"/>
                  <a:pt x="674099" y="53316"/>
                  <a:pt x="663893" y="53270"/>
                </a:cubicBezTo>
                <a:close/>
                <a:moveTo>
                  <a:pt x="760493" y="115464"/>
                </a:moveTo>
                <a:cubicBezTo>
                  <a:pt x="756557" y="115464"/>
                  <a:pt x="754338" y="113309"/>
                  <a:pt x="753834" y="108999"/>
                </a:cubicBezTo>
                <a:lnTo>
                  <a:pt x="751912" y="93933"/>
                </a:lnTo>
                <a:cubicBezTo>
                  <a:pt x="751271" y="88567"/>
                  <a:pt x="750951" y="83545"/>
                  <a:pt x="750951" y="78867"/>
                </a:cubicBezTo>
                <a:cubicBezTo>
                  <a:pt x="750951" y="77583"/>
                  <a:pt x="751031" y="75404"/>
                  <a:pt x="751191" y="72332"/>
                </a:cubicBezTo>
                <a:cubicBezTo>
                  <a:pt x="751351" y="69259"/>
                  <a:pt x="751432" y="67080"/>
                  <a:pt x="751432" y="65796"/>
                </a:cubicBezTo>
                <a:cubicBezTo>
                  <a:pt x="751432" y="55889"/>
                  <a:pt x="749601" y="50936"/>
                  <a:pt x="745940" y="50936"/>
                </a:cubicBezTo>
                <a:cubicBezTo>
                  <a:pt x="740814" y="50936"/>
                  <a:pt x="735917" y="53983"/>
                  <a:pt x="731249" y="60077"/>
                </a:cubicBezTo>
                <a:cubicBezTo>
                  <a:pt x="727039" y="65620"/>
                  <a:pt x="723744" y="72629"/>
                  <a:pt x="721364" y="81104"/>
                </a:cubicBezTo>
                <a:cubicBezTo>
                  <a:pt x="721273" y="82892"/>
                  <a:pt x="721067" y="85137"/>
                  <a:pt x="720746" y="87840"/>
                </a:cubicBezTo>
                <a:cubicBezTo>
                  <a:pt x="720472" y="90131"/>
                  <a:pt x="720334" y="92353"/>
                  <a:pt x="720334" y="94505"/>
                </a:cubicBezTo>
                <a:cubicBezTo>
                  <a:pt x="720334" y="95880"/>
                  <a:pt x="720472" y="97941"/>
                  <a:pt x="720746" y="100690"/>
                </a:cubicBezTo>
                <a:cubicBezTo>
                  <a:pt x="721021" y="103439"/>
                  <a:pt x="721158" y="105500"/>
                  <a:pt x="721158" y="106875"/>
                </a:cubicBezTo>
                <a:cubicBezTo>
                  <a:pt x="721158" y="108937"/>
                  <a:pt x="720529" y="110610"/>
                  <a:pt x="719270" y="111892"/>
                </a:cubicBezTo>
                <a:cubicBezTo>
                  <a:pt x="718012" y="113175"/>
                  <a:pt x="716399" y="113817"/>
                  <a:pt x="714431" y="113817"/>
                </a:cubicBezTo>
                <a:cubicBezTo>
                  <a:pt x="712417" y="113817"/>
                  <a:pt x="710792" y="113175"/>
                  <a:pt x="709557" y="111890"/>
                </a:cubicBezTo>
                <a:cubicBezTo>
                  <a:pt x="708321" y="110607"/>
                  <a:pt x="707703" y="108934"/>
                  <a:pt x="707703" y="106870"/>
                </a:cubicBezTo>
                <a:cubicBezTo>
                  <a:pt x="707703" y="105496"/>
                  <a:pt x="707555" y="103434"/>
                  <a:pt x="707257" y="100684"/>
                </a:cubicBezTo>
                <a:cubicBezTo>
                  <a:pt x="706960" y="97932"/>
                  <a:pt x="706811" y="95868"/>
                  <a:pt x="706811" y="94493"/>
                </a:cubicBezTo>
                <a:cubicBezTo>
                  <a:pt x="706811" y="89770"/>
                  <a:pt x="707143" y="83226"/>
                  <a:pt x="707806" y="74860"/>
                </a:cubicBezTo>
                <a:cubicBezTo>
                  <a:pt x="708470" y="66493"/>
                  <a:pt x="708802" y="59949"/>
                  <a:pt x="708802" y="55226"/>
                </a:cubicBezTo>
                <a:cubicBezTo>
                  <a:pt x="708802" y="53759"/>
                  <a:pt x="708722" y="51582"/>
                  <a:pt x="708561" y="48694"/>
                </a:cubicBezTo>
                <a:cubicBezTo>
                  <a:pt x="708401" y="45805"/>
                  <a:pt x="708321" y="43628"/>
                  <a:pt x="708321" y="42162"/>
                </a:cubicBezTo>
                <a:cubicBezTo>
                  <a:pt x="708321" y="40190"/>
                  <a:pt x="708973" y="38574"/>
                  <a:pt x="710278" y="37314"/>
                </a:cubicBezTo>
                <a:cubicBezTo>
                  <a:pt x="711582" y="36053"/>
                  <a:pt x="713195" y="35422"/>
                  <a:pt x="715117" y="35422"/>
                </a:cubicBezTo>
                <a:cubicBezTo>
                  <a:pt x="719328" y="35422"/>
                  <a:pt x="721639" y="38409"/>
                  <a:pt x="722051" y="44382"/>
                </a:cubicBezTo>
                <a:lnTo>
                  <a:pt x="722257" y="52446"/>
                </a:lnTo>
                <a:cubicBezTo>
                  <a:pt x="729945" y="42195"/>
                  <a:pt x="737839" y="37069"/>
                  <a:pt x="745940" y="37069"/>
                </a:cubicBezTo>
                <a:cubicBezTo>
                  <a:pt x="753262" y="37069"/>
                  <a:pt x="758365" y="40301"/>
                  <a:pt x="761248" y="46766"/>
                </a:cubicBezTo>
                <a:cubicBezTo>
                  <a:pt x="763216" y="51075"/>
                  <a:pt x="764291" y="57448"/>
                  <a:pt x="764474" y="65884"/>
                </a:cubicBezTo>
                <a:lnTo>
                  <a:pt x="764474" y="72828"/>
                </a:lnTo>
                <a:lnTo>
                  <a:pt x="764406" y="79223"/>
                </a:lnTo>
                <a:cubicBezTo>
                  <a:pt x="764406" y="83029"/>
                  <a:pt x="764898" y="87946"/>
                  <a:pt x="765882" y="93976"/>
                </a:cubicBezTo>
                <a:cubicBezTo>
                  <a:pt x="766866" y="100004"/>
                  <a:pt x="767358" y="104897"/>
                  <a:pt x="767358" y="108655"/>
                </a:cubicBezTo>
                <a:cubicBezTo>
                  <a:pt x="767358" y="110673"/>
                  <a:pt x="766705" y="112312"/>
                  <a:pt x="765401" y="113572"/>
                </a:cubicBezTo>
                <a:cubicBezTo>
                  <a:pt x="764097" y="114834"/>
                  <a:pt x="762461" y="115464"/>
                  <a:pt x="760493" y="115464"/>
                </a:cubicBezTo>
                <a:close/>
                <a:moveTo>
                  <a:pt x="827987" y="57663"/>
                </a:moveTo>
                <a:cubicBezTo>
                  <a:pt x="825470" y="57663"/>
                  <a:pt x="823708" y="56823"/>
                  <a:pt x="822701" y="55141"/>
                </a:cubicBezTo>
                <a:cubicBezTo>
                  <a:pt x="822015" y="53959"/>
                  <a:pt x="821420" y="51505"/>
                  <a:pt x="820916" y="47778"/>
                </a:cubicBezTo>
                <a:cubicBezTo>
                  <a:pt x="817484" y="48646"/>
                  <a:pt x="812198" y="50246"/>
                  <a:pt x="805059" y="52577"/>
                </a:cubicBezTo>
                <a:cubicBezTo>
                  <a:pt x="797691" y="55503"/>
                  <a:pt x="793984" y="59114"/>
                  <a:pt x="793938" y="63410"/>
                </a:cubicBezTo>
                <a:cubicBezTo>
                  <a:pt x="795311" y="63914"/>
                  <a:pt x="796661" y="64280"/>
                  <a:pt x="797988" y="64509"/>
                </a:cubicBezTo>
                <a:cubicBezTo>
                  <a:pt x="808514" y="66382"/>
                  <a:pt x="816340" y="68965"/>
                  <a:pt x="821465" y="72257"/>
                </a:cubicBezTo>
                <a:cubicBezTo>
                  <a:pt x="828925" y="77058"/>
                  <a:pt x="832655" y="84008"/>
                  <a:pt x="832655" y="93107"/>
                </a:cubicBezTo>
                <a:cubicBezTo>
                  <a:pt x="832655" y="100559"/>
                  <a:pt x="829428" y="106183"/>
                  <a:pt x="822976" y="109977"/>
                </a:cubicBezTo>
                <a:cubicBezTo>
                  <a:pt x="817621" y="113086"/>
                  <a:pt x="810848" y="114640"/>
                  <a:pt x="802656" y="114640"/>
                </a:cubicBezTo>
                <a:cubicBezTo>
                  <a:pt x="796661" y="114640"/>
                  <a:pt x="790940" y="113634"/>
                  <a:pt x="785494" y="111620"/>
                </a:cubicBezTo>
                <a:cubicBezTo>
                  <a:pt x="778447" y="109057"/>
                  <a:pt x="774923" y="105488"/>
                  <a:pt x="774923" y="100911"/>
                </a:cubicBezTo>
                <a:cubicBezTo>
                  <a:pt x="774923" y="99080"/>
                  <a:pt x="775644" y="97479"/>
                  <a:pt x="777085" y="96106"/>
                </a:cubicBezTo>
                <a:cubicBezTo>
                  <a:pt x="778527" y="94733"/>
                  <a:pt x="780163" y="94046"/>
                  <a:pt x="781993" y="94046"/>
                </a:cubicBezTo>
                <a:cubicBezTo>
                  <a:pt x="783412" y="94046"/>
                  <a:pt x="785243" y="95145"/>
                  <a:pt x="787485" y="97341"/>
                </a:cubicBezTo>
                <a:cubicBezTo>
                  <a:pt x="788584" y="98394"/>
                  <a:pt x="791055" y="99264"/>
                  <a:pt x="794899" y="99950"/>
                </a:cubicBezTo>
                <a:cubicBezTo>
                  <a:pt x="797965" y="100499"/>
                  <a:pt x="800551" y="100774"/>
                  <a:pt x="802656" y="100774"/>
                </a:cubicBezTo>
                <a:cubicBezTo>
                  <a:pt x="806500" y="100774"/>
                  <a:pt x="809887" y="100317"/>
                  <a:pt x="812816" y="99403"/>
                </a:cubicBezTo>
                <a:cubicBezTo>
                  <a:pt x="817072" y="98077"/>
                  <a:pt x="819200" y="95975"/>
                  <a:pt x="819200" y="93096"/>
                </a:cubicBezTo>
                <a:cubicBezTo>
                  <a:pt x="819200" y="86879"/>
                  <a:pt x="814852" y="82674"/>
                  <a:pt x="806157" y="80480"/>
                </a:cubicBezTo>
                <a:lnTo>
                  <a:pt x="799018" y="78901"/>
                </a:lnTo>
                <a:cubicBezTo>
                  <a:pt x="792931" y="77573"/>
                  <a:pt x="788606" y="76015"/>
                  <a:pt x="786044" y="74229"/>
                </a:cubicBezTo>
                <a:cubicBezTo>
                  <a:pt x="782337" y="71665"/>
                  <a:pt x="780483" y="67796"/>
                  <a:pt x="780483" y="62623"/>
                </a:cubicBezTo>
                <a:cubicBezTo>
                  <a:pt x="780483" y="53053"/>
                  <a:pt x="784991" y="46229"/>
                  <a:pt x="794007" y="42154"/>
                </a:cubicBezTo>
                <a:cubicBezTo>
                  <a:pt x="796753" y="40918"/>
                  <a:pt x="801146" y="39442"/>
                  <a:pt x="807187" y="37726"/>
                </a:cubicBezTo>
                <a:cubicBezTo>
                  <a:pt x="813228" y="36008"/>
                  <a:pt x="817553" y="34554"/>
                  <a:pt x="820161" y="33362"/>
                </a:cubicBezTo>
                <a:cubicBezTo>
                  <a:pt x="822037" y="32539"/>
                  <a:pt x="824074" y="32127"/>
                  <a:pt x="826271" y="32127"/>
                </a:cubicBezTo>
                <a:cubicBezTo>
                  <a:pt x="828239" y="32127"/>
                  <a:pt x="829852" y="32767"/>
                  <a:pt x="831110" y="34049"/>
                </a:cubicBezTo>
                <a:cubicBezTo>
                  <a:pt x="832369" y="35330"/>
                  <a:pt x="832998" y="37001"/>
                  <a:pt x="832998" y="39060"/>
                </a:cubicBezTo>
                <a:cubicBezTo>
                  <a:pt x="832998" y="40387"/>
                  <a:pt x="833284" y="42332"/>
                  <a:pt x="833856" y="44895"/>
                </a:cubicBezTo>
                <a:cubicBezTo>
                  <a:pt x="834428" y="47458"/>
                  <a:pt x="834714" y="49403"/>
                  <a:pt x="834714" y="50730"/>
                </a:cubicBezTo>
                <a:cubicBezTo>
                  <a:pt x="834714" y="52790"/>
                  <a:pt x="834085" y="54460"/>
                  <a:pt x="832827" y="55741"/>
                </a:cubicBezTo>
                <a:cubicBezTo>
                  <a:pt x="831568" y="57023"/>
                  <a:pt x="829955" y="57663"/>
                  <a:pt x="827987" y="57663"/>
                </a:cubicBezTo>
                <a:close/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:">
            <a:extLst xmlns:a="http://schemas.openxmlformats.org/drawingml/2006/main">
              <a:ext uri="{FF2B5EF4-FFF2-40B4-BE49-F238E27FC236}">
                <a16:creationId xmlns:a16="http://schemas.microsoft.com/office/drawing/2014/main" id="{4E774BB2-A39E-42DA-A4B8-2EC2947D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1975" y="2415825"/>
            <a:ext cx="22585" cy="85357"/>
          </a:xfrm>
          <a:custGeom xmlns:a="http://schemas.openxmlformats.org/drawingml/2006/main">
            <a:pathLst>
              <a:path w="22585" h="85357">
                <a:moveTo>
                  <a:pt x="0" y="22666"/>
                </a:moveTo>
                <a:lnTo>
                  <a:pt x="0" y="0"/>
                </a:lnTo>
                <a:lnTo>
                  <a:pt x="22585" y="0"/>
                </a:lnTo>
                <a:lnTo>
                  <a:pt x="22585" y="22666"/>
                </a:lnTo>
                <a:lnTo>
                  <a:pt x="0" y="22666"/>
                </a:lnTo>
                <a:moveTo>
                  <a:pt x="0" y="85357"/>
                </a:moveTo>
                <a:lnTo>
                  <a:pt x="0" y="62692"/>
                </a:lnTo>
                <a:lnTo>
                  <a:pt x="22585" y="62692"/>
                </a:lnTo>
                <a:lnTo>
                  <a:pt x="22585" y="85357"/>
                </a:lnTo>
                <a:lnTo>
                  <a:pt x="0" y="85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&lt;file&gt;...&lt;\file&gt;">
            <a:extLst xmlns:a="http://schemas.openxmlformats.org/drawingml/2006/main">
              <a:ext uri="{FF2B5EF4-FFF2-40B4-BE49-F238E27FC236}">
                <a16:creationId xmlns:a16="http://schemas.microsoft.com/office/drawing/2014/main" id="{97D8E75D-4587-4711-B5E3-0C76D07B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405" y="2573326"/>
            <a:ext cx="828180" cy="104206"/>
          </a:xfrm>
          <a:custGeom xmlns:a="http://schemas.openxmlformats.org/drawingml/2006/main">
            <a:pathLst>
              <a:path w="828180" h="104206">
                <a:moveTo>
                  <a:pt x="0" y="58350"/>
                </a:moveTo>
                <a:lnTo>
                  <a:pt x="0" y="46817"/>
                </a:lnTo>
                <a:lnTo>
                  <a:pt x="66656" y="18672"/>
                </a:lnTo>
                <a:lnTo>
                  <a:pt x="66656" y="31028"/>
                </a:lnTo>
                <a:lnTo>
                  <a:pt x="13798" y="52652"/>
                </a:lnTo>
                <a:lnTo>
                  <a:pt x="66656" y="74551"/>
                </a:lnTo>
                <a:lnTo>
                  <a:pt x="66656" y="86907"/>
                </a:lnTo>
                <a:lnTo>
                  <a:pt x="0" y="58350"/>
                </a:lnTo>
                <a:close/>
                <a:moveTo>
                  <a:pt x="86541" y="102421"/>
                </a:moveTo>
                <a:lnTo>
                  <a:pt x="86541" y="39129"/>
                </a:lnTo>
                <a:lnTo>
                  <a:pt x="75626" y="39129"/>
                </a:lnTo>
                <a:lnTo>
                  <a:pt x="75626" y="29518"/>
                </a:lnTo>
                <a:lnTo>
                  <a:pt x="86541" y="29518"/>
                </a:lnTo>
                <a:lnTo>
                  <a:pt x="86541" y="21778"/>
                </a:lnTo>
                <a:cubicBezTo>
                  <a:pt x="86541" y="16893"/>
                  <a:pt x="86976" y="13263"/>
                  <a:pt x="87845" y="10889"/>
                </a:cubicBezTo>
                <a:cubicBezTo>
                  <a:pt x="89035" y="7694"/>
                  <a:pt x="91129" y="5103"/>
                  <a:pt x="94126" y="3117"/>
                </a:cubicBezTo>
                <a:cubicBezTo>
                  <a:pt x="97124" y="1131"/>
                  <a:pt x="101323" y="137"/>
                  <a:pt x="106723" y="137"/>
                </a:cubicBezTo>
                <a:cubicBezTo>
                  <a:pt x="110201" y="137"/>
                  <a:pt x="114046" y="551"/>
                  <a:pt x="118256" y="1379"/>
                </a:cubicBezTo>
                <a:lnTo>
                  <a:pt x="116402" y="12215"/>
                </a:lnTo>
                <a:cubicBezTo>
                  <a:pt x="113840" y="11760"/>
                  <a:pt x="111414" y="11533"/>
                  <a:pt x="109126" y="11533"/>
                </a:cubicBezTo>
                <a:cubicBezTo>
                  <a:pt x="105373" y="11533"/>
                  <a:pt x="102719" y="12328"/>
                  <a:pt x="101163" y="13918"/>
                </a:cubicBezTo>
                <a:cubicBezTo>
                  <a:pt x="99607" y="15507"/>
                  <a:pt x="98829" y="18482"/>
                  <a:pt x="98829" y="22842"/>
                </a:cubicBezTo>
                <a:lnTo>
                  <a:pt x="98829" y="29518"/>
                </a:lnTo>
                <a:lnTo>
                  <a:pt x="113039" y="29518"/>
                </a:lnTo>
                <a:lnTo>
                  <a:pt x="113039" y="39129"/>
                </a:lnTo>
                <a:lnTo>
                  <a:pt x="98829" y="39129"/>
                </a:lnTo>
                <a:lnTo>
                  <a:pt x="98829" y="102421"/>
                </a:lnTo>
                <a:lnTo>
                  <a:pt x="86541" y="102421"/>
                </a:lnTo>
                <a:close/>
                <a:moveTo>
                  <a:pt x="122905" y="15926"/>
                </a:moveTo>
                <a:lnTo>
                  <a:pt x="122905" y="1785"/>
                </a:lnTo>
                <a:lnTo>
                  <a:pt x="135261" y="1785"/>
                </a:lnTo>
                <a:lnTo>
                  <a:pt x="135261" y="15926"/>
                </a:lnTo>
                <a:lnTo>
                  <a:pt x="122905" y="15926"/>
                </a:lnTo>
                <a:moveTo>
                  <a:pt x="122905" y="102421"/>
                </a:moveTo>
                <a:lnTo>
                  <a:pt x="122905" y="29518"/>
                </a:lnTo>
                <a:lnTo>
                  <a:pt x="135261" y="29518"/>
                </a:lnTo>
                <a:lnTo>
                  <a:pt x="135261" y="102421"/>
                </a:lnTo>
                <a:lnTo>
                  <a:pt x="122905" y="102421"/>
                </a:lnTo>
                <a:close/>
                <a:moveTo>
                  <a:pt x="153609" y="102421"/>
                </a:moveTo>
                <a:lnTo>
                  <a:pt x="153609" y="1785"/>
                </a:lnTo>
                <a:lnTo>
                  <a:pt x="165965" y="1785"/>
                </a:lnTo>
                <a:lnTo>
                  <a:pt x="165965" y="102421"/>
                </a:lnTo>
                <a:lnTo>
                  <a:pt x="153609" y="102421"/>
                </a:lnTo>
                <a:close/>
                <a:moveTo>
                  <a:pt x="234837" y="78807"/>
                </a:moveTo>
                <a:lnTo>
                  <a:pt x="247605" y="80454"/>
                </a:lnTo>
                <a:cubicBezTo>
                  <a:pt x="245591" y="87935"/>
                  <a:pt x="241862" y="93742"/>
                  <a:pt x="236416" y="97873"/>
                </a:cubicBezTo>
                <a:cubicBezTo>
                  <a:pt x="230970" y="102004"/>
                  <a:pt x="224013" y="104069"/>
                  <a:pt x="215547" y="104069"/>
                </a:cubicBezTo>
                <a:cubicBezTo>
                  <a:pt x="204884" y="104069"/>
                  <a:pt x="196429" y="100785"/>
                  <a:pt x="190182" y="94218"/>
                </a:cubicBezTo>
                <a:cubicBezTo>
                  <a:pt x="183935" y="87651"/>
                  <a:pt x="180812" y="78441"/>
                  <a:pt x="180812" y="66588"/>
                </a:cubicBezTo>
                <a:cubicBezTo>
                  <a:pt x="180812" y="54323"/>
                  <a:pt x="183969" y="44804"/>
                  <a:pt x="190285" y="38030"/>
                </a:cubicBezTo>
                <a:cubicBezTo>
                  <a:pt x="196600" y="31257"/>
                  <a:pt x="204792" y="27871"/>
                  <a:pt x="214860" y="27871"/>
                </a:cubicBezTo>
                <a:cubicBezTo>
                  <a:pt x="224608" y="27871"/>
                  <a:pt x="232571" y="31184"/>
                  <a:pt x="238750" y="37809"/>
                </a:cubicBezTo>
                <a:cubicBezTo>
                  <a:pt x="244928" y="44434"/>
                  <a:pt x="248017" y="53754"/>
                  <a:pt x="248017" y="65770"/>
                </a:cubicBezTo>
                <a:cubicBezTo>
                  <a:pt x="248017" y="66501"/>
                  <a:pt x="247994" y="67597"/>
                  <a:pt x="247948" y="69059"/>
                </a:cubicBezTo>
                <a:lnTo>
                  <a:pt x="193580" y="69059"/>
                </a:lnTo>
                <a:cubicBezTo>
                  <a:pt x="194038" y="77091"/>
                  <a:pt x="196303" y="83240"/>
                  <a:pt x="200376" y="87508"/>
                </a:cubicBezTo>
                <a:cubicBezTo>
                  <a:pt x="204449" y="91775"/>
                  <a:pt x="209529" y="93909"/>
                  <a:pt x="215616" y="93909"/>
                </a:cubicBezTo>
                <a:cubicBezTo>
                  <a:pt x="220146" y="93909"/>
                  <a:pt x="224013" y="92708"/>
                  <a:pt x="227217" y="90307"/>
                </a:cubicBezTo>
                <a:cubicBezTo>
                  <a:pt x="230420" y="87905"/>
                  <a:pt x="232960" y="84071"/>
                  <a:pt x="234837" y="78807"/>
                </a:cubicBezTo>
                <a:moveTo>
                  <a:pt x="194266" y="58899"/>
                </a:moveTo>
                <a:lnTo>
                  <a:pt x="234974" y="58899"/>
                </a:lnTo>
                <a:cubicBezTo>
                  <a:pt x="234425" y="52787"/>
                  <a:pt x="232869" y="48202"/>
                  <a:pt x="230306" y="45146"/>
                </a:cubicBezTo>
                <a:cubicBezTo>
                  <a:pt x="226370" y="40402"/>
                  <a:pt x="221267" y="38030"/>
                  <a:pt x="214998" y="38030"/>
                </a:cubicBezTo>
                <a:cubicBezTo>
                  <a:pt x="209323" y="38030"/>
                  <a:pt x="204552" y="39924"/>
                  <a:pt x="200685" y="43711"/>
                </a:cubicBezTo>
                <a:cubicBezTo>
                  <a:pt x="196818" y="47497"/>
                  <a:pt x="194678" y="52559"/>
                  <a:pt x="194266" y="58899"/>
                </a:cubicBezTo>
                <a:close/>
                <a:moveTo>
                  <a:pt x="327917" y="58350"/>
                </a:moveTo>
                <a:lnTo>
                  <a:pt x="261261" y="86907"/>
                </a:lnTo>
                <a:lnTo>
                  <a:pt x="261261" y="74551"/>
                </a:lnTo>
                <a:lnTo>
                  <a:pt x="314051" y="52652"/>
                </a:lnTo>
                <a:lnTo>
                  <a:pt x="261261" y="31028"/>
                </a:lnTo>
                <a:lnTo>
                  <a:pt x="261261" y="18672"/>
                </a:lnTo>
                <a:lnTo>
                  <a:pt x="327917" y="46817"/>
                </a:lnTo>
                <a:lnTo>
                  <a:pt x="327917" y="58350"/>
                </a:lnTo>
                <a:close/>
                <a:moveTo>
                  <a:pt x="348351" y="102421"/>
                </a:moveTo>
                <a:lnTo>
                  <a:pt x="348351" y="88280"/>
                </a:lnTo>
                <a:lnTo>
                  <a:pt x="362424" y="88280"/>
                </a:lnTo>
                <a:lnTo>
                  <a:pt x="362424" y="102421"/>
                </a:lnTo>
                <a:lnTo>
                  <a:pt x="348351" y="102421"/>
                </a:lnTo>
                <a:close/>
                <a:moveTo>
                  <a:pt x="387599" y="102421"/>
                </a:moveTo>
                <a:lnTo>
                  <a:pt x="387599" y="88280"/>
                </a:lnTo>
                <a:lnTo>
                  <a:pt x="401672" y="88280"/>
                </a:lnTo>
                <a:lnTo>
                  <a:pt x="401672" y="102421"/>
                </a:lnTo>
                <a:lnTo>
                  <a:pt x="387599" y="102421"/>
                </a:lnTo>
                <a:close/>
                <a:moveTo>
                  <a:pt x="426847" y="102421"/>
                </a:moveTo>
                <a:lnTo>
                  <a:pt x="426847" y="88280"/>
                </a:lnTo>
                <a:lnTo>
                  <a:pt x="440919" y="88280"/>
                </a:lnTo>
                <a:lnTo>
                  <a:pt x="440919" y="102421"/>
                </a:lnTo>
                <a:lnTo>
                  <a:pt x="426847" y="102421"/>
                </a:lnTo>
                <a:close/>
                <a:moveTo>
                  <a:pt x="461015" y="58350"/>
                </a:moveTo>
                <a:lnTo>
                  <a:pt x="461015" y="46817"/>
                </a:lnTo>
                <a:lnTo>
                  <a:pt x="527671" y="18672"/>
                </a:lnTo>
                <a:lnTo>
                  <a:pt x="527671" y="31028"/>
                </a:lnTo>
                <a:lnTo>
                  <a:pt x="474813" y="52652"/>
                </a:lnTo>
                <a:lnTo>
                  <a:pt x="527671" y="74551"/>
                </a:lnTo>
                <a:lnTo>
                  <a:pt x="527671" y="86907"/>
                </a:lnTo>
                <a:lnTo>
                  <a:pt x="461015" y="58350"/>
                </a:lnTo>
                <a:close/>
                <a:moveTo>
                  <a:pt x="564511" y="104206"/>
                </a:moveTo>
                <a:lnTo>
                  <a:pt x="535336" y="0"/>
                </a:lnTo>
                <a:lnTo>
                  <a:pt x="545290" y="0"/>
                </a:lnTo>
                <a:lnTo>
                  <a:pt x="574396" y="104206"/>
                </a:lnTo>
                <a:lnTo>
                  <a:pt x="564511" y="104206"/>
                </a:lnTo>
                <a:close/>
                <a:moveTo>
                  <a:pt x="586803" y="102421"/>
                </a:moveTo>
                <a:lnTo>
                  <a:pt x="586803" y="39129"/>
                </a:lnTo>
                <a:lnTo>
                  <a:pt x="575888" y="39129"/>
                </a:lnTo>
                <a:lnTo>
                  <a:pt x="575888" y="29518"/>
                </a:lnTo>
                <a:lnTo>
                  <a:pt x="586803" y="29518"/>
                </a:lnTo>
                <a:lnTo>
                  <a:pt x="586803" y="21778"/>
                </a:lnTo>
                <a:cubicBezTo>
                  <a:pt x="586803" y="16893"/>
                  <a:pt x="587237" y="13263"/>
                  <a:pt x="588107" y="10889"/>
                </a:cubicBezTo>
                <a:cubicBezTo>
                  <a:pt x="589297" y="7694"/>
                  <a:pt x="591391" y="5103"/>
                  <a:pt x="594388" y="3117"/>
                </a:cubicBezTo>
                <a:cubicBezTo>
                  <a:pt x="597386" y="1131"/>
                  <a:pt x="601585" y="137"/>
                  <a:pt x="606985" y="137"/>
                </a:cubicBezTo>
                <a:cubicBezTo>
                  <a:pt x="610463" y="137"/>
                  <a:pt x="614307" y="551"/>
                  <a:pt x="618518" y="1379"/>
                </a:cubicBezTo>
                <a:lnTo>
                  <a:pt x="616664" y="12215"/>
                </a:lnTo>
                <a:cubicBezTo>
                  <a:pt x="614101" y="11760"/>
                  <a:pt x="611676" y="11533"/>
                  <a:pt x="609387" y="11533"/>
                </a:cubicBezTo>
                <a:cubicBezTo>
                  <a:pt x="605635" y="11533"/>
                  <a:pt x="602980" y="12328"/>
                  <a:pt x="601424" y="13918"/>
                </a:cubicBezTo>
                <a:cubicBezTo>
                  <a:pt x="599868" y="15507"/>
                  <a:pt x="599090" y="18482"/>
                  <a:pt x="599090" y="22842"/>
                </a:cubicBezTo>
                <a:lnTo>
                  <a:pt x="599090" y="29518"/>
                </a:lnTo>
                <a:lnTo>
                  <a:pt x="613300" y="29518"/>
                </a:lnTo>
                <a:lnTo>
                  <a:pt x="613300" y="39129"/>
                </a:lnTo>
                <a:lnTo>
                  <a:pt x="599090" y="39129"/>
                </a:lnTo>
                <a:lnTo>
                  <a:pt x="599090" y="102421"/>
                </a:lnTo>
                <a:lnTo>
                  <a:pt x="586803" y="102421"/>
                </a:lnTo>
                <a:close/>
                <a:moveTo>
                  <a:pt x="623167" y="15926"/>
                </a:moveTo>
                <a:lnTo>
                  <a:pt x="623167" y="1785"/>
                </a:lnTo>
                <a:lnTo>
                  <a:pt x="635524" y="1785"/>
                </a:lnTo>
                <a:lnTo>
                  <a:pt x="635524" y="15926"/>
                </a:lnTo>
                <a:lnTo>
                  <a:pt x="623167" y="15926"/>
                </a:lnTo>
                <a:moveTo>
                  <a:pt x="623167" y="102421"/>
                </a:moveTo>
                <a:lnTo>
                  <a:pt x="623167" y="29518"/>
                </a:lnTo>
                <a:lnTo>
                  <a:pt x="635524" y="29518"/>
                </a:lnTo>
                <a:lnTo>
                  <a:pt x="635524" y="102421"/>
                </a:lnTo>
                <a:lnTo>
                  <a:pt x="623167" y="102421"/>
                </a:lnTo>
                <a:close/>
                <a:moveTo>
                  <a:pt x="653871" y="102421"/>
                </a:moveTo>
                <a:lnTo>
                  <a:pt x="653871" y="1785"/>
                </a:lnTo>
                <a:lnTo>
                  <a:pt x="666228" y="1785"/>
                </a:lnTo>
                <a:lnTo>
                  <a:pt x="666228" y="102421"/>
                </a:lnTo>
                <a:lnTo>
                  <a:pt x="653871" y="102421"/>
                </a:lnTo>
                <a:close/>
                <a:moveTo>
                  <a:pt x="735099" y="78807"/>
                </a:moveTo>
                <a:lnTo>
                  <a:pt x="747867" y="80454"/>
                </a:lnTo>
                <a:cubicBezTo>
                  <a:pt x="745853" y="87935"/>
                  <a:pt x="742124" y="93742"/>
                  <a:pt x="736678" y="97873"/>
                </a:cubicBezTo>
                <a:cubicBezTo>
                  <a:pt x="731232" y="102004"/>
                  <a:pt x="724275" y="104069"/>
                  <a:pt x="715809" y="104069"/>
                </a:cubicBezTo>
                <a:cubicBezTo>
                  <a:pt x="705146" y="104069"/>
                  <a:pt x="696691" y="100785"/>
                  <a:pt x="690444" y="94218"/>
                </a:cubicBezTo>
                <a:cubicBezTo>
                  <a:pt x="684197" y="87651"/>
                  <a:pt x="681074" y="78441"/>
                  <a:pt x="681074" y="66588"/>
                </a:cubicBezTo>
                <a:cubicBezTo>
                  <a:pt x="681074" y="54323"/>
                  <a:pt x="684231" y="44804"/>
                  <a:pt x="690547" y="38030"/>
                </a:cubicBezTo>
                <a:cubicBezTo>
                  <a:pt x="696862" y="31257"/>
                  <a:pt x="705054" y="27871"/>
                  <a:pt x="715122" y="27871"/>
                </a:cubicBezTo>
                <a:cubicBezTo>
                  <a:pt x="724870" y="27871"/>
                  <a:pt x="732833" y="31184"/>
                  <a:pt x="739012" y="37809"/>
                </a:cubicBezTo>
                <a:cubicBezTo>
                  <a:pt x="745190" y="44434"/>
                  <a:pt x="748279" y="53754"/>
                  <a:pt x="748279" y="65770"/>
                </a:cubicBezTo>
                <a:cubicBezTo>
                  <a:pt x="748279" y="66501"/>
                  <a:pt x="748256" y="67597"/>
                  <a:pt x="748210" y="69059"/>
                </a:cubicBezTo>
                <a:lnTo>
                  <a:pt x="693842" y="69059"/>
                </a:lnTo>
                <a:cubicBezTo>
                  <a:pt x="694299" y="77091"/>
                  <a:pt x="696565" y="83240"/>
                  <a:pt x="700638" y="87508"/>
                </a:cubicBezTo>
                <a:cubicBezTo>
                  <a:pt x="704711" y="91775"/>
                  <a:pt x="709791" y="93909"/>
                  <a:pt x="715878" y="93909"/>
                </a:cubicBezTo>
                <a:cubicBezTo>
                  <a:pt x="720408" y="93909"/>
                  <a:pt x="724275" y="92708"/>
                  <a:pt x="727479" y="90307"/>
                </a:cubicBezTo>
                <a:cubicBezTo>
                  <a:pt x="730682" y="87905"/>
                  <a:pt x="733222" y="84071"/>
                  <a:pt x="735099" y="78807"/>
                </a:cubicBezTo>
                <a:moveTo>
                  <a:pt x="694528" y="58899"/>
                </a:moveTo>
                <a:lnTo>
                  <a:pt x="735236" y="58899"/>
                </a:lnTo>
                <a:cubicBezTo>
                  <a:pt x="734687" y="52787"/>
                  <a:pt x="733131" y="48202"/>
                  <a:pt x="730568" y="45146"/>
                </a:cubicBezTo>
                <a:cubicBezTo>
                  <a:pt x="726632" y="40402"/>
                  <a:pt x="721529" y="38030"/>
                  <a:pt x="715260" y="38030"/>
                </a:cubicBezTo>
                <a:cubicBezTo>
                  <a:pt x="709585" y="38030"/>
                  <a:pt x="704814" y="39924"/>
                  <a:pt x="700947" y="43711"/>
                </a:cubicBezTo>
                <a:cubicBezTo>
                  <a:pt x="697080" y="47497"/>
                  <a:pt x="694940" y="52559"/>
                  <a:pt x="694528" y="58899"/>
                </a:cubicBezTo>
                <a:close/>
                <a:moveTo>
                  <a:pt x="828180" y="58350"/>
                </a:moveTo>
                <a:lnTo>
                  <a:pt x="761524" y="86907"/>
                </a:lnTo>
                <a:lnTo>
                  <a:pt x="761524" y="74551"/>
                </a:lnTo>
                <a:lnTo>
                  <a:pt x="814313" y="52652"/>
                </a:lnTo>
                <a:lnTo>
                  <a:pt x="761524" y="31028"/>
                </a:lnTo>
                <a:lnTo>
                  <a:pt x="761524" y="18672"/>
                </a:lnTo>
                <a:lnTo>
                  <a:pt x="828180" y="46817"/>
                </a:lnTo>
                <a:lnTo>
                  <a:pt x="828180" y="58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&lt;class&gt;...&lt;\class&gt;">
            <a:extLst xmlns:a="http://schemas.openxmlformats.org/drawingml/2006/main">
              <a:ext uri="{FF2B5EF4-FFF2-40B4-BE49-F238E27FC236}">
                <a16:creationId xmlns:a16="http://schemas.microsoft.com/office/drawing/2014/main" id="{B4CE8E87-1E15-4309-8897-95814102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816" y="2742032"/>
            <a:ext cx="1109358" cy="104206"/>
          </a:xfrm>
          <a:custGeom xmlns:a="http://schemas.openxmlformats.org/drawingml/2006/main">
            <a:pathLst>
              <a:path w="1109358" h="104206">
                <a:moveTo>
                  <a:pt x="0" y="58350"/>
                </a:moveTo>
                <a:lnTo>
                  <a:pt x="0" y="46817"/>
                </a:lnTo>
                <a:lnTo>
                  <a:pt x="66656" y="18672"/>
                </a:lnTo>
                <a:lnTo>
                  <a:pt x="66656" y="31028"/>
                </a:lnTo>
                <a:lnTo>
                  <a:pt x="13798" y="52652"/>
                </a:lnTo>
                <a:lnTo>
                  <a:pt x="66656" y="74551"/>
                </a:lnTo>
                <a:lnTo>
                  <a:pt x="66656" y="86907"/>
                </a:lnTo>
                <a:lnTo>
                  <a:pt x="0" y="58350"/>
                </a:lnTo>
                <a:close/>
                <a:moveTo>
                  <a:pt x="131161" y="75649"/>
                </a:moveTo>
                <a:lnTo>
                  <a:pt x="143312" y="77296"/>
                </a:lnTo>
                <a:cubicBezTo>
                  <a:pt x="141985" y="85671"/>
                  <a:pt x="138587" y="92227"/>
                  <a:pt x="133118" y="96964"/>
                </a:cubicBezTo>
                <a:cubicBezTo>
                  <a:pt x="127649" y="101700"/>
                  <a:pt x="120933" y="104069"/>
                  <a:pt x="112970" y="104069"/>
                </a:cubicBezTo>
                <a:cubicBezTo>
                  <a:pt x="102993" y="104069"/>
                  <a:pt x="94973" y="100808"/>
                  <a:pt x="88909" y="94287"/>
                </a:cubicBezTo>
                <a:cubicBezTo>
                  <a:pt x="82845" y="87765"/>
                  <a:pt x="79814" y="78418"/>
                  <a:pt x="79814" y="66244"/>
                </a:cubicBezTo>
                <a:cubicBezTo>
                  <a:pt x="79814" y="58373"/>
                  <a:pt x="81118" y="51485"/>
                  <a:pt x="83726" y="45582"/>
                </a:cubicBezTo>
                <a:cubicBezTo>
                  <a:pt x="86335" y="39678"/>
                  <a:pt x="90305" y="35250"/>
                  <a:pt x="95637" y="32298"/>
                </a:cubicBezTo>
                <a:cubicBezTo>
                  <a:pt x="100968" y="29347"/>
                  <a:pt x="106769" y="27871"/>
                  <a:pt x="113039" y="27871"/>
                </a:cubicBezTo>
                <a:cubicBezTo>
                  <a:pt x="120956" y="27871"/>
                  <a:pt x="127432" y="29861"/>
                  <a:pt x="132466" y="33843"/>
                </a:cubicBezTo>
                <a:cubicBezTo>
                  <a:pt x="137500" y="37823"/>
                  <a:pt x="140726" y="43475"/>
                  <a:pt x="142145" y="50799"/>
                </a:cubicBezTo>
                <a:lnTo>
                  <a:pt x="130132" y="52721"/>
                </a:lnTo>
                <a:cubicBezTo>
                  <a:pt x="128988" y="47847"/>
                  <a:pt x="126963" y="44180"/>
                  <a:pt x="124057" y="41720"/>
                </a:cubicBezTo>
                <a:cubicBezTo>
                  <a:pt x="121150" y="39260"/>
                  <a:pt x="117638" y="38030"/>
                  <a:pt x="113519" y="38030"/>
                </a:cubicBezTo>
                <a:cubicBezTo>
                  <a:pt x="107295" y="38030"/>
                  <a:pt x="102238" y="40261"/>
                  <a:pt x="98348" y="44723"/>
                </a:cubicBezTo>
                <a:cubicBezTo>
                  <a:pt x="94458" y="49186"/>
                  <a:pt x="92513" y="56245"/>
                  <a:pt x="92513" y="65901"/>
                </a:cubicBezTo>
                <a:cubicBezTo>
                  <a:pt x="92513" y="75695"/>
                  <a:pt x="94390" y="82811"/>
                  <a:pt x="98142" y="87250"/>
                </a:cubicBezTo>
                <a:cubicBezTo>
                  <a:pt x="101895" y="91689"/>
                  <a:pt x="106792" y="93909"/>
                  <a:pt x="112833" y="93909"/>
                </a:cubicBezTo>
                <a:cubicBezTo>
                  <a:pt x="117684" y="93909"/>
                  <a:pt x="121734" y="92416"/>
                  <a:pt x="124983" y="89430"/>
                </a:cubicBezTo>
                <a:cubicBezTo>
                  <a:pt x="128233" y="86444"/>
                  <a:pt x="130292" y="81850"/>
                  <a:pt x="131161" y="75649"/>
                </a:cubicBezTo>
                <a:close/>
                <a:moveTo>
                  <a:pt x="153609" y="102421"/>
                </a:moveTo>
                <a:lnTo>
                  <a:pt x="153609" y="1785"/>
                </a:lnTo>
                <a:lnTo>
                  <a:pt x="165965" y="1785"/>
                </a:lnTo>
                <a:lnTo>
                  <a:pt x="165965" y="102421"/>
                </a:lnTo>
                <a:lnTo>
                  <a:pt x="153609" y="102421"/>
                </a:lnTo>
                <a:close/>
                <a:moveTo>
                  <a:pt x="232503" y="93223"/>
                </a:moveTo>
                <a:cubicBezTo>
                  <a:pt x="227926" y="97188"/>
                  <a:pt x="223521" y="99988"/>
                  <a:pt x="219288" y="101621"/>
                </a:cubicBezTo>
                <a:cubicBezTo>
                  <a:pt x="215055" y="103253"/>
                  <a:pt x="210513" y="104069"/>
                  <a:pt x="205662" y="104069"/>
                </a:cubicBezTo>
                <a:cubicBezTo>
                  <a:pt x="197653" y="104069"/>
                  <a:pt x="191498" y="102112"/>
                  <a:pt x="187196" y="98199"/>
                </a:cubicBezTo>
                <a:cubicBezTo>
                  <a:pt x="182894" y="94287"/>
                  <a:pt x="180743" y="89287"/>
                  <a:pt x="180743" y="83200"/>
                </a:cubicBezTo>
                <a:cubicBezTo>
                  <a:pt x="180743" y="79630"/>
                  <a:pt x="181555" y="76370"/>
                  <a:pt x="183180" y="73418"/>
                </a:cubicBezTo>
                <a:cubicBezTo>
                  <a:pt x="184805" y="70466"/>
                  <a:pt x="186933" y="68098"/>
                  <a:pt x="189564" y="66313"/>
                </a:cubicBezTo>
                <a:cubicBezTo>
                  <a:pt x="192196" y="64528"/>
                  <a:pt x="195159" y="63178"/>
                  <a:pt x="198454" y="62263"/>
                </a:cubicBezTo>
                <a:cubicBezTo>
                  <a:pt x="200879" y="61622"/>
                  <a:pt x="204541" y="61004"/>
                  <a:pt x="209437" y="60409"/>
                </a:cubicBezTo>
                <a:cubicBezTo>
                  <a:pt x="219414" y="59219"/>
                  <a:pt x="226759" y="57801"/>
                  <a:pt x="231473" y="56153"/>
                </a:cubicBezTo>
                <a:cubicBezTo>
                  <a:pt x="231519" y="54467"/>
                  <a:pt x="231542" y="53396"/>
                  <a:pt x="231542" y="52940"/>
                </a:cubicBezTo>
                <a:cubicBezTo>
                  <a:pt x="231542" y="47924"/>
                  <a:pt x="230375" y="44391"/>
                  <a:pt x="228041" y="42340"/>
                </a:cubicBezTo>
                <a:cubicBezTo>
                  <a:pt x="224883" y="39559"/>
                  <a:pt x="220192" y="38168"/>
                  <a:pt x="213968" y="38168"/>
                </a:cubicBezTo>
                <a:cubicBezTo>
                  <a:pt x="208156" y="38168"/>
                  <a:pt x="203865" y="39186"/>
                  <a:pt x="201097" y="41223"/>
                </a:cubicBezTo>
                <a:cubicBezTo>
                  <a:pt x="198328" y="43259"/>
                  <a:pt x="196280" y="46863"/>
                  <a:pt x="194953" y="52034"/>
                </a:cubicBezTo>
                <a:lnTo>
                  <a:pt x="182871" y="50387"/>
                </a:lnTo>
                <a:cubicBezTo>
                  <a:pt x="183969" y="45200"/>
                  <a:pt x="185777" y="41011"/>
                  <a:pt x="188294" y="37820"/>
                </a:cubicBezTo>
                <a:cubicBezTo>
                  <a:pt x="190811" y="34630"/>
                  <a:pt x="194449" y="32174"/>
                  <a:pt x="199209" y="30454"/>
                </a:cubicBezTo>
                <a:cubicBezTo>
                  <a:pt x="203968" y="28732"/>
                  <a:pt x="209483" y="27871"/>
                  <a:pt x="215753" y="27871"/>
                </a:cubicBezTo>
                <a:cubicBezTo>
                  <a:pt x="221977" y="27871"/>
                  <a:pt x="227034" y="28606"/>
                  <a:pt x="230924" y="30076"/>
                </a:cubicBezTo>
                <a:cubicBezTo>
                  <a:pt x="234814" y="31545"/>
                  <a:pt x="237674" y="33393"/>
                  <a:pt x="239505" y="35621"/>
                </a:cubicBezTo>
                <a:cubicBezTo>
                  <a:pt x="241335" y="37848"/>
                  <a:pt x="242617" y="40661"/>
                  <a:pt x="243349" y="44061"/>
                </a:cubicBezTo>
                <a:cubicBezTo>
                  <a:pt x="243761" y="46173"/>
                  <a:pt x="243967" y="49967"/>
                  <a:pt x="243967" y="55443"/>
                </a:cubicBezTo>
                <a:lnTo>
                  <a:pt x="243967" y="71871"/>
                </a:lnTo>
                <a:cubicBezTo>
                  <a:pt x="243967" y="83325"/>
                  <a:pt x="244230" y="90580"/>
                  <a:pt x="244756" y="93634"/>
                </a:cubicBezTo>
                <a:cubicBezTo>
                  <a:pt x="245283" y="96689"/>
                  <a:pt x="246324" y="99618"/>
                  <a:pt x="247880" y="102421"/>
                </a:cubicBezTo>
                <a:lnTo>
                  <a:pt x="234974" y="102421"/>
                </a:lnTo>
                <a:cubicBezTo>
                  <a:pt x="233693" y="99800"/>
                  <a:pt x="232869" y="96734"/>
                  <a:pt x="232503" y="93223"/>
                </a:cubicBezTo>
                <a:moveTo>
                  <a:pt x="231473" y="65901"/>
                </a:moveTo>
                <a:cubicBezTo>
                  <a:pt x="226988" y="67723"/>
                  <a:pt x="220261" y="69272"/>
                  <a:pt x="211291" y="70548"/>
                </a:cubicBezTo>
                <a:cubicBezTo>
                  <a:pt x="206211" y="71276"/>
                  <a:pt x="202618" y="72095"/>
                  <a:pt x="200513" y="73006"/>
                </a:cubicBezTo>
                <a:cubicBezTo>
                  <a:pt x="198408" y="73917"/>
                  <a:pt x="196783" y="75249"/>
                  <a:pt x="195639" y="77003"/>
                </a:cubicBezTo>
                <a:cubicBezTo>
                  <a:pt x="194495" y="78756"/>
                  <a:pt x="193923" y="80703"/>
                  <a:pt x="193923" y="82844"/>
                </a:cubicBezTo>
                <a:cubicBezTo>
                  <a:pt x="193923" y="86123"/>
                  <a:pt x="195170" y="88856"/>
                  <a:pt x="197664" y="91043"/>
                </a:cubicBezTo>
                <a:cubicBezTo>
                  <a:pt x="200159" y="93228"/>
                  <a:pt x="203808" y="94321"/>
                  <a:pt x="208614" y="94321"/>
                </a:cubicBezTo>
                <a:cubicBezTo>
                  <a:pt x="213373" y="94321"/>
                  <a:pt x="217606" y="93283"/>
                  <a:pt x="221313" y="91208"/>
                </a:cubicBezTo>
                <a:cubicBezTo>
                  <a:pt x="225020" y="89132"/>
                  <a:pt x="227743" y="86295"/>
                  <a:pt x="229482" y="82698"/>
                </a:cubicBezTo>
                <a:cubicBezTo>
                  <a:pt x="230809" y="79922"/>
                  <a:pt x="231473" y="75826"/>
                  <a:pt x="231473" y="70408"/>
                </a:cubicBezTo>
                <a:lnTo>
                  <a:pt x="231473" y="65901"/>
                </a:lnTo>
                <a:close/>
                <a:moveTo>
                  <a:pt x="257898" y="80592"/>
                </a:moveTo>
                <a:lnTo>
                  <a:pt x="270117" y="78669"/>
                </a:lnTo>
                <a:cubicBezTo>
                  <a:pt x="270803" y="83588"/>
                  <a:pt x="272714" y="87358"/>
                  <a:pt x="275849" y="89979"/>
                </a:cubicBezTo>
                <a:cubicBezTo>
                  <a:pt x="278984" y="92599"/>
                  <a:pt x="283366" y="93909"/>
                  <a:pt x="288995" y="93909"/>
                </a:cubicBezTo>
                <a:cubicBezTo>
                  <a:pt x="294669" y="93909"/>
                  <a:pt x="298880" y="92753"/>
                  <a:pt x="301626" y="90442"/>
                </a:cubicBezTo>
                <a:cubicBezTo>
                  <a:pt x="304372" y="88131"/>
                  <a:pt x="305744" y="85420"/>
                  <a:pt x="305744" y="82308"/>
                </a:cubicBezTo>
                <a:cubicBezTo>
                  <a:pt x="305744" y="79516"/>
                  <a:pt x="304532" y="77319"/>
                  <a:pt x="302106" y="75718"/>
                </a:cubicBezTo>
                <a:cubicBezTo>
                  <a:pt x="300413" y="74619"/>
                  <a:pt x="296203" y="73223"/>
                  <a:pt x="289475" y="71530"/>
                </a:cubicBezTo>
                <a:cubicBezTo>
                  <a:pt x="280414" y="69242"/>
                  <a:pt x="274133" y="67263"/>
                  <a:pt x="270632" y="65592"/>
                </a:cubicBezTo>
                <a:cubicBezTo>
                  <a:pt x="267131" y="63922"/>
                  <a:pt x="264476" y="61611"/>
                  <a:pt x="262668" y="58659"/>
                </a:cubicBezTo>
                <a:cubicBezTo>
                  <a:pt x="260861" y="55707"/>
                  <a:pt x="259957" y="52446"/>
                  <a:pt x="259957" y="48877"/>
                </a:cubicBezTo>
                <a:cubicBezTo>
                  <a:pt x="259957" y="45627"/>
                  <a:pt x="260701" y="42618"/>
                  <a:pt x="262188" y="39850"/>
                </a:cubicBezTo>
                <a:cubicBezTo>
                  <a:pt x="263675" y="37081"/>
                  <a:pt x="265700" y="34781"/>
                  <a:pt x="268263" y="32951"/>
                </a:cubicBezTo>
                <a:cubicBezTo>
                  <a:pt x="270185" y="31532"/>
                  <a:pt x="272805" y="30331"/>
                  <a:pt x="276123" y="29347"/>
                </a:cubicBezTo>
                <a:cubicBezTo>
                  <a:pt x="279441" y="28363"/>
                  <a:pt x="282999" y="27871"/>
                  <a:pt x="286798" y="27871"/>
                </a:cubicBezTo>
                <a:cubicBezTo>
                  <a:pt x="292518" y="27871"/>
                  <a:pt x="297541" y="28694"/>
                  <a:pt x="301866" y="30342"/>
                </a:cubicBezTo>
                <a:cubicBezTo>
                  <a:pt x="306191" y="31989"/>
                  <a:pt x="309383" y="34221"/>
                  <a:pt x="311442" y="37035"/>
                </a:cubicBezTo>
                <a:cubicBezTo>
                  <a:pt x="313502" y="39850"/>
                  <a:pt x="314920" y="43614"/>
                  <a:pt x="315698" y="48327"/>
                </a:cubicBezTo>
                <a:lnTo>
                  <a:pt x="303616" y="49975"/>
                </a:lnTo>
                <a:cubicBezTo>
                  <a:pt x="303067" y="46222"/>
                  <a:pt x="301477" y="43293"/>
                  <a:pt x="298845" y="41188"/>
                </a:cubicBezTo>
                <a:cubicBezTo>
                  <a:pt x="296214" y="39083"/>
                  <a:pt x="292496" y="38030"/>
                  <a:pt x="287690" y="38030"/>
                </a:cubicBezTo>
                <a:cubicBezTo>
                  <a:pt x="282015" y="38030"/>
                  <a:pt x="277965" y="38969"/>
                  <a:pt x="275540" y="40845"/>
                </a:cubicBezTo>
                <a:cubicBezTo>
                  <a:pt x="273114" y="42721"/>
                  <a:pt x="271902" y="44918"/>
                  <a:pt x="271902" y="47435"/>
                </a:cubicBezTo>
                <a:cubicBezTo>
                  <a:pt x="271902" y="49037"/>
                  <a:pt x="272405" y="50478"/>
                  <a:pt x="273412" y="51760"/>
                </a:cubicBezTo>
                <a:cubicBezTo>
                  <a:pt x="274419" y="53087"/>
                  <a:pt x="275997" y="54185"/>
                  <a:pt x="278148" y="55055"/>
                </a:cubicBezTo>
                <a:cubicBezTo>
                  <a:pt x="279384" y="55513"/>
                  <a:pt x="283022" y="56565"/>
                  <a:pt x="289063" y="58213"/>
                </a:cubicBezTo>
                <a:cubicBezTo>
                  <a:pt x="297804" y="60547"/>
                  <a:pt x="303902" y="62457"/>
                  <a:pt x="307358" y="63945"/>
                </a:cubicBezTo>
                <a:cubicBezTo>
                  <a:pt x="310813" y="65432"/>
                  <a:pt x="313524" y="67594"/>
                  <a:pt x="315492" y="70432"/>
                </a:cubicBezTo>
                <a:cubicBezTo>
                  <a:pt x="317460" y="73269"/>
                  <a:pt x="318444" y="76793"/>
                  <a:pt x="318444" y="81003"/>
                </a:cubicBezTo>
                <a:cubicBezTo>
                  <a:pt x="318444" y="85122"/>
                  <a:pt x="317243" y="89001"/>
                  <a:pt x="314840" y="92639"/>
                </a:cubicBezTo>
                <a:cubicBezTo>
                  <a:pt x="312438" y="96277"/>
                  <a:pt x="308971" y="99092"/>
                  <a:pt x="304440" y="101083"/>
                </a:cubicBezTo>
                <a:cubicBezTo>
                  <a:pt x="299909" y="103073"/>
                  <a:pt x="294784" y="104069"/>
                  <a:pt x="289063" y="104069"/>
                </a:cubicBezTo>
                <a:cubicBezTo>
                  <a:pt x="279590" y="104069"/>
                  <a:pt x="272371" y="102095"/>
                  <a:pt x="267405" y="98148"/>
                </a:cubicBezTo>
                <a:cubicBezTo>
                  <a:pt x="262440" y="94201"/>
                  <a:pt x="259270" y="88349"/>
                  <a:pt x="257898" y="80592"/>
                </a:cubicBezTo>
                <a:close/>
                <a:moveTo>
                  <a:pt x="328193" y="80592"/>
                </a:moveTo>
                <a:lnTo>
                  <a:pt x="340412" y="78669"/>
                </a:lnTo>
                <a:cubicBezTo>
                  <a:pt x="341099" y="83588"/>
                  <a:pt x="343009" y="87358"/>
                  <a:pt x="346144" y="89979"/>
                </a:cubicBezTo>
                <a:cubicBezTo>
                  <a:pt x="349279" y="92599"/>
                  <a:pt x="353661" y="93909"/>
                  <a:pt x="359290" y="93909"/>
                </a:cubicBezTo>
                <a:cubicBezTo>
                  <a:pt x="364965" y="93909"/>
                  <a:pt x="369175" y="92753"/>
                  <a:pt x="371921" y="90442"/>
                </a:cubicBezTo>
                <a:cubicBezTo>
                  <a:pt x="374667" y="88131"/>
                  <a:pt x="376040" y="85420"/>
                  <a:pt x="376040" y="82308"/>
                </a:cubicBezTo>
                <a:cubicBezTo>
                  <a:pt x="376040" y="79516"/>
                  <a:pt x="374827" y="77319"/>
                  <a:pt x="372402" y="75718"/>
                </a:cubicBezTo>
                <a:cubicBezTo>
                  <a:pt x="370708" y="74619"/>
                  <a:pt x="366498" y="73223"/>
                  <a:pt x="359770" y="71530"/>
                </a:cubicBezTo>
                <a:cubicBezTo>
                  <a:pt x="350709" y="69242"/>
                  <a:pt x="344428" y="67263"/>
                  <a:pt x="340927" y="65592"/>
                </a:cubicBezTo>
                <a:cubicBezTo>
                  <a:pt x="337426" y="63922"/>
                  <a:pt x="334772" y="61611"/>
                  <a:pt x="332964" y="58659"/>
                </a:cubicBezTo>
                <a:cubicBezTo>
                  <a:pt x="331156" y="55707"/>
                  <a:pt x="330252" y="52446"/>
                  <a:pt x="330252" y="48877"/>
                </a:cubicBezTo>
                <a:cubicBezTo>
                  <a:pt x="330252" y="45627"/>
                  <a:pt x="330996" y="42618"/>
                  <a:pt x="332483" y="39850"/>
                </a:cubicBezTo>
                <a:cubicBezTo>
                  <a:pt x="333971" y="37081"/>
                  <a:pt x="335996" y="34781"/>
                  <a:pt x="338559" y="32951"/>
                </a:cubicBezTo>
                <a:cubicBezTo>
                  <a:pt x="340481" y="31532"/>
                  <a:pt x="343101" y="30331"/>
                  <a:pt x="346419" y="29347"/>
                </a:cubicBezTo>
                <a:cubicBezTo>
                  <a:pt x="349737" y="28363"/>
                  <a:pt x="353295" y="27871"/>
                  <a:pt x="357093" y="27871"/>
                </a:cubicBezTo>
                <a:cubicBezTo>
                  <a:pt x="362814" y="27871"/>
                  <a:pt x="367837" y="28694"/>
                  <a:pt x="372161" y="30342"/>
                </a:cubicBezTo>
                <a:cubicBezTo>
                  <a:pt x="376486" y="31989"/>
                  <a:pt x="379678" y="34221"/>
                  <a:pt x="381738" y="37035"/>
                </a:cubicBezTo>
                <a:cubicBezTo>
                  <a:pt x="383797" y="39850"/>
                  <a:pt x="385216" y="43614"/>
                  <a:pt x="385994" y="48327"/>
                </a:cubicBezTo>
                <a:lnTo>
                  <a:pt x="373912" y="49975"/>
                </a:lnTo>
                <a:cubicBezTo>
                  <a:pt x="373363" y="46222"/>
                  <a:pt x="371772" y="43293"/>
                  <a:pt x="369141" y="41188"/>
                </a:cubicBezTo>
                <a:cubicBezTo>
                  <a:pt x="366509" y="39083"/>
                  <a:pt x="362791" y="38030"/>
                  <a:pt x="357986" y="38030"/>
                </a:cubicBezTo>
                <a:cubicBezTo>
                  <a:pt x="352311" y="38030"/>
                  <a:pt x="348261" y="38969"/>
                  <a:pt x="345835" y="40845"/>
                </a:cubicBezTo>
                <a:cubicBezTo>
                  <a:pt x="343410" y="42721"/>
                  <a:pt x="342197" y="44918"/>
                  <a:pt x="342197" y="47435"/>
                </a:cubicBezTo>
                <a:cubicBezTo>
                  <a:pt x="342197" y="49037"/>
                  <a:pt x="342700" y="50478"/>
                  <a:pt x="343707" y="51760"/>
                </a:cubicBezTo>
                <a:cubicBezTo>
                  <a:pt x="344714" y="53087"/>
                  <a:pt x="346293" y="54185"/>
                  <a:pt x="348444" y="55055"/>
                </a:cubicBezTo>
                <a:cubicBezTo>
                  <a:pt x="349679" y="55513"/>
                  <a:pt x="353318" y="56565"/>
                  <a:pt x="359359" y="58213"/>
                </a:cubicBezTo>
                <a:cubicBezTo>
                  <a:pt x="368100" y="60547"/>
                  <a:pt x="374198" y="62457"/>
                  <a:pt x="377653" y="63945"/>
                </a:cubicBezTo>
                <a:cubicBezTo>
                  <a:pt x="381108" y="65432"/>
                  <a:pt x="383820" y="67594"/>
                  <a:pt x="385788" y="70432"/>
                </a:cubicBezTo>
                <a:cubicBezTo>
                  <a:pt x="387756" y="73269"/>
                  <a:pt x="388740" y="76793"/>
                  <a:pt x="388740" y="81003"/>
                </a:cubicBezTo>
                <a:cubicBezTo>
                  <a:pt x="388740" y="85122"/>
                  <a:pt x="387538" y="89001"/>
                  <a:pt x="385136" y="92639"/>
                </a:cubicBezTo>
                <a:cubicBezTo>
                  <a:pt x="382733" y="96277"/>
                  <a:pt x="379266" y="99092"/>
                  <a:pt x="374736" y="101083"/>
                </a:cubicBezTo>
                <a:cubicBezTo>
                  <a:pt x="370205" y="103073"/>
                  <a:pt x="365079" y="104069"/>
                  <a:pt x="359359" y="104069"/>
                </a:cubicBezTo>
                <a:cubicBezTo>
                  <a:pt x="349885" y="104069"/>
                  <a:pt x="342666" y="102095"/>
                  <a:pt x="337700" y="98148"/>
                </a:cubicBezTo>
                <a:cubicBezTo>
                  <a:pt x="332735" y="94201"/>
                  <a:pt x="329566" y="88349"/>
                  <a:pt x="328193" y="80592"/>
                </a:cubicBezTo>
                <a:close/>
                <a:moveTo>
                  <a:pt x="468506" y="58350"/>
                </a:moveTo>
                <a:lnTo>
                  <a:pt x="401850" y="86907"/>
                </a:lnTo>
                <a:lnTo>
                  <a:pt x="401850" y="74551"/>
                </a:lnTo>
                <a:lnTo>
                  <a:pt x="454640" y="52652"/>
                </a:lnTo>
                <a:lnTo>
                  <a:pt x="401850" y="31028"/>
                </a:lnTo>
                <a:lnTo>
                  <a:pt x="401850" y="18672"/>
                </a:lnTo>
                <a:lnTo>
                  <a:pt x="468506" y="46817"/>
                </a:lnTo>
                <a:lnTo>
                  <a:pt x="468506" y="58350"/>
                </a:lnTo>
                <a:close/>
                <a:moveTo>
                  <a:pt x="488940" y="102421"/>
                </a:moveTo>
                <a:lnTo>
                  <a:pt x="488940" y="88280"/>
                </a:lnTo>
                <a:lnTo>
                  <a:pt x="503013" y="88280"/>
                </a:lnTo>
                <a:lnTo>
                  <a:pt x="503013" y="102421"/>
                </a:lnTo>
                <a:lnTo>
                  <a:pt x="488940" y="102421"/>
                </a:lnTo>
                <a:close/>
                <a:moveTo>
                  <a:pt x="528188" y="102421"/>
                </a:moveTo>
                <a:lnTo>
                  <a:pt x="528188" y="88280"/>
                </a:lnTo>
                <a:lnTo>
                  <a:pt x="542261" y="88280"/>
                </a:lnTo>
                <a:lnTo>
                  <a:pt x="542261" y="102421"/>
                </a:lnTo>
                <a:lnTo>
                  <a:pt x="528188" y="102421"/>
                </a:lnTo>
                <a:close/>
                <a:moveTo>
                  <a:pt x="567436" y="102421"/>
                </a:moveTo>
                <a:lnTo>
                  <a:pt x="567436" y="88280"/>
                </a:lnTo>
                <a:lnTo>
                  <a:pt x="581508" y="88280"/>
                </a:lnTo>
                <a:lnTo>
                  <a:pt x="581508" y="102421"/>
                </a:lnTo>
                <a:lnTo>
                  <a:pt x="567436" y="102421"/>
                </a:lnTo>
                <a:close/>
                <a:moveTo>
                  <a:pt x="601604" y="58350"/>
                </a:moveTo>
                <a:lnTo>
                  <a:pt x="601604" y="46817"/>
                </a:lnTo>
                <a:lnTo>
                  <a:pt x="668260" y="18672"/>
                </a:lnTo>
                <a:lnTo>
                  <a:pt x="668260" y="31028"/>
                </a:lnTo>
                <a:lnTo>
                  <a:pt x="615402" y="52652"/>
                </a:lnTo>
                <a:lnTo>
                  <a:pt x="668260" y="74551"/>
                </a:lnTo>
                <a:lnTo>
                  <a:pt x="668260" y="86907"/>
                </a:lnTo>
                <a:lnTo>
                  <a:pt x="601604" y="58350"/>
                </a:lnTo>
                <a:close/>
                <a:moveTo>
                  <a:pt x="705100" y="104206"/>
                </a:moveTo>
                <a:lnTo>
                  <a:pt x="675925" y="0"/>
                </a:lnTo>
                <a:lnTo>
                  <a:pt x="685879" y="0"/>
                </a:lnTo>
                <a:lnTo>
                  <a:pt x="714985" y="104206"/>
                </a:lnTo>
                <a:lnTo>
                  <a:pt x="705100" y="104206"/>
                </a:lnTo>
                <a:close/>
                <a:moveTo>
                  <a:pt x="772012" y="75649"/>
                </a:moveTo>
                <a:lnTo>
                  <a:pt x="784163" y="77296"/>
                </a:lnTo>
                <a:cubicBezTo>
                  <a:pt x="782835" y="85671"/>
                  <a:pt x="779437" y="92227"/>
                  <a:pt x="773969" y="96964"/>
                </a:cubicBezTo>
                <a:cubicBezTo>
                  <a:pt x="768500" y="101700"/>
                  <a:pt x="761784" y="104069"/>
                  <a:pt x="753821" y="104069"/>
                </a:cubicBezTo>
                <a:cubicBezTo>
                  <a:pt x="743844" y="104069"/>
                  <a:pt x="735824" y="100808"/>
                  <a:pt x="729760" y="94287"/>
                </a:cubicBezTo>
                <a:cubicBezTo>
                  <a:pt x="723696" y="87765"/>
                  <a:pt x="720664" y="78418"/>
                  <a:pt x="720664" y="66244"/>
                </a:cubicBezTo>
                <a:cubicBezTo>
                  <a:pt x="720664" y="58373"/>
                  <a:pt x="721969" y="51485"/>
                  <a:pt x="724577" y="45582"/>
                </a:cubicBezTo>
                <a:cubicBezTo>
                  <a:pt x="727186" y="39678"/>
                  <a:pt x="731156" y="35250"/>
                  <a:pt x="736487" y="32298"/>
                </a:cubicBezTo>
                <a:cubicBezTo>
                  <a:pt x="741819" y="29347"/>
                  <a:pt x="747620" y="27871"/>
                  <a:pt x="753889" y="27871"/>
                </a:cubicBezTo>
                <a:cubicBezTo>
                  <a:pt x="761807" y="27871"/>
                  <a:pt x="768282" y="29861"/>
                  <a:pt x="773316" y="33843"/>
                </a:cubicBezTo>
                <a:cubicBezTo>
                  <a:pt x="778351" y="37823"/>
                  <a:pt x="781577" y="43475"/>
                  <a:pt x="782996" y="50799"/>
                </a:cubicBezTo>
                <a:lnTo>
                  <a:pt x="770982" y="52721"/>
                </a:lnTo>
                <a:cubicBezTo>
                  <a:pt x="769838" y="47847"/>
                  <a:pt x="767813" y="44180"/>
                  <a:pt x="764907" y="41720"/>
                </a:cubicBezTo>
                <a:cubicBezTo>
                  <a:pt x="762001" y="39260"/>
                  <a:pt x="758489" y="38030"/>
                  <a:pt x="754370" y="38030"/>
                </a:cubicBezTo>
                <a:cubicBezTo>
                  <a:pt x="748146" y="38030"/>
                  <a:pt x="743089" y="40261"/>
                  <a:pt x="739199" y="44723"/>
                </a:cubicBezTo>
                <a:cubicBezTo>
                  <a:pt x="735309" y="49186"/>
                  <a:pt x="733364" y="56245"/>
                  <a:pt x="733364" y="65901"/>
                </a:cubicBezTo>
                <a:cubicBezTo>
                  <a:pt x="733364" y="75695"/>
                  <a:pt x="735240" y="82811"/>
                  <a:pt x="738993" y="87250"/>
                </a:cubicBezTo>
                <a:cubicBezTo>
                  <a:pt x="742746" y="91689"/>
                  <a:pt x="747642" y="93909"/>
                  <a:pt x="753683" y="93909"/>
                </a:cubicBezTo>
                <a:cubicBezTo>
                  <a:pt x="758534" y="93909"/>
                  <a:pt x="762585" y="92416"/>
                  <a:pt x="765834" y="89430"/>
                </a:cubicBezTo>
                <a:cubicBezTo>
                  <a:pt x="769083" y="86444"/>
                  <a:pt x="771143" y="81850"/>
                  <a:pt x="772012" y="75649"/>
                </a:cubicBezTo>
                <a:close/>
                <a:moveTo>
                  <a:pt x="794460" y="102421"/>
                </a:moveTo>
                <a:lnTo>
                  <a:pt x="794460" y="1785"/>
                </a:lnTo>
                <a:lnTo>
                  <a:pt x="806817" y="1785"/>
                </a:lnTo>
                <a:lnTo>
                  <a:pt x="806817" y="102421"/>
                </a:lnTo>
                <a:lnTo>
                  <a:pt x="794460" y="102421"/>
                </a:lnTo>
                <a:close/>
                <a:moveTo>
                  <a:pt x="873354" y="93223"/>
                </a:moveTo>
                <a:cubicBezTo>
                  <a:pt x="868777" y="97188"/>
                  <a:pt x="864372" y="99988"/>
                  <a:pt x="860139" y="101621"/>
                </a:cubicBezTo>
                <a:cubicBezTo>
                  <a:pt x="855906" y="103253"/>
                  <a:pt x="851364" y="104069"/>
                  <a:pt x="846513" y="104069"/>
                </a:cubicBezTo>
                <a:cubicBezTo>
                  <a:pt x="838504" y="104069"/>
                  <a:pt x="832349" y="102112"/>
                  <a:pt x="828047" y="98199"/>
                </a:cubicBezTo>
                <a:cubicBezTo>
                  <a:pt x="823745" y="94287"/>
                  <a:pt x="821594" y="89287"/>
                  <a:pt x="821594" y="83200"/>
                </a:cubicBezTo>
                <a:cubicBezTo>
                  <a:pt x="821594" y="79630"/>
                  <a:pt x="822406" y="76370"/>
                  <a:pt x="824031" y="73418"/>
                </a:cubicBezTo>
                <a:cubicBezTo>
                  <a:pt x="825655" y="70466"/>
                  <a:pt x="827784" y="68098"/>
                  <a:pt x="830415" y="66313"/>
                </a:cubicBezTo>
                <a:cubicBezTo>
                  <a:pt x="833046" y="64528"/>
                  <a:pt x="836010" y="63178"/>
                  <a:pt x="839305" y="62263"/>
                </a:cubicBezTo>
                <a:cubicBezTo>
                  <a:pt x="841730" y="61622"/>
                  <a:pt x="845391" y="61004"/>
                  <a:pt x="850288" y="60409"/>
                </a:cubicBezTo>
                <a:cubicBezTo>
                  <a:pt x="860265" y="59219"/>
                  <a:pt x="867610" y="57801"/>
                  <a:pt x="872324" y="56153"/>
                </a:cubicBezTo>
                <a:cubicBezTo>
                  <a:pt x="872370" y="54467"/>
                  <a:pt x="872393" y="53396"/>
                  <a:pt x="872393" y="52940"/>
                </a:cubicBezTo>
                <a:cubicBezTo>
                  <a:pt x="872393" y="47924"/>
                  <a:pt x="871226" y="44391"/>
                  <a:pt x="868892" y="42340"/>
                </a:cubicBezTo>
                <a:cubicBezTo>
                  <a:pt x="865734" y="39559"/>
                  <a:pt x="861043" y="38168"/>
                  <a:pt x="854819" y="38168"/>
                </a:cubicBezTo>
                <a:cubicBezTo>
                  <a:pt x="849007" y="38168"/>
                  <a:pt x="844716" y="39186"/>
                  <a:pt x="841948" y="41223"/>
                </a:cubicBezTo>
                <a:cubicBezTo>
                  <a:pt x="839179" y="43259"/>
                  <a:pt x="837131" y="46863"/>
                  <a:pt x="835804" y="52034"/>
                </a:cubicBezTo>
                <a:lnTo>
                  <a:pt x="823722" y="50387"/>
                </a:lnTo>
                <a:cubicBezTo>
                  <a:pt x="824820" y="45200"/>
                  <a:pt x="826628" y="41011"/>
                  <a:pt x="829145" y="37820"/>
                </a:cubicBezTo>
                <a:cubicBezTo>
                  <a:pt x="831662" y="34630"/>
                  <a:pt x="835300" y="32174"/>
                  <a:pt x="840060" y="30454"/>
                </a:cubicBezTo>
                <a:cubicBezTo>
                  <a:pt x="844819" y="28732"/>
                  <a:pt x="850334" y="27871"/>
                  <a:pt x="856604" y="27871"/>
                </a:cubicBezTo>
                <a:cubicBezTo>
                  <a:pt x="862828" y="27871"/>
                  <a:pt x="867885" y="28606"/>
                  <a:pt x="871775" y="30076"/>
                </a:cubicBezTo>
                <a:cubicBezTo>
                  <a:pt x="875665" y="31545"/>
                  <a:pt x="878525" y="33393"/>
                  <a:pt x="880356" y="35621"/>
                </a:cubicBezTo>
                <a:cubicBezTo>
                  <a:pt x="882186" y="37848"/>
                  <a:pt x="883468" y="40661"/>
                  <a:pt x="884200" y="44061"/>
                </a:cubicBezTo>
                <a:cubicBezTo>
                  <a:pt x="884612" y="46173"/>
                  <a:pt x="884818" y="49967"/>
                  <a:pt x="884818" y="55443"/>
                </a:cubicBezTo>
                <a:lnTo>
                  <a:pt x="884818" y="71871"/>
                </a:lnTo>
                <a:cubicBezTo>
                  <a:pt x="884818" y="83325"/>
                  <a:pt x="885081" y="90580"/>
                  <a:pt x="885607" y="93634"/>
                </a:cubicBezTo>
                <a:cubicBezTo>
                  <a:pt x="886133" y="96689"/>
                  <a:pt x="887175" y="99618"/>
                  <a:pt x="888731" y="102421"/>
                </a:cubicBezTo>
                <a:lnTo>
                  <a:pt x="875825" y="102421"/>
                </a:lnTo>
                <a:cubicBezTo>
                  <a:pt x="874544" y="99800"/>
                  <a:pt x="873720" y="96734"/>
                  <a:pt x="873354" y="93223"/>
                </a:cubicBezTo>
                <a:moveTo>
                  <a:pt x="872324" y="65901"/>
                </a:moveTo>
                <a:cubicBezTo>
                  <a:pt x="867839" y="67723"/>
                  <a:pt x="861112" y="69272"/>
                  <a:pt x="852142" y="70548"/>
                </a:cubicBezTo>
                <a:cubicBezTo>
                  <a:pt x="847062" y="71276"/>
                  <a:pt x="843469" y="72095"/>
                  <a:pt x="841364" y="73006"/>
                </a:cubicBezTo>
                <a:cubicBezTo>
                  <a:pt x="839259" y="73917"/>
                  <a:pt x="837634" y="75249"/>
                  <a:pt x="836490" y="77003"/>
                </a:cubicBezTo>
                <a:cubicBezTo>
                  <a:pt x="835346" y="78756"/>
                  <a:pt x="834774" y="80703"/>
                  <a:pt x="834774" y="82844"/>
                </a:cubicBezTo>
                <a:cubicBezTo>
                  <a:pt x="834774" y="86123"/>
                  <a:pt x="836021" y="88856"/>
                  <a:pt x="838515" y="91043"/>
                </a:cubicBezTo>
                <a:cubicBezTo>
                  <a:pt x="841010" y="93228"/>
                  <a:pt x="844659" y="94321"/>
                  <a:pt x="849465" y="94321"/>
                </a:cubicBezTo>
                <a:cubicBezTo>
                  <a:pt x="854224" y="94321"/>
                  <a:pt x="858457" y="93283"/>
                  <a:pt x="862164" y="91208"/>
                </a:cubicBezTo>
                <a:cubicBezTo>
                  <a:pt x="865871" y="89132"/>
                  <a:pt x="868594" y="86295"/>
                  <a:pt x="870333" y="82698"/>
                </a:cubicBezTo>
                <a:cubicBezTo>
                  <a:pt x="871660" y="79922"/>
                  <a:pt x="872324" y="75826"/>
                  <a:pt x="872324" y="70408"/>
                </a:cubicBezTo>
                <a:lnTo>
                  <a:pt x="872324" y="65901"/>
                </a:lnTo>
                <a:close/>
                <a:moveTo>
                  <a:pt x="898749" y="80592"/>
                </a:moveTo>
                <a:lnTo>
                  <a:pt x="910968" y="78669"/>
                </a:lnTo>
                <a:cubicBezTo>
                  <a:pt x="911655" y="83588"/>
                  <a:pt x="913565" y="87358"/>
                  <a:pt x="916700" y="89979"/>
                </a:cubicBezTo>
                <a:cubicBezTo>
                  <a:pt x="919835" y="92599"/>
                  <a:pt x="924217" y="93909"/>
                  <a:pt x="929846" y="93909"/>
                </a:cubicBezTo>
                <a:cubicBezTo>
                  <a:pt x="935521" y="93909"/>
                  <a:pt x="939731" y="92753"/>
                  <a:pt x="942477" y="90442"/>
                </a:cubicBezTo>
                <a:cubicBezTo>
                  <a:pt x="945223" y="88131"/>
                  <a:pt x="946596" y="85420"/>
                  <a:pt x="946596" y="82308"/>
                </a:cubicBezTo>
                <a:cubicBezTo>
                  <a:pt x="946596" y="79516"/>
                  <a:pt x="945383" y="77319"/>
                  <a:pt x="942958" y="75718"/>
                </a:cubicBezTo>
                <a:cubicBezTo>
                  <a:pt x="941264" y="74619"/>
                  <a:pt x="937054" y="73223"/>
                  <a:pt x="930327" y="71530"/>
                </a:cubicBezTo>
                <a:cubicBezTo>
                  <a:pt x="921265" y="69242"/>
                  <a:pt x="914984" y="67263"/>
                  <a:pt x="911483" y="65592"/>
                </a:cubicBezTo>
                <a:cubicBezTo>
                  <a:pt x="907982" y="63922"/>
                  <a:pt x="905328" y="61611"/>
                  <a:pt x="903520" y="58659"/>
                </a:cubicBezTo>
                <a:cubicBezTo>
                  <a:pt x="901712" y="55707"/>
                  <a:pt x="900808" y="52446"/>
                  <a:pt x="900808" y="48877"/>
                </a:cubicBezTo>
                <a:cubicBezTo>
                  <a:pt x="900808" y="45627"/>
                  <a:pt x="901552" y="42618"/>
                  <a:pt x="903039" y="39850"/>
                </a:cubicBezTo>
                <a:cubicBezTo>
                  <a:pt x="904527" y="37081"/>
                  <a:pt x="906552" y="34781"/>
                  <a:pt x="909115" y="32951"/>
                </a:cubicBezTo>
                <a:cubicBezTo>
                  <a:pt x="911037" y="31532"/>
                  <a:pt x="913657" y="30331"/>
                  <a:pt x="916975" y="29347"/>
                </a:cubicBezTo>
                <a:cubicBezTo>
                  <a:pt x="920293" y="28363"/>
                  <a:pt x="923851" y="27871"/>
                  <a:pt x="927649" y="27871"/>
                </a:cubicBezTo>
                <a:cubicBezTo>
                  <a:pt x="933370" y="27871"/>
                  <a:pt x="938393" y="28694"/>
                  <a:pt x="942717" y="30342"/>
                </a:cubicBezTo>
                <a:cubicBezTo>
                  <a:pt x="947042" y="31989"/>
                  <a:pt x="950234" y="34221"/>
                  <a:pt x="952294" y="37035"/>
                </a:cubicBezTo>
                <a:cubicBezTo>
                  <a:pt x="954353" y="39850"/>
                  <a:pt x="955772" y="43614"/>
                  <a:pt x="956550" y="48327"/>
                </a:cubicBezTo>
                <a:lnTo>
                  <a:pt x="944468" y="49975"/>
                </a:lnTo>
                <a:cubicBezTo>
                  <a:pt x="943919" y="46222"/>
                  <a:pt x="942328" y="43293"/>
                  <a:pt x="939697" y="41188"/>
                </a:cubicBezTo>
                <a:cubicBezTo>
                  <a:pt x="937066" y="39083"/>
                  <a:pt x="933347" y="38030"/>
                  <a:pt x="928542" y="38030"/>
                </a:cubicBezTo>
                <a:cubicBezTo>
                  <a:pt x="922867" y="38030"/>
                  <a:pt x="918817" y="38969"/>
                  <a:pt x="916391" y="40845"/>
                </a:cubicBezTo>
                <a:cubicBezTo>
                  <a:pt x="913966" y="42721"/>
                  <a:pt x="912753" y="44918"/>
                  <a:pt x="912753" y="47435"/>
                </a:cubicBezTo>
                <a:cubicBezTo>
                  <a:pt x="912753" y="49037"/>
                  <a:pt x="913256" y="50478"/>
                  <a:pt x="914263" y="51760"/>
                </a:cubicBezTo>
                <a:cubicBezTo>
                  <a:pt x="915270" y="53087"/>
                  <a:pt x="916849" y="54185"/>
                  <a:pt x="919000" y="55055"/>
                </a:cubicBezTo>
                <a:cubicBezTo>
                  <a:pt x="920236" y="55513"/>
                  <a:pt x="923874" y="56565"/>
                  <a:pt x="929915" y="58213"/>
                </a:cubicBezTo>
                <a:cubicBezTo>
                  <a:pt x="938656" y="60547"/>
                  <a:pt x="944754" y="62457"/>
                  <a:pt x="948209" y="63945"/>
                </a:cubicBezTo>
                <a:cubicBezTo>
                  <a:pt x="951664" y="65432"/>
                  <a:pt x="954376" y="67594"/>
                  <a:pt x="956344" y="70432"/>
                </a:cubicBezTo>
                <a:cubicBezTo>
                  <a:pt x="958312" y="73269"/>
                  <a:pt x="959296" y="76793"/>
                  <a:pt x="959296" y="81003"/>
                </a:cubicBezTo>
                <a:cubicBezTo>
                  <a:pt x="959296" y="85122"/>
                  <a:pt x="958094" y="89001"/>
                  <a:pt x="955692" y="92639"/>
                </a:cubicBezTo>
                <a:cubicBezTo>
                  <a:pt x="953289" y="96277"/>
                  <a:pt x="949822" y="99092"/>
                  <a:pt x="945292" y="101083"/>
                </a:cubicBezTo>
                <a:cubicBezTo>
                  <a:pt x="940761" y="103073"/>
                  <a:pt x="935635" y="104069"/>
                  <a:pt x="929915" y="104069"/>
                </a:cubicBezTo>
                <a:cubicBezTo>
                  <a:pt x="920441" y="104069"/>
                  <a:pt x="913222" y="102095"/>
                  <a:pt x="908257" y="98148"/>
                </a:cubicBezTo>
                <a:cubicBezTo>
                  <a:pt x="903291" y="94201"/>
                  <a:pt x="900122" y="88349"/>
                  <a:pt x="898749" y="80592"/>
                </a:cubicBezTo>
                <a:close/>
                <a:moveTo>
                  <a:pt x="969044" y="80592"/>
                </a:moveTo>
                <a:lnTo>
                  <a:pt x="981263" y="78669"/>
                </a:lnTo>
                <a:cubicBezTo>
                  <a:pt x="981949" y="83588"/>
                  <a:pt x="983860" y="87358"/>
                  <a:pt x="986995" y="89979"/>
                </a:cubicBezTo>
                <a:cubicBezTo>
                  <a:pt x="990130" y="92599"/>
                  <a:pt x="994512" y="93909"/>
                  <a:pt x="1000141" y="93909"/>
                </a:cubicBezTo>
                <a:cubicBezTo>
                  <a:pt x="1005815" y="93909"/>
                  <a:pt x="1010026" y="92753"/>
                  <a:pt x="1012772" y="90442"/>
                </a:cubicBezTo>
                <a:cubicBezTo>
                  <a:pt x="1015518" y="88131"/>
                  <a:pt x="1016890" y="85420"/>
                  <a:pt x="1016890" y="82308"/>
                </a:cubicBezTo>
                <a:cubicBezTo>
                  <a:pt x="1016890" y="79516"/>
                  <a:pt x="1015678" y="77319"/>
                  <a:pt x="1013252" y="75718"/>
                </a:cubicBezTo>
                <a:cubicBezTo>
                  <a:pt x="1011559" y="74619"/>
                  <a:pt x="1007349" y="73223"/>
                  <a:pt x="1000621" y="71530"/>
                </a:cubicBezTo>
                <a:cubicBezTo>
                  <a:pt x="991560" y="69242"/>
                  <a:pt x="985279" y="67263"/>
                  <a:pt x="981778" y="65592"/>
                </a:cubicBezTo>
                <a:cubicBezTo>
                  <a:pt x="978277" y="63922"/>
                  <a:pt x="975622" y="61611"/>
                  <a:pt x="973815" y="58659"/>
                </a:cubicBezTo>
                <a:cubicBezTo>
                  <a:pt x="972007" y="55707"/>
                  <a:pt x="971103" y="52446"/>
                  <a:pt x="971103" y="48877"/>
                </a:cubicBezTo>
                <a:cubicBezTo>
                  <a:pt x="971103" y="45627"/>
                  <a:pt x="971847" y="42618"/>
                  <a:pt x="973334" y="39850"/>
                </a:cubicBezTo>
                <a:cubicBezTo>
                  <a:pt x="974821" y="37081"/>
                  <a:pt x="976846" y="34781"/>
                  <a:pt x="979409" y="32951"/>
                </a:cubicBezTo>
                <a:cubicBezTo>
                  <a:pt x="981331" y="31532"/>
                  <a:pt x="983951" y="30331"/>
                  <a:pt x="987269" y="29347"/>
                </a:cubicBezTo>
                <a:cubicBezTo>
                  <a:pt x="990587" y="28363"/>
                  <a:pt x="994145" y="27871"/>
                  <a:pt x="997944" y="27871"/>
                </a:cubicBezTo>
                <a:cubicBezTo>
                  <a:pt x="1003665" y="27871"/>
                  <a:pt x="1008687" y="28694"/>
                  <a:pt x="1013012" y="30342"/>
                </a:cubicBezTo>
                <a:cubicBezTo>
                  <a:pt x="1017337" y="31989"/>
                  <a:pt x="1020529" y="34221"/>
                  <a:pt x="1022588" y="37035"/>
                </a:cubicBezTo>
                <a:cubicBezTo>
                  <a:pt x="1024648" y="39850"/>
                  <a:pt x="1026066" y="43614"/>
                  <a:pt x="1026844" y="48327"/>
                </a:cubicBezTo>
                <a:lnTo>
                  <a:pt x="1014762" y="49975"/>
                </a:lnTo>
                <a:cubicBezTo>
                  <a:pt x="1014213" y="46222"/>
                  <a:pt x="1012623" y="43293"/>
                  <a:pt x="1009991" y="41188"/>
                </a:cubicBezTo>
                <a:cubicBezTo>
                  <a:pt x="1007360" y="39083"/>
                  <a:pt x="1003642" y="38030"/>
                  <a:pt x="998836" y="38030"/>
                </a:cubicBezTo>
                <a:cubicBezTo>
                  <a:pt x="993162" y="38030"/>
                  <a:pt x="989111" y="38969"/>
                  <a:pt x="986686" y="40845"/>
                </a:cubicBezTo>
                <a:cubicBezTo>
                  <a:pt x="984260" y="42721"/>
                  <a:pt x="983048" y="44918"/>
                  <a:pt x="983048" y="47435"/>
                </a:cubicBezTo>
                <a:cubicBezTo>
                  <a:pt x="983048" y="49037"/>
                  <a:pt x="983551" y="50478"/>
                  <a:pt x="984558" y="51760"/>
                </a:cubicBezTo>
                <a:cubicBezTo>
                  <a:pt x="985565" y="53087"/>
                  <a:pt x="987143" y="54185"/>
                  <a:pt x="989294" y="55055"/>
                </a:cubicBezTo>
                <a:cubicBezTo>
                  <a:pt x="990530" y="55513"/>
                  <a:pt x="994168" y="56565"/>
                  <a:pt x="1000209" y="58213"/>
                </a:cubicBezTo>
                <a:cubicBezTo>
                  <a:pt x="1008950" y="60547"/>
                  <a:pt x="1015048" y="62457"/>
                  <a:pt x="1018504" y="63945"/>
                </a:cubicBezTo>
                <a:cubicBezTo>
                  <a:pt x="1021959" y="65432"/>
                  <a:pt x="1024670" y="67594"/>
                  <a:pt x="1026638" y="70432"/>
                </a:cubicBezTo>
                <a:cubicBezTo>
                  <a:pt x="1028606" y="73269"/>
                  <a:pt x="1029590" y="76793"/>
                  <a:pt x="1029590" y="81003"/>
                </a:cubicBezTo>
                <a:cubicBezTo>
                  <a:pt x="1029590" y="85122"/>
                  <a:pt x="1028389" y="89001"/>
                  <a:pt x="1025986" y="92639"/>
                </a:cubicBezTo>
                <a:cubicBezTo>
                  <a:pt x="1023584" y="96277"/>
                  <a:pt x="1020117" y="99092"/>
                  <a:pt x="1015586" y="101083"/>
                </a:cubicBezTo>
                <a:cubicBezTo>
                  <a:pt x="1011055" y="103073"/>
                  <a:pt x="1005930" y="104069"/>
                  <a:pt x="1000209" y="104069"/>
                </a:cubicBezTo>
                <a:cubicBezTo>
                  <a:pt x="990736" y="104069"/>
                  <a:pt x="983517" y="102095"/>
                  <a:pt x="978551" y="98148"/>
                </a:cubicBezTo>
                <a:cubicBezTo>
                  <a:pt x="973586" y="94201"/>
                  <a:pt x="970416" y="88349"/>
                  <a:pt x="969044" y="80592"/>
                </a:cubicBezTo>
                <a:close/>
                <a:moveTo>
                  <a:pt x="1109358" y="58350"/>
                </a:moveTo>
                <a:lnTo>
                  <a:pt x="1042701" y="86907"/>
                </a:lnTo>
                <a:lnTo>
                  <a:pt x="1042701" y="74551"/>
                </a:lnTo>
                <a:lnTo>
                  <a:pt x="1095491" y="52652"/>
                </a:lnTo>
                <a:lnTo>
                  <a:pt x="1042701" y="31028"/>
                </a:lnTo>
                <a:lnTo>
                  <a:pt x="1042701" y="18672"/>
                </a:lnTo>
                <a:lnTo>
                  <a:pt x="1109358" y="46817"/>
                </a:lnTo>
                <a:lnTo>
                  <a:pt x="1109358" y="58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&lt;func&gt;...&lt;\func&gt;">
            <a:extLst xmlns:a="http://schemas.openxmlformats.org/drawingml/2006/main">
              <a:ext uri="{FF2B5EF4-FFF2-40B4-BE49-F238E27FC236}">
                <a16:creationId xmlns:a16="http://schemas.microsoft.com/office/drawing/2014/main" id="{12D2483C-49AD-4568-9FA2-16DE8A81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294" y="2910740"/>
            <a:ext cx="1000402" cy="104206"/>
          </a:xfrm>
          <a:custGeom xmlns:a="http://schemas.openxmlformats.org/drawingml/2006/main">
            <a:pathLst>
              <a:path w="1000402" h="104206">
                <a:moveTo>
                  <a:pt x="0" y="58350"/>
                </a:moveTo>
                <a:lnTo>
                  <a:pt x="0" y="46817"/>
                </a:lnTo>
                <a:lnTo>
                  <a:pt x="66656" y="18672"/>
                </a:lnTo>
                <a:lnTo>
                  <a:pt x="66656" y="31028"/>
                </a:lnTo>
                <a:lnTo>
                  <a:pt x="13798" y="52652"/>
                </a:lnTo>
                <a:lnTo>
                  <a:pt x="66656" y="74551"/>
                </a:lnTo>
                <a:lnTo>
                  <a:pt x="66656" y="86907"/>
                </a:lnTo>
                <a:lnTo>
                  <a:pt x="0" y="58350"/>
                </a:lnTo>
                <a:close/>
                <a:moveTo>
                  <a:pt x="86541" y="102421"/>
                </a:moveTo>
                <a:lnTo>
                  <a:pt x="86541" y="39129"/>
                </a:lnTo>
                <a:lnTo>
                  <a:pt x="75626" y="39129"/>
                </a:lnTo>
                <a:lnTo>
                  <a:pt x="75626" y="29518"/>
                </a:lnTo>
                <a:lnTo>
                  <a:pt x="86541" y="29518"/>
                </a:lnTo>
                <a:lnTo>
                  <a:pt x="86541" y="21778"/>
                </a:lnTo>
                <a:cubicBezTo>
                  <a:pt x="86541" y="16893"/>
                  <a:pt x="86976" y="13263"/>
                  <a:pt x="87846" y="10889"/>
                </a:cubicBezTo>
                <a:cubicBezTo>
                  <a:pt x="89035" y="7694"/>
                  <a:pt x="91129" y="5103"/>
                  <a:pt x="94127" y="3117"/>
                </a:cubicBezTo>
                <a:cubicBezTo>
                  <a:pt x="97124" y="1131"/>
                  <a:pt x="101323" y="137"/>
                  <a:pt x="106723" y="137"/>
                </a:cubicBezTo>
                <a:cubicBezTo>
                  <a:pt x="110202" y="137"/>
                  <a:pt x="114046" y="551"/>
                  <a:pt x="118256" y="1379"/>
                </a:cubicBezTo>
                <a:lnTo>
                  <a:pt x="116403" y="12215"/>
                </a:lnTo>
                <a:cubicBezTo>
                  <a:pt x="113840" y="11760"/>
                  <a:pt x="111414" y="11533"/>
                  <a:pt x="109126" y="11533"/>
                </a:cubicBezTo>
                <a:cubicBezTo>
                  <a:pt x="105373" y="11533"/>
                  <a:pt x="102719" y="12328"/>
                  <a:pt x="101163" y="13918"/>
                </a:cubicBezTo>
                <a:cubicBezTo>
                  <a:pt x="99607" y="15507"/>
                  <a:pt x="98829" y="18482"/>
                  <a:pt x="98829" y="22842"/>
                </a:cubicBezTo>
                <a:lnTo>
                  <a:pt x="98829" y="29518"/>
                </a:lnTo>
                <a:lnTo>
                  <a:pt x="113039" y="29518"/>
                </a:lnTo>
                <a:lnTo>
                  <a:pt x="113039" y="39129"/>
                </a:lnTo>
                <a:lnTo>
                  <a:pt x="98829" y="39129"/>
                </a:lnTo>
                <a:lnTo>
                  <a:pt x="98829" y="102421"/>
                </a:lnTo>
                <a:lnTo>
                  <a:pt x="86541" y="102421"/>
                </a:lnTo>
                <a:close/>
                <a:moveTo>
                  <a:pt x="170615" y="102421"/>
                </a:moveTo>
                <a:lnTo>
                  <a:pt x="170615" y="91646"/>
                </a:lnTo>
                <a:cubicBezTo>
                  <a:pt x="164940" y="99928"/>
                  <a:pt x="157229" y="104069"/>
                  <a:pt x="147481" y="104069"/>
                </a:cubicBezTo>
                <a:cubicBezTo>
                  <a:pt x="143179" y="104069"/>
                  <a:pt x="139163" y="103245"/>
                  <a:pt x="135434" y="101598"/>
                </a:cubicBezTo>
                <a:cubicBezTo>
                  <a:pt x="131704" y="99950"/>
                  <a:pt x="128935" y="97879"/>
                  <a:pt x="127127" y="95385"/>
                </a:cubicBezTo>
                <a:cubicBezTo>
                  <a:pt x="125320" y="92891"/>
                  <a:pt x="124050" y="89836"/>
                  <a:pt x="123317" y="86221"/>
                </a:cubicBezTo>
                <a:cubicBezTo>
                  <a:pt x="122814" y="83795"/>
                  <a:pt x="122562" y="79951"/>
                  <a:pt x="122562" y="74688"/>
                </a:cubicBezTo>
                <a:lnTo>
                  <a:pt x="122562" y="29518"/>
                </a:lnTo>
                <a:lnTo>
                  <a:pt x="134919" y="29518"/>
                </a:lnTo>
                <a:lnTo>
                  <a:pt x="134919" y="69908"/>
                </a:lnTo>
                <a:cubicBezTo>
                  <a:pt x="134919" y="76354"/>
                  <a:pt x="135170" y="80697"/>
                  <a:pt x="135674" y="82936"/>
                </a:cubicBezTo>
                <a:cubicBezTo>
                  <a:pt x="136452" y="86183"/>
                  <a:pt x="138099" y="88732"/>
                  <a:pt x="140616" y="90584"/>
                </a:cubicBezTo>
                <a:cubicBezTo>
                  <a:pt x="143134" y="92435"/>
                  <a:pt x="146246" y="93360"/>
                  <a:pt x="149952" y="93360"/>
                </a:cubicBezTo>
                <a:cubicBezTo>
                  <a:pt x="153659" y="93360"/>
                  <a:pt x="157137" y="92412"/>
                  <a:pt x="160387" y="90515"/>
                </a:cubicBezTo>
                <a:cubicBezTo>
                  <a:pt x="163636" y="88618"/>
                  <a:pt x="165936" y="86035"/>
                  <a:pt x="167286" y="82767"/>
                </a:cubicBezTo>
                <a:cubicBezTo>
                  <a:pt x="168636" y="79497"/>
                  <a:pt x="169311" y="74754"/>
                  <a:pt x="169311" y="68538"/>
                </a:cubicBezTo>
                <a:lnTo>
                  <a:pt x="169311" y="29518"/>
                </a:lnTo>
                <a:lnTo>
                  <a:pt x="181667" y="29518"/>
                </a:lnTo>
                <a:lnTo>
                  <a:pt x="181667" y="102421"/>
                </a:lnTo>
                <a:lnTo>
                  <a:pt x="170615" y="102421"/>
                </a:lnTo>
                <a:close/>
                <a:moveTo>
                  <a:pt x="200747" y="102421"/>
                </a:moveTo>
                <a:lnTo>
                  <a:pt x="200747" y="29518"/>
                </a:lnTo>
                <a:lnTo>
                  <a:pt x="211868" y="29518"/>
                </a:lnTo>
                <a:lnTo>
                  <a:pt x="211868" y="39884"/>
                </a:lnTo>
                <a:cubicBezTo>
                  <a:pt x="217222" y="31875"/>
                  <a:pt x="224956" y="27871"/>
                  <a:pt x="235070" y="27871"/>
                </a:cubicBezTo>
                <a:cubicBezTo>
                  <a:pt x="239464" y="27871"/>
                  <a:pt x="243503" y="28660"/>
                  <a:pt x="247187" y="30239"/>
                </a:cubicBezTo>
                <a:cubicBezTo>
                  <a:pt x="250871" y="31818"/>
                  <a:pt x="253628" y="33889"/>
                  <a:pt x="255459" y="36452"/>
                </a:cubicBezTo>
                <a:cubicBezTo>
                  <a:pt x="257289" y="39014"/>
                  <a:pt x="258571" y="42058"/>
                  <a:pt x="259303" y="45582"/>
                </a:cubicBezTo>
                <a:cubicBezTo>
                  <a:pt x="259760" y="47870"/>
                  <a:pt x="259989" y="51874"/>
                  <a:pt x="259989" y="57595"/>
                </a:cubicBezTo>
                <a:lnTo>
                  <a:pt x="259989" y="102421"/>
                </a:lnTo>
                <a:lnTo>
                  <a:pt x="247633" y="102421"/>
                </a:lnTo>
                <a:lnTo>
                  <a:pt x="247633" y="58075"/>
                </a:lnTo>
                <a:cubicBezTo>
                  <a:pt x="247633" y="53041"/>
                  <a:pt x="247152" y="49277"/>
                  <a:pt x="246191" y="46783"/>
                </a:cubicBezTo>
                <a:cubicBezTo>
                  <a:pt x="245230" y="44289"/>
                  <a:pt x="243525" y="42298"/>
                  <a:pt x="241077" y="40811"/>
                </a:cubicBezTo>
                <a:cubicBezTo>
                  <a:pt x="238629" y="39323"/>
                  <a:pt x="235757" y="38580"/>
                  <a:pt x="232462" y="38580"/>
                </a:cubicBezTo>
                <a:cubicBezTo>
                  <a:pt x="227199" y="38580"/>
                  <a:pt x="222657" y="40250"/>
                  <a:pt x="218835" y="43591"/>
                </a:cubicBezTo>
                <a:cubicBezTo>
                  <a:pt x="215014" y="46932"/>
                  <a:pt x="213103" y="53270"/>
                  <a:pt x="213103" y="62606"/>
                </a:cubicBezTo>
                <a:lnTo>
                  <a:pt x="213103" y="102421"/>
                </a:lnTo>
                <a:lnTo>
                  <a:pt x="200747" y="102421"/>
                </a:lnTo>
                <a:close/>
                <a:moveTo>
                  <a:pt x="326230" y="75649"/>
                </a:moveTo>
                <a:lnTo>
                  <a:pt x="338380" y="77296"/>
                </a:lnTo>
                <a:cubicBezTo>
                  <a:pt x="337053" y="85671"/>
                  <a:pt x="333655" y="92227"/>
                  <a:pt x="328186" y="96964"/>
                </a:cubicBezTo>
                <a:cubicBezTo>
                  <a:pt x="322717" y="101700"/>
                  <a:pt x="316001" y="104069"/>
                  <a:pt x="308038" y="104069"/>
                </a:cubicBezTo>
                <a:cubicBezTo>
                  <a:pt x="298062" y="104069"/>
                  <a:pt x="290041" y="100808"/>
                  <a:pt x="283978" y="94287"/>
                </a:cubicBezTo>
                <a:cubicBezTo>
                  <a:pt x="277914" y="87765"/>
                  <a:pt x="274882" y="78418"/>
                  <a:pt x="274882" y="66244"/>
                </a:cubicBezTo>
                <a:cubicBezTo>
                  <a:pt x="274882" y="58373"/>
                  <a:pt x="276186" y="51485"/>
                  <a:pt x="278795" y="45582"/>
                </a:cubicBezTo>
                <a:cubicBezTo>
                  <a:pt x="281403" y="39678"/>
                  <a:pt x="285373" y="35250"/>
                  <a:pt x="290705" y="32298"/>
                </a:cubicBezTo>
                <a:cubicBezTo>
                  <a:pt x="296037" y="29347"/>
                  <a:pt x="301837" y="27871"/>
                  <a:pt x="308107" y="27871"/>
                </a:cubicBezTo>
                <a:cubicBezTo>
                  <a:pt x="316024" y="27871"/>
                  <a:pt x="322500" y="29861"/>
                  <a:pt x="327534" y="33843"/>
                </a:cubicBezTo>
                <a:cubicBezTo>
                  <a:pt x="332568" y="37823"/>
                  <a:pt x="335795" y="43475"/>
                  <a:pt x="337213" y="50799"/>
                </a:cubicBezTo>
                <a:lnTo>
                  <a:pt x="325200" y="52721"/>
                </a:lnTo>
                <a:cubicBezTo>
                  <a:pt x="324056" y="47847"/>
                  <a:pt x="322031" y="44180"/>
                  <a:pt x="319125" y="41720"/>
                </a:cubicBezTo>
                <a:cubicBezTo>
                  <a:pt x="316219" y="39260"/>
                  <a:pt x="312706" y="38030"/>
                  <a:pt x="308588" y="38030"/>
                </a:cubicBezTo>
                <a:cubicBezTo>
                  <a:pt x="302364" y="38030"/>
                  <a:pt x="297307" y="40261"/>
                  <a:pt x="293417" y="44723"/>
                </a:cubicBezTo>
                <a:cubicBezTo>
                  <a:pt x="289527" y="49186"/>
                  <a:pt x="287582" y="56245"/>
                  <a:pt x="287582" y="65901"/>
                </a:cubicBezTo>
                <a:cubicBezTo>
                  <a:pt x="287582" y="75695"/>
                  <a:pt x="289458" y="82811"/>
                  <a:pt x="293211" y="87250"/>
                </a:cubicBezTo>
                <a:cubicBezTo>
                  <a:pt x="296963" y="91689"/>
                  <a:pt x="301860" y="93909"/>
                  <a:pt x="307901" y="93909"/>
                </a:cubicBezTo>
                <a:cubicBezTo>
                  <a:pt x="312752" y="93909"/>
                  <a:pt x="316802" y="92416"/>
                  <a:pt x="320052" y="89430"/>
                </a:cubicBezTo>
                <a:cubicBezTo>
                  <a:pt x="323301" y="86444"/>
                  <a:pt x="325360" y="81850"/>
                  <a:pt x="326230" y="75649"/>
                </a:cubicBezTo>
                <a:close/>
                <a:moveTo>
                  <a:pt x="414028" y="58350"/>
                </a:moveTo>
                <a:lnTo>
                  <a:pt x="347372" y="86907"/>
                </a:lnTo>
                <a:lnTo>
                  <a:pt x="347372" y="74551"/>
                </a:lnTo>
                <a:lnTo>
                  <a:pt x="400162" y="52652"/>
                </a:lnTo>
                <a:lnTo>
                  <a:pt x="347372" y="31028"/>
                </a:lnTo>
                <a:lnTo>
                  <a:pt x="347372" y="18672"/>
                </a:lnTo>
                <a:lnTo>
                  <a:pt x="414028" y="46817"/>
                </a:lnTo>
                <a:lnTo>
                  <a:pt x="414028" y="58350"/>
                </a:lnTo>
                <a:close/>
                <a:moveTo>
                  <a:pt x="434462" y="102421"/>
                </a:moveTo>
                <a:lnTo>
                  <a:pt x="434462" y="88280"/>
                </a:lnTo>
                <a:lnTo>
                  <a:pt x="448535" y="88280"/>
                </a:lnTo>
                <a:lnTo>
                  <a:pt x="448535" y="102421"/>
                </a:lnTo>
                <a:lnTo>
                  <a:pt x="434462" y="102421"/>
                </a:lnTo>
                <a:close/>
                <a:moveTo>
                  <a:pt x="473710" y="102421"/>
                </a:moveTo>
                <a:lnTo>
                  <a:pt x="473710" y="88280"/>
                </a:lnTo>
                <a:lnTo>
                  <a:pt x="487783" y="88280"/>
                </a:lnTo>
                <a:lnTo>
                  <a:pt x="487783" y="102421"/>
                </a:lnTo>
                <a:lnTo>
                  <a:pt x="473710" y="102421"/>
                </a:lnTo>
                <a:close/>
                <a:moveTo>
                  <a:pt x="512958" y="102421"/>
                </a:moveTo>
                <a:lnTo>
                  <a:pt x="512958" y="88280"/>
                </a:lnTo>
                <a:lnTo>
                  <a:pt x="527030" y="88280"/>
                </a:lnTo>
                <a:lnTo>
                  <a:pt x="527030" y="102421"/>
                </a:lnTo>
                <a:lnTo>
                  <a:pt x="512958" y="102421"/>
                </a:lnTo>
                <a:close/>
                <a:moveTo>
                  <a:pt x="547126" y="58350"/>
                </a:moveTo>
                <a:lnTo>
                  <a:pt x="547126" y="46817"/>
                </a:lnTo>
                <a:lnTo>
                  <a:pt x="613782" y="18672"/>
                </a:lnTo>
                <a:lnTo>
                  <a:pt x="613782" y="31028"/>
                </a:lnTo>
                <a:lnTo>
                  <a:pt x="560924" y="52652"/>
                </a:lnTo>
                <a:lnTo>
                  <a:pt x="613782" y="74551"/>
                </a:lnTo>
                <a:lnTo>
                  <a:pt x="613782" y="86907"/>
                </a:lnTo>
                <a:lnTo>
                  <a:pt x="547126" y="58350"/>
                </a:lnTo>
                <a:close/>
                <a:moveTo>
                  <a:pt x="650622" y="104206"/>
                </a:moveTo>
                <a:lnTo>
                  <a:pt x="621447" y="0"/>
                </a:lnTo>
                <a:lnTo>
                  <a:pt x="631401" y="0"/>
                </a:lnTo>
                <a:lnTo>
                  <a:pt x="660507" y="104206"/>
                </a:lnTo>
                <a:lnTo>
                  <a:pt x="650622" y="104206"/>
                </a:lnTo>
                <a:close/>
                <a:moveTo>
                  <a:pt x="672914" y="102421"/>
                </a:moveTo>
                <a:lnTo>
                  <a:pt x="672914" y="39129"/>
                </a:lnTo>
                <a:lnTo>
                  <a:pt x="661999" y="39129"/>
                </a:lnTo>
                <a:lnTo>
                  <a:pt x="661999" y="29518"/>
                </a:lnTo>
                <a:lnTo>
                  <a:pt x="672914" y="29518"/>
                </a:lnTo>
                <a:lnTo>
                  <a:pt x="672914" y="21778"/>
                </a:lnTo>
                <a:cubicBezTo>
                  <a:pt x="672914" y="16893"/>
                  <a:pt x="673348" y="13263"/>
                  <a:pt x="674218" y="10889"/>
                </a:cubicBezTo>
                <a:cubicBezTo>
                  <a:pt x="675408" y="7694"/>
                  <a:pt x="677502" y="5103"/>
                  <a:pt x="680499" y="3117"/>
                </a:cubicBezTo>
                <a:cubicBezTo>
                  <a:pt x="683497" y="1131"/>
                  <a:pt x="687696" y="137"/>
                  <a:pt x="693096" y="137"/>
                </a:cubicBezTo>
                <a:cubicBezTo>
                  <a:pt x="696574" y="137"/>
                  <a:pt x="700418" y="551"/>
                  <a:pt x="704629" y="1379"/>
                </a:cubicBezTo>
                <a:lnTo>
                  <a:pt x="702775" y="12215"/>
                </a:lnTo>
                <a:cubicBezTo>
                  <a:pt x="700212" y="11760"/>
                  <a:pt x="697787" y="11533"/>
                  <a:pt x="695499" y="11533"/>
                </a:cubicBezTo>
                <a:cubicBezTo>
                  <a:pt x="691746" y="11533"/>
                  <a:pt x="689091" y="12328"/>
                  <a:pt x="687535" y="13918"/>
                </a:cubicBezTo>
                <a:cubicBezTo>
                  <a:pt x="685979" y="15507"/>
                  <a:pt x="685201" y="18482"/>
                  <a:pt x="685201" y="22842"/>
                </a:cubicBezTo>
                <a:lnTo>
                  <a:pt x="685201" y="29518"/>
                </a:lnTo>
                <a:lnTo>
                  <a:pt x="699411" y="29518"/>
                </a:lnTo>
                <a:lnTo>
                  <a:pt x="699411" y="39129"/>
                </a:lnTo>
                <a:lnTo>
                  <a:pt x="685201" y="39129"/>
                </a:lnTo>
                <a:lnTo>
                  <a:pt x="685201" y="102421"/>
                </a:lnTo>
                <a:lnTo>
                  <a:pt x="672914" y="102421"/>
                </a:lnTo>
                <a:close/>
                <a:moveTo>
                  <a:pt x="756988" y="102421"/>
                </a:moveTo>
                <a:lnTo>
                  <a:pt x="756988" y="91646"/>
                </a:lnTo>
                <a:cubicBezTo>
                  <a:pt x="751313" y="99928"/>
                  <a:pt x="743602" y="104069"/>
                  <a:pt x="733854" y="104069"/>
                </a:cubicBezTo>
                <a:cubicBezTo>
                  <a:pt x="729552" y="104069"/>
                  <a:pt x="725536" y="103245"/>
                  <a:pt x="721806" y="101598"/>
                </a:cubicBezTo>
                <a:cubicBezTo>
                  <a:pt x="718077" y="99950"/>
                  <a:pt x="715308" y="97879"/>
                  <a:pt x="713500" y="95385"/>
                </a:cubicBezTo>
                <a:cubicBezTo>
                  <a:pt x="711692" y="92891"/>
                  <a:pt x="710422" y="89836"/>
                  <a:pt x="709690" y="86221"/>
                </a:cubicBezTo>
                <a:cubicBezTo>
                  <a:pt x="709187" y="83795"/>
                  <a:pt x="708935" y="79951"/>
                  <a:pt x="708935" y="74688"/>
                </a:cubicBezTo>
                <a:lnTo>
                  <a:pt x="708935" y="29518"/>
                </a:lnTo>
                <a:lnTo>
                  <a:pt x="721291" y="29518"/>
                </a:lnTo>
                <a:lnTo>
                  <a:pt x="721291" y="69908"/>
                </a:lnTo>
                <a:cubicBezTo>
                  <a:pt x="721291" y="76354"/>
                  <a:pt x="721543" y="80697"/>
                  <a:pt x="722047" y="82936"/>
                </a:cubicBezTo>
                <a:cubicBezTo>
                  <a:pt x="722825" y="86183"/>
                  <a:pt x="724472" y="88732"/>
                  <a:pt x="726989" y="90584"/>
                </a:cubicBezTo>
                <a:cubicBezTo>
                  <a:pt x="729506" y="92435"/>
                  <a:pt x="732618" y="93360"/>
                  <a:pt x="736325" y="93360"/>
                </a:cubicBezTo>
                <a:cubicBezTo>
                  <a:pt x="740032" y="93360"/>
                  <a:pt x="743510" y="92412"/>
                  <a:pt x="746760" y="90515"/>
                </a:cubicBezTo>
                <a:cubicBezTo>
                  <a:pt x="750009" y="88618"/>
                  <a:pt x="752308" y="86035"/>
                  <a:pt x="753659" y="82767"/>
                </a:cubicBezTo>
                <a:cubicBezTo>
                  <a:pt x="755009" y="79497"/>
                  <a:pt x="755684" y="74754"/>
                  <a:pt x="755684" y="68538"/>
                </a:cubicBezTo>
                <a:lnTo>
                  <a:pt x="755684" y="29518"/>
                </a:lnTo>
                <a:lnTo>
                  <a:pt x="768040" y="29518"/>
                </a:lnTo>
                <a:lnTo>
                  <a:pt x="768040" y="102421"/>
                </a:lnTo>
                <a:lnTo>
                  <a:pt x="756988" y="102421"/>
                </a:lnTo>
                <a:close/>
                <a:moveTo>
                  <a:pt x="787119" y="102421"/>
                </a:moveTo>
                <a:lnTo>
                  <a:pt x="787119" y="29518"/>
                </a:lnTo>
                <a:lnTo>
                  <a:pt x="798240" y="29518"/>
                </a:lnTo>
                <a:lnTo>
                  <a:pt x="798240" y="39884"/>
                </a:lnTo>
                <a:cubicBezTo>
                  <a:pt x="803595" y="31875"/>
                  <a:pt x="811329" y="27871"/>
                  <a:pt x="821443" y="27871"/>
                </a:cubicBezTo>
                <a:cubicBezTo>
                  <a:pt x="825836" y="27871"/>
                  <a:pt x="829875" y="28660"/>
                  <a:pt x="833559" y="30239"/>
                </a:cubicBezTo>
                <a:cubicBezTo>
                  <a:pt x="837243" y="31818"/>
                  <a:pt x="840000" y="33889"/>
                  <a:pt x="841831" y="36452"/>
                </a:cubicBezTo>
                <a:cubicBezTo>
                  <a:pt x="843662" y="39014"/>
                  <a:pt x="844943" y="42058"/>
                  <a:pt x="845675" y="45582"/>
                </a:cubicBezTo>
                <a:cubicBezTo>
                  <a:pt x="846133" y="47870"/>
                  <a:pt x="846362" y="51874"/>
                  <a:pt x="846362" y="57595"/>
                </a:cubicBezTo>
                <a:lnTo>
                  <a:pt x="846362" y="102421"/>
                </a:lnTo>
                <a:lnTo>
                  <a:pt x="834005" y="102421"/>
                </a:lnTo>
                <a:lnTo>
                  <a:pt x="834005" y="58075"/>
                </a:lnTo>
                <a:cubicBezTo>
                  <a:pt x="834005" y="53041"/>
                  <a:pt x="833525" y="49277"/>
                  <a:pt x="832564" y="46783"/>
                </a:cubicBezTo>
                <a:cubicBezTo>
                  <a:pt x="831603" y="44289"/>
                  <a:pt x="829898" y="42298"/>
                  <a:pt x="827449" y="40811"/>
                </a:cubicBezTo>
                <a:cubicBezTo>
                  <a:pt x="825001" y="39323"/>
                  <a:pt x="822129" y="38580"/>
                  <a:pt x="818834" y="38580"/>
                </a:cubicBezTo>
                <a:cubicBezTo>
                  <a:pt x="813571" y="38580"/>
                  <a:pt x="809029" y="40250"/>
                  <a:pt x="805208" y="43591"/>
                </a:cubicBezTo>
                <a:cubicBezTo>
                  <a:pt x="801386" y="46932"/>
                  <a:pt x="799476" y="53270"/>
                  <a:pt x="799476" y="62606"/>
                </a:cubicBezTo>
                <a:lnTo>
                  <a:pt x="799476" y="102421"/>
                </a:lnTo>
                <a:lnTo>
                  <a:pt x="787119" y="102421"/>
                </a:lnTo>
                <a:close/>
                <a:moveTo>
                  <a:pt x="912601" y="75649"/>
                </a:moveTo>
                <a:lnTo>
                  <a:pt x="924752" y="77296"/>
                </a:lnTo>
                <a:cubicBezTo>
                  <a:pt x="923425" y="85671"/>
                  <a:pt x="920027" y="92227"/>
                  <a:pt x="914558" y="96964"/>
                </a:cubicBezTo>
                <a:cubicBezTo>
                  <a:pt x="909089" y="101700"/>
                  <a:pt x="902373" y="104069"/>
                  <a:pt x="894410" y="104069"/>
                </a:cubicBezTo>
                <a:cubicBezTo>
                  <a:pt x="884433" y="104069"/>
                  <a:pt x="876413" y="100808"/>
                  <a:pt x="870349" y="94287"/>
                </a:cubicBezTo>
                <a:cubicBezTo>
                  <a:pt x="864285" y="87765"/>
                  <a:pt x="861254" y="78418"/>
                  <a:pt x="861254" y="66244"/>
                </a:cubicBezTo>
                <a:cubicBezTo>
                  <a:pt x="861254" y="58373"/>
                  <a:pt x="862558" y="51485"/>
                  <a:pt x="865166" y="45582"/>
                </a:cubicBezTo>
                <a:cubicBezTo>
                  <a:pt x="867775" y="39678"/>
                  <a:pt x="871745" y="35250"/>
                  <a:pt x="877077" y="32298"/>
                </a:cubicBezTo>
                <a:cubicBezTo>
                  <a:pt x="882408" y="29347"/>
                  <a:pt x="888209" y="27871"/>
                  <a:pt x="894479" y="27871"/>
                </a:cubicBezTo>
                <a:cubicBezTo>
                  <a:pt x="902396" y="27871"/>
                  <a:pt x="908872" y="29861"/>
                  <a:pt x="913906" y="33843"/>
                </a:cubicBezTo>
                <a:cubicBezTo>
                  <a:pt x="918940" y="37823"/>
                  <a:pt x="922166" y="43475"/>
                  <a:pt x="923585" y="50799"/>
                </a:cubicBezTo>
                <a:lnTo>
                  <a:pt x="911572" y="52721"/>
                </a:lnTo>
                <a:cubicBezTo>
                  <a:pt x="910428" y="47847"/>
                  <a:pt x="908403" y="44180"/>
                  <a:pt x="905496" y="41720"/>
                </a:cubicBezTo>
                <a:cubicBezTo>
                  <a:pt x="902590" y="39260"/>
                  <a:pt x="899078" y="38030"/>
                  <a:pt x="894959" y="38030"/>
                </a:cubicBezTo>
                <a:cubicBezTo>
                  <a:pt x="888735" y="38030"/>
                  <a:pt x="883678" y="40261"/>
                  <a:pt x="879788" y="44723"/>
                </a:cubicBezTo>
                <a:cubicBezTo>
                  <a:pt x="875898" y="49186"/>
                  <a:pt x="873953" y="56245"/>
                  <a:pt x="873953" y="65901"/>
                </a:cubicBezTo>
                <a:cubicBezTo>
                  <a:pt x="873953" y="75695"/>
                  <a:pt x="875830" y="82811"/>
                  <a:pt x="879582" y="87250"/>
                </a:cubicBezTo>
                <a:cubicBezTo>
                  <a:pt x="883335" y="91689"/>
                  <a:pt x="888232" y="93909"/>
                  <a:pt x="894273" y="93909"/>
                </a:cubicBezTo>
                <a:cubicBezTo>
                  <a:pt x="899124" y="93909"/>
                  <a:pt x="903174" y="92416"/>
                  <a:pt x="906423" y="89430"/>
                </a:cubicBezTo>
                <a:cubicBezTo>
                  <a:pt x="909672" y="86444"/>
                  <a:pt x="911732" y="81850"/>
                  <a:pt x="912601" y="75649"/>
                </a:cubicBezTo>
                <a:close/>
                <a:moveTo>
                  <a:pt x="1000402" y="58350"/>
                </a:moveTo>
                <a:lnTo>
                  <a:pt x="933746" y="86907"/>
                </a:lnTo>
                <a:lnTo>
                  <a:pt x="933746" y="74551"/>
                </a:lnTo>
                <a:lnTo>
                  <a:pt x="986535" y="52652"/>
                </a:lnTo>
                <a:lnTo>
                  <a:pt x="933746" y="31028"/>
                </a:lnTo>
                <a:lnTo>
                  <a:pt x="933746" y="18672"/>
                </a:lnTo>
                <a:lnTo>
                  <a:pt x="1000402" y="46817"/>
                </a:lnTo>
                <a:lnTo>
                  <a:pt x="1000402" y="58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33158-D535-4F7D-BE91-145ED79C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45" y="2829223"/>
            <a:ext cx="1019856" cy="409817"/>
          </a:xfrm>
          <a:custGeom xmlns:a="http://schemas.openxmlformats.org/drawingml/2006/main">
            <a:pathLst>
              <a:path w="1019856" h="409817">
                <a:moveTo>
                  <a:pt x="0" y="31633"/>
                </a:moveTo>
                <a:cubicBezTo>
                  <a:pt x="0" y="13895"/>
                  <a:pt x="13895" y="0"/>
                  <a:pt x="30930" y="703"/>
                </a:cubicBezTo>
                <a:lnTo>
                  <a:pt x="988341" y="703"/>
                </a:lnTo>
                <a:cubicBezTo>
                  <a:pt x="1005961" y="0"/>
                  <a:pt x="1019856" y="13895"/>
                  <a:pt x="1019270" y="31633"/>
                </a:cubicBezTo>
                <a:lnTo>
                  <a:pt x="1019270" y="378887"/>
                </a:lnTo>
                <a:cubicBezTo>
                  <a:pt x="1019856" y="395571"/>
                  <a:pt x="1005961" y="409465"/>
                  <a:pt x="988341" y="409817"/>
                </a:cubicBezTo>
                <a:lnTo>
                  <a:pt x="30930" y="409817"/>
                </a:lnTo>
                <a:cubicBezTo>
                  <a:pt x="13895" y="409465"/>
                  <a:pt x="0" y="395571"/>
                  <a:pt x="0" y="378887"/>
                </a:cubicBezTo>
                <a:lnTo>
                  <a:pt x="0" y="3163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214AC-D436-44D2-B096-B8B0CFA7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587" y="2823366"/>
            <a:ext cx="1031572" cy="421181"/>
          </a:xfrm>
          <a:custGeom xmlns:a="http://schemas.openxmlformats.org/drawingml/2006/main">
            <a:pathLst>
              <a:path w="1031572" h="421181">
                <a:moveTo>
                  <a:pt x="2894" y="398652"/>
                </a:moveTo>
                <a:lnTo>
                  <a:pt x="4452" y="401885"/>
                </a:lnTo>
                <a:lnTo>
                  <a:pt x="6303" y="404920"/>
                </a:lnTo>
                <a:lnTo>
                  <a:pt x="8424" y="407767"/>
                </a:lnTo>
                <a:lnTo>
                  <a:pt x="10802" y="410379"/>
                </a:lnTo>
                <a:lnTo>
                  <a:pt x="13415" y="412758"/>
                </a:lnTo>
                <a:lnTo>
                  <a:pt x="16261" y="414878"/>
                </a:lnTo>
                <a:lnTo>
                  <a:pt x="19296" y="416729"/>
                </a:lnTo>
                <a:lnTo>
                  <a:pt x="22529" y="418287"/>
                </a:lnTo>
                <a:lnTo>
                  <a:pt x="25927" y="419529"/>
                </a:lnTo>
                <a:lnTo>
                  <a:pt x="29465" y="420443"/>
                </a:lnTo>
                <a:lnTo>
                  <a:pt x="33132" y="420994"/>
                </a:lnTo>
                <a:lnTo>
                  <a:pt x="36741" y="421181"/>
                </a:lnTo>
                <a:lnTo>
                  <a:pt x="994831" y="421181"/>
                </a:lnTo>
                <a:lnTo>
                  <a:pt x="998440" y="420994"/>
                </a:lnTo>
                <a:lnTo>
                  <a:pt x="1002107" y="420443"/>
                </a:lnTo>
                <a:lnTo>
                  <a:pt x="1005645" y="419529"/>
                </a:lnTo>
                <a:lnTo>
                  <a:pt x="1009042" y="418287"/>
                </a:lnTo>
                <a:lnTo>
                  <a:pt x="1012276" y="416729"/>
                </a:lnTo>
                <a:lnTo>
                  <a:pt x="1015310" y="414878"/>
                </a:lnTo>
                <a:lnTo>
                  <a:pt x="1018157" y="412758"/>
                </a:lnTo>
                <a:lnTo>
                  <a:pt x="1020770" y="410379"/>
                </a:lnTo>
                <a:lnTo>
                  <a:pt x="1023148" y="407767"/>
                </a:lnTo>
                <a:lnTo>
                  <a:pt x="1025269" y="404920"/>
                </a:lnTo>
                <a:lnTo>
                  <a:pt x="1027120" y="401885"/>
                </a:lnTo>
                <a:lnTo>
                  <a:pt x="1028678" y="398652"/>
                </a:lnTo>
                <a:lnTo>
                  <a:pt x="1029920" y="395254"/>
                </a:lnTo>
                <a:lnTo>
                  <a:pt x="1030834" y="391716"/>
                </a:lnTo>
                <a:lnTo>
                  <a:pt x="1031384" y="388049"/>
                </a:lnTo>
                <a:lnTo>
                  <a:pt x="1031572" y="384441"/>
                </a:lnTo>
                <a:lnTo>
                  <a:pt x="1031572" y="36741"/>
                </a:lnTo>
                <a:lnTo>
                  <a:pt x="1031384" y="33132"/>
                </a:lnTo>
                <a:lnTo>
                  <a:pt x="1030834" y="29465"/>
                </a:lnTo>
                <a:lnTo>
                  <a:pt x="1029920" y="25927"/>
                </a:lnTo>
                <a:lnTo>
                  <a:pt x="1028678" y="22529"/>
                </a:lnTo>
                <a:lnTo>
                  <a:pt x="1027120" y="19296"/>
                </a:lnTo>
                <a:lnTo>
                  <a:pt x="1025269" y="16261"/>
                </a:lnTo>
                <a:lnTo>
                  <a:pt x="1023148" y="13415"/>
                </a:lnTo>
                <a:lnTo>
                  <a:pt x="1020770" y="10802"/>
                </a:lnTo>
                <a:lnTo>
                  <a:pt x="1018157" y="8424"/>
                </a:lnTo>
                <a:lnTo>
                  <a:pt x="1015310" y="6303"/>
                </a:lnTo>
                <a:lnTo>
                  <a:pt x="1012276" y="4452"/>
                </a:lnTo>
                <a:lnTo>
                  <a:pt x="1009042" y="2894"/>
                </a:lnTo>
                <a:lnTo>
                  <a:pt x="1005645" y="1652"/>
                </a:lnTo>
                <a:lnTo>
                  <a:pt x="1002107" y="738"/>
                </a:lnTo>
                <a:lnTo>
                  <a:pt x="998440" y="187"/>
                </a:lnTo>
                <a:lnTo>
                  <a:pt x="994831" y="0"/>
                </a:lnTo>
                <a:lnTo>
                  <a:pt x="36741" y="0"/>
                </a:lnTo>
                <a:lnTo>
                  <a:pt x="33132" y="187"/>
                </a:lnTo>
                <a:lnTo>
                  <a:pt x="29465" y="738"/>
                </a:lnTo>
                <a:lnTo>
                  <a:pt x="25927" y="1652"/>
                </a:lnTo>
                <a:lnTo>
                  <a:pt x="22529" y="2894"/>
                </a:lnTo>
                <a:lnTo>
                  <a:pt x="19296" y="4452"/>
                </a:lnTo>
                <a:lnTo>
                  <a:pt x="16261" y="6303"/>
                </a:lnTo>
                <a:lnTo>
                  <a:pt x="13415" y="8424"/>
                </a:lnTo>
                <a:lnTo>
                  <a:pt x="10802" y="10802"/>
                </a:lnTo>
                <a:lnTo>
                  <a:pt x="8424" y="13415"/>
                </a:lnTo>
                <a:lnTo>
                  <a:pt x="6303" y="16261"/>
                </a:lnTo>
                <a:lnTo>
                  <a:pt x="4452" y="19296"/>
                </a:lnTo>
                <a:lnTo>
                  <a:pt x="2894" y="22529"/>
                </a:lnTo>
                <a:lnTo>
                  <a:pt x="1652" y="25927"/>
                </a:lnTo>
                <a:lnTo>
                  <a:pt x="738" y="29465"/>
                </a:lnTo>
                <a:lnTo>
                  <a:pt x="187" y="33132"/>
                </a:lnTo>
                <a:lnTo>
                  <a:pt x="0" y="36741"/>
                </a:lnTo>
                <a:lnTo>
                  <a:pt x="0" y="384441"/>
                </a:lnTo>
                <a:lnTo>
                  <a:pt x="187" y="388049"/>
                </a:lnTo>
                <a:lnTo>
                  <a:pt x="738" y="391716"/>
                </a:lnTo>
                <a:lnTo>
                  <a:pt x="1652" y="395254"/>
                </a:lnTo>
                <a:lnTo>
                  <a:pt x="2894" y="398652"/>
                </a:lnTo>
                <a:close/>
                <a:moveTo>
                  <a:pt x="12230" y="31831"/>
                </a:moveTo>
                <a:lnTo>
                  <a:pt x="12835" y="29467"/>
                </a:lnTo>
                <a:lnTo>
                  <a:pt x="13704" y="27093"/>
                </a:lnTo>
                <a:lnTo>
                  <a:pt x="14744" y="24921"/>
                </a:lnTo>
                <a:lnTo>
                  <a:pt x="16023" y="22815"/>
                </a:lnTo>
                <a:lnTo>
                  <a:pt x="17438" y="20915"/>
                </a:lnTo>
                <a:lnTo>
                  <a:pt x="19094" y="19094"/>
                </a:lnTo>
                <a:lnTo>
                  <a:pt x="20915" y="17438"/>
                </a:lnTo>
                <a:lnTo>
                  <a:pt x="22815" y="16023"/>
                </a:lnTo>
                <a:lnTo>
                  <a:pt x="24921" y="14744"/>
                </a:lnTo>
                <a:lnTo>
                  <a:pt x="27093" y="13704"/>
                </a:lnTo>
                <a:lnTo>
                  <a:pt x="29467" y="12835"/>
                </a:lnTo>
                <a:lnTo>
                  <a:pt x="31831" y="12230"/>
                </a:lnTo>
                <a:lnTo>
                  <a:pt x="34315" y="11852"/>
                </a:lnTo>
                <a:lnTo>
                  <a:pt x="36959" y="11716"/>
                </a:lnTo>
                <a:lnTo>
                  <a:pt x="994613" y="11716"/>
                </a:lnTo>
                <a:lnTo>
                  <a:pt x="997257" y="11852"/>
                </a:lnTo>
                <a:lnTo>
                  <a:pt x="999741" y="12230"/>
                </a:lnTo>
                <a:lnTo>
                  <a:pt x="1002105" y="12835"/>
                </a:lnTo>
                <a:lnTo>
                  <a:pt x="1004479" y="13704"/>
                </a:lnTo>
                <a:lnTo>
                  <a:pt x="1006650" y="14744"/>
                </a:lnTo>
                <a:lnTo>
                  <a:pt x="1008757" y="16023"/>
                </a:lnTo>
                <a:lnTo>
                  <a:pt x="1010657" y="17438"/>
                </a:lnTo>
                <a:lnTo>
                  <a:pt x="1012477" y="19094"/>
                </a:lnTo>
                <a:lnTo>
                  <a:pt x="1014134" y="20915"/>
                </a:lnTo>
                <a:lnTo>
                  <a:pt x="1015549" y="22815"/>
                </a:lnTo>
                <a:lnTo>
                  <a:pt x="1016828" y="24921"/>
                </a:lnTo>
                <a:lnTo>
                  <a:pt x="1017867" y="27093"/>
                </a:lnTo>
                <a:lnTo>
                  <a:pt x="1018737" y="29467"/>
                </a:lnTo>
                <a:lnTo>
                  <a:pt x="1019342" y="31831"/>
                </a:lnTo>
                <a:lnTo>
                  <a:pt x="1019719" y="34315"/>
                </a:lnTo>
                <a:lnTo>
                  <a:pt x="1019856" y="36959"/>
                </a:lnTo>
                <a:lnTo>
                  <a:pt x="1019856" y="384222"/>
                </a:lnTo>
                <a:lnTo>
                  <a:pt x="1019719" y="386867"/>
                </a:lnTo>
                <a:lnTo>
                  <a:pt x="1019342" y="389350"/>
                </a:lnTo>
                <a:lnTo>
                  <a:pt x="1018737" y="391715"/>
                </a:lnTo>
                <a:lnTo>
                  <a:pt x="1017867" y="394088"/>
                </a:lnTo>
                <a:lnTo>
                  <a:pt x="1016828" y="396260"/>
                </a:lnTo>
                <a:lnTo>
                  <a:pt x="1015549" y="398367"/>
                </a:lnTo>
                <a:lnTo>
                  <a:pt x="1014134" y="400266"/>
                </a:lnTo>
                <a:lnTo>
                  <a:pt x="1012477" y="402087"/>
                </a:lnTo>
                <a:lnTo>
                  <a:pt x="1010657" y="403743"/>
                </a:lnTo>
                <a:lnTo>
                  <a:pt x="1008757" y="405158"/>
                </a:lnTo>
                <a:lnTo>
                  <a:pt x="1006650" y="406438"/>
                </a:lnTo>
                <a:lnTo>
                  <a:pt x="1004479" y="407477"/>
                </a:lnTo>
                <a:lnTo>
                  <a:pt x="1002105" y="408346"/>
                </a:lnTo>
                <a:lnTo>
                  <a:pt x="999741" y="408951"/>
                </a:lnTo>
                <a:lnTo>
                  <a:pt x="997257" y="409329"/>
                </a:lnTo>
                <a:lnTo>
                  <a:pt x="994613" y="409465"/>
                </a:lnTo>
                <a:lnTo>
                  <a:pt x="36959" y="409465"/>
                </a:lnTo>
                <a:lnTo>
                  <a:pt x="34315" y="409329"/>
                </a:lnTo>
                <a:lnTo>
                  <a:pt x="31831" y="408951"/>
                </a:lnTo>
                <a:lnTo>
                  <a:pt x="29467" y="408346"/>
                </a:lnTo>
                <a:lnTo>
                  <a:pt x="27093" y="407477"/>
                </a:lnTo>
                <a:lnTo>
                  <a:pt x="24921" y="406438"/>
                </a:lnTo>
                <a:lnTo>
                  <a:pt x="22815" y="405158"/>
                </a:lnTo>
                <a:lnTo>
                  <a:pt x="20915" y="403743"/>
                </a:lnTo>
                <a:lnTo>
                  <a:pt x="19094" y="402087"/>
                </a:lnTo>
                <a:lnTo>
                  <a:pt x="17438" y="400266"/>
                </a:lnTo>
                <a:lnTo>
                  <a:pt x="16023" y="398367"/>
                </a:lnTo>
                <a:lnTo>
                  <a:pt x="14744" y="396260"/>
                </a:lnTo>
                <a:lnTo>
                  <a:pt x="13704" y="394088"/>
                </a:lnTo>
                <a:lnTo>
                  <a:pt x="12835" y="391715"/>
                </a:lnTo>
                <a:lnTo>
                  <a:pt x="12230" y="389350"/>
                </a:lnTo>
                <a:lnTo>
                  <a:pt x="11852" y="386867"/>
                </a:lnTo>
                <a:lnTo>
                  <a:pt x="11716" y="384222"/>
                </a:lnTo>
                <a:lnTo>
                  <a:pt x="11716" y="36959"/>
                </a:lnTo>
                <a:lnTo>
                  <a:pt x="11852" y="34315"/>
                </a:lnTo>
                <a:lnTo>
                  <a:pt x="12230" y="31831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Context">
            <a:extLst xmlns:a="http://schemas.openxmlformats.org/drawingml/2006/main">
              <a:ext uri="{FF2B5EF4-FFF2-40B4-BE49-F238E27FC236}">
                <a16:creationId xmlns:a16="http://schemas.microsoft.com/office/drawing/2014/main" id="{34881336-F471-47E9-A3D5-B30FF29C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870" y="2896400"/>
            <a:ext cx="475641" cy="104069"/>
          </a:xfrm>
          <a:custGeom xmlns:a="http://schemas.openxmlformats.org/drawingml/2006/main">
            <a:pathLst>
              <a:path w="475641" h="104069">
                <a:moveTo>
                  <a:pt x="75649" y="67068"/>
                </a:moveTo>
                <a:lnTo>
                  <a:pt x="88966" y="70432"/>
                </a:lnTo>
                <a:cubicBezTo>
                  <a:pt x="86175" y="81370"/>
                  <a:pt x="81152" y="89710"/>
                  <a:pt x="73898" y="95454"/>
                </a:cubicBezTo>
                <a:cubicBezTo>
                  <a:pt x="66645" y="101197"/>
                  <a:pt x="57778" y="104069"/>
                  <a:pt x="47298" y="104069"/>
                </a:cubicBezTo>
                <a:cubicBezTo>
                  <a:pt x="36452" y="104069"/>
                  <a:pt x="27630" y="101861"/>
                  <a:pt x="20834" y="97444"/>
                </a:cubicBezTo>
                <a:cubicBezTo>
                  <a:pt x="14038" y="93028"/>
                  <a:pt x="8867" y="86632"/>
                  <a:pt x="5320" y="78258"/>
                </a:cubicBezTo>
                <a:cubicBezTo>
                  <a:pt x="1773" y="69883"/>
                  <a:pt x="0" y="60890"/>
                  <a:pt x="0" y="51279"/>
                </a:cubicBezTo>
                <a:cubicBezTo>
                  <a:pt x="0" y="40799"/>
                  <a:pt x="2002" y="31658"/>
                  <a:pt x="6007" y="23855"/>
                </a:cubicBezTo>
                <a:cubicBezTo>
                  <a:pt x="10011" y="16052"/>
                  <a:pt x="15709" y="10125"/>
                  <a:pt x="23100" y="6075"/>
                </a:cubicBezTo>
                <a:cubicBezTo>
                  <a:pt x="30491" y="2025"/>
                  <a:pt x="38625" y="0"/>
                  <a:pt x="47504" y="0"/>
                </a:cubicBezTo>
                <a:cubicBezTo>
                  <a:pt x="57572" y="0"/>
                  <a:pt x="66038" y="2563"/>
                  <a:pt x="72903" y="7688"/>
                </a:cubicBezTo>
                <a:cubicBezTo>
                  <a:pt x="79768" y="12814"/>
                  <a:pt x="84550" y="20022"/>
                  <a:pt x="87250" y="29312"/>
                </a:cubicBezTo>
                <a:lnTo>
                  <a:pt x="74139" y="32401"/>
                </a:lnTo>
                <a:cubicBezTo>
                  <a:pt x="71805" y="25079"/>
                  <a:pt x="68418" y="19747"/>
                  <a:pt x="63979" y="16407"/>
                </a:cubicBezTo>
                <a:cubicBezTo>
                  <a:pt x="59540" y="13066"/>
                  <a:pt x="53957" y="11395"/>
                  <a:pt x="47229" y="11395"/>
                </a:cubicBezTo>
                <a:cubicBezTo>
                  <a:pt x="39495" y="11395"/>
                  <a:pt x="33031" y="13249"/>
                  <a:pt x="27836" y="16956"/>
                </a:cubicBezTo>
                <a:cubicBezTo>
                  <a:pt x="22642" y="20663"/>
                  <a:pt x="18992" y="25640"/>
                  <a:pt x="16887" y="31887"/>
                </a:cubicBezTo>
                <a:cubicBezTo>
                  <a:pt x="14782" y="38133"/>
                  <a:pt x="13729" y="44575"/>
                  <a:pt x="13729" y="51211"/>
                </a:cubicBezTo>
                <a:cubicBezTo>
                  <a:pt x="13729" y="59769"/>
                  <a:pt x="14976" y="67240"/>
                  <a:pt x="17471" y="73624"/>
                </a:cubicBezTo>
                <a:cubicBezTo>
                  <a:pt x="19965" y="80008"/>
                  <a:pt x="23843" y="84779"/>
                  <a:pt x="29106" y="87937"/>
                </a:cubicBezTo>
                <a:cubicBezTo>
                  <a:pt x="34369" y="91095"/>
                  <a:pt x="40067" y="92673"/>
                  <a:pt x="46199" y="92673"/>
                </a:cubicBezTo>
                <a:cubicBezTo>
                  <a:pt x="53659" y="92673"/>
                  <a:pt x="59975" y="90522"/>
                  <a:pt x="65146" y="86221"/>
                </a:cubicBezTo>
                <a:cubicBezTo>
                  <a:pt x="70317" y="81919"/>
                  <a:pt x="73818" y="75535"/>
                  <a:pt x="75649" y="67068"/>
                </a:cubicBezTo>
                <a:close/>
                <a:moveTo>
                  <a:pt x="99008" y="65970"/>
                </a:moveTo>
                <a:cubicBezTo>
                  <a:pt x="99008" y="52469"/>
                  <a:pt x="102760" y="42470"/>
                  <a:pt x="110266" y="35971"/>
                </a:cubicBezTo>
                <a:cubicBezTo>
                  <a:pt x="116535" y="30571"/>
                  <a:pt x="124178" y="27871"/>
                  <a:pt x="133194" y="27871"/>
                </a:cubicBezTo>
                <a:cubicBezTo>
                  <a:pt x="143216" y="27871"/>
                  <a:pt x="151408" y="31154"/>
                  <a:pt x="157769" y="37722"/>
                </a:cubicBezTo>
                <a:cubicBezTo>
                  <a:pt x="164131" y="44289"/>
                  <a:pt x="167311" y="53362"/>
                  <a:pt x="167311" y="64940"/>
                </a:cubicBezTo>
                <a:cubicBezTo>
                  <a:pt x="167311" y="74322"/>
                  <a:pt x="165904" y="81701"/>
                  <a:pt x="163089" y="87079"/>
                </a:cubicBezTo>
                <a:cubicBezTo>
                  <a:pt x="160275" y="92456"/>
                  <a:pt x="156179" y="96632"/>
                  <a:pt x="150802" y="99607"/>
                </a:cubicBezTo>
                <a:cubicBezTo>
                  <a:pt x="145424" y="102581"/>
                  <a:pt x="139555" y="104069"/>
                  <a:pt x="133194" y="104069"/>
                </a:cubicBezTo>
                <a:cubicBezTo>
                  <a:pt x="122988" y="104069"/>
                  <a:pt x="114739" y="100797"/>
                  <a:pt x="108446" y="94252"/>
                </a:cubicBezTo>
                <a:cubicBezTo>
                  <a:pt x="102154" y="87708"/>
                  <a:pt x="99008" y="78280"/>
                  <a:pt x="99008" y="65970"/>
                </a:cubicBezTo>
                <a:moveTo>
                  <a:pt x="111707" y="66004"/>
                </a:moveTo>
                <a:cubicBezTo>
                  <a:pt x="111707" y="75329"/>
                  <a:pt x="113744" y="82311"/>
                  <a:pt x="117817" y="86950"/>
                </a:cubicBezTo>
                <a:cubicBezTo>
                  <a:pt x="121890" y="91589"/>
                  <a:pt x="127015" y="93909"/>
                  <a:pt x="133194" y="93909"/>
                </a:cubicBezTo>
                <a:cubicBezTo>
                  <a:pt x="139326" y="93909"/>
                  <a:pt x="144429" y="91578"/>
                  <a:pt x="148502" y="86916"/>
                </a:cubicBezTo>
                <a:cubicBezTo>
                  <a:pt x="152575" y="82253"/>
                  <a:pt x="154612" y="75146"/>
                  <a:pt x="154612" y="65592"/>
                </a:cubicBezTo>
                <a:cubicBezTo>
                  <a:pt x="154612" y="56588"/>
                  <a:pt x="152564" y="49766"/>
                  <a:pt x="148468" y="45127"/>
                </a:cubicBezTo>
                <a:cubicBezTo>
                  <a:pt x="144372" y="40487"/>
                  <a:pt x="139280" y="38168"/>
                  <a:pt x="133194" y="38168"/>
                </a:cubicBezTo>
                <a:cubicBezTo>
                  <a:pt x="127015" y="38168"/>
                  <a:pt x="121890" y="40476"/>
                  <a:pt x="117817" y="45092"/>
                </a:cubicBezTo>
                <a:cubicBezTo>
                  <a:pt x="113744" y="49709"/>
                  <a:pt x="111707" y="56680"/>
                  <a:pt x="111707" y="66004"/>
                </a:cubicBezTo>
                <a:close/>
                <a:moveTo>
                  <a:pt x="181516" y="102421"/>
                </a:moveTo>
                <a:lnTo>
                  <a:pt x="181516" y="29518"/>
                </a:lnTo>
                <a:lnTo>
                  <a:pt x="192637" y="29518"/>
                </a:lnTo>
                <a:lnTo>
                  <a:pt x="192637" y="39884"/>
                </a:lnTo>
                <a:cubicBezTo>
                  <a:pt x="197992" y="31875"/>
                  <a:pt x="205726" y="27871"/>
                  <a:pt x="215840" y="27871"/>
                </a:cubicBezTo>
                <a:cubicBezTo>
                  <a:pt x="220233" y="27871"/>
                  <a:pt x="224272" y="28660"/>
                  <a:pt x="227956" y="30239"/>
                </a:cubicBezTo>
                <a:cubicBezTo>
                  <a:pt x="231640" y="31818"/>
                  <a:pt x="234397" y="33889"/>
                  <a:pt x="236228" y="36452"/>
                </a:cubicBezTo>
                <a:cubicBezTo>
                  <a:pt x="238059" y="39014"/>
                  <a:pt x="239340" y="42058"/>
                  <a:pt x="240072" y="45582"/>
                </a:cubicBezTo>
                <a:cubicBezTo>
                  <a:pt x="240530" y="47870"/>
                  <a:pt x="240759" y="51874"/>
                  <a:pt x="240759" y="57595"/>
                </a:cubicBezTo>
                <a:lnTo>
                  <a:pt x="240759" y="102421"/>
                </a:lnTo>
                <a:lnTo>
                  <a:pt x="228402" y="102421"/>
                </a:lnTo>
                <a:lnTo>
                  <a:pt x="228402" y="58075"/>
                </a:lnTo>
                <a:cubicBezTo>
                  <a:pt x="228402" y="53041"/>
                  <a:pt x="227922" y="49277"/>
                  <a:pt x="226961" y="46783"/>
                </a:cubicBezTo>
                <a:cubicBezTo>
                  <a:pt x="226000" y="44289"/>
                  <a:pt x="224295" y="42298"/>
                  <a:pt x="221846" y="40811"/>
                </a:cubicBezTo>
                <a:cubicBezTo>
                  <a:pt x="219398" y="39323"/>
                  <a:pt x="216526" y="38580"/>
                  <a:pt x="213231" y="38580"/>
                </a:cubicBezTo>
                <a:cubicBezTo>
                  <a:pt x="207968" y="38580"/>
                  <a:pt x="203426" y="40250"/>
                  <a:pt x="199605" y="43591"/>
                </a:cubicBezTo>
                <a:cubicBezTo>
                  <a:pt x="195783" y="46932"/>
                  <a:pt x="193873" y="53270"/>
                  <a:pt x="193873" y="62606"/>
                </a:cubicBezTo>
                <a:lnTo>
                  <a:pt x="193873" y="102421"/>
                </a:lnTo>
                <a:lnTo>
                  <a:pt x="181516" y="102421"/>
                </a:lnTo>
                <a:close/>
                <a:moveTo>
                  <a:pt x="286404" y="91369"/>
                </a:moveTo>
                <a:lnTo>
                  <a:pt x="288189" y="102284"/>
                </a:lnTo>
                <a:cubicBezTo>
                  <a:pt x="284711" y="103016"/>
                  <a:pt x="281599" y="103382"/>
                  <a:pt x="278853" y="103382"/>
                </a:cubicBezTo>
                <a:cubicBezTo>
                  <a:pt x="274368" y="103382"/>
                  <a:pt x="270890" y="102673"/>
                  <a:pt x="268419" y="101254"/>
                </a:cubicBezTo>
                <a:cubicBezTo>
                  <a:pt x="265948" y="99836"/>
                  <a:pt x="264208" y="97971"/>
                  <a:pt x="263202" y="95660"/>
                </a:cubicBezTo>
                <a:cubicBezTo>
                  <a:pt x="262195" y="93348"/>
                  <a:pt x="261691" y="88486"/>
                  <a:pt x="261691" y="81072"/>
                </a:cubicBezTo>
                <a:lnTo>
                  <a:pt x="261691" y="39129"/>
                </a:lnTo>
                <a:lnTo>
                  <a:pt x="252630" y="39129"/>
                </a:lnTo>
                <a:lnTo>
                  <a:pt x="252630" y="29518"/>
                </a:lnTo>
                <a:lnTo>
                  <a:pt x="261691" y="29518"/>
                </a:lnTo>
                <a:lnTo>
                  <a:pt x="261691" y="11464"/>
                </a:lnTo>
                <a:lnTo>
                  <a:pt x="273979" y="4050"/>
                </a:lnTo>
                <a:lnTo>
                  <a:pt x="273979" y="29518"/>
                </a:lnTo>
                <a:lnTo>
                  <a:pt x="286404" y="29518"/>
                </a:lnTo>
                <a:lnTo>
                  <a:pt x="286404" y="39129"/>
                </a:lnTo>
                <a:lnTo>
                  <a:pt x="273979" y="39129"/>
                </a:lnTo>
                <a:lnTo>
                  <a:pt x="273979" y="81759"/>
                </a:lnTo>
                <a:cubicBezTo>
                  <a:pt x="273979" y="85282"/>
                  <a:pt x="274197" y="87548"/>
                  <a:pt x="274631" y="88555"/>
                </a:cubicBezTo>
                <a:cubicBezTo>
                  <a:pt x="275066" y="89561"/>
                  <a:pt x="275775" y="90362"/>
                  <a:pt x="276759" y="90957"/>
                </a:cubicBezTo>
                <a:cubicBezTo>
                  <a:pt x="277743" y="91552"/>
                  <a:pt x="279151" y="91850"/>
                  <a:pt x="280981" y="91850"/>
                </a:cubicBezTo>
                <a:cubicBezTo>
                  <a:pt x="282354" y="91850"/>
                  <a:pt x="284162" y="91689"/>
                  <a:pt x="286404" y="91369"/>
                </a:cubicBezTo>
                <a:close/>
                <a:moveTo>
                  <a:pt x="348580" y="78807"/>
                </a:moveTo>
                <a:lnTo>
                  <a:pt x="361349" y="80454"/>
                </a:lnTo>
                <a:cubicBezTo>
                  <a:pt x="359335" y="87935"/>
                  <a:pt x="355605" y="93742"/>
                  <a:pt x="350159" y="97873"/>
                </a:cubicBezTo>
                <a:cubicBezTo>
                  <a:pt x="344713" y="102004"/>
                  <a:pt x="337757" y="104069"/>
                  <a:pt x="329290" y="104069"/>
                </a:cubicBezTo>
                <a:cubicBezTo>
                  <a:pt x="318627" y="104069"/>
                  <a:pt x="310172" y="100785"/>
                  <a:pt x="303925" y="94218"/>
                </a:cubicBezTo>
                <a:cubicBezTo>
                  <a:pt x="297678" y="87651"/>
                  <a:pt x="294555" y="78441"/>
                  <a:pt x="294555" y="66588"/>
                </a:cubicBezTo>
                <a:cubicBezTo>
                  <a:pt x="294555" y="54323"/>
                  <a:pt x="297713" y="44804"/>
                  <a:pt x="304028" y="38030"/>
                </a:cubicBezTo>
                <a:cubicBezTo>
                  <a:pt x="310344" y="31257"/>
                  <a:pt x="318536" y="27871"/>
                  <a:pt x="328604" y="27871"/>
                </a:cubicBezTo>
                <a:cubicBezTo>
                  <a:pt x="338352" y="27871"/>
                  <a:pt x="346315" y="31184"/>
                  <a:pt x="352493" y="37809"/>
                </a:cubicBezTo>
                <a:cubicBezTo>
                  <a:pt x="358671" y="44434"/>
                  <a:pt x="361760" y="53754"/>
                  <a:pt x="361760" y="65770"/>
                </a:cubicBezTo>
                <a:cubicBezTo>
                  <a:pt x="361760" y="66501"/>
                  <a:pt x="361738" y="67597"/>
                  <a:pt x="361692" y="69059"/>
                </a:cubicBezTo>
                <a:lnTo>
                  <a:pt x="307323" y="69059"/>
                </a:lnTo>
                <a:cubicBezTo>
                  <a:pt x="307781" y="77091"/>
                  <a:pt x="310046" y="83240"/>
                  <a:pt x="314119" y="87508"/>
                </a:cubicBezTo>
                <a:cubicBezTo>
                  <a:pt x="318192" y="91775"/>
                  <a:pt x="323272" y="93909"/>
                  <a:pt x="329359" y="93909"/>
                </a:cubicBezTo>
                <a:cubicBezTo>
                  <a:pt x="333890" y="93909"/>
                  <a:pt x="337757" y="92708"/>
                  <a:pt x="340960" y="90307"/>
                </a:cubicBezTo>
                <a:cubicBezTo>
                  <a:pt x="344164" y="87905"/>
                  <a:pt x="346704" y="84071"/>
                  <a:pt x="348580" y="78807"/>
                </a:cubicBezTo>
                <a:moveTo>
                  <a:pt x="308010" y="58899"/>
                </a:moveTo>
                <a:lnTo>
                  <a:pt x="348717" y="58899"/>
                </a:lnTo>
                <a:cubicBezTo>
                  <a:pt x="348168" y="52787"/>
                  <a:pt x="346612" y="48202"/>
                  <a:pt x="344049" y="45146"/>
                </a:cubicBezTo>
                <a:cubicBezTo>
                  <a:pt x="340114" y="40402"/>
                  <a:pt x="335011" y="38030"/>
                  <a:pt x="328741" y="38030"/>
                </a:cubicBezTo>
                <a:cubicBezTo>
                  <a:pt x="323066" y="38030"/>
                  <a:pt x="318295" y="39924"/>
                  <a:pt x="314428" y="43711"/>
                </a:cubicBezTo>
                <a:cubicBezTo>
                  <a:pt x="310561" y="47497"/>
                  <a:pt x="308422" y="52559"/>
                  <a:pt x="308010" y="58899"/>
                </a:cubicBezTo>
                <a:close/>
                <a:moveTo>
                  <a:pt x="368346" y="102421"/>
                </a:moveTo>
                <a:lnTo>
                  <a:pt x="395003" y="64726"/>
                </a:lnTo>
                <a:lnTo>
                  <a:pt x="370337" y="29518"/>
                </a:lnTo>
                <a:lnTo>
                  <a:pt x="385783" y="29518"/>
                </a:lnTo>
                <a:lnTo>
                  <a:pt x="396972" y="46508"/>
                </a:lnTo>
                <a:cubicBezTo>
                  <a:pt x="399077" y="49788"/>
                  <a:pt x="400770" y="52524"/>
                  <a:pt x="402052" y="54716"/>
                </a:cubicBezTo>
                <a:cubicBezTo>
                  <a:pt x="404066" y="51791"/>
                  <a:pt x="405919" y="49152"/>
                  <a:pt x="407612" y="46798"/>
                </a:cubicBezTo>
                <a:lnTo>
                  <a:pt x="419900" y="29518"/>
                </a:lnTo>
                <a:lnTo>
                  <a:pt x="434659" y="29518"/>
                </a:lnTo>
                <a:lnTo>
                  <a:pt x="410090" y="64402"/>
                </a:lnTo>
                <a:lnTo>
                  <a:pt x="436581" y="102421"/>
                </a:lnTo>
                <a:lnTo>
                  <a:pt x="421410" y="102421"/>
                </a:lnTo>
                <a:lnTo>
                  <a:pt x="406445" y="79798"/>
                </a:lnTo>
                <a:lnTo>
                  <a:pt x="402464" y="74081"/>
                </a:lnTo>
                <a:lnTo>
                  <a:pt x="383311" y="102421"/>
                </a:lnTo>
                <a:lnTo>
                  <a:pt x="368346" y="102421"/>
                </a:lnTo>
                <a:close/>
                <a:moveTo>
                  <a:pt x="473856" y="91369"/>
                </a:moveTo>
                <a:lnTo>
                  <a:pt x="475641" y="102284"/>
                </a:lnTo>
                <a:cubicBezTo>
                  <a:pt x="472163" y="103016"/>
                  <a:pt x="469051" y="103382"/>
                  <a:pt x="466305" y="103382"/>
                </a:cubicBezTo>
                <a:cubicBezTo>
                  <a:pt x="461820" y="103382"/>
                  <a:pt x="458342" y="102673"/>
                  <a:pt x="455871" y="101254"/>
                </a:cubicBezTo>
                <a:cubicBezTo>
                  <a:pt x="453400" y="99836"/>
                  <a:pt x="451660" y="97971"/>
                  <a:pt x="450654" y="95660"/>
                </a:cubicBezTo>
                <a:cubicBezTo>
                  <a:pt x="449647" y="93348"/>
                  <a:pt x="449143" y="88486"/>
                  <a:pt x="449143" y="81072"/>
                </a:cubicBezTo>
                <a:lnTo>
                  <a:pt x="449143" y="39129"/>
                </a:lnTo>
                <a:lnTo>
                  <a:pt x="440082" y="39129"/>
                </a:lnTo>
                <a:lnTo>
                  <a:pt x="440082" y="29518"/>
                </a:lnTo>
                <a:lnTo>
                  <a:pt x="449143" y="29518"/>
                </a:lnTo>
                <a:lnTo>
                  <a:pt x="449143" y="11464"/>
                </a:lnTo>
                <a:lnTo>
                  <a:pt x="461431" y="4050"/>
                </a:lnTo>
                <a:lnTo>
                  <a:pt x="461431" y="29518"/>
                </a:lnTo>
                <a:lnTo>
                  <a:pt x="473856" y="29518"/>
                </a:lnTo>
                <a:lnTo>
                  <a:pt x="473856" y="39129"/>
                </a:lnTo>
                <a:lnTo>
                  <a:pt x="461431" y="39129"/>
                </a:lnTo>
                <a:lnTo>
                  <a:pt x="461431" y="81759"/>
                </a:lnTo>
                <a:cubicBezTo>
                  <a:pt x="461431" y="85282"/>
                  <a:pt x="461649" y="87548"/>
                  <a:pt x="462083" y="88555"/>
                </a:cubicBezTo>
                <a:cubicBezTo>
                  <a:pt x="462518" y="89561"/>
                  <a:pt x="463227" y="90362"/>
                  <a:pt x="464211" y="90957"/>
                </a:cubicBezTo>
                <a:cubicBezTo>
                  <a:pt x="465195" y="91552"/>
                  <a:pt x="466603" y="91850"/>
                  <a:pt x="468433" y="91850"/>
                </a:cubicBezTo>
                <a:cubicBezTo>
                  <a:pt x="469806" y="91850"/>
                  <a:pt x="471614" y="91689"/>
                  <a:pt x="473856" y="913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Analysis">
            <a:extLst xmlns:a="http://schemas.openxmlformats.org/drawingml/2006/main">
              <a:ext uri="{FF2B5EF4-FFF2-40B4-BE49-F238E27FC236}">
                <a16:creationId xmlns:a16="http://schemas.microsoft.com/office/drawing/2014/main" id="{E55F933E-868F-47E1-8331-062A14B3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332" y="3066891"/>
            <a:ext cx="517305" cy="130292"/>
          </a:xfrm>
          <a:custGeom xmlns:a="http://schemas.openxmlformats.org/drawingml/2006/main">
            <a:pathLst>
              <a:path w="517305" h="130292">
                <a:moveTo>
                  <a:pt x="0" y="100636"/>
                </a:moveTo>
                <a:lnTo>
                  <a:pt x="38648" y="0"/>
                </a:lnTo>
                <a:lnTo>
                  <a:pt x="52995" y="0"/>
                </a:lnTo>
                <a:lnTo>
                  <a:pt x="94184" y="100636"/>
                </a:lnTo>
                <a:lnTo>
                  <a:pt x="79013" y="100636"/>
                </a:lnTo>
                <a:lnTo>
                  <a:pt x="67274" y="70157"/>
                </a:lnTo>
                <a:lnTo>
                  <a:pt x="25193" y="70157"/>
                </a:lnTo>
                <a:lnTo>
                  <a:pt x="14141" y="100636"/>
                </a:lnTo>
                <a:lnTo>
                  <a:pt x="0" y="100636"/>
                </a:lnTo>
                <a:moveTo>
                  <a:pt x="29038" y="59311"/>
                </a:moveTo>
                <a:lnTo>
                  <a:pt x="63155" y="59311"/>
                </a:lnTo>
                <a:lnTo>
                  <a:pt x="52652" y="31415"/>
                </a:lnTo>
                <a:cubicBezTo>
                  <a:pt x="49449" y="22961"/>
                  <a:pt x="47069" y="15968"/>
                  <a:pt x="45513" y="10434"/>
                </a:cubicBezTo>
                <a:cubicBezTo>
                  <a:pt x="44232" y="16972"/>
                  <a:pt x="42424" y="23424"/>
                  <a:pt x="40090" y="29793"/>
                </a:cubicBezTo>
                <a:lnTo>
                  <a:pt x="29038" y="59311"/>
                </a:lnTo>
                <a:close/>
                <a:moveTo>
                  <a:pt x="103199" y="100636"/>
                </a:moveTo>
                <a:lnTo>
                  <a:pt x="103199" y="27733"/>
                </a:lnTo>
                <a:lnTo>
                  <a:pt x="114320" y="27733"/>
                </a:lnTo>
                <a:lnTo>
                  <a:pt x="114320" y="38099"/>
                </a:lnTo>
                <a:cubicBezTo>
                  <a:pt x="119675" y="30090"/>
                  <a:pt x="127409" y="26086"/>
                  <a:pt x="137523" y="26086"/>
                </a:cubicBezTo>
                <a:cubicBezTo>
                  <a:pt x="141916" y="26086"/>
                  <a:pt x="145955" y="26875"/>
                  <a:pt x="149639" y="28454"/>
                </a:cubicBezTo>
                <a:cubicBezTo>
                  <a:pt x="153323" y="30033"/>
                  <a:pt x="156080" y="32104"/>
                  <a:pt x="157911" y="34667"/>
                </a:cubicBezTo>
                <a:cubicBezTo>
                  <a:pt x="159742" y="37230"/>
                  <a:pt x="161023" y="40273"/>
                  <a:pt x="161755" y="43797"/>
                </a:cubicBezTo>
                <a:cubicBezTo>
                  <a:pt x="162213" y="46085"/>
                  <a:pt x="162442" y="50089"/>
                  <a:pt x="162442" y="55810"/>
                </a:cubicBezTo>
                <a:lnTo>
                  <a:pt x="162442" y="100636"/>
                </a:lnTo>
                <a:lnTo>
                  <a:pt x="150085" y="100636"/>
                </a:lnTo>
                <a:lnTo>
                  <a:pt x="150085" y="56291"/>
                </a:lnTo>
                <a:cubicBezTo>
                  <a:pt x="150085" y="51256"/>
                  <a:pt x="149605" y="47492"/>
                  <a:pt x="148644" y="44998"/>
                </a:cubicBezTo>
                <a:cubicBezTo>
                  <a:pt x="147683" y="42504"/>
                  <a:pt x="145978" y="40513"/>
                  <a:pt x="143529" y="39026"/>
                </a:cubicBezTo>
                <a:cubicBezTo>
                  <a:pt x="141081" y="37538"/>
                  <a:pt x="138209" y="36795"/>
                  <a:pt x="134914" y="36795"/>
                </a:cubicBezTo>
                <a:cubicBezTo>
                  <a:pt x="129651" y="36795"/>
                  <a:pt x="125109" y="38465"/>
                  <a:pt x="121288" y="41806"/>
                </a:cubicBezTo>
                <a:cubicBezTo>
                  <a:pt x="117466" y="45147"/>
                  <a:pt x="115556" y="51485"/>
                  <a:pt x="115556" y="60821"/>
                </a:cubicBezTo>
                <a:lnTo>
                  <a:pt x="115556" y="100636"/>
                </a:lnTo>
                <a:lnTo>
                  <a:pt x="103199" y="100636"/>
                </a:lnTo>
                <a:close/>
                <a:moveTo>
                  <a:pt x="228681" y="91438"/>
                </a:moveTo>
                <a:cubicBezTo>
                  <a:pt x="224105" y="95404"/>
                  <a:pt x="219700" y="98203"/>
                  <a:pt x="215467" y="99836"/>
                </a:cubicBezTo>
                <a:cubicBezTo>
                  <a:pt x="211233" y="101468"/>
                  <a:pt x="206691" y="102284"/>
                  <a:pt x="201840" y="102284"/>
                </a:cubicBezTo>
                <a:cubicBezTo>
                  <a:pt x="193831" y="102284"/>
                  <a:pt x="187676" y="100328"/>
                  <a:pt x="183374" y="96415"/>
                </a:cubicBezTo>
                <a:cubicBezTo>
                  <a:pt x="179072" y="92502"/>
                  <a:pt x="176921" y="87502"/>
                  <a:pt x="176921" y="81415"/>
                </a:cubicBezTo>
                <a:cubicBezTo>
                  <a:pt x="176921" y="77846"/>
                  <a:pt x="177734" y="74585"/>
                  <a:pt x="179358" y="71633"/>
                </a:cubicBezTo>
                <a:cubicBezTo>
                  <a:pt x="180983" y="68681"/>
                  <a:pt x="183111" y="66313"/>
                  <a:pt x="185742" y="64528"/>
                </a:cubicBezTo>
                <a:cubicBezTo>
                  <a:pt x="188374" y="62743"/>
                  <a:pt x="191337" y="61393"/>
                  <a:pt x="194632" y="60478"/>
                </a:cubicBezTo>
                <a:cubicBezTo>
                  <a:pt x="197058" y="59837"/>
                  <a:pt x="200719" y="59219"/>
                  <a:pt x="205616" y="58625"/>
                </a:cubicBezTo>
                <a:cubicBezTo>
                  <a:pt x="215592" y="57435"/>
                  <a:pt x="222938" y="56016"/>
                  <a:pt x="227651" y="54368"/>
                </a:cubicBezTo>
                <a:cubicBezTo>
                  <a:pt x="227697" y="52682"/>
                  <a:pt x="227720" y="51611"/>
                  <a:pt x="227720" y="51155"/>
                </a:cubicBezTo>
                <a:cubicBezTo>
                  <a:pt x="227720" y="46139"/>
                  <a:pt x="226553" y="42606"/>
                  <a:pt x="224219" y="40555"/>
                </a:cubicBezTo>
                <a:cubicBezTo>
                  <a:pt x="221061" y="37774"/>
                  <a:pt x="216370" y="36383"/>
                  <a:pt x="210146" y="36383"/>
                </a:cubicBezTo>
                <a:cubicBezTo>
                  <a:pt x="204334" y="36383"/>
                  <a:pt x="200044" y="37401"/>
                  <a:pt x="197275" y="39438"/>
                </a:cubicBezTo>
                <a:cubicBezTo>
                  <a:pt x="194506" y="41474"/>
                  <a:pt x="192458" y="45078"/>
                  <a:pt x="191131" y="50250"/>
                </a:cubicBezTo>
                <a:lnTo>
                  <a:pt x="179049" y="48602"/>
                </a:lnTo>
                <a:cubicBezTo>
                  <a:pt x="180148" y="43415"/>
                  <a:pt x="181955" y="39226"/>
                  <a:pt x="184472" y="36035"/>
                </a:cubicBezTo>
                <a:cubicBezTo>
                  <a:pt x="186989" y="32845"/>
                  <a:pt x="190628" y="30389"/>
                  <a:pt x="195387" y="28669"/>
                </a:cubicBezTo>
                <a:cubicBezTo>
                  <a:pt x="200147" y="26947"/>
                  <a:pt x="205661" y="26086"/>
                  <a:pt x="211931" y="26086"/>
                </a:cubicBezTo>
                <a:cubicBezTo>
                  <a:pt x="218155" y="26086"/>
                  <a:pt x="223212" y="26821"/>
                  <a:pt x="227102" y="28291"/>
                </a:cubicBezTo>
                <a:cubicBezTo>
                  <a:pt x="230992" y="29760"/>
                  <a:pt x="233852" y="31608"/>
                  <a:pt x="235683" y="33837"/>
                </a:cubicBezTo>
                <a:cubicBezTo>
                  <a:pt x="237514" y="36063"/>
                  <a:pt x="238795" y="38876"/>
                  <a:pt x="239527" y="42276"/>
                </a:cubicBezTo>
                <a:cubicBezTo>
                  <a:pt x="239939" y="44388"/>
                  <a:pt x="240145" y="48182"/>
                  <a:pt x="240145" y="53658"/>
                </a:cubicBezTo>
                <a:lnTo>
                  <a:pt x="240145" y="70086"/>
                </a:lnTo>
                <a:cubicBezTo>
                  <a:pt x="240145" y="81540"/>
                  <a:pt x="240408" y="88795"/>
                  <a:pt x="240935" y="91850"/>
                </a:cubicBezTo>
                <a:cubicBezTo>
                  <a:pt x="241461" y="94904"/>
                  <a:pt x="242502" y="97833"/>
                  <a:pt x="244058" y="100636"/>
                </a:cubicBezTo>
                <a:lnTo>
                  <a:pt x="231152" y="100636"/>
                </a:lnTo>
                <a:cubicBezTo>
                  <a:pt x="229871" y="98015"/>
                  <a:pt x="229047" y="94949"/>
                  <a:pt x="228681" y="91438"/>
                </a:cubicBezTo>
                <a:moveTo>
                  <a:pt x="227651" y="64116"/>
                </a:moveTo>
                <a:cubicBezTo>
                  <a:pt x="223166" y="65938"/>
                  <a:pt x="216439" y="67487"/>
                  <a:pt x="207469" y="68763"/>
                </a:cubicBezTo>
                <a:cubicBezTo>
                  <a:pt x="202389" y="69491"/>
                  <a:pt x="198797" y="70310"/>
                  <a:pt x="196692" y="71221"/>
                </a:cubicBezTo>
                <a:cubicBezTo>
                  <a:pt x="194586" y="72132"/>
                  <a:pt x="192962" y="73464"/>
                  <a:pt x="191818" y="75218"/>
                </a:cubicBezTo>
                <a:cubicBezTo>
                  <a:pt x="190674" y="76971"/>
                  <a:pt x="190101" y="78918"/>
                  <a:pt x="190101" y="81059"/>
                </a:cubicBezTo>
                <a:cubicBezTo>
                  <a:pt x="190101" y="84339"/>
                  <a:pt x="191349" y="87072"/>
                  <a:pt x="193843" y="89258"/>
                </a:cubicBezTo>
                <a:cubicBezTo>
                  <a:pt x="196337" y="91443"/>
                  <a:pt x="199987" y="92536"/>
                  <a:pt x="204792" y="92536"/>
                </a:cubicBezTo>
                <a:cubicBezTo>
                  <a:pt x="209551" y="92536"/>
                  <a:pt x="213785" y="91499"/>
                  <a:pt x="217492" y="89423"/>
                </a:cubicBezTo>
                <a:cubicBezTo>
                  <a:pt x="221199" y="87347"/>
                  <a:pt x="223922" y="84510"/>
                  <a:pt x="225661" y="80913"/>
                </a:cubicBezTo>
                <a:cubicBezTo>
                  <a:pt x="226988" y="78137"/>
                  <a:pt x="227651" y="74041"/>
                  <a:pt x="227651" y="68623"/>
                </a:cubicBezTo>
                <a:lnTo>
                  <a:pt x="227651" y="64116"/>
                </a:lnTo>
                <a:close/>
                <a:moveTo>
                  <a:pt x="258744" y="100636"/>
                </a:moveTo>
                <a:lnTo>
                  <a:pt x="258744" y="0"/>
                </a:lnTo>
                <a:lnTo>
                  <a:pt x="271100" y="0"/>
                </a:lnTo>
                <a:lnTo>
                  <a:pt x="271100" y="100636"/>
                </a:lnTo>
                <a:lnTo>
                  <a:pt x="258744" y="100636"/>
                </a:lnTo>
                <a:close/>
                <a:moveTo>
                  <a:pt x="289516" y="128790"/>
                </a:moveTo>
                <a:lnTo>
                  <a:pt x="288143" y="117249"/>
                </a:lnTo>
                <a:cubicBezTo>
                  <a:pt x="290843" y="117981"/>
                  <a:pt x="293200" y="118347"/>
                  <a:pt x="295214" y="118347"/>
                </a:cubicBezTo>
                <a:cubicBezTo>
                  <a:pt x="297960" y="118347"/>
                  <a:pt x="300156" y="117889"/>
                  <a:pt x="301804" y="116972"/>
                </a:cubicBezTo>
                <a:cubicBezTo>
                  <a:pt x="303451" y="116056"/>
                  <a:pt x="304801" y="114772"/>
                  <a:pt x="305854" y="113122"/>
                </a:cubicBezTo>
                <a:cubicBezTo>
                  <a:pt x="306632" y="111885"/>
                  <a:pt x="307891" y="108814"/>
                  <a:pt x="309630" y="103910"/>
                </a:cubicBezTo>
                <a:cubicBezTo>
                  <a:pt x="309858" y="103222"/>
                  <a:pt x="310225" y="102214"/>
                  <a:pt x="310728" y="100885"/>
                </a:cubicBezTo>
                <a:lnTo>
                  <a:pt x="283063" y="27733"/>
                </a:lnTo>
                <a:lnTo>
                  <a:pt x="296381" y="27733"/>
                </a:lnTo>
                <a:lnTo>
                  <a:pt x="311552" y="69964"/>
                </a:lnTo>
                <a:cubicBezTo>
                  <a:pt x="313520" y="75320"/>
                  <a:pt x="315282" y="80951"/>
                  <a:pt x="316838" y="86856"/>
                </a:cubicBezTo>
                <a:cubicBezTo>
                  <a:pt x="318256" y="81168"/>
                  <a:pt x="319950" y="75625"/>
                  <a:pt x="321917" y="70228"/>
                </a:cubicBezTo>
                <a:lnTo>
                  <a:pt x="337500" y="27733"/>
                </a:lnTo>
                <a:lnTo>
                  <a:pt x="349857" y="27733"/>
                </a:lnTo>
                <a:lnTo>
                  <a:pt x="322123" y="101864"/>
                </a:lnTo>
                <a:cubicBezTo>
                  <a:pt x="319149" y="109894"/>
                  <a:pt x="316838" y="115423"/>
                  <a:pt x="315190" y="118452"/>
                </a:cubicBezTo>
                <a:cubicBezTo>
                  <a:pt x="312993" y="122537"/>
                  <a:pt x="310476" y="125531"/>
                  <a:pt x="307639" y="127435"/>
                </a:cubicBezTo>
                <a:cubicBezTo>
                  <a:pt x="304801" y="129339"/>
                  <a:pt x="301415" y="130292"/>
                  <a:pt x="297479" y="130292"/>
                </a:cubicBezTo>
                <a:cubicBezTo>
                  <a:pt x="295099" y="130292"/>
                  <a:pt x="292445" y="129791"/>
                  <a:pt x="289516" y="128790"/>
                </a:cubicBezTo>
                <a:close/>
                <a:moveTo>
                  <a:pt x="355417" y="78807"/>
                </a:moveTo>
                <a:lnTo>
                  <a:pt x="367636" y="76885"/>
                </a:lnTo>
                <a:cubicBezTo>
                  <a:pt x="368322" y="81803"/>
                  <a:pt x="370233" y="85573"/>
                  <a:pt x="373368" y="88194"/>
                </a:cubicBezTo>
                <a:cubicBezTo>
                  <a:pt x="376503" y="90814"/>
                  <a:pt x="380885" y="92124"/>
                  <a:pt x="386514" y="92124"/>
                </a:cubicBezTo>
                <a:cubicBezTo>
                  <a:pt x="392189" y="92124"/>
                  <a:pt x="396399" y="90969"/>
                  <a:pt x="399145" y="88658"/>
                </a:cubicBezTo>
                <a:cubicBezTo>
                  <a:pt x="401891" y="86346"/>
                  <a:pt x="403264" y="83635"/>
                  <a:pt x="403264" y="80523"/>
                </a:cubicBezTo>
                <a:cubicBezTo>
                  <a:pt x="403264" y="77731"/>
                  <a:pt x="402051" y="75535"/>
                  <a:pt x="399625" y="73933"/>
                </a:cubicBezTo>
                <a:cubicBezTo>
                  <a:pt x="397932" y="72834"/>
                  <a:pt x="393722" y="71439"/>
                  <a:pt x="386994" y="69745"/>
                </a:cubicBezTo>
                <a:cubicBezTo>
                  <a:pt x="377933" y="67457"/>
                  <a:pt x="371652" y="65478"/>
                  <a:pt x="368151" y="63807"/>
                </a:cubicBezTo>
                <a:cubicBezTo>
                  <a:pt x="364650" y="62137"/>
                  <a:pt x="361996" y="59826"/>
                  <a:pt x="360188" y="56874"/>
                </a:cubicBezTo>
                <a:cubicBezTo>
                  <a:pt x="358380" y="53922"/>
                  <a:pt x="357476" y="50661"/>
                  <a:pt x="357476" y="47092"/>
                </a:cubicBezTo>
                <a:cubicBezTo>
                  <a:pt x="357476" y="43843"/>
                  <a:pt x="358220" y="40834"/>
                  <a:pt x="359707" y="38065"/>
                </a:cubicBezTo>
                <a:cubicBezTo>
                  <a:pt x="361195" y="35296"/>
                  <a:pt x="363220" y="32996"/>
                  <a:pt x="365783" y="31166"/>
                </a:cubicBezTo>
                <a:cubicBezTo>
                  <a:pt x="367705" y="29747"/>
                  <a:pt x="370325" y="28546"/>
                  <a:pt x="373643" y="27562"/>
                </a:cubicBezTo>
                <a:cubicBezTo>
                  <a:pt x="376961" y="26578"/>
                  <a:pt x="380519" y="26086"/>
                  <a:pt x="384317" y="26086"/>
                </a:cubicBezTo>
                <a:cubicBezTo>
                  <a:pt x="390038" y="26086"/>
                  <a:pt x="395060" y="26910"/>
                  <a:pt x="399385" y="28557"/>
                </a:cubicBezTo>
                <a:cubicBezTo>
                  <a:pt x="403710" y="30205"/>
                  <a:pt x="406902" y="32436"/>
                  <a:pt x="408961" y="35250"/>
                </a:cubicBezTo>
                <a:cubicBezTo>
                  <a:pt x="411021" y="38065"/>
                  <a:pt x="412440" y="41829"/>
                  <a:pt x="413218" y="46543"/>
                </a:cubicBezTo>
                <a:lnTo>
                  <a:pt x="401136" y="48190"/>
                </a:lnTo>
                <a:cubicBezTo>
                  <a:pt x="400587" y="44437"/>
                  <a:pt x="398996" y="41509"/>
                  <a:pt x="396365" y="39403"/>
                </a:cubicBezTo>
                <a:cubicBezTo>
                  <a:pt x="393733" y="37298"/>
                  <a:pt x="390015" y="36246"/>
                  <a:pt x="385210" y="36246"/>
                </a:cubicBezTo>
                <a:cubicBezTo>
                  <a:pt x="379535" y="36246"/>
                  <a:pt x="375485" y="37184"/>
                  <a:pt x="373059" y="39060"/>
                </a:cubicBezTo>
                <a:cubicBezTo>
                  <a:pt x="370634" y="40936"/>
                  <a:pt x="369421" y="43133"/>
                  <a:pt x="369421" y="45650"/>
                </a:cubicBezTo>
                <a:cubicBezTo>
                  <a:pt x="369421" y="47252"/>
                  <a:pt x="369924" y="48694"/>
                  <a:pt x="370931" y="49975"/>
                </a:cubicBezTo>
                <a:cubicBezTo>
                  <a:pt x="371938" y="51302"/>
                  <a:pt x="373517" y="52401"/>
                  <a:pt x="375668" y="53270"/>
                </a:cubicBezTo>
                <a:cubicBezTo>
                  <a:pt x="376903" y="53728"/>
                  <a:pt x="380542" y="54780"/>
                  <a:pt x="386583" y="56428"/>
                </a:cubicBezTo>
                <a:cubicBezTo>
                  <a:pt x="395324" y="58762"/>
                  <a:pt x="401422" y="60672"/>
                  <a:pt x="404877" y="62160"/>
                </a:cubicBezTo>
                <a:cubicBezTo>
                  <a:pt x="408332" y="63647"/>
                  <a:pt x="411044" y="65810"/>
                  <a:pt x="413012" y="68647"/>
                </a:cubicBezTo>
                <a:cubicBezTo>
                  <a:pt x="414980" y="71484"/>
                  <a:pt x="415963" y="75008"/>
                  <a:pt x="415963" y="79219"/>
                </a:cubicBezTo>
                <a:cubicBezTo>
                  <a:pt x="415963" y="83337"/>
                  <a:pt x="414762" y="87216"/>
                  <a:pt x="412360" y="90854"/>
                </a:cubicBezTo>
                <a:cubicBezTo>
                  <a:pt x="409957" y="94493"/>
                  <a:pt x="406490" y="97307"/>
                  <a:pt x="401959" y="99298"/>
                </a:cubicBezTo>
                <a:cubicBezTo>
                  <a:pt x="397429" y="101289"/>
                  <a:pt x="392303" y="102284"/>
                  <a:pt x="386583" y="102284"/>
                </a:cubicBezTo>
                <a:cubicBezTo>
                  <a:pt x="377109" y="102284"/>
                  <a:pt x="369890" y="100310"/>
                  <a:pt x="364924" y="96363"/>
                </a:cubicBezTo>
                <a:cubicBezTo>
                  <a:pt x="359959" y="92416"/>
                  <a:pt x="356790" y="86564"/>
                  <a:pt x="355417" y="78807"/>
                </a:cubicBezTo>
                <a:close/>
                <a:moveTo>
                  <a:pt x="430723" y="14141"/>
                </a:moveTo>
                <a:lnTo>
                  <a:pt x="430723" y="0"/>
                </a:lnTo>
                <a:lnTo>
                  <a:pt x="443079" y="0"/>
                </a:lnTo>
                <a:lnTo>
                  <a:pt x="443079" y="14141"/>
                </a:lnTo>
                <a:lnTo>
                  <a:pt x="430723" y="14141"/>
                </a:lnTo>
                <a:moveTo>
                  <a:pt x="430723" y="100636"/>
                </a:moveTo>
                <a:lnTo>
                  <a:pt x="430723" y="27733"/>
                </a:lnTo>
                <a:lnTo>
                  <a:pt x="443079" y="27733"/>
                </a:lnTo>
                <a:lnTo>
                  <a:pt x="443079" y="100636"/>
                </a:lnTo>
                <a:lnTo>
                  <a:pt x="430723" y="100636"/>
                </a:lnTo>
                <a:close/>
                <a:moveTo>
                  <a:pt x="456758" y="78807"/>
                </a:moveTo>
                <a:lnTo>
                  <a:pt x="468978" y="76885"/>
                </a:lnTo>
                <a:cubicBezTo>
                  <a:pt x="469664" y="81803"/>
                  <a:pt x="471575" y="85573"/>
                  <a:pt x="474710" y="88194"/>
                </a:cubicBezTo>
                <a:cubicBezTo>
                  <a:pt x="477844" y="90814"/>
                  <a:pt x="482226" y="92124"/>
                  <a:pt x="487855" y="92124"/>
                </a:cubicBezTo>
                <a:cubicBezTo>
                  <a:pt x="493530" y="92124"/>
                  <a:pt x="497741" y="90969"/>
                  <a:pt x="500486" y="88658"/>
                </a:cubicBezTo>
                <a:cubicBezTo>
                  <a:pt x="503232" y="86346"/>
                  <a:pt x="504605" y="83635"/>
                  <a:pt x="504605" y="80523"/>
                </a:cubicBezTo>
                <a:cubicBezTo>
                  <a:pt x="504605" y="77731"/>
                  <a:pt x="503393" y="75535"/>
                  <a:pt x="500967" y="73933"/>
                </a:cubicBezTo>
                <a:cubicBezTo>
                  <a:pt x="499274" y="72834"/>
                  <a:pt x="495063" y="71439"/>
                  <a:pt x="488336" y="69745"/>
                </a:cubicBezTo>
                <a:cubicBezTo>
                  <a:pt x="479275" y="67457"/>
                  <a:pt x="472993" y="65478"/>
                  <a:pt x="469492" y="63807"/>
                </a:cubicBezTo>
                <a:cubicBezTo>
                  <a:pt x="465991" y="62137"/>
                  <a:pt x="463337" y="59826"/>
                  <a:pt x="461529" y="56874"/>
                </a:cubicBezTo>
                <a:cubicBezTo>
                  <a:pt x="459722" y="53922"/>
                  <a:pt x="458818" y="50661"/>
                  <a:pt x="458818" y="47092"/>
                </a:cubicBezTo>
                <a:cubicBezTo>
                  <a:pt x="458818" y="43843"/>
                  <a:pt x="459561" y="40834"/>
                  <a:pt x="461049" y="38065"/>
                </a:cubicBezTo>
                <a:cubicBezTo>
                  <a:pt x="462536" y="35296"/>
                  <a:pt x="464561" y="32996"/>
                  <a:pt x="467124" y="31166"/>
                </a:cubicBezTo>
                <a:cubicBezTo>
                  <a:pt x="469046" y="29747"/>
                  <a:pt x="471666" y="28546"/>
                  <a:pt x="474984" y="27562"/>
                </a:cubicBezTo>
                <a:cubicBezTo>
                  <a:pt x="478302" y="26578"/>
                  <a:pt x="481860" y="26086"/>
                  <a:pt x="485659" y="26086"/>
                </a:cubicBezTo>
                <a:cubicBezTo>
                  <a:pt x="491379" y="26086"/>
                  <a:pt x="496402" y="26910"/>
                  <a:pt x="500727" y="28557"/>
                </a:cubicBezTo>
                <a:cubicBezTo>
                  <a:pt x="505052" y="30205"/>
                  <a:pt x="508244" y="32436"/>
                  <a:pt x="510303" y="35250"/>
                </a:cubicBezTo>
                <a:cubicBezTo>
                  <a:pt x="512362" y="38065"/>
                  <a:pt x="513781" y="41829"/>
                  <a:pt x="514559" y="46543"/>
                </a:cubicBezTo>
                <a:lnTo>
                  <a:pt x="502477" y="48190"/>
                </a:lnTo>
                <a:cubicBezTo>
                  <a:pt x="501928" y="44437"/>
                  <a:pt x="500338" y="41509"/>
                  <a:pt x="497706" y="39403"/>
                </a:cubicBezTo>
                <a:cubicBezTo>
                  <a:pt x="495075" y="37298"/>
                  <a:pt x="491356" y="36246"/>
                  <a:pt x="486551" y="36246"/>
                </a:cubicBezTo>
                <a:cubicBezTo>
                  <a:pt x="480876" y="36246"/>
                  <a:pt x="476826" y="37184"/>
                  <a:pt x="474401" y="39060"/>
                </a:cubicBezTo>
                <a:cubicBezTo>
                  <a:pt x="471975" y="40936"/>
                  <a:pt x="470762" y="43133"/>
                  <a:pt x="470762" y="45650"/>
                </a:cubicBezTo>
                <a:cubicBezTo>
                  <a:pt x="470762" y="47252"/>
                  <a:pt x="471266" y="48694"/>
                  <a:pt x="472273" y="49975"/>
                </a:cubicBezTo>
                <a:cubicBezTo>
                  <a:pt x="473279" y="51302"/>
                  <a:pt x="474858" y="52401"/>
                  <a:pt x="477009" y="53270"/>
                </a:cubicBezTo>
                <a:cubicBezTo>
                  <a:pt x="478245" y="53728"/>
                  <a:pt x="481883" y="54780"/>
                  <a:pt x="487924" y="56428"/>
                </a:cubicBezTo>
                <a:cubicBezTo>
                  <a:pt x="496665" y="58762"/>
                  <a:pt x="502763" y="60672"/>
                  <a:pt x="506219" y="62160"/>
                </a:cubicBezTo>
                <a:cubicBezTo>
                  <a:pt x="509674" y="63647"/>
                  <a:pt x="512385" y="65810"/>
                  <a:pt x="514353" y="68647"/>
                </a:cubicBezTo>
                <a:cubicBezTo>
                  <a:pt x="516321" y="71484"/>
                  <a:pt x="517305" y="75008"/>
                  <a:pt x="517305" y="79219"/>
                </a:cubicBezTo>
                <a:cubicBezTo>
                  <a:pt x="517305" y="83337"/>
                  <a:pt x="516104" y="87216"/>
                  <a:pt x="513701" y="90854"/>
                </a:cubicBezTo>
                <a:cubicBezTo>
                  <a:pt x="511298" y="94493"/>
                  <a:pt x="507832" y="97307"/>
                  <a:pt x="503301" y="99298"/>
                </a:cubicBezTo>
                <a:cubicBezTo>
                  <a:pt x="498770" y="101289"/>
                  <a:pt x="493645" y="102284"/>
                  <a:pt x="487924" y="102284"/>
                </a:cubicBezTo>
                <a:cubicBezTo>
                  <a:pt x="478451" y="102284"/>
                  <a:pt x="471231" y="100310"/>
                  <a:pt x="466266" y="96363"/>
                </a:cubicBezTo>
                <a:cubicBezTo>
                  <a:pt x="461301" y="92416"/>
                  <a:pt x="458131" y="86564"/>
                  <a:pt x="456758" y="788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C65D7-2236-4E48-87E6-F11A0D48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107" y="2507978"/>
            <a:ext cx="1512738" cy="416143"/>
          </a:xfrm>
          <a:custGeom xmlns:a="http://schemas.openxmlformats.org/drawingml/2006/main">
            <a:pathLst>
              <a:path w="1512738" h="416143">
                <a:moveTo>
                  <a:pt x="0" y="208072"/>
                </a:moveTo>
                <a:lnTo>
                  <a:pt x="756369" y="0"/>
                </a:lnTo>
                <a:lnTo>
                  <a:pt x="1512738" y="208072"/>
                </a:lnTo>
                <a:lnTo>
                  <a:pt x="756369" y="416143"/>
                </a:lnTo>
                <a:lnTo>
                  <a:pt x="0" y="2080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4D164-F347-408A-A866-123B7733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257" y="2501546"/>
            <a:ext cx="1556086" cy="428070"/>
          </a:xfrm>
          <a:custGeom xmlns:a="http://schemas.openxmlformats.org/drawingml/2006/main">
            <a:pathLst>
              <a:path w="1556086" h="428070">
                <a:moveTo>
                  <a:pt x="778043" y="428070"/>
                </a:moveTo>
                <a:lnTo>
                  <a:pt x="1556086" y="214035"/>
                </a:lnTo>
                <a:lnTo>
                  <a:pt x="778043" y="0"/>
                </a:lnTo>
                <a:lnTo>
                  <a:pt x="0" y="214035"/>
                </a:lnTo>
                <a:lnTo>
                  <a:pt x="778043" y="428070"/>
                </a:lnTo>
                <a:close/>
                <a:moveTo>
                  <a:pt x="1511916" y="214035"/>
                </a:moveTo>
                <a:lnTo>
                  <a:pt x="778043" y="415914"/>
                </a:lnTo>
                <a:lnTo>
                  <a:pt x="44170" y="214035"/>
                </a:lnTo>
                <a:lnTo>
                  <a:pt x="778043" y="12156"/>
                </a:lnTo>
                <a:lnTo>
                  <a:pt x="1511916" y="21403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Continue?">
            <a:extLst xmlns:a="http://schemas.openxmlformats.org/drawingml/2006/main">
              <a:ext uri="{FF2B5EF4-FFF2-40B4-BE49-F238E27FC236}">
                <a16:creationId xmlns:a16="http://schemas.microsoft.com/office/drawing/2014/main" id="{2C239A2C-F3BB-43AA-B10D-1C8A8D3E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309" y="2662658"/>
            <a:ext cx="625302" cy="104069"/>
          </a:xfrm>
          <a:custGeom xmlns:a="http://schemas.openxmlformats.org/drawingml/2006/main">
            <a:pathLst>
              <a:path w="625302" h="104069">
                <a:moveTo>
                  <a:pt x="75649" y="67068"/>
                </a:moveTo>
                <a:lnTo>
                  <a:pt x="88966" y="70432"/>
                </a:lnTo>
                <a:cubicBezTo>
                  <a:pt x="86175" y="81370"/>
                  <a:pt x="81152" y="89710"/>
                  <a:pt x="73898" y="95454"/>
                </a:cubicBezTo>
                <a:cubicBezTo>
                  <a:pt x="66645" y="101197"/>
                  <a:pt x="57778" y="104069"/>
                  <a:pt x="47298" y="104069"/>
                </a:cubicBezTo>
                <a:cubicBezTo>
                  <a:pt x="36452" y="104069"/>
                  <a:pt x="27630" y="101861"/>
                  <a:pt x="20834" y="97444"/>
                </a:cubicBezTo>
                <a:cubicBezTo>
                  <a:pt x="14038" y="93028"/>
                  <a:pt x="8867" y="86632"/>
                  <a:pt x="5320" y="78258"/>
                </a:cubicBezTo>
                <a:cubicBezTo>
                  <a:pt x="1773" y="69883"/>
                  <a:pt x="0" y="60890"/>
                  <a:pt x="0" y="51279"/>
                </a:cubicBezTo>
                <a:cubicBezTo>
                  <a:pt x="0" y="40799"/>
                  <a:pt x="2002" y="31658"/>
                  <a:pt x="6007" y="23855"/>
                </a:cubicBezTo>
                <a:cubicBezTo>
                  <a:pt x="10011" y="16052"/>
                  <a:pt x="15709" y="10125"/>
                  <a:pt x="23100" y="6075"/>
                </a:cubicBezTo>
                <a:cubicBezTo>
                  <a:pt x="30491" y="2025"/>
                  <a:pt x="38625" y="0"/>
                  <a:pt x="47504" y="0"/>
                </a:cubicBezTo>
                <a:cubicBezTo>
                  <a:pt x="57572" y="0"/>
                  <a:pt x="66038" y="2563"/>
                  <a:pt x="72903" y="7688"/>
                </a:cubicBezTo>
                <a:cubicBezTo>
                  <a:pt x="79768" y="12814"/>
                  <a:pt x="84550" y="20022"/>
                  <a:pt x="87250" y="29312"/>
                </a:cubicBezTo>
                <a:lnTo>
                  <a:pt x="74139" y="32401"/>
                </a:lnTo>
                <a:cubicBezTo>
                  <a:pt x="71805" y="25079"/>
                  <a:pt x="68418" y="19747"/>
                  <a:pt x="63979" y="16407"/>
                </a:cubicBezTo>
                <a:cubicBezTo>
                  <a:pt x="59540" y="13066"/>
                  <a:pt x="53957" y="11395"/>
                  <a:pt x="47229" y="11395"/>
                </a:cubicBezTo>
                <a:cubicBezTo>
                  <a:pt x="39495" y="11395"/>
                  <a:pt x="33031" y="13249"/>
                  <a:pt x="27836" y="16956"/>
                </a:cubicBezTo>
                <a:cubicBezTo>
                  <a:pt x="22642" y="20663"/>
                  <a:pt x="18992" y="25640"/>
                  <a:pt x="16887" y="31887"/>
                </a:cubicBezTo>
                <a:cubicBezTo>
                  <a:pt x="14782" y="38133"/>
                  <a:pt x="13729" y="44575"/>
                  <a:pt x="13729" y="51211"/>
                </a:cubicBezTo>
                <a:cubicBezTo>
                  <a:pt x="13729" y="59769"/>
                  <a:pt x="14976" y="67240"/>
                  <a:pt x="17471" y="73624"/>
                </a:cubicBezTo>
                <a:cubicBezTo>
                  <a:pt x="19965" y="80008"/>
                  <a:pt x="23843" y="84779"/>
                  <a:pt x="29106" y="87937"/>
                </a:cubicBezTo>
                <a:cubicBezTo>
                  <a:pt x="34369" y="91095"/>
                  <a:pt x="40067" y="92673"/>
                  <a:pt x="46199" y="92673"/>
                </a:cubicBezTo>
                <a:cubicBezTo>
                  <a:pt x="53659" y="92673"/>
                  <a:pt x="59975" y="90522"/>
                  <a:pt x="65146" y="86221"/>
                </a:cubicBezTo>
                <a:cubicBezTo>
                  <a:pt x="70317" y="81919"/>
                  <a:pt x="73818" y="75535"/>
                  <a:pt x="75649" y="67068"/>
                </a:cubicBezTo>
                <a:close/>
                <a:moveTo>
                  <a:pt x="99007" y="65970"/>
                </a:moveTo>
                <a:cubicBezTo>
                  <a:pt x="99007" y="52469"/>
                  <a:pt x="102760" y="42470"/>
                  <a:pt x="110265" y="35971"/>
                </a:cubicBezTo>
                <a:cubicBezTo>
                  <a:pt x="116535" y="30571"/>
                  <a:pt x="124178" y="27871"/>
                  <a:pt x="133193" y="27871"/>
                </a:cubicBezTo>
                <a:cubicBezTo>
                  <a:pt x="143216" y="27871"/>
                  <a:pt x="151408" y="31154"/>
                  <a:pt x="157769" y="37722"/>
                </a:cubicBezTo>
                <a:cubicBezTo>
                  <a:pt x="164130" y="44289"/>
                  <a:pt x="167311" y="53362"/>
                  <a:pt x="167311" y="64940"/>
                </a:cubicBezTo>
                <a:cubicBezTo>
                  <a:pt x="167311" y="74322"/>
                  <a:pt x="165904" y="81701"/>
                  <a:pt x="163089" y="87079"/>
                </a:cubicBezTo>
                <a:cubicBezTo>
                  <a:pt x="160275" y="92456"/>
                  <a:pt x="156179" y="96632"/>
                  <a:pt x="150801" y="99607"/>
                </a:cubicBezTo>
                <a:cubicBezTo>
                  <a:pt x="145424" y="102581"/>
                  <a:pt x="139555" y="104069"/>
                  <a:pt x="133193" y="104069"/>
                </a:cubicBezTo>
                <a:cubicBezTo>
                  <a:pt x="122988" y="104069"/>
                  <a:pt x="114739" y="100797"/>
                  <a:pt x="108446" y="94252"/>
                </a:cubicBezTo>
                <a:cubicBezTo>
                  <a:pt x="102154" y="87708"/>
                  <a:pt x="99007" y="78280"/>
                  <a:pt x="99007" y="65970"/>
                </a:cubicBezTo>
                <a:moveTo>
                  <a:pt x="111707" y="66004"/>
                </a:moveTo>
                <a:cubicBezTo>
                  <a:pt x="111707" y="75329"/>
                  <a:pt x="113743" y="82311"/>
                  <a:pt x="117817" y="86950"/>
                </a:cubicBezTo>
                <a:cubicBezTo>
                  <a:pt x="121890" y="91589"/>
                  <a:pt x="127015" y="93909"/>
                  <a:pt x="133193" y="93909"/>
                </a:cubicBezTo>
                <a:cubicBezTo>
                  <a:pt x="139326" y="93909"/>
                  <a:pt x="144429" y="91578"/>
                  <a:pt x="148502" y="86916"/>
                </a:cubicBezTo>
                <a:cubicBezTo>
                  <a:pt x="152575" y="82253"/>
                  <a:pt x="154611" y="75146"/>
                  <a:pt x="154611" y="65592"/>
                </a:cubicBezTo>
                <a:cubicBezTo>
                  <a:pt x="154611" y="56588"/>
                  <a:pt x="152563" y="49766"/>
                  <a:pt x="148467" y="45127"/>
                </a:cubicBezTo>
                <a:cubicBezTo>
                  <a:pt x="144371" y="40487"/>
                  <a:pt x="139280" y="38168"/>
                  <a:pt x="133193" y="38168"/>
                </a:cubicBezTo>
                <a:cubicBezTo>
                  <a:pt x="127015" y="38168"/>
                  <a:pt x="121890" y="40476"/>
                  <a:pt x="117817" y="45092"/>
                </a:cubicBezTo>
                <a:cubicBezTo>
                  <a:pt x="113743" y="49709"/>
                  <a:pt x="111707" y="56680"/>
                  <a:pt x="111707" y="66004"/>
                </a:cubicBezTo>
                <a:close/>
                <a:moveTo>
                  <a:pt x="181516" y="102421"/>
                </a:moveTo>
                <a:lnTo>
                  <a:pt x="181516" y="29518"/>
                </a:lnTo>
                <a:lnTo>
                  <a:pt x="192637" y="29518"/>
                </a:lnTo>
                <a:lnTo>
                  <a:pt x="192637" y="39884"/>
                </a:lnTo>
                <a:cubicBezTo>
                  <a:pt x="197992" y="31875"/>
                  <a:pt x="205726" y="27871"/>
                  <a:pt x="215840" y="27871"/>
                </a:cubicBezTo>
                <a:cubicBezTo>
                  <a:pt x="220233" y="27871"/>
                  <a:pt x="224272" y="28660"/>
                  <a:pt x="227956" y="30239"/>
                </a:cubicBezTo>
                <a:cubicBezTo>
                  <a:pt x="231640" y="31818"/>
                  <a:pt x="234397" y="33889"/>
                  <a:pt x="236228" y="36452"/>
                </a:cubicBezTo>
                <a:cubicBezTo>
                  <a:pt x="238059" y="39014"/>
                  <a:pt x="239340" y="42058"/>
                  <a:pt x="240072" y="45582"/>
                </a:cubicBezTo>
                <a:cubicBezTo>
                  <a:pt x="240530" y="47870"/>
                  <a:pt x="240759" y="51874"/>
                  <a:pt x="240759" y="57595"/>
                </a:cubicBezTo>
                <a:lnTo>
                  <a:pt x="240759" y="102421"/>
                </a:lnTo>
                <a:lnTo>
                  <a:pt x="228402" y="102421"/>
                </a:lnTo>
                <a:lnTo>
                  <a:pt x="228402" y="58075"/>
                </a:lnTo>
                <a:cubicBezTo>
                  <a:pt x="228402" y="53041"/>
                  <a:pt x="227922" y="49277"/>
                  <a:pt x="226961" y="46783"/>
                </a:cubicBezTo>
                <a:cubicBezTo>
                  <a:pt x="226000" y="44289"/>
                  <a:pt x="224295" y="42298"/>
                  <a:pt x="221846" y="40811"/>
                </a:cubicBezTo>
                <a:cubicBezTo>
                  <a:pt x="219398" y="39323"/>
                  <a:pt x="216526" y="38580"/>
                  <a:pt x="213231" y="38580"/>
                </a:cubicBezTo>
                <a:cubicBezTo>
                  <a:pt x="207968" y="38580"/>
                  <a:pt x="203426" y="40250"/>
                  <a:pt x="199605" y="43591"/>
                </a:cubicBezTo>
                <a:cubicBezTo>
                  <a:pt x="195783" y="46932"/>
                  <a:pt x="193873" y="53270"/>
                  <a:pt x="193873" y="62606"/>
                </a:cubicBezTo>
                <a:lnTo>
                  <a:pt x="193873" y="102421"/>
                </a:lnTo>
                <a:lnTo>
                  <a:pt x="181516" y="102421"/>
                </a:lnTo>
                <a:close/>
                <a:moveTo>
                  <a:pt x="286405" y="91369"/>
                </a:moveTo>
                <a:lnTo>
                  <a:pt x="288190" y="102284"/>
                </a:lnTo>
                <a:cubicBezTo>
                  <a:pt x="284712" y="103016"/>
                  <a:pt x="281600" y="103382"/>
                  <a:pt x="278854" y="103382"/>
                </a:cubicBezTo>
                <a:cubicBezTo>
                  <a:pt x="274369" y="103382"/>
                  <a:pt x="270891" y="102673"/>
                  <a:pt x="268419" y="101254"/>
                </a:cubicBezTo>
                <a:cubicBezTo>
                  <a:pt x="265948" y="99836"/>
                  <a:pt x="264209" y="97971"/>
                  <a:pt x="263202" y="95660"/>
                </a:cubicBezTo>
                <a:cubicBezTo>
                  <a:pt x="262195" y="93348"/>
                  <a:pt x="261692" y="88486"/>
                  <a:pt x="261692" y="81072"/>
                </a:cubicBezTo>
                <a:lnTo>
                  <a:pt x="261692" y="39129"/>
                </a:lnTo>
                <a:lnTo>
                  <a:pt x="252631" y="39129"/>
                </a:lnTo>
                <a:lnTo>
                  <a:pt x="252631" y="29518"/>
                </a:lnTo>
                <a:lnTo>
                  <a:pt x="261692" y="29518"/>
                </a:lnTo>
                <a:lnTo>
                  <a:pt x="261692" y="11464"/>
                </a:lnTo>
                <a:lnTo>
                  <a:pt x="273980" y="4050"/>
                </a:lnTo>
                <a:lnTo>
                  <a:pt x="273980" y="29518"/>
                </a:lnTo>
                <a:lnTo>
                  <a:pt x="286405" y="29518"/>
                </a:lnTo>
                <a:lnTo>
                  <a:pt x="286405" y="39129"/>
                </a:lnTo>
                <a:lnTo>
                  <a:pt x="273980" y="39129"/>
                </a:lnTo>
                <a:lnTo>
                  <a:pt x="273980" y="81759"/>
                </a:lnTo>
                <a:cubicBezTo>
                  <a:pt x="273980" y="85282"/>
                  <a:pt x="274197" y="87548"/>
                  <a:pt x="274632" y="88555"/>
                </a:cubicBezTo>
                <a:cubicBezTo>
                  <a:pt x="275067" y="89561"/>
                  <a:pt x="275776" y="90362"/>
                  <a:pt x="276760" y="90957"/>
                </a:cubicBezTo>
                <a:cubicBezTo>
                  <a:pt x="277744" y="91552"/>
                  <a:pt x="279151" y="91850"/>
                  <a:pt x="280982" y="91850"/>
                </a:cubicBezTo>
                <a:cubicBezTo>
                  <a:pt x="282355" y="91850"/>
                  <a:pt x="284162" y="91689"/>
                  <a:pt x="286405" y="91369"/>
                </a:cubicBezTo>
                <a:close/>
                <a:moveTo>
                  <a:pt x="298743" y="15926"/>
                </a:moveTo>
                <a:lnTo>
                  <a:pt x="298743" y="1785"/>
                </a:lnTo>
                <a:lnTo>
                  <a:pt x="311099" y="1785"/>
                </a:lnTo>
                <a:lnTo>
                  <a:pt x="311099" y="15926"/>
                </a:lnTo>
                <a:lnTo>
                  <a:pt x="298743" y="15926"/>
                </a:lnTo>
                <a:moveTo>
                  <a:pt x="298743" y="102421"/>
                </a:moveTo>
                <a:lnTo>
                  <a:pt x="298743" y="29518"/>
                </a:lnTo>
                <a:lnTo>
                  <a:pt x="311099" y="29518"/>
                </a:lnTo>
                <a:lnTo>
                  <a:pt x="311099" y="102421"/>
                </a:lnTo>
                <a:lnTo>
                  <a:pt x="298743" y="102421"/>
                </a:lnTo>
                <a:close/>
                <a:moveTo>
                  <a:pt x="329721" y="102421"/>
                </a:moveTo>
                <a:lnTo>
                  <a:pt x="329721" y="29518"/>
                </a:lnTo>
                <a:lnTo>
                  <a:pt x="340842" y="29518"/>
                </a:lnTo>
                <a:lnTo>
                  <a:pt x="340842" y="39884"/>
                </a:lnTo>
                <a:cubicBezTo>
                  <a:pt x="346196" y="31875"/>
                  <a:pt x="353930" y="27871"/>
                  <a:pt x="364044" y="27871"/>
                </a:cubicBezTo>
                <a:cubicBezTo>
                  <a:pt x="368438" y="27871"/>
                  <a:pt x="372476" y="28660"/>
                  <a:pt x="376161" y="30239"/>
                </a:cubicBezTo>
                <a:cubicBezTo>
                  <a:pt x="379845" y="31818"/>
                  <a:pt x="382602" y="33889"/>
                  <a:pt x="384432" y="36452"/>
                </a:cubicBezTo>
                <a:cubicBezTo>
                  <a:pt x="386263" y="39014"/>
                  <a:pt x="387544" y="42058"/>
                  <a:pt x="388277" y="45582"/>
                </a:cubicBezTo>
                <a:cubicBezTo>
                  <a:pt x="388734" y="47870"/>
                  <a:pt x="388963" y="51874"/>
                  <a:pt x="388963" y="57595"/>
                </a:cubicBezTo>
                <a:lnTo>
                  <a:pt x="388963" y="102421"/>
                </a:lnTo>
                <a:lnTo>
                  <a:pt x="376607" y="102421"/>
                </a:lnTo>
                <a:lnTo>
                  <a:pt x="376607" y="58075"/>
                </a:lnTo>
                <a:cubicBezTo>
                  <a:pt x="376607" y="53041"/>
                  <a:pt x="376126" y="49277"/>
                  <a:pt x="375165" y="46783"/>
                </a:cubicBezTo>
                <a:cubicBezTo>
                  <a:pt x="374204" y="44289"/>
                  <a:pt x="372499" y="42298"/>
                  <a:pt x="370051" y="40811"/>
                </a:cubicBezTo>
                <a:cubicBezTo>
                  <a:pt x="367603" y="39323"/>
                  <a:pt x="364731" y="38580"/>
                  <a:pt x="361436" y="38580"/>
                </a:cubicBezTo>
                <a:cubicBezTo>
                  <a:pt x="356173" y="38580"/>
                  <a:pt x="351631" y="40250"/>
                  <a:pt x="347809" y="43591"/>
                </a:cubicBezTo>
                <a:cubicBezTo>
                  <a:pt x="343988" y="46932"/>
                  <a:pt x="342077" y="53270"/>
                  <a:pt x="342077" y="62606"/>
                </a:cubicBezTo>
                <a:lnTo>
                  <a:pt x="342077" y="102421"/>
                </a:lnTo>
                <a:lnTo>
                  <a:pt x="329721" y="102421"/>
                </a:lnTo>
                <a:close/>
                <a:moveTo>
                  <a:pt x="455409" y="102421"/>
                </a:moveTo>
                <a:lnTo>
                  <a:pt x="455409" y="91646"/>
                </a:lnTo>
                <a:cubicBezTo>
                  <a:pt x="449735" y="99928"/>
                  <a:pt x="442023" y="104069"/>
                  <a:pt x="432275" y="104069"/>
                </a:cubicBezTo>
                <a:cubicBezTo>
                  <a:pt x="427974" y="104069"/>
                  <a:pt x="423958" y="103245"/>
                  <a:pt x="420228" y="101598"/>
                </a:cubicBezTo>
                <a:cubicBezTo>
                  <a:pt x="416498" y="99950"/>
                  <a:pt x="413729" y="97879"/>
                  <a:pt x="411922" y="95385"/>
                </a:cubicBezTo>
                <a:cubicBezTo>
                  <a:pt x="410114" y="92891"/>
                  <a:pt x="408844" y="89836"/>
                  <a:pt x="408112" y="86221"/>
                </a:cubicBezTo>
                <a:cubicBezTo>
                  <a:pt x="407608" y="83795"/>
                  <a:pt x="407357" y="79951"/>
                  <a:pt x="407357" y="74688"/>
                </a:cubicBezTo>
                <a:lnTo>
                  <a:pt x="407357" y="29518"/>
                </a:lnTo>
                <a:lnTo>
                  <a:pt x="419713" y="29518"/>
                </a:lnTo>
                <a:lnTo>
                  <a:pt x="419713" y="69908"/>
                </a:lnTo>
                <a:cubicBezTo>
                  <a:pt x="419713" y="76354"/>
                  <a:pt x="419965" y="80697"/>
                  <a:pt x="420468" y="82936"/>
                </a:cubicBezTo>
                <a:cubicBezTo>
                  <a:pt x="421246" y="86183"/>
                  <a:pt x="422894" y="88732"/>
                  <a:pt x="425411" y="90584"/>
                </a:cubicBezTo>
                <a:cubicBezTo>
                  <a:pt x="427928" y="92435"/>
                  <a:pt x="431040" y="93360"/>
                  <a:pt x="434747" y="93360"/>
                </a:cubicBezTo>
                <a:cubicBezTo>
                  <a:pt x="438454" y="93360"/>
                  <a:pt x="441932" y="92412"/>
                  <a:pt x="445181" y="90515"/>
                </a:cubicBezTo>
                <a:cubicBezTo>
                  <a:pt x="448430" y="88618"/>
                  <a:pt x="450730" y="86035"/>
                  <a:pt x="452080" y="82767"/>
                </a:cubicBezTo>
                <a:cubicBezTo>
                  <a:pt x="453430" y="79497"/>
                  <a:pt x="454105" y="74754"/>
                  <a:pt x="454105" y="68538"/>
                </a:cubicBezTo>
                <a:lnTo>
                  <a:pt x="454105" y="29518"/>
                </a:lnTo>
                <a:lnTo>
                  <a:pt x="466462" y="29518"/>
                </a:lnTo>
                <a:lnTo>
                  <a:pt x="466462" y="102421"/>
                </a:lnTo>
                <a:lnTo>
                  <a:pt x="455409" y="102421"/>
                </a:lnTo>
                <a:close/>
                <a:moveTo>
                  <a:pt x="535448" y="78807"/>
                </a:moveTo>
                <a:lnTo>
                  <a:pt x="548216" y="80454"/>
                </a:lnTo>
                <a:cubicBezTo>
                  <a:pt x="546203" y="87935"/>
                  <a:pt x="542473" y="93742"/>
                  <a:pt x="537027" y="97873"/>
                </a:cubicBezTo>
                <a:cubicBezTo>
                  <a:pt x="531581" y="102004"/>
                  <a:pt x="524624" y="104069"/>
                  <a:pt x="516158" y="104069"/>
                </a:cubicBezTo>
                <a:cubicBezTo>
                  <a:pt x="505495" y="104069"/>
                  <a:pt x="497040" y="100785"/>
                  <a:pt x="490793" y="94218"/>
                </a:cubicBezTo>
                <a:cubicBezTo>
                  <a:pt x="484546" y="87651"/>
                  <a:pt x="481423" y="78441"/>
                  <a:pt x="481423" y="66588"/>
                </a:cubicBezTo>
                <a:cubicBezTo>
                  <a:pt x="481423" y="54323"/>
                  <a:pt x="484580" y="44804"/>
                  <a:pt x="490896" y="38030"/>
                </a:cubicBezTo>
                <a:cubicBezTo>
                  <a:pt x="497211" y="31257"/>
                  <a:pt x="505403" y="27871"/>
                  <a:pt x="515472" y="27871"/>
                </a:cubicBezTo>
                <a:cubicBezTo>
                  <a:pt x="525219" y="27871"/>
                  <a:pt x="533182" y="31184"/>
                  <a:pt x="539361" y="37809"/>
                </a:cubicBezTo>
                <a:cubicBezTo>
                  <a:pt x="545539" y="44434"/>
                  <a:pt x="548628" y="53754"/>
                  <a:pt x="548628" y="65770"/>
                </a:cubicBezTo>
                <a:cubicBezTo>
                  <a:pt x="548628" y="66501"/>
                  <a:pt x="548605" y="67597"/>
                  <a:pt x="548559" y="69059"/>
                </a:cubicBezTo>
                <a:lnTo>
                  <a:pt x="494191" y="69059"/>
                </a:lnTo>
                <a:cubicBezTo>
                  <a:pt x="494649" y="77091"/>
                  <a:pt x="496914" y="83240"/>
                  <a:pt x="500987" y="87508"/>
                </a:cubicBezTo>
                <a:cubicBezTo>
                  <a:pt x="505060" y="91775"/>
                  <a:pt x="510140" y="93909"/>
                  <a:pt x="516227" y="93909"/>
                </a:cubicBezTo>
                <a:cubicBezTo>
                  <a:pt x="520757" y="93909"/>
                  <a:pt x="524624" y="92708"/>
                  <a:pt x="527828" y="90307"/>
                </a:cubicBezTo>
                <a:cubicBezTo>
                  <a:pt x="531032" y="87905"/>
                  <a:pt x="533571" y="84071"/>
                  <a:pt x="535448" y="78807"/>
                </a:cubicBezTo>
                <a:moveTo>
                  <a:pt x="494877" y="58899"/>
                </a:moveTo>
                <a:lnTo>
                  <a:pt x="535585" y="58899"/>
                </a:lnTo>
                <a:cubicBezTo>
                  <a:pt x="535036" y="52787"/>
                  <a:pt x="533480" y="48202"/>
                  <a:pt x="530917" y="45146"/>
                </a:cubicBezTo>
                <a:cubicBezTo>
                  <a:pt x="526981" y="40402"/>
                  <a:pt x="521879" y="38030"/>
                  <a:pt x="515609" y="38030"/>
                </a:cubicBezTo>
                <a:cubicBezTo>
                  <a:pt x="509934" y="38030"/>
                  <a:pt x="505163" y="39924"/>
                  <a:pt x="501296" y="43711"/>
                </a:cubicBezTo>
                <a:cubicBezTo>
                  <a:pt x="497429" y="47497"/>
                  <a:pt x="495289" y="52559"/>
                  <a:pt x="494877" y="58899"/>
                </a:cubicBezTo>
                <a:close/>
                <a:moveTo>
                  <a:pt x="586585" y="77571"/>
                </a:moveTo>
                <a:cubicBezTo>
                  <a:pt x="586539" y="75931"/>
                  <a:pt x="586517" y="74701"/>
                  <a:pt x="586517" y="73881"/>
                </a:cubicBezTo>
                <a:cubicBezTo>
                  <a:pt x="586517" y="69052"/>
                  <a:pt x="587203" y="64882"/>
                  <a:pt x="588576" y="61373"/>
                </a:cubicBezTo>
                <a:cubicBezTo>
                  <a:pt x="589583" y="58731"/>
                  <a:pt x="591207" y="56066"/>
                  <a:pt x="593450" y="53377"/>
                </a:cubicBezTo>
                <a:cubicBezTo>
                  <a:pt x="595097" y="51418"/>
                  <a:pt x="598061" y="48559"/>
                  <a:pt x="602340" y="44801"/>
                </a:cubicBezTo>
                <a:cubicBezTo>
                  <a:pt x="606619" y="41041"/>
                  <a:pt x="609399" y="38038"/>
                  <a:pt x="610680" y="35793"/>
                </a:cubicBezTo>
                <a:cubicBezTo>
                  <a:pt x="611962" y="33548"/>
                  <a:pt x="612602" y="31096"/>
                  <a:pt x="612602" y="28439"/>
                </a:cubicBezTo>
                <a:cubicBezTo>
                  <a:pt x="612602" y="23630"/>
                  <a:pt x="610726" y="19403"/>
                  <a:pt x="606973" y="15761"/>
                </a:cubicBezTo>
                <a:cubicBezTo>
                  <a:pt x="603221" y="12118"/>
                  <a:pt x="598621" y="10297"/>
                  <a:pt x="593175" y="10297"/>
                </a:cubicBezTo>
                <a:cubicBezTo>
                  <a:pt x="587912" y="10297"/>
                  <a:pt x="583519" y="11950"/>
                  <a:pt x="579995" y="15257"/>
                </a:cubicBezTo>
                <a:cubicBezTo>
                  <a:pt x="576471" y="18563"/>
                  <a:pt x="574160" y="23729"/>
                  <a:pt x="573062" y="30754"/>
                </a:cubicBezTo>
                <a:lnTo>
                  <a:pt x="560362" y="29106"/>
                </a:lnTo>
                <a:cubicBezTo>
                  <a:pt x="561506" y="19747"/>
                  <a:pt x="564904" y="12580"/>
                  <a:pt x="570556" y="7603"/>
                </a:cubicBezTo>
                <a:cubicBezTo>
                  <a:pt x="576208" y="2626"/>
                  <a:pt x="583679" y="137"/>
                  <a:pt x="592969" y="137"/>
                </a:cubicBezTo>
                <a:cubicBezTo>
                  <a:pt x="602809" y="137"/>
                  <a:pt x="610657" y="2815"/>
                  <a:pt x="616515" y="8171"/>
                </a:cubicBezTo>
                <a:cubicBezTo>
                  <a:pt x="622373" y="13526"/>
                  <a:pt x="625302" y="20001"/>
                  <a:pt x="625302" y="27598"/>
                </a:cubicBezTo>
                <a:cubicBezTo>
                  <a:pt x="625302" y="31993"/>
                  <a:pt x="624272" y="36044"/>
                  <a:pt x="622213" y="39751"/>
                </a:cubicBezTo>
                <a:cubicBezTo>
                  <a:pt x="620154" y="43458"/>
                  <a:pt x="616126" y="47954"/>
                  <a:pt x="610131" y="53240"/>
                </a:cubicBezTo>
                <a:cubicBezTo>
                  <a:pt x="606104" y="56794"/>
                  <a:pt x="603472" y="59414"/>
                  <a:pt x="602237" y="61100"/>
                </a:cubicBezTo>
                <a:cubicBezTo>
                  <a:pt x="601001" y="62786"/>
                  <a:pt x="600086" y="64723"/>
                  <a:pt x="599491" y="66909"/>
                </a:cubicBezTo>
                <a:cubicBezTo>
                  <a:pt x="598896" y="69096"/>
                  <a:pt x="598553" y="72650"/>
                  <a:pt x="598461" y="77571"/>
                </a:cubicBezTo>
                <a:lnTo>
                  <a:pt x="586585" y="77571"/>
                </a:lnTo>
                <a:moveTo>
                  <a:pt x="585830" y="102421"/>
                </a:moveTo>
                <a:lnTo>
                  <a:pt x="585830" y="88280"/>
                </a:lnTo>
                <a:lnTo>
                  <a:pt x="599903" y="88280"/>
                </a:lnTo>
                <a:lnTo>
                  <a:pt x="599903" y="102421"/>
                </a:lnTo>
                <a:lnTo>
                  <a:pt x="585830" y="102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FCD6A-FEE4-4107-B09A-47525022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687" y="2188841"/>
            <a:ext cx="1019856" cy="409583"/>
          </a:xfrm>
          <a:custGeom xmlns:a="http://schemas.openxmlformats.org/drawingml/2006/main">
            <a:pathLst>
              <a:path w="1019856" h="409583">
                <a:moveTo>
                  <a:pt x="351" y="30930"/>
                </a:moveTo>
                <a:cubicBezTo>
                  <a:pt x="0" y="14012"/>
                  <a:pt x="13895" y="117"/>
                  <a:pt x="31281" y="0"/>
                </a:cubicBezTo>
                <a:lnTo>
                  <a:pt x="988692" y="0"/>
                </a:lnTo>
                <a:cubicBezTo>
                  <a:pt x="1005961" y="117"/>
                  <a:pt x="1019856" y="14012"/>
                  <a:pt x="1019622" y="30930"/>
                </a:cubicBezTo>
                <a:lnTo>
                  <a:pt x="1019622" y="378184"/>
                </a:lnTo>
                <a:cubicBezTo>
                  <a:pt x="1019856" y="395688"/>
                  <a:pt x="1005961" y="409583"/>
                  <a:pt x="988692" y="409114"/>
                </a:cubicBezTo>
                <a:lnTo>
                  <a:pt x="31281" y="409114"/>
                </a:lnTo>
                <a:cubicBezTo>
                  <a:pt x="13895" y="409583"/>
                  <a:pt x="0" y="395688"/>
                  <a:pt x="351" y="378184"/>
                </a:cubicBezTo>
                <a:lnTo>
                  <a:pt x="351" y="309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0603B-F614-4B93-8BB8-06A679B8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829" y="2183100"/>
            <a:ext cx="1031572" cy="421181"/>
          </a:xfrm>
          <a:custGeom xmlns:a="http://schemas.openxmlformats.org/drawingml/2006/main">
            <a:pathLst>
              <a:path w="1031572" h="421181">
                <a:moveTo>
                  <a:pt x="2894" y="398652"/>
                </a:moveTo>
                <a:lnTo>
                  <a:pt x="4452" y="401885"/>
                </a:lnTo>
                <a:lnTo>
                  <a:pt x="6303" y="404920"/>
                </a:lnTo>
                <a:lnTo>
                  <a:pt x="8424" y="407767"/>
                </a:lnTo>
                <a:lnTo>
                  <a:pt x="10802" y="410379"/>
                </a:lnTo>
                <a:lnTo>
                  <a:pt x="13415" y="412758"/>
                </a:lnTo>
                <a:lnTo>
                  <a:pt x="16261" y="414878"/>
                </a:lnTo>
                <a:lnTo>
                  <a:pt x="19296" y="416729"/>
                </a:lnTo>
                <a:lnTo>
                  <a:pt x="22529" y="418287"/>
                </a:lnTo>
                <a:lnTo>
                  <a:pt x="25927" y="419529"/>
                </a:lnTo>
                <a:lnTo>
                  <a:pt x="29465" y="420443"/>
                </a:lnTo>
                <a:lnTo>
                  <a:pt x="33132" y="420994"/>
                </a:lnTo>
                <a:lnTo>
                  <a:pt x="36741" y="421181"/>
                </a:lnTo>
                <a:lnTo>
                  <a:pt x="994831" y="421181"/>
                </a:lnTo>
                <a:lnTo>
                  <a:pt x="998440" y="420994"/>
                </a:lnTo>
                <a:lnTo>
                  <a:pt x="1002107" y="420443"/>
                </a:lnTo>
                <a:lnTo>
                  <a:pt x="1005645" y="419529"/>
                </a:lnTo>
                <a:lnTo>
                  <a:pt x="1009042" y="418287"/>
                </a:lnTo>
                <a:lnTo>
                  <a:pt x="1012276" y="416729"/>
                </a:lnTo>
                <a:lnTo>
                  <a:pt x="1015310" y="414878"/>
                </a:lnTo>
                <a:lnTo>
                  <a:pt x="1018157" y="412758"/>
                </a:lnTo>
                <a:lnTo>
                  <a:pt x="1020770" y="410379"/>
                </a:lnTo>
                <a:lnTo>
                  <a:pt x="1023148" y="407767"/>
                </a:lnTo>
                <a:lnTo>
                  <a:pt x="1025269" y="404920"/>
                </a:lnTo>
                <a:lnTo>
                  <a:pt x="1027120" y="401885"/>
                </a:lnTo>
                <a:lnTo>
                  <a:pt x="1028678" y="398652"/>
                </a:lnTo>
                <a:lnTo>
                  <a:pt x="1029920" y="395254"/>
                </a:lnTo>
                <a:lnTo>
                  <a:pt x="1030834" y="391716"/>
                </a:lnTo>
                <a:lnTo>
                  <a:pt x="1031384" y="388049"/>
                </a:lnTo>
                <a:lnTo>
                  <a:pt x="1031572" y="384441"/>
                </a:lnTo>
                <a:lnTo>
                  <a:pt x="1031572" y="36741"/>
                </a:lnTo>
                <a:lnTo>
                  <a:pt x="1031384" y="33132"/>
                </a:lnTo>
                <a:lnTo>
                  <a:pt x="1030834" y="29465"/>
                </a:lnTo>
                <a:lnTo>
                  <a:pt x="1029920" y="25927"/>
                </a:lnTo>
                <a:lnTo>
                  <a:pt x="1028678" y="22529"/>
                </a:lnTo>
                <a:lnTo>
                  <a:pt x="1027120" y="19296"/>
                </a:lnTo>
                <a:lnTo>
                  <a:pt x="1025269" y="16261"/>
                </a:lnTo>
                <a:lnTo>
                  <a:pt x="1023148" y="13415"/>
                </a:lnTo>
                <a:lnTo>
                  <a:pt x="1020770" y="10802"/>
                </a:lnTo>
                <a:lnTo>
                  <a:pt x="1018157" y="8424"/>
                </a:lnTo>
                <a:lnTo>
                  <a:pt x="1015310" y="6303"/>
                </a:lnTo>
                <a:lnTo>
                  <a:pt x="1012276" y="4452"/>
                </a:lnTo>
                <a:lnTo>
                  <a:pt x="1009042" y="2894"/>
                </a:lnTo>
                <a:lnTo>
                  <a:pt x="1005645" y="1652"/>
                </a:lnTo>
                <a:lnTo>
                  <a:pt x="1002107" y="738"/>
                </a:lnTo>
                <a:lnTo>
                  <a:pt x="998440" y="187"/>
                </a:lnTo>
                <a:lnTo>
                  <a:pt x="994831" y="0"/>
                </a:lnTo>
                <a:lnTo>
                  <a:pt x="36741" y="0"/>
                </a:lnTo>
                <a:lnTo>
                  <a:pt x="33132" y="187"/>
                </a:lnTo>
                <a:lnTo>
                  <a:pt x="29465" y="738"/>
                </a:lnTo>
                <a:lnTo>
                  <a:pt x="25927" y="1652"/>
                </a:lnTo>
                <a:lnTo>
                  <a:pt x="22529" y="2894"/>
                </a:lnTo>
                <a:lnTo>
                  <a:pt x="19296" y="4452"/>
                </a:lnTo>
                <a:lnTo>
                  <a:pt x="16261" y="6303"/>
                </a:lnTo>
                <a:lnTo>
                  <a:pt x="13415" y="8424"/>
                </a:lnTo>
                <a:lnTo>
                  <a:pt x="10802" y="10802"/>
                </a:lnTo>
                <a:lnTo>
                  <a:pt x="8424" y="13415"/>
                </a:lnTo>
                <a:lnTo>
                  <a:pt x="6303" y="16261"/>
                </a:lnTo>
                <a:lnTo>
                  <a:pt x="4452" y="19296"/>
                </a:lnTo>
                <a:lnTo>
                  <a:pt x="2894" y="22529"/>
                </a:lnTo>
                <a:lnTo>
                  <a:pt x="1652" y="25927"/>
                </a:lnTo>
                <a:lnTo>
                  <a:pt x="738" y="29465"/>
                </a:lnTo>
                <a:lnTo>
                  <a:pt x="187" y="33132"/>
                </a:lnTo>
                <a:lnTo>
                  <a:pt x="0" y="36741"/>
                </a:lnTo>
                <a:lnTo>
                  <a:pt x="0" y="384441"/>
                </a:lnTo>
                <a:lnTo>
                  <a:pt x="187" y="388049"/>
                </a:lnTo>
                <a:lnTo>
                  <a:pt x="738" y="391716"/>
                </a:lnTo>
                <a:lnTo>
                  <a:pt x="1652" y="395254"/>
                </a:lnTo>
                <a:lnTo>
                  <a:pt x="2894" y="398652"/>
                </a:lnTo>
                <a:close/>
                <a:moveTo>
                  <a:pt x="12230" y="31831"/>
                </a:moveTo>
                <a:lnTo>
                  <a:pt x="12835" y="29467"/>
                </a:lnTo>
                <a:lnTo>
                  <a:pt x="13704" y="27093"/>
                </a:lnTo>
                <a:lnTo>
                  <a:pt x="14744" y="24921"/>
                </a:lnTo>
                <a:lnTo>
                  <a:pt x="16023" y="22815"/>
                </a:lnTo>
                <a:lnTo>
                  <a:pt x="17438" y="20915"/>
                </a:lnTo>
                <a:lnTo>
                  <a:pt x="19094" y="19094"/>
                </a:lnTo>
                <a:lnTo>
                  <a:pt x="20915" y="17438"/>
                </a:lnTo>
                <a:lnTo>
                  <a:pt x="22815" y="16023"/>
                </a:lnTo>
                <a:lnTo>
                  <a:pt x="24921" y="14744"/>
                </a:lnTo>
                <a:lnTo>
                  <a:pt x="27093" y="13704"/>
                </a:lnTo>
                <a:lnTo>
                  <a:pt x="29467" y="12835"/>
                </a:lnTo>
                <a:lnTo>
                  <a:pt x="31831" y="12230"/>
                </a:lnTo>
                <a:lnTo>
                  <a:pt x="34315" y="11852"/>
                </a:lnTo>
                <a:lnTo>
                  <a:pt x="36959" y="11716"/>
                </a:lnTo>
                <a:lnTo>
                  <a:pt x="994613" y="11716"/>
                </a:lnTo>
                <a:lnTo>
                  <a:pt x="997257" y="11852"/>
                </a:lnTo>
                <a:lnTo>
                  <a:pt x="999741" y="12230"/>
                </a:lnTo>
                <a:lnTo>
                  <a:pt x="1002105" y="12835"/>
                </a:lnTo>
                <a:lnTo>
                  <a:pt x="1004479" y="13704"/>
                </a:lnTo>
                <a:lnTo>
                  <a:pt x="1006650" y="14744"/>
                </a:lnTo>
                <a:lnTo>
                  <a:pt x="1008757" y="16023"/>
                </a:lnTo>
                <a:lnTo>
                  <a:pt x="1010657" y="17438"/>
                </a:lnTo>
                <a:lnTo>
                  <a:pt x="1012477" y="19094"/>
                </a:lnTo>
                <a:lnTo>
                  <a:pt x="1014134" y="20915"/>
                </a:lnTo>
                <a:lnTo>
                  <a:pt x="1015549" y="22815"/>
                </a:lnTo>
                <a:lnTo>
                  <a:pt x="1016828" y="24921"/>
                </a:lnTo>
                <a:lnTo>
                  <a:pt x="1017867" y="27093"/>
                </a:lnTo>
                <a:lnTo>
                  <a:pt x="1018737" y="29467"/>
                </a:lnTo>
                <a:lnTo>
                  <a:pt x="1019342" y="31831"/>
                </a:lnTo>
                <a:lnTo>
                  <a:pt x="1019719" y="34315"/>
                </a:lnTo>
                <a:lnTo>
                  <a:pt x="1019856" y="36959"/>
                </a:lnTo>
                <a:lnTo>
                  <a:pt x="1019856" y="384222"/>
                </a:lnTo>
                <a:lnTo>
                  <a:pt x="1019719" y="386867"/>
                </a:lnTo>
                <a:lnTo>
                  <a:pt x="1019342" y="389350"/>
                </a:lnTo>
                <a:lnTo>
                  <a:pt x="1018737" y="391715"/>
                </a:lnTo>
                <a:lnTo>
                  <a:pt x="1017867" y="394088"/>
                </a:lnTo>
                <a:lnTo>
                  <a:pt x="1016828" y="396260"/>
                </a:lnTo>
                <a:lnTo>
                  <a:pt x="1015549" y="398367"/>
                </a:lnTo>
                <a:lnTo>
                  <a:pt x="1014134" y="400266"/>
                </a:lnTo>
                <a:lnTo>
                  <a:pt x="1012477" y="402087"/>
                </a:lnTo>
                <a:lnTo>
                  <a:pt x="1010657" y="403743"/>
                </a:lnTo>
                <a:lnTo>
                  <a:pt x="1008757" y="405158"/>
                </a:lnTo>
                <a:lnTo>
                  <a:pt x="1006650" y="406438"/>
                </a:lnTo>
                <a:lnTo>
                  <a:pt x="1004479" y="407477"/>
                </a:lnTo>
                <a:lnTo>
                  <a:pt x="1002105" y="408346"/>
                </a:lnTo>
                <a:lnTo>
                  <a:pt x="999741" y="408951"/>
                </a:lnTo>
                <a:lnTo>
                  <a:pt x="997257" y="409329"/>
                </a:lnTo>
                <a:lnTo>
                  <a:pt x="994613" y="409465"/>
                </a:lnTo>
                <a:lnTo>
                  <a:pt x="36959" y="409465"/>
                </a:lnTo>
                <a:lnTo>
                  <a:pt x="34315" y="409329"/>
                </a:lnTo>
                <a:lnTo>
                  <a:pt x="31831" y="408951"/>
                </a:lnTo>
                <a:lnTo>
                  <a:pt x="29467" y="408346"/>
                </a:lnTo>
                <a:lnTo>
                  <a:pt x="27093" y="407477"/>
                </a:lnTo>
                <a:lnTo>
                  <a:pt x="24921" y="406438"/>
                </a:lnTo>
                <a:lnTo>
                  <a:pt x="22815" y="405158"/>
                </a:lnTo>
                <a:lnTo>
                  <a:pt x="20915" y="403743"/>
                </a:lnTo>
                <a:lnTo>
                  <a:pt x="19094" y="402087"/>
                </a:lnTo>
                <a:lnTo>
                  <a:pt x="17438" y="400266"/>
                </a:lnTo>
                <a:lnTo>
                  <a:pt x="16023" y="398367"/>
                </a:lnTo>
                <a:lnTo>
                  <a:pt x="14744" y="396260"/>
                </a:lnTo>
                <a:lnTo>
                  <a:pt x="13704" y="394088"/>
                </a:lnTo>
                <a:lnTo>
                  <a:pt x="12835" y="391715"/>
                </a:lnTo>
                <a:lnTo>
                  <a:pt x="12230" y="389350"/>
                </a:lnTo>
                <a:lnTo>
                  <a:pt x="11852" y="386867"/>
                </a:lnTo>
                <a:lnTo>
                  <a:pt x="11716" y="384222"/>
                </a:lnTo>
                <a:lnTo>
                  <a:pt x="11716" y="36959"/>
                </a:lnTo>
                <a:lnTo>
                  <a:pt x="11852" y="34315"/>
                </a:lnTo>
                <a:lnTo>
                  <a:pt x="12230" y="31831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Code">
            <a:extLst xmlns:a="http://schemas.openxmlformats.org/drawingml/2006/main">
              <a:ext uri="{FF2B5EF4-FFF2-40B4-BE49-F238E27FC236}">
                <a16:creationId xmlns:a16="http://schemas.microsoft.com/office/drawing/2014/main" id="{61700BBA-1314-4BB7-A9D5-A4CD7FA3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08" y="2256134"/>
            <a:ext cx="322512" cy="104069"/>
          </a:xfrm>
          <a:custGeom xmlns:a="http://schemas.openxmlformats.org/drawingml/2006/main">
            <a:pathLst>
              <a:path w="322512" h="104069">
                <a:moveTo>
                  <a:pt x="75649" y="67068"/>
                </a:moveTo>
                <a:lnTo>
                  <a:pt x="88966" y="70432"/>
                </a:lnTo>
                <a:cubicBezTo>
                  <a:pt x="86175" y="81370"/>
                  <a:pt x="81152" y="89710"/>
                  <a:pt x="73898" y="95454"/>
                </a:cubicBezTo>
                <a:cubicBezTo>
                  <a:pt x="66645" y="101197"/>
                  <a:pt x="57778" y="104069"/>
                  <a:pt x="47298" y="104069"/>
                </a:cubicBezTo>
                <a:cubicBezTo>
                  <a:pt x="36452" y="104069"/>
                  <a:pt x="27630" y="101861"/>
                  <a:pt x="20834" y="97444"/>
                </a:cubicBezTo>
                <a:cubicBezTo>
                  <a:pt x="14038" y="93028"/>
                  <a:pt x="8867" y="86632"/>
                  <a:pt x="5320" y="78258"/>
                </a:cubicBezTo>
                <a:cubicBezTo>
                  <a:pt x="1773" y="69883"/>
                  <a:pt x="0" y="60890"/>
                  <a:pt x="0" y="51279"/>
                </a:cubicBezTo>
                <a:cubicBezTo>
                  <a:pt x="0" y="40799"/>
                  <a:pt x="2002" y="31658"/>
                  <a:pt x="6007" y="23855"/>
                </a:cubicBezTo>
                <a:cubicBezTo>
                  <a:pt x="10011" y="16052"/>
                  <a:pt x="15709" y="10125"/>
                  <a:pt x="23100" y="6075"/>
                </a:cubicBezTo>
                <a:cubicBezTo>
                  <a:pt x="30491" y="2025"/>
                  <a:pt x="38625" y="0"/>
                  <a:pt x="47504" y="0"/>
                </a:cubicBezTo>
                <a:cubicBezTo>
                  <a:pt x="57572" y="0"/>
                  <a:pt x="66038" y="2563"/>
                  <a:pt x="72903" y="7688"/>
                </a:cubicBezTo>
                <a:cubicBezTo>
                  <a:pt x="79768" y="12814"/>
                  <a:pt x="84550" y="20022"/>
                  <a:pt x="87250" y="29312"/>
                </a:cubicBezTo>
                <a:lnTo>
                  <a:pt x="74139" y="32401"/>
                </a:lnTo>
                <a:cubicBezTo>
                  <a:pt x="71805" y="25079"/>
                  <a:pt x="68418" y="19747"/>
                  <a:pt x="63979" y="16407"/>
                </a:cubicBezTo>
                <a:cubicBezTo>
                  <a:pt x="59540" y="13066"/>
                  <a:pt x="53957" y="11395"/>
                  <a:pt x="47229" y="11395"/>
                </a:cubicBezTo>
                <a:cubicBezTo>
                  <a:pt x="39495" y="11395"/>
                  <a:pt x="33031" y="13249"/>
                  <a:pt x="27836" y="16956"/>
                </a:cubicBezTo>
                <a:cubicBezTo>
                  <a:pt x="22642" y="20663"/>
                  <a:pt x="18992" y="25640"/>
                  <a:pt x="16887" y="31887"/>
                </a:cubicBezTo>
                <a:cubicBezTo>
                  <a:pt x="14782" y="38133"/>
                  <a:pt x="13729" y="44575"/>
                  <a:pt x="13729" y="51211"/>
                </a:cubicBezTo>
                <a:cubicBezTo>
                  <a:pt x="13729" y="59769"/>
                  <a:pt x="14976" y="67240"/>
                  <a:pt x="17471" y="73624"/>
                </a:cubicBezTo>
                <a:cubicBezTo>
                  <a:pt x="19965" y="80008"/>
                  <a:pt x="23843" y="84779"/>
                  <a:pt x="29106" y="87937"/>
                </a:cubicBezTo>
                <a:cubicBezTo>
                  <a:pt x="34369" y="91095"/>
                  <a:pt x="40067" y="92673"/>
                  <a:pt x="46199" y="92673"/>
                </a:cubicBezTo>
                <a:cubicBezTo>
                  <a:pt x="53659" y="92673"/>
                  <a:pt x="59975" y="90522"/>
                  <a:pt x="65146" y="86221"/>
                </a:cubicBezTo>
                <a:cubicBezTo>
                  <a:pt x="70317" y="81919"/>
                  <a:pt x="73818" y="75535"/>
                  <a:pt x="75649" y="67068"/>
                </a:cubicBezTo>
                <a:close/>
                <a:moveTo>
                  <a:pt x="99007" y="65970"/>
                </a:moveTo>
                <a:cubicBezTo>
                  <a:pt x="99007" y="52469"/>
                  <a:pt x="102760" y="42470"/>
                  <a:pt x="110265" y="35971"/>
                </a:cubicBezTo>
                <a:cubicBezTo>
                  <a:pt x="116535" y="30571"/>
                  <a:pt x="124178" y="27871"/>
                  <a:pt x="133193" y="27871"/>
                </a:cubicBezTo>
                <a:cubicBezTo>
                  <a:pt x="143216" y="27871"/>
                  <a:pt x="151408" y="31154"/>
                  <a:pt x="157769" y="37722"/>
                </a:cubicBezTo>
                <a:cubicBezTo>
                  <a:pt x="164130" y="44289"/>
                  <a:pt x="167311" y="53362"/>
                  <a:pt x="167311" y="64940"/>
                </a:cubicBezTo>
                <a:cubicBezTo>
                  <a:pt x="167311" y="74322"/>
                  <a:pt x="165904" y="81701"/>
                  <a:pt x="163089" y="87079"/>
                </a:cubicBezTo>
                <a:cubicBezTo>
                  <a:pt x="160275" y="92456"/>
                  <a:pt x="156179" y="96632"/>
                  <a:pt x="150801" y="99607"/>
                </a:cubicBezTo>
                <a:cubicBezTo>
                  <a:pt x="145424" y="102581"/>
                  <a:pt x="139555" y="104069"/>
                  <a:pt x="133193" y="104069"/>
                </a:cubicBezTo>
                <a:cubicBezTo>
                  <a:pt x="122988" y="104069"/>
                  <a:pt x="114739" y="100797"/>
                  <a:pt x="108446" y="94252"/>
                </a:cubicBezTo>
                <a:cubicBezTo>
                  <a:pt x="102154" y="87708"/>
                  <a:pt x="99007" y="78280"/>
                  <a:pt x="99007" y="65970"/>
                </a:cubicBezTo>
                <a:moveTo>
                  <a:pt x="111707" y="66004"/>
                </a:moveTo>
                <a:cubicBezTo>
                  <a:pt x="111707" y="75329"/>
                  <a:pt x="113743" y="82311"/>
                  <a:pt x="117817" y="86950"/>
                </a:cubicBezTo>
                <a:cubicBezTo>
                  <a:pt x="121890" y="91589"/>
                  <a:pt x="127015" y="93909"/>
                  <a:pt x="133193" y="93909"/>
                </a:cubicBezTo>
                <a:cubicBezTo>
                  <a:pt x="139326" y="93909"/>
                  <a:pt x="144429" y="91578"/>
                  <a:pt x="148502" y="86916"/>
                </a:cubicBezTo>
                <a:cubicBezTo>
                  <a:pt x="152575" y="82253"/>
                  <a:pt x="154611" y="75146"/>
                  <a:pt x="154611" y="65592"/>
                </a:cubicBezTo>
                <a:cubicBezTo>
                  <a:pt x="154611" y="56588"/>
                  <a:pt x="152563" y="49766"/>
                  <a:pt x="148467" y="45127"/>
                </a:cubicBezTo>
                <a:cubicBezTo>
                  <a:pt x="144371" y="40487"/>
                  <a:pt x="139280" y="38168"/>
                  <a:pt x="133193" y="38168"/>
                </a:cubicBezTo>
                <a:cubicBezTo>
                  <a:pt x="127015" y="38168"/>
                  <a:pt x="121890" y="40476"/>
                  <a:pt x="117817" y="45092"/>
                </a:cubicBezTo>
                <a:cubicBezTo>
                  <a:pt x="113743" y="49709"/>
                  <a:pt x="111707" y="56680"/>
                  <a:pt x="111707" y="66004"/>
                </a:cubicBezTo>
                <a:close/>
                <a:moveTo>
                  <a:pt x="228814" y="102421"/>
                </a:moveTo>
                <a:lnTo>
                  <a:pt x="228814" y="93223"/>
                </a:lnTo>
                <a:cubicBezTo>
                  <a:pt x="224192" y="100453"/>
                  <a:pt x="217396" y="104069"/>
                  <a:pt x="208426" y="104069"/>
                </a:cubicBezTo>
                <a:cubicBezTo>
                  <a:pt x="202614" y="104069"/>
                  <a:pt x="197271" y="102467"/>
                  <a:pt x="192397" y="99264"/>
                </a:cubicBezTo>
                <a:cubicBezTo>
                  <a:pt x="187523" y="96060"/>
                  <a:pt x="183747" y="91586"/>
                  <a:pt x="181070" y="85843"/>
                </a:cubicBezTo>
                <a:cubicBezTo>
                  <a:pt x="178393" y="80100"/>
                  <a:pt x="177054" y="73498"/>
                  <a:pt x="177054" y="66038"/>
                </a:cubicBezTo>
                <a:cubicBezTo>
                  <a:pt x="177054" y="58762"/>
                  <a:pt x="178267" y="52160"/>
                  <a:pt x="180692" y="46234"/>
                </a:cubicBezTo>
                <a:cubicBezTo>
                  <a:pt x="183118" y="40307"/>
                  <a:pt x="186756" y="35765"/>
                  <a:pt x="191607" y="32607"/>
                </a:cubicBezTo>
                <a:cubicBezTo>
                  <a:pt x="196458" y="29450"/>
                  <a:pt x="201881" y="27871"/>
                  <a:pt x="207876" y="27871"/>
                </a:cubicBezTo>
                <a:cubicBezTo>
                  <a:pt x="212270" y="27871"/>
                  <a:pt x="216183" y="28804"/>
                  <a:pt x="219615" y="30670"/>
                </a:cubicBezTo>
                <a:cubicBezTo>
                  <a:pt x="223047" y="32535"/>
                  <a:pt x="225839" y="34965"/>
                  <a:pt x="227990" y="37960"/>
                </a:cubicBezTo>
                <a:lnTo>
                  <a:pt x="227990" y="1785"/>
                </a:lnTo>
                <a:lnTo>
                  <a:pt x="240278" y="1785"/>
                </a:lnTo>
                <a:lnTo>
                  <a:pt x="240278" y="102421"/>
                </a:lnTo>
                <a:lnTo>
                  <a:pt x="228814" y="102421"/>
                </a:lnTo>
                <a:moveTo>
                  <a:pt x="189754" y="66073"/>
                </a:moveTo>
                <a:cubicBezTo>
                  <a:pt x="189754" y="75397"/>
                  <a:pt x="191722" y="82368"/>
                  <a:pt x="195657" y="86984"/>
                </a:cubicBezTo>
                <a:cubicBezTo>
                  <a:pt x="199593" y="91601"/>
                  <a:pt x="204238" y="93909"/>
                  <a:pt x="209593" y="93909"/>
                </a:cubicBezTo>
                <a:cubicBezTo>
                  <a:pt x="214993" y="93909"/>
                  <a:pt x="219581" y="91704"/>
                  <a:pt x="223356" y="87293"/>
                </a:cubicBezTo>
                <a:cubicBezTo>
                  <a:pt x="227132" y="82883"/>
                  <a:pt x="229020" y="76152"/>
                  <a:pt x="229020" y="67100"/>
                </a:cubicBezTo>
                <a:cubicBezTo>
                  <a:pt x="229020" y="57136"/>
                  <a:pt x="227098" y="49823"/>
                  <a:pt x="223253" y="45161"/>
                </a:cubicBezTo>
                <a:cubicBezTo>
                  <a:pt x="219409" y="40499"/>
                  <a:pt x="214673" y="38168"/>
                  <a:pt x="209043" y="38168"/>
                </a:cubicBezTo>
                <a:cubicBezTo>
                  <a:pt x="203552" y="38168"/>
                  <a:pt x="198964" y="40407"/>
                  <a:pt x="195280" y="44887"/>
                </a:cubicBezTo>
                <a:cubicBezTo>
                  <a:pt x="191596" y="49366"/>
                  <a:pt x="189754" y="56428"/>
                  <a:pt x="189754" y="66073"/>
                </a:cubicBezTo>
                <a:close/>
                <a:moveTo>
                  <a:pt x="309332" y="78807"/>
                </a:moveTo>
                <a:lnTo>
                  <a:pt x="322100" y="80454"/>
                </a:lnTo>
                <a:cubicBezTo>
                  <a:pt x="320087" y="87935"/>
                  <a:pt x="316357" y="93742"/>
                  <a:pt x="310911" y="97873"/>
                </a:cubicBezTo>
                <a:cubicBezTo>
                  <a:pt x="305465" y="102004"/>
                  <a:pt x="298509" y="104069"/>
                  <a:pt x="290042" y="104069"/>
                </a:cubicBezTo>
                <a:cubicBezTo>
                  <a:pt x="279379" y="104069"/>
                  <a:pt x="270924" y="100785"/>
                  <a:pt x="264677" y="94218"/>
                </a:cubicBezTo>
                <a:cubicBezTo>
                  <a:pt x="258430" y="87651"/>
                  <a:pt x="255307" y="78441"/>
                  <a:pt x="255307" y="66588"/>
                </a:cubicBezTo>
                <a:cubicBezTo>
                  <a:pt x="255307" y="54323"/>
                  <a:pt x="258465" y="44804"/>
                  <a:pt x="264780" y="38030"/>
                </a:cubicBezTo>
                <a:cubicBezTo>
                  <a:pt x="271096" y="31257"/>
                  <a:pt x="279288" y="27871"/>
                  <a:pt x="289356" y="27871"/>
                </a:cubicBezTo>
                <a:cubicBezTo>
                  <a:pt x="299104" y="27871"/>
                  <a:pt x="307067" y="31184"/>
                  <a:pt x="313245" y="37809"/>
                </a:cubicBezTo>
                <a:cubicBezTo>
                  <a:pt x="319423" y="44434"/>
                  <a:pt x="322512" y="53754"/>
                  <a:pt x="322512" y="65770"/>
                </a:cubicBezTo>
                <a:cubicBezTo>
                  <a:pt x="322512" y="66501"/>
                  <a:pt x="322489" y="67597"/>
                  <a:pt x="322444" y="69059"/>
                </a:cubicBezTo>
                <a:lnTo>
                  <a:pt x="268075" y="69059"/>
                </a:lnTo>
                <a:cubicBezTo>
                  <a:pt x="268533" y="77091"/>
                  <a:pt x="270798" y="83240"/>
                  <a:pt x="274871" y="87508"/>
                </a:cubicBezTo>
                <a:cubicBezTo>
                  <a:pt x="278944" y="91775"/>
                  <a:pt x="284024" y="93909"/>
                  <a:pt x="290111" y="93909"/>
                </a:cubicBezTo>
                <a:cubicBezTo>
                  <a:pt x="294642" y="93909"/>
                  <a:pt x="298509" y="92708"/>
                  <a:pt x="301712" y="90307"/>
                </a:cubicBezTo>
                <a:cubicBezTo>
                  <a:pt x="304916" y="87905"/>
                  <a:pt x="307456" y="84071"/>
                  <a:pt x="309332" y="78807"/>
                </a:cubicBezTo>
                <a:moveTo>
                  <a:pt x="268762" y="58899"/>
                </a:moveTo>
                <a:lnTo>
                  <a:pt x="309469" y="58899"/>
                </a:lnTo>
                <a:cubicBezTo>
                  <a:pt x="308920" y="52787"/>
                  <a:pt x="307364" y="48202"/>
                  <a:pt x="304801" y="45146"/>
                </a:cubicBezTo>
                <a:cubicBezTo>
                  <a:pt x="300866" y="40402"/>
                  <a:pt x="295763" y="38030"/>
                  <a:pt x="289493" y="38030"/>
                </a:cubicBezTo>
                <a:cubicBezTo>
                  <a:pt x="283818" y="38030"/>
                  <a:pt x="279047" y="39924"/>
                  <a:pt x="275180" y="43711"/>
                </a:cubicBezTo>
                <a:cubicBezTo>
                  <a:pt x="271313" y="47497"/>
                  <a:pt x="269174" y="52559"/>
                  <a:pt x="268762" y="588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Snippets">
            <a:extLst xmlns:a="http://schemas.openxmlformats.org/drawingml/2006/main">
              <a:ext uri="{FF2B5EF4-FFF2-40B4-BE49-F238E27FC236}">
                <a16:creationId xmlns:a16="http://schemas.microsoft.com/office/drawing/2014/main" id="{29F90BF9-3F98-441D-B50C-EE29667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380" y="2424840"/>
            <a:ext cx="534215" cy="130429"/>
          </a:xfrm>
          <a:custGeom xmlns:a="http://schemas.openxmlformats.org/drawingml/2006/main">
            <a:pathLst>
              <a:path w="534215" h="130429">
                <a:moveTo>
                  <a:pt x="0" y="70020"/>
                </a:moveTo>
                <a:lnTo>
                  <a:pt x="12562" y="68922"/>
                </a:lnTo>
                <a:cubicBezTo>
                  <a:pt x="13157" y="73956"/>
                  <a:pt x="14542" y="78086"/>
                  <a:pt x="16716" y="81312"/>
                </a:cubicBezTo>
                <a:cubicBezTo>
                  <a:pt x="18889" y="84539"/>
                  <a:pt x="22265" y="87147"/>
                  <a:pt x="26841" y="89138"/>
                </a:cubicBezTo>
                <a:cubicBezTo>
                  <a:pt x="31417" y="91129"/>
                  <a:pt x="36566" y="92124"/>
                  <a:pt x="42287" y="92124"/>
                </a:cubicBezTo>
                <a:cubicBezTo>
                  <a:pt x="47366" y="92124"/>
                  <a:pt x="51851" y="91369"/>
                  <a:pt x="55741" y="89859"/>
                </a:cubicBezTo>
                <a:cubicBezTo>
                  <a:pt x="59631" y="88349"/>
                  <a:pt x="62526" y="86278"/>
                  <a:pt x="64425" y="83646"/>
                </a:cubicBezTo>
                <a:cubicBezTo>
                  <a:pt x="66324" y="81015"/>
                  <a:pt x="67274" y="78150"/>
                  <a:pt x="67274" y="75053"/>
                </a:cubicBezTo>
                <a:cubicBezTo>
                  <a:pt x="67274" y="71909"/>
                  <a:pt x="66359" y="69165"/>
                  <a:pt x="64528" y="66819"/>
                </a:cubicBezTo>
                <a:cubicBezTo>
                  <a:pt x="62698" y="64472"/>
                  <a:pt x="59677" y="62499"/>
                  <a:pt x="55467" y="60901"/>
                </a:cubicBezTo>
                <a:cubicBezTo>
                  <a:pt x="52767" y="59851"/>
                  <a:pt x="46794" y="58219"/>
                  <a:pt x="37550" y="56005"/>
                </a:cubicBezTo>
                <a:cubicBezTo>
                  <a:pt x="28305" y="53791"/>
                  <a:pt x="21830" y="51698"/>
                  <a:pt x="18123" y="49726"/>
                </a:cubicBezTo>
                <a:cubicBezTo>
                  <a:pt x="13318" y="47205"/>
                  <a:pt x="9736" y="44076"/>
                  <a:pt x="7380" y="40339"/>
                </a:cubicBezTo>
                <a:cubicBezTo>
                  <a:pt x="5023" y="36602"/>
                  <a:pt x="3844" y="32418"/>
                  <a:pt x="3844" y="27787"/>
                </a:cubicBezTo>
                <a:cubicBezTo>
                  <a:pt x="3844" y="22697"/>
                  <a:pt x="5286" y="17940"/>
                  <a:pt x="8169" y="13515"/>
                </a:cubicBezTo>
                <a:cubicBezTo>
                  <a:pt x="11052" y="9090"/>
                  <a:pt x="15263" y="5731"/>
                  <a:pt x="20800" y="3439"/>
                </a:cubicBezTo>
                <a:cubicBezTo>
                  <a:pt x="26338" y="1146"/>
                  <a:pt x="32493" y="0"/>
                  <a:pt x="39266" y="0"/>
                </a:cubicBezTo>
                <a:cubicBezTo>
                  <a:pt x="46726" y="0"/>
                  <a:pt x="53304" y="1201"/>
                  <a:pt x="59002" y="3604"/>
                </a:cubicBezTo>
                <a:cubicBezTo>
                  <a:pt x="64700" y="6007"/>
                  <a:pt x="69082" y="9542"/>
                  <a:pt x="72148" y="14210"/>
                </a:cubicBezTo>
                <a:cubicBezTo>
                  <a:pt x="75214" y="18878"/>
                  <a:pt x="76862" y="24164"/>
                  <a:pt x="77091" y="30067"/>
                </a:cubicBezTo>
                <a:lnTo>
                  <a:pt x="64322" y="31028"/>
                </a:lnTo>
                <a:cubicBezTo>
                  <a:pt x="63636" y="24734"/>
                  <a:pt x="61313" y="19981"/>
                  <a:pt x="57355" y="16767"/>
                </a:cubicBezTo>
                <a:cubicBezTo>
                  <a:pt x="53396" y="13552"/>
                  <a:pt x="47549" y="11945"/>
                  <a:pt x="39815" y="11945"/>
                </a:cubicBezTo>
                <a:cubicBezTo>
                  <a:pt x="31761" y="11945"/>
                  <a:pt x="25891" y="13417"/>
                  <a:pt x="22207" y="16362"/>
                </a:cubicBezTo>
                <a:cubicBezTo>
                  <a:pt x="18523" y="19305"/>
                  <a:pt x="16681" y="22854"/>
                  <a:pt x="16681" y="27008"/>
                </a:cubicBezTo>
                <a:cubicBezTo>
                  <a:pt x="16681" y="30614"/>
                  <a:pt x="17986" y="33581"/>
                  <a:pt x="20594" y="35909"/>
                </a:cubicBezTo>
                <a:cubicBezTo>
                  <a:pt x="23157" y="38237"/>
                  <a:pt x="29850" y="40623"/>
                  <a:pt x="40673" y="43065"/>
                </a:cubicBezTo>
                <a:cubicBezTo>
                  <a:pt x="51497" y="45507"/>
                  <a:pt x="58922" y="47640"/>
                  <a:pt x="62949" y="49467"/>
                </a:cubicBezTo>
                <a:cubicBezTo>
                  <a:pt x="68807" y="52162"/>
                  <a:pt x="73132" y="55577"/>
                  <a:pt x="75924" y="59710"/>
                </a:cubicBezTo>
                <a:cubicBezTo>
                  <a:pt x="78715" y="63843"/>
                  <a:pt x="80111" y="68604"/>
                  <a:pt x="80111" y="73993"/>
                </a:cubicBezTo>
                <a:cubicBezTo>
                  <a:pt x="80111" y="79337"/>
                  <a:pt x="78578" y="84373"/>
                  <a:pt x="75512" y="89099"/>
                </a:cubicBezTo>
                <a:cubicBezTo>
                  <a:pt x="72445" y="93826"/>
                  <a:pt x="68041" y="97503"/>
                  <a:pt x="62297" y="100130"/>
                </a:cubicBezTo>
                <a:cubicBezTo>
                  <a:pt x="56554" y="102756"/>
                  <a:pt x="50089" y="104069"/>
                  <a:pt x="42904" y="104069"/>
                </a:cubicBezTo>
                <a:cubicBezTo>
                  <a:pt x="33797" y="104069"/>
                  <a:pt x="26166" y="102742"/>
                  <a:pt x="20011" y="100087"/>
                </a:cubicBezTo>
                <a:cubicBezTo>
                  <a:pt x="13855" y="97433"/>
                  <a:pt x="9027" y="93440"/>
                  <a:pt x="5526" y="88108"/>
                </a:cubicBezTo>
                <a:cubicBezTo>
                  <a:pt x="2025" y="82777"/>
                  <a:pt x="183" y="76747"/>
                  <a:pt x="0" y="70020"/>
                </a:cubicBezTo>
                <a:close/>
                <a:moveTo>
                  <a:pt x="96678" y="102421"/>
                </a:moveTo>
                <a:lnTo>
                  <a:pt x="96678" y="29518"/>
                </a:lnTo>
                <a:lnTo>
                  <a:pt x="107799" y="29518"/>
                </a:lnTo>
                <a:lnTo>
                  <a:pt x="107799" y="39884"/>
                </a:lnTo>
                <a:cubicBezTo>
                  <a:pt x="113153" y="31875"/>
                  <a:pt x="120887" y="27871"/>
                  <a:pt x="131001" y="27871"/>
                </a:cubicBezTo>
                <a:cubicBezTo>
                  <a:pt x="135395" y="27871"/>
                  <a:pt x="139433" y="28660"/>
                  <a:pt x="143117" y="30239"/>
                </a:cubicBezTo>
                <a:cubicBezTo>
                  <a:pt x="146802" y="31818"/>
                  <a:pt x="149559" y="33889"/>
                  <a:pt x="151389" y="36452"/>
                </a:cubicBezTo>
                <a:cubicBezTo>
                  <a:pt x="153220" y="39014"/>
                  <a:pt x="154501" y="42058"/>
                  <a:pt x="155234" y="45582"/>
                </a:cubicBezTo>
                <a:cubicBezTo>
                  <a:pt x="155691" y="47870"/>
                  <a:pt x="155920" y="51874"/>
                  <a:pt x="155920" y="57595"/>
                </a:cubicBezTo>
                <a:lnTo>
                  <a:pt x="155920" y="102421"/>
                </a:lnTo>
                <a:lnTo>
                  <a:pt x="143564" y="102421"/>
                </a:lnTo>
                <a:lnTo>
                  <a:pt x="143564" y="58075"/>
                </a:lnTo>
                <a:cubicBezTo>
                  <a:pt x="143564" y="53041"/>
                  <a:pt x="143083" y="49277"/>
                  <a:pt x="142122" y="46783"/>
                </a:cubicBezTo>
                <a:cubicBezTo>
                  <a:pt x="141161" y="44289"/>
                  <a:pt x="139456" y="42298"/>
                  <a:pt x="137008" y="40811"/>
                </a:cubicBezTo>
                <a:cubicBezTo>
                  <a:pt x="134560" y="39323"/>
                  <a:pt x="131688" y="38580"/>
                  <a:pt x="128393" y="38580"/>
                </a:cubicBezTo>
                <a:cubicBezTo>
                  <a:pt x="123130" y="38580"/>
                  <a:pt x="118588" y="40250"/>
                  <a:pt x="114766" y="43591"/>
                </a:cubicBezTo>
                <a:cubicBezTo>
                  <a:pt x="110945" y="46932"/>
                  <a:pt x="109034" y="53270"/>
                  <a:pt x="109034" y="62606"/>
                </a:cubicBezTo>
                <a:lnTo>
                  <a:pt x="109034" y="102421"/>
                </a:lnTo>
                <a:lnTo>
                  <a:pt x="96678" y="102421"/>
                </a:lnTo>
                <a:close/>
                <a:moveTo>
                  <a:pt x="174656" y="15926"/>
                </a:moveTo>
                <a:lnTo>
                  <a:pt x="174656" y="1785"/>
                </a:lnTo>
                <a:lnTo>
                  <a:pt x="187012" y="1785"/>
                </a:lnTo>
                <a:lnTo>
                  <a:pt x="187012" y="15926"/>
                </a:lnTo>
                <a:lnTo>
                  <a:pt x="174656" y="15926"/>
                </a:lnTo>
                <a:moveTo>
                  <a:pt x="174656" y="102421"/>
                </a:moveTo>
                <a:lnTo>
                  <a:pt x="174656" y="29518"/>
                </a:lnTo>
                <a:lnTo>
                  <a:pt x="187012" y="29518"/>
                </a:lnTo>
                <a:lnTo>
                  <a:pt x="187012" y="102421"/>
                </a:lnTo>
                <a:lnTo>
                  <a:pt x="174656" y="102421"/>
                </a:lnTo>
                <a:close/>
                <a:moveTo>
                  <a:pt x="205634" y="130429"/>
                </a:moveTo>
                <a:lnTo>
                  <a:pt x="205634" y="29518"/>
                </a:lnTo>
                <a:lnTo>
                  <a:pt x="216892" y="29518"/>
                </a:lnTo>
                <a:lnTo>
                  <a:pt x="216892" y="39058"/>
                </a:lnTo>
                <a:cubicBezTo>
                  <a:pt x="219546" y="35328"/>
                  <a:pt x="222544" y="32532"/>
                  <a:pt x="225885" y="30668"/>
                </a:cubicBezTo>
                <a:cubicBezTo>
                  <a:pt x="229226" y="28803"/>
                  <a:pt x="233276" y="27871"/>
                  <a:pt x="238035" y="27871"/>
                </a:cubicBezTo>
                <a:cubicBezTo>
                  <a:pt x="244259" y="27871"/>
                  <a:pt x="249751" y="29472"/>
                  <a:pt x="254511" y="32676"/>
                </a:cubicBezTo>
                <a:cubicBezTo>
                  <a:pt x="259270" y="35879"/>
                  <a:pt x="262863" y="40399"/>
                  <a:pt x="265288" y="46234"/>
                </a:cubicBezTo>
                <a:cubicBezTo>
                  <a:pt x="267714" y="52069"/>
                  <a:pt x="268927" y="58464"/>
                  <a:pt x="268927" y="65421"/>
                </a:cubicBezTo>
                <a:cubicBezTo>
                  <a:pt x="268927" y="72880"/>
                  <a:pt x="267588" y="79596"/>
                  <a:pt x="264911" y="85568"/>
                </a:cubicBezTo>
                <a:cubicBezTo>
                  <a:pt x="262233" y="91541"/>
                  <a:pt x="258343" y="96117"/>
                  <a:pt x="253241" y="99298"/>
                </a:cubicBezTo>
                <a:cubicBezTo>
                  <a:pt x="248138" y="102478"/>
                  <a:pt x="242772" y="104069"/>
                  <a:pt x="237143" y="104069"/>
                </a:cubicBezTo>
                <a:cubicBezTo>
                  <a:pt x="233024" y="104069"/>
                  <a:pt x="229329" y="103199"/>
                  <a:pt x="226056" y="101460"/>
                </a:cubicBezTo>
                <a:cubicBezTo>
                  <a:pt x="222784" y="99721"/>
                  <a:pt x="220096" y="97524"/>
                  <a:pt x="217990" y="94870"/>
                </a:cubicBezTo>
                <a:lnTo>
                  <a:pt x="217990" y="130429"/>
                </a:lnTo>
                <a:lnTo>
                  <a:pt x="205634" y="130429"/>
                </a:lnTo>
                <a:moveTo>
                  <a:pt x="216823" y="66416"/>
                </a:moveTo>
                <a:cubicBezTo>
                  <a:pt x="216823" y="75786"/>
                  <a:pt x="218723" y="82711"/>
                  <a:pt x="222521" y="87190"/>
                </a:cubicBezTo>
                <a:cubicBezTo>
                  <a:pt x="226320" y="91669"/>
                  <a:pt x="230919" y="93909"/>
                  <a:pt x="236319" y="93909"/>
                </a:cubicBezTo>
                <a:cubicBezTo>
                  <a:pt x="241811" y="93909"/>
                  <a:pt x="246513" y="91589"/>
                  <a:pt x="250426" y="86950"/>
                </a:cubicBezTo>
                <a:cubicBezTo>
                  <a:pt x="254339" y="82311"/>
                  <a:pt x="256295" y="75123"/>
                  <a:pt x="256295" y="65386"/>
                </a:cubicBezTo>
                <a:cubicBezTo>
                  <a:pt x="256295" y="56107"/>
                  <a:pt x="254385" y="49160"/>
                  <a:pt x="250563" y="44543"/>
                </a:cubicBezTo>
                <a:cubicBezTo>
                  <a:pt x="246742" y="39927"/>
                  <a:pt x="242177" y="37619"/>
                  <a:pt x="236868" y="37619"/>
                </a:cubicBezTo>
                <a:cubicBezTo>
                  <a:pt x="231605" y="37619"/>
                  <a:pt x="226949" y="40076"/>
                  <a:pt x="222899" y="44990"/>
                </a:cubicBezTo>
                <a:cubicBezTo>
                  <a:pt x="218849" y="49903"/>
                  <a:pt x="216823" y="57046"/>
                  <a:pt x="216823" y="66416"/>
                </a:cubicBezTo>
                <a:close/>
                <a:moveTo>
                  <a:pt x="283544" y="130429"/>
                </a:moveTo>
                <a:lnTo>
                  <a:pt x="283544" y="29518"/>
                </a:lnTo>
                <a:lnTo>
                  <a:pt x="294802" y="29518"/>
                </a:lnTo>
                <a:lnTo>
                  <a:pt x="294802" y="39058"/>
                </a:lnTo>
                <a:cubicBezTo>
                  <a:pt x="297456" y="35328"/>
                  <a:pt x="300454" y="32532"/>
                  <a:pt x="303795" y="30668"/>
                </a:cubicBezTo>
                <a:cubicBezTo>
                  <a:pt x="307135" y="28803"/>
                  <a:pt x="311186" y="27871"/>
                  <a:pt x="315945" y="27871"/>
                </a:cubicBezTo>
                <a:cubicBezTo>
                  <a:pt x="322169" y="27871"/>
                  <a:pt x="327661" y="29472"/>
                  <a:pt x="332420" y="32676"/>
                </a:cubicBezTo>
                <a:cubicBezTo>
                  <a:pt x="337180" y="35879"/>
                  <a:pt x="340772" y="40399"/>
                  <a:pt x="343198" y="46234"/>
                </a:cubicBezTo>
                <a:cubicBezTo>
                  <a:pt x="345623" y="52069"/>
                  <a:pt x="346836" y="58464"/>
                  <a:pt x="346836" y="65421"/>
                </a:cubicBezTo>
                <a:cubicBezTo>
                  <a:pt x="346836" y="72880"/>
                  <a:pt x="345498" y="79596"/>
                  <a:pt x="342820" y="85568"/>
                </a:cubicBezTo>
                <a:cubicBezTo>
                  <a:pt x="340143" y="91541"/>
                  <a:pt x="336253" y="96117"/>
                  <a:pt x="331150" y="99298"/>
                </a:cubicBezTo>
                <a:cubicBezTo>
                  <a:pt x="326048" y="102478"/>
                  <a:pt x="320682" y="104069"/>
                  <a:pt x="315053" y="104069"/>
                </a:cubicBezTo>
                <a:cubicBezTo>
                  <a:pt x="310934" y="104069"/>
                  <a:pt x="307238" y="103199"/>
                  <a:pt x="303966" y="101460"/>
                </a:cubicBezTo>
                <a:cubicBezTo>
                  <a:pt x="300694" y="99721"/>
                  <a:pt x="298005" y="97524"/>
                  <a:pt x="295900" y="94870"/>
                </a:cubicBezTo>
                <a:lnTo>
                  <a:pt x="295900" y="130429"/>
                </a:lnTo>
                <a:lnTo>
                  <a:pt x="283544" y="130429"/>
                </a:lnTo>
                <a:moveTo>
                  <a:pt x="294733" y="66416"/>
                </a:moveTo>
                <a:cubicBezTo>
                  <a:pt x="294733" y="75786"/>
                  <a:pt x="296632" y="82711"/>
                  <a:pt x="300431" y="87190"/>
                </a:cubicBezTo>
                <a:cubicBezTo>
                  <a:pt x="304229" y="91669"/>
                  <a:pt x="308829" y="93909"/>
                  <a:pt x="314229" y="93909"/>
                </a:cubicBezTo>
                <a:cubicBezTo>
                  <a:pt x="319721" y="93909"/>
                  <a:pt x="324423" y="91589"/>
                  <a:pt x="328336" y="86950"/>
                </a:cubicBezTo>
                <a:cubicBezTo>
                  <a:pt x="332249" y="82311"/>
                  <a:pt x="334205" y="75123"/>
                  <a:pt x="334205" y="65386"/>
                </a:cubicBezTo>
                <a:cubicBezTo>
                  <a:pt x="334205" y="56107"/>
                  <a:pt x="332295" y="49160"/>
                  <a:pt x="328473" y="44543"/>
                </a:cubicBezTo>
                <a:cubicBezTo>
                  <a:pt x="324652" y="39927"/>
                  <a:pt x="320087" y="37619"/>
                  <a:pt x="314778" y="37619"/>
                </a:cubicBezTo>
                <a:cubicBezTo>
                  <a:pt x="309515" y="37619"/>
                  <a:pt x="304859" y="40076"/>
                  <a:pt x="300808" y="44990"/>
                </a:cubicBezTo>
                <a:cubicBezTo>
                  <a:pt x="296758" y="49903"/>
                  <a:pt x="294733" y="57046"/>
                  <a:pt x="294733" y="66416"/>
                </a:cubicBezTo>
                <a:close/>
                <a:moveTo>
                  <a:pt x="411360" y="78807"/>
                </a:moveTo>
                <a:lnTo>
                  <a:pt x="424128" y="80454"/>
                </a:lnTo>
                <a:cubicBezTo>
                  <a:pt x="422115" y="87935"/>
                  <a:pt x="418385" y="93742"/>
                  <a:pt x="412939" y="97873"/>
                </a:cubicBezTo>
                <a:cubicBezTo>
                  <a:pt x="407493" y="102004"/>
                  <a:pt x="400536" y="104069"/>
                  <a:pt x="392070" y="104069"/>
                </a:cubicBezTo>
                <a:cubicBezTo>
                  <a:pt x="381407" y="104069"/>
                  <a:pt x="372952" y="100785"/>
                  <a:pt x="366705" y="94218"/>
                </a:cubicBezTo>
                <a:cubicBezTo>
                  <a:pt x="360458" y="87651"/>
                  <a:pt x="357335" y="78441"/>
                  <a:pt x="357335" y="66588"/>
                </a:cubicBezTo>
                <a:cubicBezTo>
                  <a:pt x="357335" y="54323"/>
                  <a:pt x="360492" y="44804"/>
                  <a:pt x="366808" y="38030"/>
                </a:cubicBezTo>
                <a:cubicBezTo>
                  <a:pt x="373123" y="31257"/>
                  <a:pt x="381315" y="27871"/>
                  <a:pt x="391384" y="27871"/>
                </a:cubicBezTo>
                <a:cubicBezTo>
                  <a:pt x="401131" y="27871"/>
                  <a:pt x="409094" y="31184"/>
                  <a:pt x="415273" y="37809"/>
                </a:cubicBezTo>
                <a:cubicBezTo>
                  <a:pt x="421451" y="44434"/>
                  <a:pt x="424540" y="53754"/>
                  <a:pt x="424540" y="65770"/>
                </a:cubicBezTo>
                <a:cubicBezTo>
                  <a:pt x="424540" y="66501"/>
                  <a:pt x="424517" y="67597"/>
                  <a:pt x="424471" y="69059"/>
                </a:cubicBezTo>
                <a:lnTo>
                  <a:pt x="370103" y="69059"/>
                </a:lnTo>
                <a:cubicBezTo>
                  <a:pt x="370561" y="77091"/>
                  <a:pt x="372826" y="83240"/>
                  <a:pt x="376899" y="87508"/>
                </a:cubicBezTo>
                <a:cubicBezTo>
                  <a:pt x="380972" y="91775"/>
                  <a:pt x="386052" y="93909"/>
                  <a:pt x="392139" y="93909"/>
                </a:cubicBezTo>
                <a:cubicBezTo>
                  <a:pt x="396669" y="93909"/>
                  <a:pt x="400536" y="92708"/>
                  <a:pt x="403740" y="90307"/>
                </a:cubicBezTo>
                <a:cubicBezTo>
                  <a:pt x="406944" y="87905"/>
                  <a:pt x="409483" y="84071"/>
                  <a:pt x="411360" y="78807"/>
                </a:cubicBezTo>
                <a:moveTo>
                  <a:pt x="370789" y="58899"/>
                </a:moveTo>
                <a:lnTo>
                  <a:pt x="411497" y="58899"/>
                </a:lnTo>
                <a:cubicBezTo>
                  <a:pt x="410948" y="52787"/>
                  <a:pt x="409392" y="48202"/>
                  <a:pt x="406829" y="45146"/>
                </a:cubicBezTo>
                <a:cubicBezTo>
                  <a:pt x="402893" y="40402"/>
                  <a:pt x="397791" y="38030"/>
                  <a:pt x="391521" y="38030"/>
                </a:cubicBezTo>
                <a:cubicBezTo>
                  <a:pt x="385846" y="38030"/>
                  <a:pt x="381075" y="39924"/>
                  <a:pt x="377208" y="43711"/>
                </a:cubicBezTo>
                <a:cubicBezTo>
                  <a:pt x="373341" y="47497"/>
                  <a:pt x="371201" y="52559"/>
                  <a:pt x="370789" y="58899"/>
                </a:cubicBezTo>
                <a:close/>
                <a:moveTo>
                  <a:pt x="466341" y="91369"/>
                </a:moveTo>
                <a:lnTo>
                  <a:pt x="468126" y="102284"/>
                </a:lnTo>
                <a:cubicBezTo>
                  <a:pt x="464648" y="103016"/>
                  <a:pt x="461536" y="103382"/>
                  <a:pt x="458790" y="103382"/>
                </a:cubicBezTo>
                <a:cubicBezTo>
                  <a:pt x="454305" y="103382"/>
                  <a:pt x="450827" y="102673"/>
                  <a:pt x="448355" y="101254"/>
                </a:cubicBezTo>
                <a:cubicBezTo>
                  <a:pt x="445884" y="99836"/>
                  <a:pt x="444145" y="97971"/>
                  <a:pt x="443138" y="95660"/>
                </a:cubicBezTo>
                <a:cubicBezTo>
                  <a:pt x="442131" y="93348"/>
                  <a:pt x="441628" y="88486"/>
                  <a:pt x="441628" y="81072"/>
                </a:cubicBezTo>
                <a:lnTo>
                  <a:pt x="441628" y="39129"/>
                </a:lnTo>
                <a:lnTo>
                  <a:pt x="432567" y="39129"/>
                </a:lnTo>
                <a:lnTo>
                  <a:pt x="432567" y="29518"/>
                </a:lnTo>
                <a:lnTo>
                  <a:pt x="441628" y="29518"/>
                </a:lnTo>
                <a:lnTo>
                  <a:pt x="441628" y="11464"/>
                </a:lnTo>
                <a:lnTo>
                  <a:pt x="453916" y="4050"/>
                </a:lnTo>
                <a:lnTo>
                  <a:pt x="453916" y="29518"/>
                </a:lnTo>
                <a:lnTo>
                  <a:pt x="466341" y="29518"/>
                </a:lnTo>
                <a:lnTo>
                  <a:pt x="466341" y="39129"/>
                </a:lnTo>
                <a:lnTo>
                  <a:pt x="453916" y="39129"/>
                </a:lnTo>
                <a:lnTo>
                  <a:pt x="453916" y="81759"/>
                </a:lnTo>
                <a:cubicBezTo>
                  <a:pt x="453916" y="85282"/>
                  <a:pt x="454133" y="87548"/>
                  <a:pt x="454568" y="88555"/>
                </a:cubicBezTo>
                <a:cubicBezTo>
                  <a:pt x="455003" y="89561"/>
                  <a:pt x="455712" y="90362"/>
                  <a:pt x="456696" y="90957"/>
                </a:cubicBezTo>
                <a:cubicBezTo>
                  <a:pt x="457680" y="91552"/>
                  <a:pt x="459087" y="91850"/>
                  <a:pt x="460918" y="91850"/>
                </a:cubicBezTo>
                <a:cubicBezTo>
                  <a:pt x="462291" y="91850"/>
                  <a:pt x="464098" y="91689"/>
                  <a:pt x="466341" y="91369"/>
                </a:cubicBezTo>
                <a:close/>
                <a:moveTo>
                  <a:pt x="473668" y="80592"/>
                </a:moveTo>
                <a:lnTo>
                  <a:pt x="485887" y="78669"/>
                </a:lnTo>
                <a:cubicBezTo>
                  <a:pt x="486574" y="83588"/>
                  <a:pt x="488484" y="87358"/>
                  <a:pt x="491619" y="89979"/>
                </a:cubicBezTo>
                <a:cubicBezTo>
                  <a:pt x="494754" y="92599"/>
                  <a:pt x="499136" y="93909"/>
                  <a:pt x="504765" y="93909"/>
                </a:cubicBezTo>
                <a:cubicBezTo>
                  <a:pt x="510440" y="93909"/>
                  <a:pt x="514650" y="92753"/>
                  <a:pt x="517396" y="90442"/>
                </a:cubicBezTo>
                <a:cubicBezTo>
                  <a:pt x="520142" y="88131"/>
                  <a:pt x="521515" y="85420"/>
                  <a:pt x="521515" y="82308"/>
                </a:cubicBezTo>
                <a:cubicBezTo>
                  <a:pt x="521515" y="79516"/>
                  <a:pt x="520302" y="77319"/>
                  <a:pt x="517877" y="75718"/>
                </a:cubicBezTo>
                <a:cubicBezTo>
                  <a:pt x="516183" y="74619"/>
                  <a:pt x="511973" y="73223"/>
                  <a:pt x="505246" y="71530"/>
                </a:cubicBezTo>
                <a:cubicBezTo>
                  <a:pt x="496184" y="69242"/>
                  <a:pt x="489903" y="67263"/>
                  <a:pt x="486402" y="65592"/>
                </a:cubicBezTo>
                <a:cubicBezTo>
                  <a:pt x="482901" y="63922"/>
                  <a:pt x="480247" y="61611"/>
                  <a:pt x="478439" y="58659"/>
                </a:cubicBezTo>
                <a:cubicBezTo>
                  <a:pt x="476631" y="55707"/>
                  <a:pt x="475728" y="52446"/>
                  <a:pt x="475728" y="48877"/>
                </a:cubicBezTo>
                <a:cubicBezTo>
                  <a:pt x="475728" y="45627"/>
                  <a:pt x="476471" y="42618"/>
                  <a:pt x="477959" y="39850"/>
                </a:cubicBezTo>
                <a:cubicBezTo>
                  <a:pt x="479446" y="37081"/>
                  <a:pt x="481471" y="34781"/>
                  <a:pt x="484034" y="32951"/>
                </a:cubicBezTo>
                <a:cubicBezTo>
                  <a:pt x="485956" y="31532"/>
                  <a:pt x="488576" y="30331"/>
                  <a:pt x="491894" y="29347"/>
                </a:cubicBezTo>
                <a:cubicBezTo>
                  <a:pt x="495212" y="28363"/>
                  <a:pt x="498770" y="27871"/>
                  <a:pt x="502568" y="27871"/>
                </a:cubicBezTo>
                <a:cubicBezTo>
                  <a:pt x="508289" y="27871"/>
                  <a:pt x="513312" y="28694"/>
                  <a:pt x="517637" y="30342"/>
                </a:cubicBezTo>
                <a:cubicBezTo>
                  <a:pt x="521961" y="31989"/>
                  <a:pt x="525153" y="34221"/>
                  <a:pt x="527213" y="37035"/>
                </a:cubicBezTo>
                <a:cubicBezTo>
                  <a:pt x="529272" y="39850"/>
                  <a:pt x="530691" y="43614"/>
                  <a:pt x="531469" y="48327"/>
                </a:cubicBezTo>
                <a:lnTo>
                  <a:pt x="519387" y="49975"/>
                </a:lnTo>
                <a:cubicBezTo>
                  <a:pt x="518838" y="46222"/>
                  <a:pt x="517248" y="43293"/>
                  <a:pt x="514616" y="41188"/>
                </a:cubicBezTo>
                <a:cubicBezTo>
                  <a:pt x="511985" y="39083"/>
                  <a:pt x="508266" y="38030"/>
                  <a:pt x="503461" y="38030"/>
                </a:cubicBezTo>
                <a:cubicBezTo>
                  <a:pt x="497786" y="38030"/>
                  <a:pt x="493736" y="38969"/>
                  <a:pt x="491310" y="40845"/>
                </a:cubicBezTo>
                <a:cubicBezTo>
                  <a:pt x="488885" y="42721"/>
                  <a:pt x="487672" y="44918"/>
                  <a:pt x="487672" y="47435"/>
                </a:cubicBezTo>
                <a:cubicBezTo>
                  <a:pt x="487672" y="49037"/>
                  <a:pt x="488176" y="50478"/>
                  <a:pt x="489182" y="51760"/>
                </a:cubicBezTo>
                <a:cubicBezTo>
                  <a:pt x="490189" y="53087"/>
                  <a:pt x="491768" y="54185"/>
                  <a:pt x="493919" y="55055"/>
                </a:cubicBezTo>
                <a:cubicBezTo>
                  <a:pt x="495155" y="55513"/>
                  <a:pt x="498793" y="56565"/>
                  <a:pt x="504834" y="58213"/>
                </a:cubicBezTo>
                <a:cubicBezTo>
                  <a:pt x="513575" y="60547"/>
                  <a:pt x="519673" y="62457"/>
                  <a:pt x="523128" y="63945"/>
                </a:cubicBezTo>
                <a:cubicBezTo>
                  <a:pt x="526583" y="65432"/>
                  <a:pt x="529295" y="67594"/>
                  <a:pt x="531263" y="70432"/>
                </a:cubicBezTo>
                <a:cubicBezTo>
                  <a:pt x="533231" y="73269"/>
                  <a:pt x="534215" y="76793"/>
                  <a:pt x="534215" y="81003"/>
                </a:cubicBezTo>
                <a:cubicBezTo>
                  <a:pt x="534215" y="85122"/>
                  <a:pt x="533013" y="89001"/>
                  <a:pt x="530611" y="92639"/>
                </a:cubicBezTo>
                <a:cubicBezTo>
                  <a:pt x="528208" y="96277"/>
                  <a:pt x="524741" y="99092"/>
                  <a:pt x="520211" y="101083"/>
                </a:cubicBezTo>
                <a:cubicBezTo>
                  <a:pt x="515680" y="103073"/>
                  <a:pt x="510554" y="104069"/>
                  <a:pt x="504834" y="104069"/>
                </a:cubicBezTo>
                <a:cubicBezTo>
                  <a:pt x="495361" y="104069"/>
                  <a:pt x="488141" y="102095"/>
                  <a:pt x="483176" y="98148"/>
                </a:cubicBezTo>
                <a:cubicBezTo>
                  <a:pt x="478210" y="94201"/>
                  <a:pt x="475041" y="88349"/>
                  <a:pt x="473668" y="80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E8327-9BE8-44EA-A820-3AFCC88E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408" y="2395225"/>
            <a:ext cx="802587" cy="334403"/>
          </a:xfrm>
          <a:custGeom xmlns:a="http://schemas.openxmlformats.org/drawingml/2006/main">
            <a:pathLst>
              <a:path w="802587" h="334403">
                <a:moveTo>
                  <a:pt x="703378" y="122945"/>
                </a:moveTo>
                <a:lnTo>
                  <a:pt x="802587" y="13989"/>
                </a:lnTo>
                <a:lnTo>
                  <a:pt x="655895" y="0"/>
                </a:lnTo>
                <a:lnTo>
                  <a:pt x="674886" y="49184"/>
                </a:lnTo>
                <a:lnTo>
                  <a:pt x="0" y="309823"/>
                </a:lnTo>
                <a:lnTo>
                  <a:pt x="9490" y="334403"/>
                </a:lnTo>
                <a:lnTo>
                  <a:pt x="684382" y="73772"/>
                </a:lnTo>
                <a:lnTo>
                  <a:pt x="703378" y="122945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S">
            <a:extLst xmlns:a="http://schemas.openxmlformats.org/drawingml/2006/main">
              <a:ext uri="{FF2B5EF4-FFF2-40B4-BE49-F238E27FC236}">
                <a16:creationId xmlns:a16="http://schemas.microsoft.com/office/drawing/2014/main" id="{279D2055-290B-45B0-BA35-0DC60288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707" y="2526196"/>
            <a:ext cx="76955" cy="87243"/>
          </a:xfrm>
          <a:custGeom xmlns:a="http://schemas.openxmlformats.org/drawingml/2006/main">
            <a:pathLst>
              <a:path w="76955" h="87243">
                <a:moveTo>
                  <a:pt x="11426" y="69550"/>
                </a:moveTo>
                <a:lnTo>
                  <a:pt x="20890" y="64944"/>
                </a:lnTo>
                <a:cubicBezTo>
                  <a:pt x="22856" y="68690"/>
                  <a:pt x="25168" y="71496"/>
                  <a:pt x="27825" y="73362"/>
                </a:cubicBezTo>
                <a:cubicBezTo>
                  <a:pt x="30483" y="75227"/>
                  <a:pt x="33892" y="76253"/>
                  <a:pt x="38053" y="76439"/>
                </a:cubicBezTo>
                <a:cubicBezTo>
                  <a:pt x="42214" y="76624"/>
                  <a:pt x="46524" y="75863"/>
                  <a:pt x="50983" y="74156"/>
                </a:cubicBezTo>
                <a:cubicBezTo>
                  <a:pt x="54942" y="72639"/>
                  <a:pt x="58213" y="70712"/>
                  <a:pt x="60794" y="68374"/>
                </a:cubicBezTo>
                <a:cubicBezTo>
                  <a:pt x="63375" y="66035"/>
                  <a:pt x="65013" y="63557"/>
                  <a:pt x="65708" y="60939"/>
                </a:cubicBezTo>
                <a:cubicBezTo>
                  <a:pt x="66402" y="58322"/>
                  <a:pt x="66287" y="55805"/>
                  <a:pt x="65363" y="53391"/>
                </a:cubicBezTo>
                <a:cubicBezTo>
                  <a:pt x="64425" y="50941"/>
                  <a:pt x="62892" y="49075"/>
                  <a:pt x="60765" y="47793"/>
                </a:cubicBezTo>
                <a:cubicBezTo>
                  <a:pt x="58638" y="46511"/>
                  <a:pt x="55695" y="45875"/>
                  <a:pt x="51936" y="45885"/>
                </a:cubicBezTo>
                <a:cubicBezTo>
                  <a:pt x="49518" y="45873"/>
                  <a:pt x="44376" y="46384"/>
                  <a:pt x="36510" y="47418"/>
                </a:cubicBezTo>
                <a:cubicBezTo>
                  <a:pt x="28644" y="48452"/>
                  <a:pt x="22972" y="48753"/>
                  <a:pt x="19494" y="48323"/>
                </a:cubicBezTo>
                <a:cubicBezTo>
                  <a:pt x="14996" y="47792"/>
                  <a:pt x="11270" y="46422"/>
                  <a:pt x="8318" y="44213"/>
                </a:cubicBezTo>
                <a:cubicBezTo>
                  <a:pt x="5365" y="42004"/>
                  <a:pt x="3198" y="39095"/>
                  <a:pt x="1816" y="35485"/>
                </a:cubicBezTo>
                <a:cubicBezTo>
                  <a:pt x="296" y="31518"/>
                  <a:pt x="0" y="27380"/>
                  <a:pt x="926" y="23070"/>
                </a:cubicBezTo>
                <a:cubicBezTo>
                  <a:pt x="1853" y="18761"/>
                  <a:pt x="4132" y="14886"/>
                  <a:pt x="7764" y="11446"/>
                </a:cubicBezTo>
                <a:cubicBezTo>
                  <a:pt x="11395" y="8007"/>
                  <a:pt x="15851" y="5276"/>
                  <a:pt x="21130" y="3254"/>
                </a:cubicBezTo>
                <a:cubicBezTo>
                  <a:pt x="26944" y="1027"/>
                  <a:pt x="32430" y="0"/>
                  <a:pt x="37588" y="172"/>
                </a:cubicBezTo>
                <a:cubicBezTo>
                  <a:pt x="42746" y="344"/>
                  <a:pt x="47217" y="1791"/>
                  <a:pt x="51000" y="4514"/>
                </a:cubicBezTo>
                <a:cubicBezTo>
                  <a:pt x="54783" y="7237"/>
                  <a:pt x="57645" y="10865"/>
                  <a:pt x="59586" y="15399"/>
                </a:cubicBezTo>
                <a:lnTo>
                  <a:pt x="49921" y="19959"/>
                </a:lnTo>
                <a:cubicBezTo>
                  <a:pt x="47507" y="15258"/>
                  <a:pt x="44278" y="12246"/>
                  <a:pt x="40233" y="10923"/>
                </a:cubicBezTo>
                <a:cubicBezTo>
                  <a:pt x="36188" y="9599"/>
                  <a:pt x="31151" y="10091"/>
                  <a:pt x="25123" y="12400"/>
                </a:cubicBezTo>
                <a:cubicBezTo>
                  <a:pt x="18845" y="14804"/>
                  <a:pt x="14710" y="17704"/>
                  <a:pt x="12718" y="21099"/>
                </a:cubicBezTo>
                <a:cubicBezTo>
                  <a:pt x="10725" y="24492"/>
                  <a:pt x="10349" y="27808"/>
                  <a:pt x="11589" y="31046"/>
                </a:cubicBezTo>
                <a:cubicBezTo>
                  <a:pt x="12665" y="33857"/>
                  <a:pt x="14567" y="35780"/>
                  <a:pt x="17295" y="36816"/>
                </a:cubicBezTo>
                <a:cubicBezTo>
                  <a:pt x="19988" y="37865"/>
                  <a:pt x="25917" y="37727"/>
                  <a:pt x="35082" y="36400"/>
                </a:cubicBezTo>
                <a:cubicBezTo>
                  <a:pt x="44246" y="35072"/>
                  <a:pt x="50671" y="34518"/>
                  <a:pt x="54355" y="34740"/>
                </a:cubicBezTo>
                <a:cubicBezTo>
                  <a:pt x="59725" y="35092"/>
                  <a:pt x="64115" y="36463"/>
                  <a:pt x="67525" y="38851"/>
                </a:cubicBezTo>
                <a:cubicBezTo>
                  <a:pt x="70934" y="41239"/>
                  <a:pt x="73443" y="44533"/>
                  <a:pt x="75052" y="48733"/>
                </a:cubicBezTo>
                <a:cubicBezTo>
                  <a:pt x="76647" y="52899"/>
                  <a:pt x="76955" y="57281"/>
                  <a:pt x="75976" y="61880"/>
                </a:cubicBezTo>
                <a:cubicBezTo>
                  <a:pt x="74997" y="66480"/>
                  <a:pt x="72662" y="70660"/>
                  <a:pt x="68969" y="74422"/>
                </a:cubicBezTo>
                <a:cubicBezTo>
                  <a:pt x="65277" y="78183"/>
                  <a:pt x="60630" y="81136"/>
                  <a:pt x="55030" y="83281"/>
                </a:cubicBezTo>
                <a:cubicBezTo>
                  <a:pt x="47932" y="86000"/>
                  <a:pt x="41588" y="87243"/>
                  <a:pt x="35998" y="87012"/>
                </a:cubicBezTo>
                <a:cubicBezTo>
                  <a:pt x="30408" y="86780"/>
                  <a:pt x="25453" y="85109"/>
                  <a:pt x="21133" y="81999"/>
                </a:cubicBezTo>
                <a:cubicBezTo>
                  <a:pt x="16812" y="78888"/>
                  <a:pt x="13577" y="74739"/>
                  <a:pt x="11426" y="695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e">
            <a:extLst xmlns:a="http://schemas.openxmlformats.org/drawingml/2006/main">
              <a:ext uri="{FF2B5EF4-FFF2-40B4-BE49-F238E27FC236}">
                <a16:creationId xmlns:a16="http://schemas.microsoft.com/office/drawing/2014/main" id="{7479A071-FE89-4089-8109-E89B46B4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93" y="2522122"/>
            <a:ext cx="60904" cy="65278"/>
          </a:xfrm>
          <a:custGeom xmlns:a="http://schemas.openxmlformats.org/drawingml/2006/main">
            <a:pathLst>
              <a:path w="60904" h="65278">
                <a:moveTo>
                  <a:pt x="49797" y="36647"/>
                </a:moveTo>
                <a:lnTo>
                  <a:pt x="60240" y="34120"/>
                </a:lnTo>
                <a:cubicBezTo>
                  <a:pt x="60904" y="40552"/>
                  <a:pt x="59730" y="46191"/>
                  <a:pt x="56719" y="51037"/>
                </a:cubicBezTo>
                <a:cubicBezTo>
                  <a:pt x="53707" y="55882"/>
                  <a:pt x="48902" y="59568"/>
                  <a:pt x="42303" y="62095"/>
                </a:cubicBezTo>
                <a:cubicBezTo>
                  <a:pt x="33992" y="65278"/>
                  <a:pt x="26422" y="65242"/>
                  <a:pt x="19592" y="61988"/>
                </a:cubicBezTo>
                <a:cubicBezTo>
                  <a:pt x="12763" y="58735"/>
                  <a:pt x="7579" y="52488"/>
                  <a:pt x="4041" y="43250"/>
                </a:cubicBezTo>
                <a:cubicBezTo>
                  <a:pt x="380" y="33690"/>
                  <a:pt x="0" y="25329"/>
                  <a:pt x="2901" y="18164"/>
                </a:cubicBezTo>
                <a:cubicBezTo>
                  <a:pt x="5801" y="11000"/>
                  <a:pt x="11175" y="5915"/>
                  <a:pt x="19023" y="2910"/>
                </a:cubicBezTo>
                <a:cubicBezTo>
                  <a:pt x="26620" y="0"/>
                  <a:pt x="33816" y="205"/>
                  <a:pt x="40609" y="3525"/>
                </a:cubicBezTo>
                <a:cubicBezTo>
                  <a:pt x="47402" y="6844"/>
                  <a:pt x="52592" y="13187"/>
                  <a:pt x="56178" y="22552"/>
                </a:cubicBezTo>
                <a:cubicBezTo>
                  <a:pt x="56396" y="23122"/>
                  <a:pt x="56706" y="23983"/>
                  <a:pt x="57106" y="25136"/>
                </a:cubicBezTo>
                <a:lnTo>
                  <a:pt x="14731" y="41365"/>
                </a:lnTo>
                <a:cubicBezTo>
                  <a:pt x="17485" y="47488"/>
                  <a:pt x="21086" y="51605"/>
                  <a:pt x="25535" y="53715"/>
                </a:cubicBezTo>
                <a:cubicBezTo>
                  <a:pt x="29983" y="55826"/>
                  <a:pt x="34580" y="55973"/>
                  <a:pt x="39324" y="54156"/>
                </a:cubicBezTo>
                <a:cubicBezTo>
                  <a:pt x="42855" y="52803"/>
                  <a:pt x="45511" y="50713"/>
                  <a:pt x="47291" y="47885"/>
                </a:cubicBezTo>
                <a:cubicBezTo>
                  <a:pt x="49070" y="45057"/>
                  <a:pt x="49906" y="41310"/>
                  <a:pt x="49797" y="36647"/>
                </a:cubicBezTo>
                <a:moveTo>
                  <a:pt x="12233" y="33241"/>
                </a:moveTo>
                <a:lnTo>
                  <a:pt x="43961" y="21090"/>
                </a:lnTo>
                <a:cubicBezTo>
                  <a:pt x="41709" y="16490"/>
                  <a:pt x="39128" y="13381"/>
                  <a:pt x="36218" y="11764"/>
                </a:cubicBezTo>
                <a:cubicBezTo>
                  <a:pt x="31734" y="9241"/>
                  <a:pt x="27049" y="8916"/>
                  <a:pt x="22162" y="10787"/>
                </a:cubicBezTo>
                <a:cubicBezTo>
                  <a:pt x="17739" y="12481"/>
                  <a:pt x="14586" y="15381"/>
                  <a:pt x="12702" y="19487"/>
                </a:cubicBezTo>
                <a:cubicBezTo>
                  <a:pt x="10818" y="23592"/>
                  <a:pt x="10662" y="28177"/>
                  <a:pt x="12233" y="33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a">
            <a:extLst xmlns:a="http://schemas.openxmlformats.org/drawingml/2006/main">
              <a:ext uri="{FF2B5EF4-FFF2-40B4-BE49-F238E27FC236}">
                <a16:creationId xmlns:a16="http://schemas.microsoft.com/office/drawing/2014/main" id="{4E3D6EC7-7133-41A2-9F00-46C5DAA6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632" y="2498531"/>
            <a:ext cx="66893" cy="67932"/>
          </a:xfrm>
          <a:custGeom xmlns:a="http://schemas.openxmlformats.org/drawingml/2006/main">
            <a:pathLst>
              <a:path w="66893" h="67932">
                <a:moveTo>
                  <a:pt x="52163" y="48763"/>
                </a:moveTo>
                <a:cubicBezTo>
                  <a:pt x="49779" y="53220"/>
                  <a:pt x="47182" y="56717"/>
                  <a:pt x="44370" y="59253"/>
                </a:cubicBezTo>
                <a:cubicBezTo>
                  <a:pt x="41558" y="61789"/>
                  <a:pt x="38261" y="63780"/>
                  <a:pt x="34480" y="65228"/>
                </a:cubicBezTo>
                <a:cubicBezTo>
                  <a:pt x="28238" y="67619"/>
                  <a:pt x="22856" y="67932"/>
                  <a:pt x="18335" y="66166"/>
                </a:cubicBezTo>
                <a:cubicBezTo>
                  <a:pt x="13814" y="64400"/>
                  <a:pt x="10645" y="61145"/>
                  <a:pt x="8828" y="56401"/>
                </a:cubicBezTo>
                <a:cubicBezTo>
                  <a:pt x="7763" y="53619"/>
                  <a:pt x="7423" y="50835"/>
                  <a:pt x="7808" y="48049"/>
                </a:cubicBezTo>
                <a:cubicBezTo>
                  <a:pt x="8193" y="45264"/>
                  <a:pt x="9145" y="42783"/>
                  <a:pt x="10663" y="40606"/>
                </a:cubicBezTo>
                <a:cubicBezTo>
                  <a:pt x="12181" y="38429"/>
                  <a:pt x="14088" y="36493"/>
                  <a:pt x="16383" y="34796"/>
                </a:cubicBezTo>
                <a:cubicBezTo>
                  <a:pt x="18082" y="33572"/>
                  <a:pt x="20751" y="31998"/>
                  <a:pt x="24390" y="30072"/>
                </a:cubicBezTo>
                <a:cubicBezTo>
                  <a:pt x="31811" y="26167"/>
                  <a:pt x="37113" y="22869"/>
                  <a:pt x="40295" y="20178"/>
                </a:cubicBezTo>
                <a:cubicBezTo>
                  <a:pt x="39827" y="18850"/>
                  <a:pt x="39525" y="18008"/>
                  <a:pt x="39389" y="17652"/>
                </a:cubicBezTo>
                <a:cubicBezTo>
                  <a:pt x="37892" y="13743"/>
                  <a:pt x="35928" y="11338"/>
                  <a:pt x="33496" y="10436"/>
                </a:cubicBezTo>
                <a:cubicBezTo>
                  <a:pt x="30205" y="9210"/>
                  <a:pt x="26134" y="9527"/>
                  <a:pt x="21282" y="11385"/>
                </a:cubicBezTo>
                <a:cubicBezTo>
                  <a:pt x="16752" y="13119"/>
                  <a:pt x="13712" y="15194"/>
                  <a:pt x="12162" y="17608"/>
                </a:cubicBezTo>
                <a:cubicBezTo>
                  <a:pt x="10612" y="20021"/>
                  <a:pt x="10092" y="23442"/>
                  <a:pt x="10601" y="27869"/>
                </a:cubicBezTo>
                <a:lnTo>
                  <a:pt x="692" y="30191"/>
                </a:lnTo>
                <a:cubicBezTo>
                  <a:pt x="0" y="25820"/>
                  <a:pt x="159" y="22016"/>
                  <a:pt x="1168" y="18777"/>
                </a:cubicBezTo>
                <a:cubicBezTo>
                  <a:pt x="2177" y="15539"/>
                  <a:pt x="4280" y="12539"/>
                  <a:pt x="7476" y="9778"/>
                </a:cubicBezTo>
                <a:cubicBezTo>
                  <a:pt x="10672" y="7015"/>
                  <a:pt x="14713" y="4698"/>
                  <a:pt x="19600" y="2826"/>
                </a:cubicBezTo>
                <a:cubicBezTo>
                  <a:pt x="24451" y="968"/>
                  <a:pt x="28612" y="32"/>
                  <a:pt x="32083" y="16"/>
                </a:cubicBezTo>
                <a:cubicBezTo>
                  <a:pt x="35553" y="0"/>
                  <a:pt x="38334" y="587"/>
                  <a:pt x="40426" y="1777"/>
                </a:cubicBezTo>
                <a:cubicBezTo>
                  <a:pt x="42518" y="2966"/>
                  <a:pt x="44356" y="4776"/>
                  <a:pt x="45941" y="7207"/>
                </a:cubicBezTo>
                <a:cubicBezTo>
                  <a:pt x="46893" y="8731"/>
                  <a:pt x="48186" y="11627"/>
                  <a:pt x="49821" y="15895"/>
                </a:cubicBezTo>
                <a:lnTo>
                  <a:pt x="54724" y="28699"/>
                </a:lnTo>
                <a:cubicBezTo>
                  <a:pt x="58143" y="37626"/>
                  <a:pt x="60514" y="43202"/>
                  <a:pt x="61836" y="45426"/>
                </a:cubicBezTo>
                <a:cubicBezTo>
                  <a:pt x="63158" y="47650"/>
                  <a:pt x="64844" y="49622"/>
                  <a:pt x="66893" y="51342"/>
                </a:cubicBezTo>
                <a:lnTo>
                  <a:pt x="56835" y="55195"/>
                </a:lnTo>
                <a:cubicBezTo>
                  <a:pt x="55053" y="53534"/>
                  <a:pt x="53496" y="51390"/>
                  <a:pt x="52163" y="48763"/>
                </a:cubicBezTo>
                <a:moveTo>
                  <a:pt x="43205" y="27775"/>
                </a:moveTo>
                <a:cubicBezTo>
                  <a:pt x="40253" y="30534"/>
                  <a:pt x="35472" y="33749"/>
                  <a:pt x="28861" y="37421"/>
                </a:cubicBezTo>
                <a:cubicBezTo>
                  <a:pt x="25119" y="39505"/>
                  <a:pt x="22564" y="41216"/>
                  <a:pt x="21195" y="42554"/>
                </a:cubicBezTo>
                <a:cubicBezTo>
                  <a:pt x="19826" y="43893"/>
                  <a:pt x="18957" y="45416"/>
                  <a:pt x="18589" y="47124"/>
                </a:cubicBezTo>
                <a:cubicBezTo>
                  <a:pt x="18221" y="48832"/>
                  <a:pt x="18356" y="50521"/>
                  <a:pt x="18995" y="52189"/>
                </a:cubicBezTo>
                <a:cubicBezTo>
                  <a:pt x="19974" y="54745"/>
                  <a:pt x="21762" y="56503"/>
                  <a:pt x="24358" y="57463"/>
                </a:cubicBezTo>
                <a:cubicBezTo>
                  <a:pt x="26955" y="58422"/>
                  <a:pt x="30126" y="58184"/>
                  <a:pt x="33871" y="56750"/>
                </a:cubicBezTo>
                <a:cubicBezTo>
                  <a:pt x="37580" y="55329"/>
                  <a:pt x="40570" y="53257"/>
                  <a:pt x="42840" y="50533"/>
                </a:cubicBezTo>
                <a:cubicBezTo>
                  <a:pt x="45109" y="47808"/>
                  <a:pt x="46385" y="44784"/>
                  <a:pt x="46667" y="41461"/>
                </a:cubicBezTo>
                <a:cubicBezTo>
                  <a:pt x="46873" y="38902"/>
                  <a:pt x="46167" y="35510"/>
                  <a:pt x="44550" y="31288"/>
                </a:cubicBezTo>
                <a:lnTo>
                  <a:pt x="43205" y="277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r">
            <a:extLst xmlns:a="http://schemas.openxmlformats.org/drawingml/2006/main">
              <a:ext uri="{FF2B5EF4-FFF2-40B4-BE49-F238E27FC236}">
                <a16:creationId xmlns:a16="http://schemas.microsoft.com/office/drawing/2014/main" id="{0F29AB9B-0FCA-46E6-A9A9-7A4A97EE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714" y="2477686"/>
            <a:ext cx="31671" cy="67611"/>
          </a:xfrm>
          <a:custGeom xmlns:a="http://schemas.openxmlformats.org/drawingml/2006/main">
            <a:pathLst>
              <a:path w="31671" h="67611">
                <a:moveTo>
                  <a:pt x="21762" y="67611"/>
                </a:moveTo>
                <a:lnTo>
                  <a:pt x="0" y="10789"/>
                </a:lnTo>
                <a:lnTo>
                  <a:pt x="8668" y="7469"/>
                </a:lnTo>
                <a:lnTo>
                  <a:pt x="11967" y="16084"/>
                </a:lnTo>
                <a:cubicBezTo>
                  <a:pt x="12635" y="11206"/>
                  <a:pt x="13659" y="7767"/>
                  <a:pt x="15040" y="5765"/>
                </a:cubicBezTo>
                <a:cubicBezTo>
                  <a:pt x="16421" y="3764"/>
                  <a:pt x="18235" y="2333"/>
                  <a:pt x="20482" y="1472"/>
                </a:cubicBezTo>
                <a:cubicBezTo>
                  <a:pt x="23728" y="229"/>
                  <a:pt x="27424" y="0"/>
                  <a:pt x="31569" y="785"/>
                </a:cubicBezTo>
                <a:lnTo>
                  <a:pt x="31671" y="10984"/>
                </a:lnTo>
                <a:cubicBezTo>
                  <a:pt x="28786" y="10499"/>
                  <a:pt x="26166" y="10707"/>
                  <a:pt x="23812" y="11609"/>
                </a:cubicBezTo>
                <a:cubicBezTo>
                  <a:pt x="21707" y="12415"/>
                  <a:pt x="20059" y="13772"/>
                  <a:pt x="18868" y="15680"/>
                </a:cubicBezTo>
                <a:cubicBezTo>
                  <a:pt x="17676" y="17588"/>
                  <a:pt x="17154" y="19803"/>
                  <a:pt x="17301" y="22323"/>
                </a:cubicBezTo>
                <a:cubicBezTo>
                  <a:pt x="17543" y="26157"/>
                  <a:pt x="18442" y="30108"/>
                  <a:pt x="19999" y="34174"/>
                </a:cubicBezTo>
                <a:lnTo>
                  <a:pt x="31392" y="63922"/>
                </a:lnTo>
                <a:lnTo>
                  <a:pt x="21762" y="676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c">
            <a:extLst xmlns:a="http://schemas.openxmlformats.org/drawingml/2006/main">
              <a:ext uri="{FF2B5EF4-FFF2-40B4-BE49-F238E27FC236}">
                <a16:creationId xmlns:a16="http://schemas.microsoft.com/office/drawing/2014/main" id="{BFE77F5A-5F2F-4074-AFFA-F35D6B96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345" y="2461485"/>
            <a:ext cx="57645" cy="65133"/>
          </a:xfrm>
          <a:custGeom xmlns:a="http://schemas.openxmlformats.org/drawingml/2006/main">
            <a:pathLst>
              <a:path w="57645" h="65133">
                <a:moveTo>
                  <a:pt x="46218" y="34574"/>
                </a:moveTo>
                <a:lnTo>
                  <a:pt x="56180" y="32231"/>
                </a:lnTo>
                <a:cubicBezTo>
                  <a:pt x="57645" y="39155"/>
                  <a:pt x="56954" y="45279"/>
                  <a:pt x="54105" y="50603"/>
                </a:cubicBezTo>
                <a:cubicBezTo>
                  <a:pt x="51256" y="55928"/>
                  <a:pt x="46729" y="59778"/>
                  <a:pt x="40522" y="62155"/>
                </a:cubicBezTo>
                <a:cubicBezTo>
                  <a:pt x="32746" y="65133"/>
                  <a:pt x="25522" y="64986"/>
                  <a:pt x="18849" y="61713"/>
                </a:cubicBezTo>
                <a:cubicBezTo>
                  <a:pt x="12176" y="58440"/>
                  <a:pt x="7023" y="52060"/>
                  <a:pt x="3389" y="42571"/>
                </a:cubicBezTo>
                <a:cubicBezTo>
                  <a:pt x="1039" y="36436"/>
                  <a:pt x="0" y="30679"/>
                  <a:pt x="271" y="25299"/>
                </a:cubicBezTo>
                <a:cubicBezTo>
                  <a:pt x="542" y="19919"/>
                  <a:pt x="2315" y="15282"/>
                  <a:pt x="5589" y="11390"/>
                </a:cubicBezTo>
                <a:cubicBezTo>
                  <a:pt x="8863" y="7498"/>
                  <a:pt x="12944" y="4616"/>
                  <a:pt x="17831" y="2745"/>
                </a:cubicBezTo>
                <a:cubicBezTo>
                  <a:pt x="24002" y="381"/>
                  <a:pt x="29643" y="0"/>
                  <a:pt x="34755" y="1601"/>
                </a:cubicBezTo>
                <a:cubicBezTo>
                  <a:pt x="39867" y="3200"/>
                  <a:pt x="44069" y="6642"/>
                  <a:pt x="47361" y="11927"/>
                </a:cubicBezTo>
                <a:lnTo>
                  <a:pt x="38571" y="17011"/>
                </a:lnTo>
                <a:cubicBezTo>
                  <a:pt x="36225" y="13554"/>
                  <a:pt x="33552" y="11300"/>
                  <a:pt x="30552" y="10250"/>
                </a:cubicBezTo>
                <a:cubicBezTo>
                  <a:pt x="27553" y="9201"/>
                  <a:pt x="24448" y="9290"/>
                  <a:pt x="21238" y="10520"/>
                </a:cubicBezTo>
                <a:cubicBezTo>
                  <a:pt x="16387" y="12378"/>
                  <a:pt x="13111" y="15626"/>
                  <a:pt x="11411" y="20265"/>
                </a:cubicBezTo>
                <a:cubicBezTo>
                  <a:pt x="9711" y="24904"/>
                  <a:pt x="10302" y="30987"/>
                  <a:pt x="13185" y="38513"/>
                </a:cubicBezTo>
                <a:cubicBezTo>
                  <a:pt x="16108" y="46146"/>
                  <a:pt x="19695" y="51133"/>
                  <a:pt x="23945" y="53473"/>
                </a:cubicBezTo>
                <a:cubicBezTo>
                  <a:pt x="28195" y="55813"/>
                  <a:pt x="32674" y="56081"/>
                  <a:pt x="37383" y="54278"/>
                </a:cubicBezTo>
                <a:cubicBezTo>
                  <a:pt x="41164" y="52830"/>
                  <a:pt x="43875" y="50457"/>
                  <a:pt x="45516" y="47159"/>
                </a:cubicBezTo>
                <a:cubicBezTo>
                  <a:pt x="47157" y="43862"/>
                  <a:pt x="47391" y="39667"/>
                  <a:pt x="46218" y="345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h">
            <a:extLst xmlns:a="http://schemas.openxmlformats.org/drawingml/2006/main">
              <a:ext uri="{FF2B5EF4-FFF2-40B4-BE49-F238E27FC236}">
                <a16:creationId xmlns:a16="http://schemas.microsoft.com/office/drawing/2014/main" id="{12143F42-DB58-403B-BA16-EBB1C0AA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00" y="2427912"/>
            <a:ext cx="76321" cy="82126"/>
          </a:xfrm>
          <a:custGeom xmlns:a="http://schemas.openxmlformats.org/drawingml/2006/main">
            <a:pathLst>
              <a:path w="76321" h="82126">
                <a:moveTo>
                  <a:pt x="30040" y="82126"/>
                </a:moveTo>
                <a:lnTo>
                  <a:pt x="0" y="3688"/>
                </a:lnTo>
                <a:lnTo>
                  <a:pt x="9631" y="0"/>
                </a:lnTo>
                <a:lnTo>
                  <a:pt x="20428" y="28194"/>
                </a:lnTo>
                <a:cubicBezTo>
                  <a:pt x="22915" y="21231"/>
                  <a:pt x="27583" y="16438"/>
                  <a:pt x="34432" y="13816"/>
                </a:cubicBezTo>
                <a:cubicBezTo>
                  <a:pt x="38641" y="12204"/>
                  <a:pt x="42615" y="11633"/>
                  <a:pt x="46353" y="12103"/>
                </a:cubicBezTo>
                <a:cubicBezTo>
                  <a:pt x="50092" y="12573"/>
                  <a:pt x="53190" y="14014"/>
                  <a:pt x="55648" y="16427"/>
                </a:cubicBezTo>
                <a:cubicBezTo>
                  <a:pt x="58105" y="18840"/>
                  <a:pt x="60400" y="22828"/>
                  <a:pt x="62531" y="28393"/>
                </a:cubicBezTo>
                <a:lnTo>
                  <a:pt x="76321" y="64401"/>
                </a:lnTo>
                <a:lnTo>
                  <a:pt x="66691" y="68090"/>
                </a:lnTo>
                <a:lnTo>
                  <a:pt x="52915" y="32120"/>
                </a:lnTo>
                <a:cubicBezTo>
                  <a:pt x="51073" y="27310"/>
                  <a:pt x="48689" y="24209"/>
                  <a:pt x="45763" y="22816"/>
                </a:cubicBezTo>
                <a:cubicBezTo>
                  <a:pt x="42837" y="21424"/>
                  <a:pt x="39466" y="21459"/>
                  <a:pt x="35649" y="22920"/>
                </a:cubicBezTo>
                <a:cubicBezTo>
                  <a:pt x="32795" y="24013"/>
                  <a:pt x="30394" y="25781"/>
                  <a:pt x="28446" y="28223"/>
                </a:cubicBezTo>
                <a:cubicBezTo>
                  <a:pt x="26498" y="30664"/>
                  <a:pt x="25473" y="33355"/>
                  <a:pt x="25372" y="36295"/>
                </a:cubicBezTo>
                <a:cubicBezTo>
                  <a:pt x="25270" y="39234"/>
                  <a:pt x="26072" y="42931"/>
                  <a:pt x="27778" y="47385"/>
                </a:cubicBezTo>
                <a:lnTo>
                  <a:pt x="39671" y="78438"/>
                </a:lnTo>
                <a:lnTo>
                  <a:pt x="30040" y="821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A">
            <a:extLst xmlns:a="http://schemas.openxmlformats.org/drawingml/2006/main">
              <a:ext uri="{FF2B5EF4-FFF2-40B4-BE49-F238E27FC236}">
                <a16:creationId xmlns:a16="http://schemas.microsoft.com/office/drawing/2014/main" id="{8DBFC55A-F476-444B-AFCA-A15E5961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113" y="2383392"/>
            <a:ext cx="73408" cy="94257"/>
          </a:xfrm>
          <a:custGeom xmlns:a="http://schemas.openxmlformats.org/drawingml/2006/main">
            <a:pathLst>
              <a:path w="73408" h="94257">
                <a:moveTo>
                  <a:pt x="0" y="94257"/>
                </a:moveTo>
                <a:lnTo>
                  <a:pt x="83" y="4283"/>
                </a:lnTo>
                <a:lnTo>
                  <a:pt x="11266" y="0"/>
                </a:lnTo>
                <a:lnTo>
                  <a:pt x="73408" y="66143"/>
                </a:lnTo>
                <a:lnTo>
                  <a:pt x="61584" y="70672"/>
                </a:lnTo>
                <a:lnTo>
                  <a:pt x="43336" y="50420"/>
                </a:lnTo>
                <a:lnTo>
                  <a:pt x="10538" y="62981"/>
                </a:lnTo>
                <a:lnTo>
                  <a:pt x="11022" y="90036"/>
                </a:lnTo>
                <a:lnTo>
                  <a:pt x="0" y="94257"/>
                </a:lnTo>
                <a:moveTo>
                  <a:pt x="10297" y="53379"/>
                </a:moveTo>
                <a:lnTo>
                  <a:pt x="36889" y="43195"/>
                </a:lnTo>
                <a:lnTo>
                  <a:pt x="20375" y="24587"/>
                </a:lnTo>
                <a:cubicBezTo>
                  <a:pt x="15355" y="18955"/>
                  <a:pt x="11413" y="14214"/>
                  <a:pt x="8548" y="10366"/>
                </a:cubicBezTo>
                <a:cubicBezTo>
                  <a:pt x="9501" y="15844"/>
                  <a:pt x="10018" y="21413"/>
                  <a:pt x="10100" y="27073"/>
                </a:cubicBezTo>
                <a:lnTo>
                  <a:pt x="10297" y="533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P">
            <a:extLst xmlns:a="http://schemas.openxmlformats.org/drawingml/2006/main">
              <a:ext uri="{FF2B5EF4-FFF2-40B4-BE49-F238E27FC236}">
                <a16:creationId xmlns:a16="http://schemas.microsoft.com/office/drawing/2014/main" id="{3835AA34-8FCC-4667-828B-5CD55FE7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23" y="2351864"/>
            <a:ext cx="71154" cy="94438"/>
          </a:xfrm>
          <a:custGeom xmlns:a="http://schemas.openxmlformats.org/drawingml/2006/main">
            <a:pathLst>
              <a:path w="71154" h="94438">
                <a:moveTo>
                  <a:pt x="30040" y="94438"/>
                </a:moveTo>
                <a:lnTo>
                  <a:pt x="0" y="16000"/>
                </a:lnTo>
                <a:lnTo>
                  <a:pt x="29588" y="4668"/>
                </a:lnTo>
                <a:cubicBezTo>
                  <a:pt x="34796" y="2674"/>
                  <a:pt x="38869" y="1400"/>
                  <a:pt x="41806" y="848"/>
                </a:cubicBezTo>
                <a:cubicBezTo>
                  <a:pt x="45905" y="15"/>
                  <a:pt x="49601" y="0"/>
                  <a:pt x="52894" y="804"/>
                </a:cubicBezTo>
                <a:cubicBezTo>
                  <a:pt x="56188" y="1608"/>
                  <a:pt x="59250" y="3329"/>
                  <a:pt x="62081" y="5967"/>
                </a:cubicBezTo>
                <a:cubicBezTo>
                  <a:pt x="64911" y="8605"/>
                  <a:pt x="67071" y="11868"/>
                  <a:pt x="68560" y="15756"/>
                </a:cubicBezTo>
                <a:cubicBezTo>
                  <a:pt x="71114" y="22427"/>
                  <a:pt x="71154" y="28884"/>
                  <a:pt x="68678" y="35129"/>
                </a:cubicBezTo>
                <a:cubicBezTo>
                  <a:pt x="66203" y="41374"/>
                  <a:pt x="59418" y="46621"/>
                  <a:pt x="48325" y="50869"/>
                </a:cubicBezTo>
                <a:lnTo>
                  <a:pt x="28207" y="58574"/>
                </a:lnTo>
                <a:lnTo>
                  <a:pt x="40420" y="90462"/>
                </a:lnTo>
                <a:lnTo>
                  <a:pt x="30040" y="94438"/>
                </a:lnTo>
                <a:moveTo>
                  <a:pt x="24642" y="49264"/>
                </a:moveTo>
                <a:lnTo>
                  <a:pt x="44920" y="41498"/>
                </a:lnTo>
                <a:cubicBezTo>
                  <a:pt x="51626" y="38930"/>
                  <a:pt x="55912" y="35862"/>
                  <a:pt x="57777" y="32296"/>
                </a:cubicBezTo>
                <a:cubicBezTo>
                  <a:pt x="59642" y="28729"/>
                  <a:pt x="59711" y="24689"/>
                  <a:pt x="57983" y="20177"/>
                </a:cubicBezTo>
                <a:cubicBezTo>
                  <a:pt x="56730" y="16908"/>
                  <a:pt x="54829" y="14427"/>
                  <a:pt x="52279" y="12735"/>
                </a:cubicBezTo>
                <a:cubicBezTo>
                  <a:pt x="49729" y="11043"/>
                  <a:pt x="46956" y="10342"/>
                  <a:pt x="43959" y="10634"/>
                </a:cubicBezTo>
                <a:cubicBezTo>
                  <a:pt x="42034" y="10842"/>
                  <a:pt x="38718" y="11847"/>
                  <a:pt x="34010" y="13650"/>
                </a:cubicBezTo>
                <a:lnTo>
                  <a:pt x="13945" y="21334"/>
                </a:lnTo>
                <a:lnTo>
                  <a:pt x="24642" y="49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I">
            <a:extLst xmlns:a="http://schemas.openxmlformats.org/drawingml/2006/main">
              <a:ext uri="{FF2B5EF4-FFF2-40B4-BE49-F238E27FC236}">
                <a16:creationId xmlns:a16="http://schemas.microsoft.com/office/drawing/2014/main" id="{229293FD-FFCE-4E63-B793-B669AAED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923" y="2335165"/>
            <a:ext cx="40420" cy="82413"/>
          </a:xfrm>
          <a:custGeom xmlns:a="http://schemas.openxmlformats.org/drawingml/2006/main">
            <a:pathLst>
              <a:path w="40420" h="82413">
                <a:moveTo>
                  <a:pt x="30040" y="82413"/>
                </a:moveTo>
                <a:lnTo>
                  <a:pt x="0" y="3975"/>
                </a:lnTo>
                <a:lnTo>
                  <a:pt x="10380" y="0"/>
                </a:lnTo>
                <a:lnTo>
                  <a:pt x="40420" y="78438"/>
                </a:lnTo>
                <a:lnTo>
                  <a:pt x="30040" y="8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e49970ded4e8e"/>
          <a:stretch xmlns:a="http://schemas.openxmlformats.org/drawingml/2006/main"/>
        </p:blipFill>
        <p:spPr>
          <a:xfrm xmlns:a="http://schemas.openxmlformats.org/drawingml/2006/main">
            <a:off x="3660559" y="2145949"/>
            <a:ext cx="276984" cy="276984"/>
          </a:xfrm>
          <a:prstGeom xmlns:a="http://schemas.openxmlformats.org/drawingml/2006/main" prst="rect">
            <a:avLst/>
          </a:prstGeom>
        </p:spPr>
      </p:pic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B9E67-6B79-4D2D-BC73-2C277AE7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769" y="2598318"/>
            <a:ext cx="131790" cy="230906"/>
          </a:xfrm>
          <a:custGeom xmlns:a="http://schemas.openxmlformats.org/drawingml/2006/main">
            <a:pathLst>
              <a:path w="131790" h="230906">
                <a:moveTo>
                  <a:pt x="78320" y="0"/>
                </a:moveTo>
                <a:lnTo>
                  <a:pt x="51959" y="211"/>
                </a:lnTo>
                <a:lnTo>
                  <a:pt x="52717" y="99204"/>
                </a:lnTo>
                <a:lnTo>
                  <a:pt x="0" y="99607"/>
                </a:lnTo>
                <a:lnTo>
                  <a:pt x="66897" y="230906"/>
                </a:lnTo>
                <a:lnTo>
                  <a:pt x="131790" y="98611"/>
                </a:lnTo>
                <a:lnTo>
                  <a:pt x="79070" y="99005"/>
                </a:lnTo>
                <a:lnTo>
                  <a:pt x="78320" y="0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72D55-DA1A-4326-96DB-CFC21739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301" y="2923535"/>
            <a:ext cx="1488193" cy="191260"/>
          </a:xfrm>
          <a:custGeom xmlns:a="http://schemas.openxmlformats.org/drawingml/2006/main">
            <a:pathLst>
              <a:path w="1488193" h="191260">
                <a:moveTo>
                  <a:pt x="1488193" y="131802"/>
                </a:moveTo>
                <a:lnTo>
                  <a:pt x="1422292" y="0"/>
                </a:lnTo>
                <a:lnTo>
                  <a:pt x="1356391" y="131802"/>
                </a:lnTo>
                <a:lnTo>
                  <a:pt x="1409112" y="131802"/>
                </a:lnTo>
                <a:lnTo>
                  <a:pt x="1409112" y="164899"/>
                </a:lnTo>
                <a:lnTo>
                  <a:pt x="0" y="164899"/>
                </a:lnTo>
                <a:lnTo>
                  <a:pt x="0" y="191260"/>
                </a:lnTo>
                <a:lnTo>
                  <a:pt x="1435472" y="191260"/>
                </a:lnTo>
                <a:lnTo>
                  <a:pt x="1435472" y="131802"/>
                </a:lnTo>
                <a:lnTo>
                  <a:pt x="1488193" y="131802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DABA4-1230-4DB7-9695-E0CC340A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957" y="2328082"/>
            <a:ext cx="1422585" cy="192724"/>
          </a:xfrm>
          <a:custGeom xmlns:a="http://schemas.openxmlformats.org/drawingml/2006/main">
            <a:pathLst>
              <a:path w="1422585" h="192724">
                <a:moveTo>
                  <a:pt x="0" y="65901"/>
                </a:moveTo>
                <a:lnTo>
                  <a:pt x="131802" y="131802"/>
                </a:lnTo>
                <a:lnTo>
                  <a:pt x="131802" y="79081"/>
                </a:lnTo>
                <a:lnTo>
                  <a:pt x="1396225" y="79081"/>
                </a:lnTo>
                <a:lnTo>
                  <a:pt x="1396225" y="166364"/>
                </a:lnTo>
                <a:lnTo>
                  <a:pt x="1396225" y="179544"/>
                </a:lnTo>
                <a:lnTo>
                  <a:pt x="1406476" y="169293"/>
                </a:lnTo>
                <a:lnTo>
                  <a:pt x="1406476" y="192724"/>
                </a:lnTo>
                <a:lnTo>
                  <a:pt x="1422585" y="192724"/>
                </a:lnTo>
                <a:lnTo>
                  <a:pt x="1422585" y="52721"/>
                </a:lnTo>
                <a:lnTo>
                  <a:pt x="131802" y="52721"/>
                </a:lnTo>
                <a:lnTo>
                  <a:pt x="131802" y="0"/>
                </a:lnTo>
                <a:lnTo>
                  <a:pt x="0" y="6590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SearchAPI">
            <a:extLst xmlns:a="http://schemas.openxmlformats.org/drawingml/2006/main">
              <a:ext uri="{FF2B5EF4-FFF2-40B4-BE49-F238E27FC236}">
                <a16:creationId xmlns:a16="http://schemas.microsoft.com/office/drawing/2014/main" id="{AC2637F8-7764-436A-80D6-CBD68DEB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51" y="2228220"/>
            <a:ext cx="576105" cy="86290"/>
          </a:xfrm>
          <a:custGeom xmlns:a="http://schemas.openxmlformats.org/drawingml/2006/main">
            <a:pathLst>
              <a:path w="576105" h="86290">
                <a:moveTo>
                  <a:pt x="0" y="58058"/>
                </a:moveTo>
                <a:lnTo>
                  <a:pt x="10416" y="57147"/>
                </a:lnTo>
                <a:cubicBezTo>
                  <a:pt x="10910" y="61322"/>
                  <a:pt x="12058" y="64746"/>
                  <a:pt x="13860" y="67421"/>
                </a:cubicBezTo>
                <a:cubicBezTo>
                  <a:pt x="15662" y="70097"/>
                  <a:pt x="18461" y="72260"/>
                  <a:pt x="22256" y="73910"/>
                </a:cubicBezTo>
                <a:cubicBezTo>
                  <a:pt x="26050" y="75561"/>
                  <a:pt x="30319" y="76386"/>
                  <a:pt x="35063" y="76386"/>
                </a:cubicBezTo>
                <a:cubicBezTo>
                  <a:pt x="39275" y="76386"/>
                  <a:pt x="42993" y="75760"/>
                  <a:pt x="46219" y="74508"/>
                </a:cubicBezTo>
                <a:cubicBezTo>
                  <a:pt x="49444" y="73256"/>
                  <a:pt x="51844" y="71539"/>
                  <a:pt x="53419" y="69357"/>
                </a:cubicBezTo>
                <a:cubicBezTo>
                  <a:pt x="54994" y="67175"/>
                  <a:pt x="55781" y="64800"/>
                  <a:pt x="55781" y="62231"/>
                </a:cubicBezTo>
                <a:cubicBezTo>
                  <a:pt x="55781" y="59625"/>
                  <a:pt x="55022" y="57349"/>
                  <a:pt x="53505" y="55404"/>
                </a:cubicBezTo>
                <a:cubicBezTo>
                  <a:pt x="51987" y="53458"/>
                  <a:pt x="49482" y="51822"/>
                  <a:pt x="45991" y="50497"/>
                </a:cubicBezTo>
                <a:cubicBezTo>
                  <a:pt x="43752" y="49626"/>
                  <a:pt x="38800" y="48273"/>
                  <a:pt x="31135" y="46438"/>
                </a:cubicBezTo>
                <a:cubicBezTo>
                  <a:pt x="23470" y="44602"/>
                  <a:pt x="18100" y="42867"/>
                  <a:pt x="15027" y="41231"/>
                </a:cubicBezTo>
                <a:cubicBezTo>
                  <a:pt x="11042" y="39141"/>
                  <a:pt x="8073" y="36546"/>
                  <a:pt x="6119" y="33447"/>
                </a:cubicBezTo>
                <a:cubicBezTo>
                  <a:pt x="4165" y="30349"/>
                  <a:pt x="3188" y="26880"/>
                  <a:pt x="3188" y="23040"/>
                </a:cubicBezTo>
                <a:cubicBezTo>
                  <a:pt x="3188" y="18820"/>
                  <a:pt x="4383" y="14875"/>
                  <a:pt x="6773" y="11206"/>
                </a:cubicBezTo>
                <a:cubicBezTo>
                  <a:pt x="9164" y="7537"/>
                  <a:pt x="12655" y="4752"/>
                  <a:pt x="17247" y="2851"/>
                </a:cubicBezTo>
                <a:cubicBezTo>
                  <a:pt x="21838" y="950"/>
                  <a:pt x="26942" y="0"/>
                  <a:pt x="32558" y="0"/>
                </a:cubicBezTo>
                <a:cubicBezTo>
                  <a:pt x="38743" y="0"/>
                  <a:pt x="44198" y="996"/>
                  <a:pt x="48923" y="2988"/>
                </a:cubicBezTo>
                <a:cubicBezTo>
                  <a:pt x="53647" y="4980"/>
                  <a:pt x="57280" y="7912"/>
                  <a:pt x="59823" y="11782"/>
                </a:cubicBezTo>
                <a:cubicBezTo>
                  <a:pt x="62365" y="15653"/>
                  <a:pt x="63731" y="20036"/>
                  <a:pt x="63921" y="24931"/>
                </a:cubicBezTo>
                <a:lnTo>
                  <a:pt x="53334" y="25728"/>
                </a:lnTo>
                <a:cubicBezTo>
                  <a:pt x="52765" y="20509"/>
                  <a:pt x="50839" y="16567"/>
                  <a:pt x="47556" y="13903"/>
                </a:cubicBezTo>
                <a:cubicBezTo>
                  <a:pt x="44274" y="11237"/>
                  <a:pt x="39426" y="9904"/>
                  <a:pt x="33013" y="9904"/>
                </a:cubicBezTo>
                <a:cubicBezTo>
                  <a:pt x="26335" y="9904"/>
                  <a:pt x="21468" y="11125"/>
                  <a:pt x="18414" y="13566"/>
                </a:cubicBezTo>
                <a:cubicBezTo>
                  <a:pt x="15359" y="16007"/>
                  <a:pt x="13832" y="18950"/>
                  <a:pt x="13832" y="22394"/>
                </a:cubicBezTo>
                <a:cubicBezTo>
                  <a:pt x="13832" y="25384"/>
                  <a:pt x="14913" y="27844"/>
                  <a:pt x="17076" y="29774"/>
                </a:cubicBezTo>
                <a:cubicBezTo>
                  <a:pt x="19201" y="31705"/>
                  <a:pt x="24751" y="33683"/>
                  <a:pt x="33725" y="35708"/>
                </a:cubicBezTo>
                <a:cubicBezTo>
                  <a:pt x="42699" y="37732"/>
                  <a:pt x="48856" y="39502"/>
                  <a:pt x="52195" y="41016"/>
                </a:cubicBezTo>
                <a:cubicBezTo>
                  <a:pt x="57053" y="43251"/>
                  <a:pt x="60639" y="46082"/>
                  <a:pt x="62953" y="49510"/>
                </a:cubicBezTo>
                <a:cubicBezTo>
                  <a:pt x="65268" y="52937"/>
                  <a:pt x="66425" y="56884"/>
                  <a:pt x="66425" y="61352"/>
                </a:cubicBezTo>
                <a:cubicBezTo>
                  <a:pt x="66425" y="65784"/>
                  <a:pt x="65154" y="69959"/>
                  <a:pt x="62612" y="73878"/>
                </a:cubicBezTo>
                <a:cubicBezTo>
                  <a:pt x="60069" y="77797"/>
                  <a:pt x="56417" y="80846"/>
                  <a:pt x="51655" y="83025"/>
                </a:cubicBezTo>
                <a:cubicBezTo>
                  <a:pt x="46892" y="85202"/>
                  <a:pt x="41532" y="86290"/>
                  <a:pt x="35575" y="86290"/>
                </a:cubicBezTo>
                <a:cubicBezTo>
                  <a:pt x="28024" y="86290"/>
                  <a:pt x="21696" y="85190"/>
                  <a:pt x="16592" y="82989"/>
                </a:cubicBezTo>
                <a:cubicBezTo>
                  <a:pt x="11488" y="80788"/>
                  <a:pt x="7485" y="77477"/>
                  <a:pt x="4582" y="73057"/>
                </a:cubicBezTo>
                <a:cubicBezTo>
                  <a:pt x="1679" y="68636"/>
                  <a:pt x="152" y="63636"/>
                  <a:pt x="0" y="58058"/>
                </a:cubicBezTo>
                <a:close/>
                <a:moveTo>
                  <a:pt x="121738" y="65344"/>
                </a:moveTo>
                <a:lnTo>
                  <a:pt x="132325" y="66710"/>
                </a:lnTo>
                <a:cubicBezTo>
                  <a:pt x="130655" y="72913"/>
                  <a:pt x="127563" y="77728"/>
                  <a:pt x="123047" y="81153"/>
                </a:cubicBezTo>
                <a:cubicBezTo>
                  <a:pt x="118531" y="84578"/>
                  <a:pt x="112764" y="86290"/>
                  <a:pt x="105744" y="86290"/>
                </a:cubicBezTo>
                <a:cubicBezTo>
                  <a:pt x="96902" y="86290"/>
                  <a:pt x="89891" y="83568"/>
                  <a:pt x="84712" y="78122"/>
                </a:cubicBezTo>
                <a:cubicBezTo>
                  <a:pt x="79532" y="72677"/>
                  <a:pt x="76942" y="65040"/>
                  <a:pt x="76942" y="55212"/>
                </a:cubicBezTo>
                <a:cubicBezTo>
                  <a:pt x="76942" y="45043"/>
                  <a:pt x="79560" y="37150"/>
                  <a:pt x="84797" y="31534"/>
                </a:cubicBezTo>
                <a:cubicBezTo>
                  <a:pt x="90034" y="25917"/>
                  <a:pt x="96826" y="23109"/>
                  <a:pt x="105174" y="23109"/>
                </a:cubicBezTo>
                <a:cubicBezTo>
                  <a:pt x="113257" y="23109"/>
                  <a:pt x="119860" y="25856"/>
                  <a:pt x="124982" y="31350"/>
                </a:cubicBezTo>
                <a:cubicBezTo>
                  <a:pt x="130105" y="36843"/>
                  <a:pt x="132667" y="44571"/>
                  <a:pt x="132667" y="54534"/>
                </a:cubicBezTo>
                <a:cubicBezTo>
                  <a:pt x="132667" y="55140"/>
                  <a:pt x="132648" y="56049"/>
                  <a:pt x="132610" y="57261"/>
                </a:cubicBezTo>
                <a:lnTo>
                  <a:pt x="87529" y="57261"/>
                </a:lnTo>
                <a:cubicBezTo>
                  <a:pt x="87909" y="63921"/>
                  <a:pt x="89787" y="69020"/>
                  <a:pt x="93164" y="72558"/>
                </a:cubicBezTo>
                <a:cubicBezTo>
                  <a:pt x="96541" y="76097"/>
                  <a:pt x="100754" y="77866"/>
                  <a:pt x="105800" y="77866"/>
                </a:cubicBezTo>
                <a:cubicBezTo>
                  <a:pt x="109557" y="77866"/>
                  <a:pt x="112764" y="76871"/>
                  <a:pt x="115420" y="74880"/>
                </a:cubicBezTo>
                <a:cubicBezTo>
                  <a:pt x="118076" y="72888"/>
                  <a:pt x="120182" y="69709"/>
                  <a:pt x="121738" y="65344"/>
                </a:cubicBezTo>
                <a:moveTo>
                  <a:pt x="88098" y="48837"/>
                </a:moveTo>
                <a:lnTo>
                  <a:pt x="121852" y="48837"/>
                </a:lnTo>
                <a:cubicBezTo>
                  <a:pt x="121396" y="43769"/>
                  <a:pt x="120106" y="39968"/>
                  <a:pt x="117981" y="37434"/>
                </a:cubicBezTo>
                <a:cubicBezTo>
                  <a:pt x="114718" y="33500"/>
                  <a:pt x="110487" y="31534"/>
                  <a:pt x="105288" y="31534"/>
                </a:cubicBezTo>
                <a:cubicBezTo>
                  <a:pt x="100583" y="31534"/>
                  <a:pt x="96627" y="33104"/>
                  <a:pt x="93420" y="36244"/>
                </a:cubicBezTo>
                <a:cubicBezTo>
                  <a:pt x="90214" y="39383"/>
                  <a:pt x="88440" y="43580"/>
                  <a:pt x="88098" y="48837"/>
                </a:cubicBezTo>
                <a:close/>
                <a:moveTo>
                  <a:pt x="184825" y="77297"/>
                </a:moveTo>
                <a:cubicBezTo>
                  <a:pt x="181030" y="80585"/>
                  <a:pt x="177378" y="82907"/>
                  <a:pt x="173868" y="84261"/>
                </a:cubicBezTo>
                <a:cubicBezTo>
                  <a:pt x="170358" y="85614"/>
                  <a:pt x="166592" y="86290"/>
                  <a:pt x="162569" y="86290"/>
                </a:cubicBezTo>
                <a:cubicBezTo>
                  <a:pt x="155929" y="86290"/>
                  <a:pt x="150825" y="84668"/>
                  <a:pt x="147258" y="81424"/>
                </a:cubicBezTo>
                <a:cubicBezTo>
                  <a:pt x="143691" y="78179"/>
                  <a:pt x="141908" y="74034"/>
                  <a:pt x="141908" y="68987"/>
                </a:cubicBezTo>
                <a:cubicBezTo>
                  <a:pt x="141908" y="66027"/>
                  <a:pt x="142581" y="63323"/>
                  <a:pt x="143928" y="60876"/>
                </a:cubicBezTo>
                <a:cubicBezTo>
                  <a:pt x="145275" y="58428"/>
                  <a:pt x="147040" y="56464"/>
                  <a:pt x="149222" y="54985"/>
                </a:cubicBezTo>
                <a:cubicBezTo>
                  <a:pt x="151404" y="53505"/>
                  <a:pt x="153861" y="52385"/>
                  <a:pt x="156593" y="51626"/>
                </a:cubicBezTo>
                <a:cubicBezTo>
                  <a:pt x="158604" y="51095"/>
                  <a:pt x="161640" y="50583"/>
                  <a:pt x="165700" y="50089"/>
                </a:cubicBezTo>
                <a:cubicBezTo>
                  <a:pt x="173972" y="49103"/>
                  <a:pt x="180063" y="47926"/>
                  <a:pt x="183971" y="46560"/>
                </a:cubicBezTo>
                <a:cubicBezTo>
                  <a:pt x="184009" y="45162"/>
                  <a:pt x="184028" y="44274"/>
                  <a:pt x="184028" y="43896"/>
                </a:cubicBezTo>
                <a:cubicBezTo>
                  <a:pt x="184028" y="39737"/>
                  <a:pt x="183061" y="36808"/>
                  <a:pt x="181125" y="35107"/>
                </a:cubicBezTo>
                <a:cubicBezTo>
                  <a:pt x="178507" y="32801"/>
                  <a:pt x="174617" y="31647"/>
                  <a:pt x="169457" y="31647"/>
                </a:cubicBezTo>
                <a:cubicBezTo>
                  <a:pt x="164638" y="31647"/>
                  <a:pt x="161080" y="32492"/>
                  <a:pt x="158784" y="34180"/>
                </a:cubicBezTo>
                <a:cubicBezTo>
                  <a:pt x="156489" y="35869"/>
                  <a:pt x="154790" y="38857"/>
                  <a:pt x="153690" y="43145"/>
                </a:cubicBezTo>
                <a:lnTo>
                  <a:pt x="143672" y="41779"/>
                </a:lnTo>
                <a:cubicBezTo>
                  <a:pt x="144583" y="37478"/>
                  <a:pt x="146082" y="34005"/>
                  <a:pt x="148169" y="31359"/>
                </a:cubicBezTo>
                <a:cubicBezTo>
                  <a:pt x="150256" y="28714"/>
                  <a:pt x="153273" y="26678"/>
                  <a:pt x="157219" y="25251"/>
                </a:cubicBezTo>
                <a:cubicBezTo>
                  <a:pt x="161165" y="23823"/>
                  <a:pt x="165738" y="23109"/>
                  <a:pt x="170937" y="23109"/>
                </a:cubicBezTo>
                <a:cubicBezTo>
                  <a:pt x="176097" y="23109"/>
                  <a:pt x="180290" y="23719"/>
                  <a:pt x="183516" y="24938"/>
                </a:cubicBezTo>
                <a:cubicBezTo>
                  <a:pt x="186741" y="26156"/>
                  <a:pt x="189113" y="27689"/>
                  <a:pt x="190631" y="29536"/>
                </a:cubicBezTo>
                <a:cubicBezTo>
                  <a:pt x="192149" y="31382"/>
                  <a:pt x="193211" y="33715"/>
                  <a:pt x="193818" y="36534"/>
                </a:cubicBezTo>
                <a:cubicBezTo>
                  <a:pt x="194160" y="38285"/>
                  <a:pt x="194331" y="41431"/>
                  <a:pt x="194331" y="45972"/>
                </a:cubicBezTo>
                <a:lnTo>
                  <a:pt x="194331" y="59593"/>
                </a:lnTo>
                <a:cubicBezTo>
                  <a:pt x="194331" y="69091"/>
                  <a:pt x="194549" y="75106"/>
                  <a:pt x="194985" y="77639"/>
                </a:cubicBezTo>
                <a:cubicBezTo>
                  <a:pt x="195422" y="80172"/>
                  <a:pt x="196285" y="82600"/>
                  <a:pt x="197575" y="84924"/>
                </a:cubicBezTo>
                <a:lnTo>
                  <a:pt x="186874" y="84924"/>
                </a:lnTo>
                <a:cubicBezTo>
                  <a:pt x="185812" y="82751"/>
                  <a:pt x="185129" y="80208"/>
                  <a:pt x="184825" y="77297"/>
                </a:cubicBezTo>
                <a:moveTo>
                  <a:pt x="183971" y="54643"/>
                </a:moveTo>
                <a:cubicBezTo>
                  <a:pt x="180253" y="56154"/>
                  <a:pt x="174674" y="57438"/>
                  <a:pt x="167237" y="58496"/>
                </a:cubicBezTo>
                <a:cubicBezTo>
                  <a:pt x="163025" y="59099"/>
                  <a:pt x="160046" y="59779"/>
                  <a:pt x="158300" y="60534"/>
                </a:cubicBezTo>
                <a:cubicBezTo>
                  <a:pt x="156555" y="61290"/>
                  <a:pt x="155208" y="62394"/>
                  <a:pt x="154259" y="63848"/>
                </a:cubicBezTo>
                <a:cubicBezTo>
                  <a:pt x="153311" y="65302"/>
                  <a:pt x="152836" y="66916"/>
                  <a:pt x="152836" y="68691"/>
                </a:cubicBezTo>
                <a:cubicBezTo>
                  <a:pt x="152836" y="71411"/>
                  <a:pt x="153870" y="73677"/>
                  <a:pt x="155938" y="75490"/>
                </a:cubicBezTo>
                <a:cubicBezTo>
                  <a:pt x="158006" y="77302"/>
                  <a:pt x="161033" y="78208"/>
                  <a:pt x="165017" y="78208"/>
                </a:cubicBezTo>
                <a:cubicBezTo>
                  <a:pt x="168963" y="78208"/>
                  <a:pt x="172474" y="77347"/>
                  <a:pt x="175547" y="75627"/>
                </a:cubicBezTo>
                <a:cubicBezTo>
                  <a:pt x="178621" y="73905"/>
                  <a:pt x="180879" y="71553"/>
                  <a:pt x="182321" y="68571"/>
                </a:cubicBezTo>
                <a:cubicBezTo>
                  <a:pt x="183421" y="66269"/>
                  <a:pt x="183971" y="62872"/>
                  <a:pt x="183971" y="58380"/>
                </a:cubicBezTo>
                <a:lnTo>
                  <a:pt x="183971" y="54643"/>
                </a:lnTo>
                <a:close/>
                <a:moveTo>
                  <a:pt x="210288" y="84924"/>
                </a:moveTo>
                <a:lnTo>
                  <a:pt x="210288" y="24476"/>
                </a:lnTo>
                <a:lnTo>
                  <a:pt x="219509" y="24476"/>
                </a:lnTo>
                <a:lnTo>
                  <a:pt x="219509" y="33640"/>
                </a:lnTo>
                <a:cubicBezTo>
                  <a:pt x="221861" y="29352"/>
                  <a:pt x="224034" y="26525"/>
                  <a:pt x="226026" y="25159"/>
                </a:cubicBezTo>
                <a:cubicBezTo>
                  <a:pt x="228018" y="23792"/>
                  <a:pt x="230210" y="23109"/>
                  <a:pt x="232600" y="23109"/>
                </a:cubicBezTo>
                <a:cubicBezTo>
                  <a:pt x="236053" y="23109"/>
                  <a:pt x="239563" y="24210"/>
                  <a:pt x="243130" y="26411"/>
                </a:cubicBezTo>
                <a:lnTo>
                  <a:pt x="239601" y="35909"/>
                </a:lnTo>
                <a:cubicBezTo>
                  <a:pt x="237097" y="34434"/>
                  <a:pt x="234592" y="33697"/>
                  <a:pt x="232088" y="33697"/>
                </a:cubicBezTo>
                <a:cubicBezTo>
                  <a:pt x="229849" y="33697"/>
                  <a:pt x="227838" y="34370"/>
                  <a:pt x="226054" y="35717"/>
                </a:cubicBezTo>
                <a:cubicBezTo>
                  <a:pt x="224271" y="37064"/>
                  <a:pt x="223000" y="38933"/>
                  <a:pt x="222241" y="41324"/>
                </a:cubicBezTo>
                <a:cubicBezTo>
                  <a:pt x="221102" y="44967"/>
                  <a:pt x="220533" y="48951"/>
                  <a:pt x="220533" y="53277"/>
                </a:cubicBezTo>
                <a:lnTo>
                  <a:pt x="220533" y="84924"/>
                </a:lnTo>
                <a:lnTo>
                  <a:pt x="210288" y="84924"/>
                </a:lnTo>
                <a:close/>
                <a:moveTo>
                  <a:pt x="289095" y="62726"/>
                </a:moveTo>
                <a:lnTo>
                  <a:pt x="299170" y="64092"/>
                </a:lnTo>
                <a:cubicBezTo>
                  <a:pt x="298069" y="71036"/>
                  <a:pt x="295252" y="76472"/>
                  <a:pt x="290717" y="80399"/>
                </a:cubicBezTo>
                <a:cubicBezTo>
                  <a:pt x="286183" y="84327"/>
                  <a:pt x="280614" y="86290"/>
                  <a:pt x="274011" y="86290"/>
                </a:cubicBezTo>
                <a:cubicBezTo>
                  <a:pt x="265739" y="86290"/>
                  <a:pt x="259089" y="83587"/>
                  <a:pt x="254061" y="78179"/>
                </a:cubicBezTo>
                <a:cubicBezTo>
                  <a:pt x="249033" y="72772"/>
                  <a:pt x="246519" y="65021"/>
                  <a:pt x="246519" y="54928"/>
                </a:cubicBezTo>
                <a:cubicBezTo>
                  <a:pt x="246519" y="48401"/>
                  <a:pt x="247600" y="42690"/>
                  <a:pt x="249763" y="37795"/>
                </a:cubicBezTo>
                <a:cubicBezTo>
                  <a:pt x="251926" y="32900"/>
                  <a:pt x="255218" y="29228"/>
                  <a:pt x="259639" y="26781"/>
                </a:cubicBezTo>
                <a:cubicBezTo>
                  <a:pt x="264060" y="24333"/>
                  <a:pt x="268870" y="23109"/>
                  <a:pt x="274068" y="23109"/>
                </a:cubicBezTo>
                <a:cubicBezTo>
                  <a:pt x="280633" y="23109"/>
                  <a:pt x="286002" y="24760"/>
                  <a:pt x="290176" y="28061"/>
                </a:cubicBezTo>
                <a:cubicBezTo>
                  <a:pt x="294351" y="31362"/>
                  <a:pt x="297026" y="36048"/>
                  <a:pt x="298202" y="42121"/>
                </a:cubicBezTo>
                <a:lnTo>
                  <a:pt x="288241" y="43714"/>
                </a:lnTo>
                <a:cubicBezTo>
                  <a:pt x="287293" y="39673"/>
                  <a:pt x="285613" y="36633"/>
                  <a:pt x="283204" y="34593"/>
                </a:cubicBezTo>
                <a:cubicBezTo>
                  <a:pt x="280794" y="32553"/>
                  <a:pt x="277882" y="31534"/>
                  <a:pt x="274467" y="31534"/>
                </a:cubicBezTo>
                <a:cubicBezTo>
                  <a:pt x="269306" y="31534"/>
                  <a:pt x="265113" y="33383"/>
                  <a:pt x="261887" y="37083"/>
                </a:cubicBezTo>
                <a:cubicBezTo>
                  <a:pt x="258662" y="40783"/>
                  <a:pt x="257049" y="46636"/>
                  <a:pt x="257049" y="54643"/>
                </a:cubicBezTo>
                <a:cubicBezTo>
                  <a:pt x="257049" y="62764"/>
                  <a:pt x="258605" y="68664"/>
                  <a:pt x="261717" y="72345"/>
                </a:cubicBezTo>
                <a:cubicBezTo>
                  <a:pt x="264828" y="76026"/>
                  <a:pt x="268888" y="77866"/>
                  <a:pt x="273897" y="77866"/>
                </a:cubicBezTo>
                <a:cubicBezTo>
                  <a:pt x="277920" y="77866"/>
                  <a:pt x="281278" y="76628"/>
                  <a:pt x="283972" y="74152"/>
                </a:cubicBezTo>
                <a:cubicBezTo>
                  <a:pt x="286666" y="71676"/>
                  <a:pt x="288374" y="67867"/>
                  <a:pt x="289095" y="62726"/>
                </a:cubicBezTo>
                <a:close/>
                <a:moveTo>
                  <a:pt x="308228" y="84924"/>
                </a:moveTo>
                <a:lnTo>
                  <a:pt x="308228" y="1480"/>
                </a:lnTo>
                <a:lnTo>
                  <a:pt x="318474" y="1480"/>
                </a:lnTo>
                <a:lnTo>
                  <a:pt x="318474" y="31473"/>
                </a:lnTo>
                <a:cubicBezTo>
                  <a:pt x="323255" y="25897"/>
                  <a:pt x="329289" y="23109"/>
                  <a:pt x="336574" y="23109"/>
                </a:cubicBezTo>
                <a:cubicBezTo>
                  <a:pt x="341052" y="23109"/>
                  <a:pt x="344942" y="23992"/>
                  <a:pt x="348243" y="25756"/>
                </a:cubicBezTo>
                <a:cubicBezTo>
                  <a:pt x="351544" y="27521"/>
                  <a:pt x="353906" y="29959"/>
                  <a:pt x="355329" y="33070"/>
                </a:cubicBezTo>
                <a:cubicBezTo>
                  <a:pt x="356752" y="36182"/>
                  <a:pt x="357464" y="40698"/>
                  <a:pt x="357464" y="46617"/>
                </a:cubicBezTo>
                <a:lnTo>
                  <a:pt x="357464" y="84924"/>
                </a:lnTo>
                <a:lnTo>
                  <a:pt x="347218" y="84924"/>
                </a:lnTo>
                <a:lnTo>
                  <a:pt x="347218" y="46658"/>
                </a:lnTo>
                <a:cubicBezTo>
                  <a:pt x="347218" y="41541"/>
                  <a:pt x="346108" y="37817"/>
                  <a:pt x="343889" y="35486"/>
                </a:cubicBezTo>
                <a:cubicBezTo>
                  <a:pt x="341669" y="33155"/>
                  <a:pt x="338529" y="31989"/>
                  <a:pt x="334468" y="31989"/>
                </a:cubicBezTo>
                <a:cubicBezTo>
                  <a:pt x="331433" y="31989"/>
                  <a:pt x="328577" y="32776"/>
                  <a:pt x="325902" y="34349"/>
                </a:cubicBezTo>
                <a:cubicBezTo>
                  <a:pt x="323227" y="35922"/>
                  <a:pt x="321320" y="38054"/>
                  <a:pt x="320181" y="40746"/>
                </a:cubicBezTo>
                <a:cubicBezTo>
                  <a:pt x="319043" y="43436"/>
                  <a:pt x="318474" y="47151"/>
                  <a:pt x="318474" y="51889"/>
                </a:cubicBezTo>
                <a:lnTo>
                  <a:pt x="318474" y="84924"/>
                </a:lnTo>
                <a:lnTo>
                  <a:pt x="308228" y="84924"/>
                </a:lnTo>
                <a:close/>
                <a:moveTo>
                  <a:pt x="398200" y="84924"/>
                </a:moveTo>
                <a:lnTo>
                  <a:pt x="430246" y="1480"/>
                </a:lnTo>
                <a:lnTo>
                  <a:pt x="442142" y="1480"/>
                </a:lnTo>
                <a:lnTo>
                  <a:pt x="476294" y="84924"/>
                </a:lnTo>
                <a:lnTo>
                  <a:pt x="463715" y="84924"/>
                </a:lnTo>
                <a:lnTo>
                  <a:pt x="453982" y="59652"/>
                </a:lnTo>
                <a:lnTo>
                  <a:pt x="419090" y="59652"/>
                </a:lnTo>
                <a:lnTo>
                  <a:pt x="409926" y="84924"/>
                </a:lnTo>
                <a:lnTo>
                  <a:pt x="398200" y="84924"/>
                </a:lnTo>
                <a:moveTo>
                  <a:pt x="422277" y="50659"/>
                </a:moveTo>
                <a:lnTo>
                  <a:pt x="450566" y="50659"/>
                </a:lnTo>
                <a:lnTo>
                  <a:pt x="441858" y="27528"/>
                </a:lnTo>
                <a:cubicBezTo>
                  <a:pt x="439201" y="20518"/>
                  <a:pt x="437228" y="14720"/>
                  <a:pt x="435938" y="10132"/>
                </a:cubicBezTo>
                <a:cubicBezTo>
                  <a:pt x="434876" y="15552"/>
                  <a:pt x="433377" y="20903"/>
                  <a:pt x="431441" y="26183"/>
                </a:cubicBezTo>
                <a:lnTo>
                  <a:pt x="422277" y="50659"/>
                </a:lnTo>
                <a:close/>
                <a:moveTo>
                  <a:pt x="485274" y="84924"/>
                </a:moveTo>
                <a:lnTo>
                  <a:pt x="485274" y="1480"/>
                </a:lnTo>
                <a:lnTo>
                  <a:pt x="516751" y="1480"/>
                </a:lnTo>
                <a:cubicBezTo>
                  <a:pt x="522291" y="1480"/>
                  <a:pt x="526522" y="1746"/>
                  <a:pt x="529444" y="2277"/>
                </a:cubicBezTo>
                <a:cubicBezTo>
                  <a:pt x="533542" y="2960"/>
                  <a:pt x="536976" y="4259"/>
                  <a:pt x="539746" y="6176"/>
                </a:cubicBezTo>
                <a:cubicBezTo>
                  <a:pt x="542516" y="8092"/>
                  <a:pt x="544746" y="10777"/>
                  <a:pt x="546434" y="14230"/>
                </a:cubicBezTo>
                <a:cubicBezTo>
                  <a:pt x="548123" y="17683"/>
                  <a:pt x="548967" y="21478"/>
                  <a:pt x="548967" y="25614"/>
                </a:cubicBezTo>
                <a:cubicBezTo>
                  <a:pt x="548967" y="32710"/>
                  <a:pt x="546709" y="38715"/>
                  <a:pt x="542194" y="43629"/>
                </a:cubicBezTo>
                <a:cubicBezTo>
                  <a:pt x="537678" y="48543"/>
                  <a:pt x="529520" y="51000"/>
                  <a:pt x="517718" y="51000"/>
                </a:cubicBezTo>
                <a:lnTo>
                  <a:pt x="496316" y="51000"/>
                </a:lnTo>
                <a:lnTo>
                  <a:pt x="496316" y="84924"/>
                </a:lnTo>
                <a:lnTo>
                  <a:pt x="485274" y="84924"/>
                </a:lnTo>
                <a:moveTo>
                  <a:pt x="496316" y="41096"/>
                </a:moveTo>
                <a:lnTo>
                  <a:pt x="517889" y="41096"/>
                </a:lnTo>
                <a:cubicBezTo>
                  <a:pt x="525023" y="41096"/>
                  <a:pt x="530089" y="39773"/>
                  <a:pt x="533087" y="37128"/>
                </a:cubicBezTo>
                <a:cubicBezTo>
                  <a:pt x="536084" y="34481"/>
                  <a:pt x="537583" y="30757"/>
                  <a:pt x="537583" y="25957"/>
                </a:cubicBezTo>
                <a:cubicBezTo>
                  <a:pt x="537583" y="22479"/>
                  <a:pt x="536701" y="19502"/>
                  <a:pt x="534937" y="17026"/>
                </a:cubicBezTo>
                <a:cubicBezTo>
                  <a:pt x="533172" y="14550"/>
                  <a:pt x="530848" y="12915"/>
                  <a:pt x="527964" y="12120"/>
                </a:cubicBezTo>
                <a:cubicBezTo>
                  <a:pt x="526104" y="11629"/>
                  <a:pt x="522670" y="11384"/>
                  <a:pt x="517661" y="11384"/>
                </a:cubicBezTo>
                <a:lnTo>
                  <a:pt x="496316" y="11384"/>
                </a:lnTo>
                <a:lnTo>
                  <a:pt x="496316" y="41096"/>
                </a:lnTo>
                <a:close/>
                <a:moveTo>
                  <a:pt x="565063" y="84924"/>
                </a:moveTo>
                <a:lnTo>
                  <a:pt x="565063" y="1480"/>
                </a:lnTo>
                <a:lnTo>
                  <a:pt x="576105" y="1480"/>
                </a:lnTo>
                <a:lnTo>
                  <a:pt x="576105" y="84924"/>
                </a:lnTo>
                <a:lnTo>
                  <a:pt x="565063" y="849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e7f2177814265"/>
          <a:stretch xmlns:a="http://schemas.openxmlformats.org/drawingml/2006/main"/>
        </p:blipFill>
        <p:spPr>
          <a:xfrm xmlns:a="http://schemas.openxmlformats.org/drawingml/2006/main">
            <a:off x="6216936" y="2077998"/>
            <a:ext cx="276984" cy="276984"/>
          </a:xfrm>
          <a:prstGeom xmlns:a="http://schemas.openxmlformats.org/drawingml/2006/main" prst="rect">
            <a:avLst/>
          </a:prstGeom>
        </p:spPr>
      </p:pic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2C509-BF9F-4542-B6CC-1EB05933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489" y="2651437"/>
            <a:ext cx="500263" cy="131802"/>
          </a:xfrm>
          <a:custGeom xmlns:a="http://schemas.openxmlformats.org/drawingml/2006/main">
            <a:pathLst>
              <a:path w="500263" h="131802">
                <a:moveTo>
                  <a:pt x="0" y="52721"/>
                </a:moveTo>
                <a:lnTo>
                  <a:pt x="0" y="79081"/>
                </a:lnTo>
                <a:lnTo>
                  <a:pt x="368460" y="79081"/>
                </a:lnTo>
                <a:lnTo>
                  <a:pt x="368460" y="131802"/>
                </a:lnTo>
                <a:lnTo>
                  <a:pt x="500263" y="65901"/>
                </a:lnTo>
                <a:lnTo>
                  <a:pt x="368460" y="0"/>
                </a:lnTo>
                <a:lnTo>
                  <a:pt x="368460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F10CC-8E86-46BA-9629-8A6AE3E4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503" y="4181807"/>
            <a:ext cx="1120611" cy="415909"/>
          </a:xfrm>
          <a:custGeom xmlns:a="http://schemas.openxmlformats.org/drawingml/2006/main">
            <a:pathLst>
              <a:path w="1120611" h="415909">
                <a:moveTo>
                  <a:pt x="0" y="174916"/>
                </a:moveTo>
                <a:cubicBezTo>
                  <a:pt x="0" y="78238"/>
                  <a:pt x="78238" y="0"/>
                  <a:pt x="174330" y="586"/>
                </a:cubicBezTo>
                <a:lnTo>
                  <a:pt x="946164" y="586"/>
                </a:lnTo>
                <a:cubicBezTo>
                  <a:pt x="1042374" y="0"/>
                  <a:pt x="1120611" y="78238"/>
                  <a:pt x="1120494" y="174916"/>
                </a:cubicBezTo>
                <a:lnTo>
                  <a:pt x="1120494" y="240993"/>
                </a:lnTo>
                <a:cubicBezTo>
                  <a:pt x="1120611" y="337671"/>
                  <a:pt x="1042374" y="415909"/>
                  <a:pt x="946164" y="415323"/>
                </a:cubicBezTo>
                <a:lnTo>
                  <a:pt x="174330" y="415323"/>
                </a:lnTo>
                <a:cubicBezTo>
                  <a:pt x="78238" y="415909"/>
                  <a:pt x="0" y="337671"/>
                  <a:pt x="0" y="240993"/>
                </a:cubicBezTo>
                <a:lnTo>
                  <a:pt x="0" y="1749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701B0-FADF-47A3-B459-6813D9ED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646" y="4175949"/>
            <a:ext cx="1132327" cy="427625"/>
          </a:xfrm>
          <a:custGeom xmlns:a="http://schemas.openxmlformats.org/drawingml/2006/main">
            <a:pathLst>
              <a:path w="1132327" h="427625">
                <a:moveTo>
                  <a:pt x="2074" y="274512"/>
                </a:moveTo>
                <a:lnTo>
                  <a:pt x="3667" y="283404"/>
                </a:lnTo>
                <a:lnTo>
                  <a:pt x="5682" y="292144"/>
                </a:lnTo>
                <a:lnTo>
                  <a:pt x="8119" y="300720"/>
                </a:lnTo>
                <a:lnTo>
                  <a:pt x="10954" y="309108"/>
                </a:lnTo>
                <a:lnTo>
                  <a:pt x="14199" y="317321"/>
                </a:lnTo>
                <a:lnTo>
                  <a:pt x="17808" y="325323"/>
                </a:lnTo>
                <a:lnTo>
                  <a:pt x="21803" y="333102"/>
                </a:lnTo>
                <a:lnTo>
                  <a:pt x="26150" y="340671"/>
                </a:lnTo>
                <a:lnTo>
                  <a:pt x="30848" y="347993"/>
                </a:lnTo>
                <a:lnTo>
                  <a:pt x="35885" y="355081"/>
                </a:lnTo>
                <a:lnTo>
                  <a:pt x="41239" y="361900"/>
                </a:lnTo>
                <a:lnTo>
                  <a:pt x="46922" y="368449"/>
                </a:lnTo>
                <a:lnTo>
                  <a:pt x="52897" y="374728"/>
                </a:lnTo>
                <a:lnTo>
                  <a:pt x="59176" y="380703"/>
                </a:lnTo>
                <a:lnTo>
                  <a:pt x="65725" y="386385"/>
                </a:lnTo>
                <a:lnTo>
                  <a:pt x="72544" y="391740"/>
                </a:lnTo>
                <a:lnTo>
                  <a:pt x="79632" y="396777"/>
                </a:lnTo>
                <a:lnTo>
                  <a:pt x="86954" y="401475"/>
                </a:lnTo>
                <a:lnTo>
                  <a:pt x="94523" y="405822"/>
                </a:lnTo>
                <a:lnTo>
                  <a:pt x="102302" y="409817"/>
                </a:lnTo>
                <a:lnTo>
                  <a:pt x="110304" y="413425"/>
                </a:lnTo>
                <a:lnTo>
                  <a:pt x="118517" y="416671"/>
                </a:lnTo>
                <a:lnTo>
                  <a:pt x="126905" y="419506"/>
                </a:lnTo>
                <a:lnTo>
                  <a:pt x="135481" y="421943"/>
                </a:lnTo>
                <a:lnTo>
                  <a:pt x="144221" y="423958"/>
                </a:lnTo>
                <a:lnTo>
                  <a:pt x="153113" y="425551"/>
                </a:lnTo>
                <a:lnTo>
                  <a:pt x="162158" y="426699"/>
                </a:lnTo>
                <a:lnTo>
                  <a:pt x="171284" y="427391"/>
                </a:lnTo>
                <a:lnTo>
                  <a:pt x="175959" y="427566"/>
                </a:lnTo>
                <a:lnTo>
                  <a:pt x="180575" y="427625"/>
                </a:lnTo>
                <a:lnTo>
                  <a:pt x="951752" y="427625"/>
                </a:lnTo>
                <a:lnTo>
                  <a:pt x="956368" y="427566"/>
                </a:lnTo>
                <a:lnTo>
                  <a:pt x="961043" y="427391"/>
                </a:lnTo>
                <a:lnTo>
                  <a:pt x="970170" y="426699"/>
                </a:lnTo>
                <a:lnTo>
                  <a:pt x="979214" y="425551"/>
                </a:lnTo>
                <a:lnTo>
                  <a:pt x="988106" y="423958"/>
                </a:lnTo>
                <a:lnTo>
                  <a:pt x="996846" y="421943"/>
                </a:lnTo>
                <a:lnTo>
                  <a:pt x="1005422" y="419506"/>
                </a:lnTo>
                <a:lnTo>
                  <a:pt x="1013811" y="416671"/>
                </a:lnTo>
                <a:lnTo>
                  <a:pt x="1022023" y="413425"/>
                </a:lnTo>
                <a:lnTo>
                  <a:pt x="1030025" y="409817"/>
                </a:lnTo>
                <a:lnTo>
                  <a:pt x="1037805" y="405822"/>
                </a:lnTo>
                <a:lnTo>
                  <a:pt x="1045373" y="401475"/>
                </a:lnTo>
                <a:lnTo>
                  <a:pt x="1052695" y="396777"/>
                </a:lnTo>
                <a:lnTo>
                  <a:pt x="1059783" y="391740"/>
                </a:lnTo>
                <a:lnTo>
                  <a:pt x="1066602" y="386385"/>
                </a:lnTo>
                <a:lnTo>
                  <a:pt x="1073151" y="380703"/>
                </a:lnTo>
                <a:lnTo>
                  <a:pt x="1079431" y="374728"/>
                </a:lnTo>
                <a:lnTo>
                  <a:pt x="1085406" y="368449"/>
                </a:lnTo>
                <a:lnTo>
                  <a:pt x="1091088" y="361900"/>
                </a:lnTo>
                <a:lnTo>
                  <a:pt x="1096442" y="355081"/>
                </a:lnTo>
                <a:lnTo>
                  <a:pt x="1101480" y="347993"/>
                </a:lnTo>
                <a:lnTo>
                  <a:pt x="1106178" y="340671"/>
                </a:lnTo>
                <a:lnTo>
                  <a:pt x="1110524" y="333102"/>
                </a:lnTo>
                <a:lnTo>
                  <a:pt x="1114519" y="325323"/>
                </a:lnTo>
                <a:lnTo>
                  <a:pt x="1118128" y="317321"/>
                </a:lnTo>
                <a:lnTo>
                  <a:pt x="1121373" y="309108"/>
                </a:lnTo>
                <a:lnTo>
                  <a:pt x="1124208" y="300720"/>
                </a:lnTo>
                <a:lnTo>
                  <a:pt x="1126645" y="292144"/>
                </a:lnTo>
                <a:lnTo>
                  <a:pt x="1128660" y="283404"/>
                </a:lnTo>
                <a:lnTo>
                  <a:pt x="1130254" y="274512"/>
                </a:lnTo>
                <a:lnTo>
                  <a:pt x="1131402" y="265467"/>
                </a:lnTo>
                <a:lnTo>
                  <a:pt x="1132093" y="256341"/>
                </a:lnTo>
                <a:lnTo>
                  <a:pt x="1132269" y="251666"/>
                </a:lnTo>
                <a:lnTo>
                  <a:pt x="1132327" y="247050"/>
                </a:lnTo>
                <a:lnTo>
                  <a:pt x="1132327" y="180575"/>
                </a:lnTo>
                <a:lnTo>
                  <a:pt x="1132269" y="175959"/>
                </a:lnTo>
                <a:lnTo>
                  <a:pt x="1132093" y="171284"/>
                </a:lnTo>
                <a:lnTo>
                  <a:pt x="1131402" y="162158"/>
                </a:lnTo>
                <a:lnTo>
                  <a:pt x="1130254" y="153113"/>
                </a:lnTo>
                <a:lnTo>
                  <a:pt x="1128660" y="144221"/>
                </a:lnTo>
                <a:lnTo>
                  <a:pt x="1126645" y="135481"/>
                </a:lnTo>
                <a:lnTo>
                  <a:pt x="1124208" y="126905"/>
                </a:lnTo>
                <a:lnTo>
                  <a:pt x="1121373" y="118517"/>
                </a:lnTo>
                <a:lnTo>
                  <a:pt x="1118128" y="110304"/>
                </a:lnTo>
                <a:lnTo>
                  <a:pt x="1114519" y="102302"/>
                </a:lnTo>
                <a:lnTo>
                  <a:pt x="1110524" y="94523"/>
                </a:lnTo>
                <a:lnTo>
                  <a:pt x="1106178" y="86954"/>
                </a:lnTo>
                <a:lnTo>
                  <a:pt x="1101480" y="79632"/>
                </a:lnTo>
                <a:lnTo>
                  <a:pt x="1096442" y="72544"/>
                </a:lnTo>
                <a:lnTo>
                  <a:pt x="1091088" y="65725"/>
                </a:lnTo>
                <a:lnTo>
                  <a:pt x="1085406" y="59176"/>
                </a:lnTo>
                <a:lnTo>
                  <a:pt x="1079431" y="52897"/>
                </a:lnTo>
                <a:lnTo>
                  <a:pt x="1073151" y="46922"/>
                </a:lnTo>
                <a:lnTo>
                  <a:pt x="1066602" y="41239"/>
                </a:lnTo>
                <a:lnTo>
                  <a:pt x="1059783" y="35885"/>
                </a:lnTo>
                <a:lnTo>
                  <a:pt x="1052695" y="30848"/>
                </a:lnTo>
                <a:lnTo>
                  <a:pt x="1045373" y="26150"/>
                </a:lnTo>
                <a:lnTo>
                  <a:pt x="1037805" y="21803"/>
                </a:lnTo>
                <a:lnTo>
                  <a:pt x="1030025" y="17808"/>
                </a:lnTo>
                <a:lnTo>
                  <a:pt x="1022023" y="14199"/>
                </a:lnTo>
                <a:lnTo>
                  <a:pt x="1013811" y="10954"/>
                </a:lnTo>
                <a:lnTo>
                  <a:pt x="1005422" y="8119"/>
                </a:lnTo>
                <a:lnTo>
                  <a:pt x="996846" y="5682"/>
                </a:lnTo>
                <a:lnTo>
                  <a:pt x="988106" y="3667"/>
                </a:lnTo>
                <a:lnTo>
                  <a:pt x="979214" y="2074"/>
                </a:lnTo>
                <a:lnTo>
                  <a:pt x="970170" y="926"/>
                </a:lnTo>
                <a:lnTo>
                  <a:pt x="961043" y="234"/>
                </a:lnTo>
                <a:lnTo>
                  <a:pt x="956368" y="59"/>
                </a:lnTo>
                <a:lnTo>
                  <a:pt x="951752" y="0"/>
                </a:lnTo>
                <a:lnTo>
                  <a:pt x="180575" y="0"/>
                </a:lnTo>
                <a:lnTo>
                  <a:pt x="175959" y="59"/>
                </a:lnTo>
                <a:lnTo>
                  <a:pt x="171284" y="234"/>
                </a:lnTo>
                <a:lnTo>
                  <a:pt x="162158" y="926"/>
                </a:lnTo>
                <a:lnTo>
                  <a:pt x="153113" y="2074"/>
                </a:lnTo>
                <a:lnTo>
                  <a:pt x="144221" y="3667"/>
                </a:lnTo>
                <a:lnTo>
                  <a:pt x="135481" y="5682"/>
                </a:lnTo>
                <a:lnTo>
                  <a:pt x="126905" y="8119"/>
                </a:lnTo>
                <a:lnTo>
                  <a:pt x="118517" y="10954"/>
                </a:lnTo>
                <a:lnTo>
                  <a:pt x="110304" y="14199"/>
                </a:lnTo>
                <a:lnTo>
                  <a:pt x="102302" y="17808"/>
                </a:lnTo>
                <a:lnTo>
                  <a:pt x="94523" y="21803"/>
                </a:lnTo>
                <a:lnTo>
                  <a:pt x="86954" y="26150"/>
                </a:lnTo>
                <a:lnTo>
                  <a:pt x="79632" y="30848"/>
                </a:lnTo>
                <a:lnTo>
                  <a:pt x="72544" y="35885"/>
                </a:lnTo>
                <a:lnTo>
                  <a:pt x="65725" y="41239"/>
                </a:lnTo>
                <a:lnTo>
                  <a:pt x="59176" y="46922"/>
                </a:lnTo>
                <a:lnTo>
                  <a:pt x="52897" y="52897"/>
                </a:lnTo>
                <a:lnTo>
                  <a:pt x="46922" y="59176"/>
                </a:lnTo>
                <a:lnTo>
                  <a:pt x="41239" y="65725"/>
                </a:lnTo>
                <a:lnTo>
                  <a:pt x="35885" y="72544"/>
                </a:lnTo>
                <a:lnTo>
                  <a:pt x="30848" y="79632"/>
                </a:lnTo>
                <a:lnTo>
                  <a:pt x="26150" y="86954"/>
                </a:lnTo>
                <a:lnTo>
                  <a:pt x="21803" y="94523"/>
                </a:lnTo>
                <a:lnTo>
                  <a:pt x="17808" y="102302"/>
                </a:lnTo>
                <a:lnTo>
                  <a:pt x="14199" y="110304"/>
                </a:lnTo>
                <a:lnTo>
                  <a:pt x="10954" y="118517"/>
                </a:lnTo>
                <a:lnTo>
                  <a:pt x="8119" y="126905"/>
                </a:lnTo>
                <a:lnTo>
                  <a:pt x="5682" y="135481"/>
                </a:lnTo>
                <a:lnTo>
                  <a:pt x="3667" y="144221"/>
                </a:lnTo>
                <a:lnTo>
                  <a:pt x="2074" y="153113"/>
                </a:lnTo>
                <a:lnTo>
                  <a:pt x="926" y="162158"/>
                </a:lnTo>
                <a:lnTo>
                  <a:pt x="234" y="171284"/>
                </a:lnTo>
                <a:lnTo>
                  <a:pt x="59" y="175959"/>
                </a:lnTo>
                <a:lnTo>
                  <a:pt x="0" y="180575"/>
                </a:lnTo>
                <a:lnTo>
                  <a:pt x="0" y="247050"/>
                </a:lnTo>
                <a:lnTo>
                  <a:pt x="59" y="251666"/>
                </a:lnTo>
                <a:lnTo>
                  <a:pt x="234" y="256341"/>
                </a:lnTo>
                <a:lnTo>
                  <a:pt x="926" y="265467"/>
                </a:lnTo>
                <a:lnTo>
                  <a:pt x="2074" y="274512"/>
                </a:lnTo>
                <a:close/>
                <a:moveTo>
                  <a:pt x="13671" y="154847"/>
                </a:moveTo>
                <a:lnTo>
                  <a:pt x="15141" y="146596"/>
                </a:lnTo>
                <a:lnTo>
                  <a:pt x="17028" y="138439"/>
                </a:lnTo>
                <a:lnTo>
                  <a:pt x="19346" y="130273"/>
                </a:lnTo>
                <a:lnTo>
                  <a:pt x="22009" y="122421"/>
                </a:lnTo>
                <a:lnTo>
                  <a:pt x="24961" y="114936"/>
                </a:lnTo>
                <a:lnTo>
                  <a:pt x="28411" y="107308"/>
                </a:lnTo>
                <a:lnTo>
                  <a:pt x="32160" y="99982"/>
                </a:lnTo>
                <a:lnTo>
                  <a:pt x="32031" y="100240"/>
                </a:lnTo>
                <a:lnTo>
                  <a:pt x="36191" y="92997"/>
                </a:lnTo>
                <a:lnTo>
                  <a:pt x="40501" y="86266"/>
                </a:lnTo>
                <a:lnTo>
                  <a:pt x="45352" y="79445"/>
                </a:lnTo>
                <a:lnTo>
                  <a:pt x="45188" y="79679"/>
                </a:lnTo>
                <a:lnTo>
                  <a:pt x="50204" y="73278"/>
                </a:lnTo>
                <a:lnTo>
                  <a:pt x="55551" y="67098"/>
                </a:lnTo>
                <a:lnTo>
                  <a:pt x="61188" y="61188"/>
                </a:lnTo>
                <a:lnTo>
                  <a:pt x="67098" y="55551"/>
                </a:lnTo>
                <a:lnTo>
                  <a:pt x="73283" y="50200"/>
                </a:lnTo>
                <a:lnTo>
                  <a:pt x="79556" y="45272"/>
                </a:lnTo>
                <a:lnTo>
                  <a:pt x="86266" y="40501"/>
                </a:lnTo>
                <a:lnTo>
                  <a:pt x="92997" y="36191"/>
                </a:lnTo>
                <a:lnTo>
                  <a:pt x="100240" y="32031"/>
                </a:lnTo>
                <a:lnTo>
                  <a:pt x="99982" y="32160"/>
                </a:lnTo>
                <a:lnTo>
                  <a:pt x="107500" y="28313"/>
                </a:lnTo>
                <a:lnTo>
                  <a:pt x="114935" y="24961"/>
                </a:lnTo>
                <a:lnTo>
                  <a:pt x="122421" y="22009"/>
                </a:lnTo>
                <a:lnTo>
                  <a:pt x="130273" y="19346"/>
                </a:lnTo>
                <a:lnTo>
                  <a:pt x="138439" y="17028"/>
                </a:lnTo>
                <a:lnTo>
                  <a:pt x="146596" y="15141"/>
                </a:lnTo>
                <a:lnTo>
                  <a:pt x="154847" y="13671"/>
                </a:lnTo>
                <a:lnTo>
                  <a:pt x="163231" y="12603"/>
                </a:lnTo>
                <a:lnTo>
                  <a:pt x="171989" y="11933"/>
                </a:lnTo>
                <a:lnTo>
                  <a:pt x="176322" y="11763"/>
                </a:lnTo>
                <a:lnTo>
                  <a:pt x="176181" y="11774"/>
                </a:lnTo>
                <a:lnTo>
                  <a:pt x="180692" y="11716"/>
                </a:lnTo>
                <a:lnTo>
                  <a:pt x="951635" y="11716"/>
                </a:lnTo>
                <a:lnTo>
                  <a:pt x="956146" y="11774"/>
                </a:lnTo>
                <a:lnTo>
                  <a:pt x="956005" y="11763"/>
                </a:lnTo>
                <a:lnTo>
                  <a:pt x="960338" y="11933"/>
                </a:lnTo>
                <a:lnTo>
                  <a:pt x="969096" y="12603"/>
                </a:lnTo>
                <a:lnTo>
                  <a:pt x="977481" y="13671"/>
                </a:lnTo>
                <a:lnTo>
                  <a:pt x="985731" y="15141"/>
                </a:lnTo>
                <a:lnTo>
                  <a:pt x="993888" y="17028"/>
                </a:lnTo>
                <a:lnTo>
                  <a:pt x="1002054" y="19346"/>
                </a:lnTo>
                <a:lnTo>
                  <a:pt x="1009906" y="22009"/>
                </a:lnTo>
                <a:lnTo>
                  <a:pt x="1017393" y="24961"/>
                </a:lnTo>
                <a:lnTo>
                  <a:pt x="1024828" y="28313"/>
                </a:lnTo>
                <a:lnTo>
                  <a:pt x="1032345" y="32160"/>
                </a:lnTo>
                <a:lnTo>
                  <a:pt x="1032087" y="32031"/>
                </a:lnTo>
                <a:lnTo>
                  <a:pt x="1039330" y="36191"/>
                </a:lnTo>
                <a:lnTo>
                  <a:pt x="1046061" y="40501"/>
                </a:lnTo>
                <a:lnTo>
                  <a:pt x="1052771" y="45272"/>
                </a:lnTo>
                <a:lnTo>
                  <a:pt x="1059045" y="50200"/>
                </a:lnTo>
                <a:lnTo>
                  <a:pt x="1065229" y="55551"/>
                </a:lnTo>
                <a:lnTo>
                  <a:pt x="1071139" y="61188"/>
                </a:lnTo>
                <a:lnTo>
                  <a:pt x="1076776" y="67098"/>
                </a:lnTo>
                <a:lnTo>
                  <a:pt x="1082127" y="73283"/>
                </a:lnTo>
                <a:lnTo>
                  <a:pt x="1087055" y="79556"/>
                </a:lnTo>
                <a:lnTo>
                  <a:pt x="1091826" y="86266"/>
                </a:lnTo>
                <a:lnTo>
                  <a:pt x="1096136" y="92997"/>
                </a:lnTo>
                <a:lnTo>
                  <a:pt x="1100296" y="100240"/>
                </a:lnTo>
                <a:lnTo>
                  <a:pt x="1100168" y="99982"/>
                </a:lnTo>
                <a:lnTo>
                  <a:pt x="1103916" y="107308"/>
                </a:lnTo>
                <a:lnTo>
                  <a:pt x="1107367" y="114936"/>
                </a:lnTo>
                <a:lnTo>
                  <a:pt x="1110318" y="122421"/>
                </a:lnTo>
                <a:lnTo>
                  <a:pt x="1112981" y="130273"/>
                </a:lnTo>
                <a:lnTo>
                  <a:pt x="1115299" y="138439"/>
                </a:lnTo>
                <a:lnTo>
                  <a:pt x="1117186" y="146596"/>
                </a:lnTo>
                <a:lnTo>
                  <a:pt x="1118657" y="154847"/>
                </a:lnTo>
                <a:lnTo>
                  <a:pt x="1119724" y="163231"/>
                </a:lnTo>
                <a:lnTo>
                  <a:pt x="1120394" y="171980"/>
                </a:lnTo>
                <a:lnTo>
                  <a:pt x="1120553" y="176322"/>
                </a:lnTo>
                <a:lnTo>
                  <a:pt x="1120553" y="176181"/>
                </a:lnTo>
                <a:lnTo>
                  <a:pt x="1120611" y="180692"/>
                </a:lnTo>
                <a:lnTo>
                  <a:pt x="1120611" y="246933"/>
                </a:lnTo>
                <a:lnTo>
                  <a:pt x="1120553" y="251443"/>
                </a:lnTo>
                <a:lnTo>
                  <a:pt x="1120553" y="251303"/>
                </a:lnTo>
                <a:lnTo>
                  <a:pt x="1120394" y="255645"/>
                </a:lnTo>
                <a:lnTo>
                  <a:pt x="1119724" y="264394"/>
                </a:lnTo>
                <a:lnTo>
                  <a:pt x="1118657" y="272778"/>
                </a:lnTo>
                <a:lnTo>
                  <a:pt x="1117186" y="281029"/>
                </a:lnTo>
                <a:lnTo>
                  <a:pt x="1115299" y="289186"/>
                </a:lnTo>
                <a:lnTo>
                  <a:pt x="1112981" y="297351"/>
                </a:lnTo>
                <a:lnTo>
                  <a:pt x="1110318" y="305204"/>
                </a:lnTo>
                <a:lnTo>
                  <a:pt x="1107367" y="312688"/>
                </a:lnTo>
                <a:lnTo>
                  <a:pt x="1103893" y="320355"/>
                </a:lnTo>
                <a:lnTo>
                  <a:pt x="1104022" y="320109"/>
                </a:lnTo>
                <a:lnTo>
                  <a:pt x="1100168" y="327643"/>
                </a:lnTo>
                <a:lnTo>
                  <a:pt x="1100296" y="327385"/>
                </a:lnTo>
                <a:lnTo>
                  <a:pt x="1096136" y="334628"/>
                </a:lnTo>
                <a:lnTo>
                  <a:pt x="1091826" y="341359"/>
                </a:lnTo>
                <a:lnTo>
                  <a:pt x="1087055" y="348069"/>
                </a:lnTo>
                <a:lnTo>
                  <a:pt x="1082127" y="354342"/>
                </a:lnTo>
                <a:lnTo>
                  <a:pt x="1076776" y="360526"/>
                </a:lnTo>
                <a:lnTo>
                  <a:pt x="1071139" y="366437"/>
                </a:lnTo>
                <a:lnTo>
                  <a:pt x="1065229" y="372074"/>
                </a:lnTo>
                <a:lnTo>
                  <a:pt x="1059049" y="377421"/>
                </a:lnTo>
                <a:lnTo>
                  <a:pt x="1052648" y="382437"/>
                </a:lnTo>
                <a:lnTo>
                  <a:pt x="1052883" y="382273"/>
                </a:lnTo>
                <a:lnTo>
                  <a:pt x="1046061" y="387124"/>
                </a:lnTo>
                <a:lnTo>
                  <a:pt x="1039330" y="391434"/>
                </a:lnTo>
                <a:lnTo>
                  <a:pt x="1032087" y="395594"/>
                </a:lnTo>
                <a:lnTo>
                  <a:pt x="1032345" y="395465"/>
                </a:lnTo>
                <a:lnTo>
                  <a:pt x="1025019" y="399214"/>
                </a:lnTo>
                <a:lnTo>
                  <a:pt x="1017391" y="402664"/>
                </a:lnTo>
                <a:lnTo>
                  <a:pt x="1009906" y="405616"/>
                </a:lnTo>
                <a:lnTo>
                  <a:pt x="1002054" y="408279"/>
                </a:lnTo>
                <a:lnTo>
                  <a:pt x="993888" y="410597"/>
                </a:lnTo>
                <a:lnTo>
                  <a:pt x="985731" y="412484"/>
                </a:lnTo>
                <a:lnTo>
                  <a:pt x="977481" y="413954"/>
                </a:lnTo>
                <a:lnTo>
                  <a:pt x="969096" y="415022"/>
                </a:lnTo>
                <a:lnTo>
                  <a:pt x="960347" y="415691"/>
                </a:lnTo>
                <a:lnTo>
                  <a:pt x="956005" y="415851"/>
                </a:lnTo>
                <a:lnTo>
                  <a:pt x="956146" y="415851"/>
                </a:lnTo>
                <a:lnTo>
                  <a:pt x="951635" y="415909"/>
                </a:lnTo>
                <a:lnTo>
                  <a:pt x="180692" y="415909"/>
                </a:lnTo>
                <a:lnTo>
                  <a:pt x="176181" y="415851"/>
                </a:lnTo>
                <a:lnTo>
                  <a:pt x="176322" y="415851"/>
                </a:lnTo>
                <a:lnTo>
                  <a:pt x="171980" y="415691"/>
                </a:lnTo>
                <a:lnTo>
                  <a:pt x="163231" y="415022"/>
                </a:lnTo>
                <a:lnTo>
                  <a:pt x="154847" y="413954"/>
                </a:lnTo>
                <a:lnTo>
                  <a:pt x="146596" y="412484"/>
                </a:lnTo>
                <a:lnTo>
                  <a:pt x="138439" y="410597"/>
                </a:lnTo>
                <a:lnTo>
                  <a:pt x="130273" y="408279"/>
                </a:lnTo>
                <a:lnTo>
                  <a:pt x="122421" y="405616"/>
                </a:lnTo>
                <a:lnTo>
                  <a:pt x="114936" y="402664"/>
                </a:lnTo>
                <a:lnTo>
                  <a:pt x="107308" y="399214"/>
                </a:lnTo>
                <a:lnTo>
                  <a:pt x="99982" y="395465"/>
                </a:lnTo>
                <a:lnTo>
                  <a:pt x="100240" y="395594"/>
                </a:lnTo>
                <a:lnTo>
                  <a:pt x="92997" y="391434"/>
                </a:lnTo>
                <a:lnTo>
                  <a:pt x="86266" y="387124"/>
                </a:lnTo>
                <a:lnTo>
                  <a:pt x="79445" y="382273"/>
                </a:lnTo>
                <a:lnTo>
                  <a:pt x="79679" y="382437"/>
                </a:lnTo>
                <a:lnTo>
                  <a:pt x="73278" y="377421"/>
                </a:lnTo>
                <a:lnTo>
                  <a:pt x="67098" y="372074"/>
                </a:lnTo>
                <a:lnTo>
                  <a:pt x="61188" y="366437"/>
                </a:lnTo>
                <a:lnTo>
                  <a:pt x="55551" y="360526"/>
                </a:lnTo>
                <a:lnTo>
                  <a:pt x="50204" y="354347"/>
                </a:lnTo>
                <a:lnTo>
                  <a:pt x="45188" y="347946"/>
                </a:lnTo>
                <a:lnTo>
                  <a:pt x="45352" y="348180"/>
                </a:lnTo>
                <a:lnTo>
                  <a:pt x="40501" y="341359"/>
                </a:lnTo>
                <a:lnTo>
                  <a:pt x="36191" y="334628"/>
                </a:lnTo>
                <a:lnTo>
                  <a:pt x="32031" y="327385"/>
                </a:lnTo>
                <a:lnTo>
                  <a:pt x="32160" y="327643"/>
                </a:lnTo>
                <a:lnTo>
                  <a:pt x="28305" y="320109"/>
                </a:lnTo>
                <a:lnTo>
                  <a:pt x="28434" y="320355"/>
                </a:lnTo>
                <a:lnTo>
                  <a:pt x="24960" y="312688"/>
                </a:lnTo>
                <a:lnTo>
                  <a:pt x="22009" y="305204"/>
                </a:lnTo>
                <a:lnTo>
                  <a:pt x="19346" y="297351"/>
                </a:lnTo>
                <a:lnTo>
                  <a:pt x="17028" y="289186"/>
                </a:lnTo>
                <a:lnTo>
                  <a:pt x="15141" y="281029"/>
                </a:lnTo>
                <a:lnTo>
                  <a:pt x="13671" y="272778"/>
                </a:lnTo>
                <a:lnTo>
                  <a:pt x="12603" y="264394"/>
                </a:lnTo>
                <a:lnTo>
                  <a:pt x="11933" y="255645"/>
                </a:lnTo>
                <a:lnTo>
                  <a:pt x="11774" y="251303"/>
                </a:lnTo>
                <a:lnTo>
                  <a:pt x="11774" y="251443"/>
                </a:lnTo>
                <a:lnTo>
                  <a:pt x="11716" y="246933"/>
                </a:lnTo>
                <a:lnTo>
                  <a:pt x="11716" y="180692"/>
                </a:lnTo>
                <a:lnTo>
                  <a:pt x="11774" y="176181"/>
                </a:lnTo>
                <a:lnTo>
                  <a:pt x="11774" y="176322"/>
                </a:lnTo>
                <a:lnTo>
                  <a:pt x="11933" y="171980"/>
                </a:lnTo>
                <a:lnTo>
                  <a:pt x="12603" y="163231"/>
                </a:lnTo>
                <a:lnTo>
                  <a:pt x="13671" y="154847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Patch">
            <a:extLst xmlns:a="http://schemas.openxmlformats.org/drawingml/2006/main">
              <a:ext uri="{FF2B5EF4-FFF2-40B4-BE49-F238E27FC236}">
                <a16:creationId xmlns:a16="http://schemas.microsoft.com/office/drawing/2014/main" id="{E7794E45-1B82-4DF6-B0AD-72D457D0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140" y="4328977"/>
            <a:ext cx="396302" cy="119758"/>
          </a:xfrm>
          <a:custGeom xmlns:a="http://schemas.openxmlformats.org/drawingml/2006/main">
            <a:pathLst>
              <a:path w="396302" h="119758">
                <a:moveTo>
                  <a:pt x="0" y="117829"/>
                </a:moveTo>
                <a:lnTo>
                  <a:pt x="0" y="0"/>
                </a:lnTo>
                <a:lnTo>
                  <a:pt x="44447" y="0"/>
                </a:lnTo>
                <a:cubicBezTo>
                  <a:pt x="52270" y="0"/>
                  <a:pt x="58244" y="375"/>
                  <a:pt x="62370" y="1125"/>
                </a:cubicBezTo>
                <a:cubicBezTo>
                  <a:pt x="68157" y="2090"/>
                  <a:pt x="73007" y="3925"/>
                  <a:pt x="76918" y="6631"/>
                </a:cubicBezTo>
                <a:cubicBezTo>
                  <a:pt x="80830" y="9337"/>
                  <a:pt x="83978" y="13128"/>
                  <a:pt x="86362" y="18004"/>
                </a:cubicBezTo>
                <a:cubicBezTo>
                  <a:pt x="88746" y="22880"/>
                  <a:pt x="89939" y="28238"/>
                  <a:pt x="89939" y="34079"/>
                </a:cubicBezTo>
                <a:cubicBezTo>
                  <a:pt x="89939" y="44099"/>
                  <a:pt x="86751" y="52578"/>
                  <a:pt x="80374" y="59517"/>
                </a:cubicBezTo>
                <a:cubicBezTo>
                  <a:pt x="73998" y="66456"/>
                  <a:pt x="62478" y="69926"/>
                  <a:pt x="45813" y="69926"/>
                </a:cubicBezTo>
                <a:lnTo>
                  <a:pt x="15593" y="69926"/>
                </a:lnTo>
                <a:lnTo>
                  <a:pt x="15593" y="117829"/>
                </a:lnTo>
                <a:lnTo>
                  <a:pt x="0" y="117829"/>
                </a:lnTo>
                <a:moveTo>
                  <a:pt x="15593" y="55940"/>
                </a:moveTo>
                <a:lnTo>
                  <a:pt x="46054" y="55940"/>
                </a:lnTo>
                <a:cubicBezTo>
                  <a:pt x="56128" y="55940"/>
                  <a:pt x="63281" y="54073"/>
                  <a:pt x="67514" y="50337"/>
                </a:cubicBezTo>
                <a:cubicBezTo>
                  <a:pt x="71747" y="46599"/>
                  <a:pt x="73864" y="41342"/>
                  <a:pt x="73864" y="34563"/>
                </a:cubicBezTo>
                <a:cubicBezTo>
                  <a:pt x="73864" y="29652"/>
                  <a:pt x="72618" y="25448"/>
                  <a:pt x="70126" y="21952"/>
                </a:cubicBezTo>
                <a:cubicBezTo>
                  <a:pt x="67635" y="18456"/>
                  <a:pt x="64353" y="16147"/>
                  <a:pt x="60281" y="15025"/>
                </a:cubicBezTo>
                <a:cubicBezTo>
                  <a:pt x="57655" y="14332"/>
                  <a:pt x="52806" y="13985"/>
                  <a:pt x="45733" y="13985"/>
                </a:cubicBezTo>
                <a:lnTo>
                  <a:pt x="15593" y="13985"/>
                </a:lnTo>
                <a:lnTo>
                  <a:pt x="15593" y="55940"/>
                </a:lnTo>
                <a:close/>
                <a:moveTo>
                  <a:pt x="163393" y="107058"/>
                </a:moveTo>
                <a:cubicBezTo>
                  <a:pt x="158035" y="111702"/>
                  <a:pt x="152878" y="114979"/>
                  <a:pt x="147921" y="116892"/>
                </a:cubicBezTo>
                <a:cubicBezTo>
                  <a:pt x="142965" y="118802"/>
                  <a:pt x="137647" y="119758"/>
                  <a:pt x="131967" y="119758"/>
                </a:cubicBezTo>
                <a:cubicBezTo>
                  <a:pt x="122590" y="119758"/>
                  <a:pt x="115383" y="117467"/>
                  <a:pt x="110346" y="112886"/>
                </a:cubicBezTo>
                <a:cubicBezTo>
                  <a:pt x="105310" y="108304"/>
                  <a:pt x="102791" y="102450"/>
                  <a:pt x="102791" y="95324"/>
                </a:cubicBezTo>
                <a:cubicBezTo>
                  <a:pt x="102791" y="91144"/>
                  <a:pt x="103742" y="87327"/>
                  <a:pt x="105644" y="83870"/>
                </a:cubicBezTo>
                <a:cubicBezTo>
                  <a:pt x="107547" y="80414"/>
                  <a:pt x="110038" y="77641"/>
                  <a:pt x="113119" y="75552"/>
                </a:cubicBezTo>
                <a:cubicBezTo>
                  <a:pt x="116200" y="73462"/>
                  <a:pt x="119670" y="71881"/>
                  <a:pt x="123528" y="70810"/>
                </a:cubicBezTo>
                <a:cubicBezTo>
                  <a:pt x="126368" y="70059"/>
                  <a:pt x="130654" y="69336"/>
                  <a:pt x="136388" y="68640"/>
                </a:cubicBezTo>
                <a:cubicBezTo>
                  <a:pt x="148069" y="67246"/>
                  <a:pt x="156669" y="65585"/>
                  <a:pt x="162188" y="63656"/>
                </a:cubicBezTo>
                <a:cubicBezTo>
                  <a:pt x="162241" y="61682"/>
                  <a:pt x="162268" y="60428"/>
                  <a:pt x="162268" y="59894"/>
                </a:cubicBezTo>
                <a:cubicBezTo>
                  <a:pt x="162268" y="54021"/>
                  <a:pt x="160902" y="49885"/>
                  <a:pt x="158169" y="47484"/>
                </a:cubicBezTo>
                <a:cubicBezTo>
                  <a:pt x="154472" y="44227"/>
                  <a:pt x="148979" y="42598"/>
                  <a:pt x="141692" y="42598"/>
                </a:cubicBezTo>
                <a:cubicBezTo>
                  <a:pt x="134887" y="42598"/>
                  <a:pt x="129864" y="43791"/>
                  <a:pt x="126622" y="46175"/>
                </a:cubicBezTo>
                <a:cubicBezTo>
                  <a:pt x="123380" y="48559"/>
                  <a:pt x="120982" y="52779"/>
                  <a:pt x="119429" y="58834"/>
                </a:cubicBezTo>
                <a:lnTo>
                  <a:pt x="105283" y="56905"/>
                </a:lnTo>
                <a:cubicBezTo>
                  <a:pt x="106569" y="50832"/>
                  <a:pt x="108685" y="45927"/>
                  <a:pt x="111632" y="42191"/>
                </a:cubicBezTo>
                <a:cubicBezTo>
                  <a:pt x="114579" y="38456"/>
                  <a:pt x="118839" y="35581"/>
                  <a:pt x="124412" y="33566"/>
                </a:cubicBezTo>
                <a:cubicBezTo>
                  <a:pt x="129984" y="31550"/>
                  <a:pt x="136441" y="30542"/>
                  <a:pt x="143782" y="30542"/>
                </a:cubicBezTo>
                <a:cubicBezTo>
                  <a:pt x="151069" y="30542"/>
                  <a:pt x="156990" y="31403"/>
                  <a:pt x="161545" y="33124"/>
                </a:cubicBezTo>
                <a:cubicBezTo>
                  <a:pt x="166099" y="34844"/>
                  <a:pt x="169448" y="37008"/>
                  <a:pt x="171591" y="39617"/>
                </a:cubicBezTo>
                <a:cubicBezTo>
                  <a:pt x="173735" y="42224"/>
                  <a:pt x="175235" y="45518"/>
                  <a:pt x="176092" y="49498"/>
                </a:cubicBezTo>
                <a:cubicBezTo>
                  <a:pt x="176575" y="51971"/>
                  <a:pt x="176816" y="56413"/>
                  <a:pt x="176816" y="62825"/>
                </a:cubicBezTo>
                <a:lnTo>
                  <a:pt x="176816" y="82060"/>
                </a:lnTo>
                <a:cubicBezTo>
                  <a:pt x="176816" y="95470"/>
                  <a:pt x="177124" y="103964"/>
                  <a:pt x="177740" y="107541"/>
                </a:cubicBezTo>
                <a:cubicBezTo>
                  <a:pt x="178356" y="111117"/>
                  <a:pt x="179575" y="114547"/>
                  <a:pt x="181397" y="117829"/>
                </a:cubicBezTo>
                <a:lnTo>
                  <a:pt x="166287" y="117829"/>
                </a:lnTo>
                <a:cubicBezTo>
                  <a:pt x="164786" y="114759"/>
                  <a:pt x="163822" y="111169"/>
                  <a:pt x="163393" y="107058"/>
                </a:cubicBezTo>
                <a:moveTo>
                  <a:pt x="162188" y="75069"/>
                </a:moveTo>
                <a:cubicBezTo>
                  <a:pt x="156937" y="77203"/>
                  <a:pt x="149060" y="79016"/>
                  <a:pt x="138558" y="80510"/>
                </a:cubicBezTo>
                <a:cubicBezTo>
                  <a:pt x="132610" y="81362"/>
                  <a:pt x="128404" y="82322"/>
                  <a:pt x="125939" y="83388"/>
                </a:cubicBezTo>
                <a:cubicBezTo>
                  <a:pt x="123474" y="84455"/>
                  <a:pt x="121572" y="86015"/>
                  <a:pt x="120232" y="88067"/>
                </a:cubicBezTo>
                <a:cubicBezTo>
                  <a:pt x="118893" y="90120"/>
                  <a:pt x="118223" y="92400"/>
                  <a:pt x="118223" y="94907"/>
                </a:cubicBezTo>
                <a:cubicBezTo>
                  <a:pt x="118223" y="98746"/>
                  <a:pt x="119683" y="101946"/>
                  <a:pt x="122603" y="104507"/>
                </a:cubicBezTo>
                <a:cubicBezTo>
                  <a:pt x="125524" y="107065"/>
                  <a:pt x="129797" y="108344"/>
                  <a:pt x="135423" y="108344"/>
                </a:cubicBezTo>
                <a:cubicBezTo>
                  <a:pt x="140996" y="108344"/>
                  <a:pt x="145952" y="107130"/>
                  <a:pt x="150292" y="104700"/>
                </a:cubicBezTo>
                <a:cubicBezTo>
                  <a:pt x="154632" y="102269"/>
                  <a:pt x="157821" y="98947"/>
                  <a:pt x="159857" y="94736"/>
                </a:cubicBezTo>
                <a:cubicBezTo>
                  <a:pt x="161411" y="91486"/>
                  <a:pt x="162188" y="86689"/>
                  <a:pt x="162188" y="80347"/>
                </a:cubicBezTo>
                <a:lnTo>
                  <a:pt x="162188" y="75069"/>
                </a:lnTo>
                <a:close/>
                <a:moveTo>
                  <a:pt x="230664" y="104888"/>
                </a:moveTo>
                <a:lnTo>
                  <a:pt x="232754" y="117668"/>
                </a:lnTo>
                <a:cubicBezTo>
                  <a:pt x="228681" y="118525"/>
                  <a:pt x="225038" y="118954"/>
                  <a:pt x="221823" y="118954"/>
                </a:cubicBezTo>
                <a:cubicBezTo>
                  <a:pt x="216572" y="118954"/>
                  <a:pt x="212499" y="118123"/>
                  <a:pt x="209606" y="116462"/>
                </a:cubicBezTo>
                <a:cubicBezTo>
                  <a:pt x="206712" y="114801"/>
                  <a:pt x="204676" y="112618"/>
                  <a:pt x="203497" y="109912"/>
                </a:cubicBezTo>
                <a:cubicBezTo>
                  <a:pt x="202319" y="107206"/>
                  <a:pt x="201729" y="101513"/>
                  <a:pt x="201729" y="92832"/>
                </a:cubicBezTo>
                <a:lnTo>
                  <a:pt x="201729" y="43724"/>
                </a:lnTo>
                <a:lnTo>
                  <a:pt x="191120" y="43724"/>
                </a:lnTo>
                <a:lnTo>
                  <a:pt x="191120" y="32471"/>
                </a:lnTo>
                <a:lnTo>
                  <a:pt x="201729" y="32471"/>
                </a:lnTo>
                <a:lnTo>
                  <a:pt x="201729" y="11333"/>
                </a:lnTo>
                <a:lnTo>
                  <a:pt x="216116" y="2652"/>
                </a:lnTo>
                <a:lnTo>
                  <a:pt x="216116" y="32471"/>
                </a:lnTo>
                <a:lnTo>
                  <a:pt x="230664" y="32471"/>
                </a:lnTo>
                <a:lnTo>
                  <a:pt x="230664" y="43724"/>
                </a:lnTo>
                <a:lnTo>
                  <a:pt x="216116" y="43724"/>
                </a:lnTo>
                <a:lnTo>
                  <a:pt x="216116" y="93636"/>
                </a:lnTo>
                <a:cubicBezTo>
                  <a:pt x="216116" y="97762"/>
                  <a:pt x="216371" y="100414"/>
                  <a:pt x="216880" y="101593"/>
                </a:cubicBezTo>
                <a:cubicBezTo>
                  <a:pt x="217389" y="102772"/>
                  <a:pt x="218219" y="103709"/>
                  <a:pt x="219371" y="104406"/>
                </a:cubicBezTo>
                <a:cubicBezTo>
                  <a:pt x="220523" y="105103"/>
                  <a:pt x="222171" y="105451"/>
                  <a:pt x="224314" y="105451"/>
                </a:cubicBezTo>
                <a:cubicBezTo>
                  <a:pt x="225922" y="105451"/>
                  <a:pt x="228038" y="105263"/>
                  <a:pt x="230664" y="104888"/>
                </a:cubicBezTo>
                <a:close/>
                <a:moveTo>
                  <a:pt x="300467" y="86483"/>
                </a:moveTo>
                <a:lnTo>
                  <a:pt x="314693" y="88412"/>
                </a:lnTo>
                <a:cubicBezTo>
                  <a:pt x="313139" y="98217"/>
                  <a:pt x="309161" y="105893"/>
                  <a:pt x="302758" y="111439"/>
                </a:cubicBezTo>
                <a:cubicBezTo>
                  <a:pt x="296354" y="116985"/>
                  <a:pt x="288491" y="119758"/>
                  <a:pt x="279168" y="119758"/>
                </a:cubicBezTo>
                <a:cubicBezTo>
                  <a:pt x="267487" y="119758"/>
                  <a:pt x="258096" y="115940"/>
                  <a:pt x="250997" y="108304"/>
                </a:cubicBezTo>
                <a:cubicBezTo>
                  <a:pt x="243897" y="100669"/>
                  <a:pt x="240347" y="89724"/>
                  <a:pt x="240347" y="75471"/>
                </a:cubicBezTo>
                <a:cubicBezTo>
                  <a:pt x="240347" y="66255"/>
                  <a:pt x="241874" y="58191"/>
                  <a:pt x="244928" y="51279"/>
                </a:cubicBezTo>
                <a:cubicBezTo>
                  <a:pt x="247983" y="44367"/>
                  <a:pt x="252631" y="39182"/>
                  <a:pt x="258873" y="35726"/>
                </a:cubicBezTo>
                <a:cubicBezTo>
                  <a:pt x="265116" y="32270"/>
                  <a:pt x="271907" y="30542"/>
                  <a:pt x="279248" y="30542"/>
                </a:cubicBezTo>
                <a:cubicBezTo>
                  <a:pt x="288518" y="30542"/>
                  <a:pt x="296100" y="32873"/>
                  <a:pt x="301994" y="37535"/>
                </a:cubicBezTo>
                <a:cubicBezTo>
                  <a:pt x="307888" y="42195"/>
                  <a:pt x="311666" y="48812"/>
                  <a:pt x="313327" y="57387"/>
                </a:cubicBezTo>
                <a:lnTo>
                  <a:pt x="299261" y="59638"/>
                </a:lnTo>
                <a:cubicBezTo>
                  <a:pt x="297922" y="53931"/>
                  <a:pt x="295551" y="49638"/>
                  <a:pt x="292148" y="46758"/>
                </a:cubicBezTo>
                <a:cubicBezTo>
                  <a:pt x="288746" y="43878"/>
                  <a:pt x="284633" y="42438"/>
                  <a:pt x="279811" y="42438"/>
                </a:cubicBezTo>
                <a:cubicBezTo>
                  <a:pt x="272524" y="42438"/>
                  <a:pt x="266603" y="45050"/>
                  <a:pt x="262048" y="50274"/>
                </a:cubicBezTo>
                <a:cubicBezTo>
                  <a:pt x="257494" y="55498"/>
                  <a:pt x="255216" y="63763"/>
                  <a:pt x="255216" y="75069"/>
                </a:cubicBezTo>
                <a:cubicBezTo>
                  <a:pt x="255216" y="86536"/>
                  <a:pt x="257413" y="94868"/>
                  <a:pt x="261807" y="100066"/>
                </a:cubicBezTo>
                <a:cubicBezTo>
                  <a:pt x="266201" y="105263"/>
                  <a:pt x="271934" y="107862"/>
                  <a:pt x="279007" y="107862"/>
                </a:cubicBezTo>
                <a:cubicBezTo>
                  <a:pt x="284687" y="107862"/>
                  <a:pt x="289429" y="106114"/>
                  <a:pt x="293233" y="102618"/>
                </a:cubicBezTo>
                <a:cubicBezTo>
                  <a:pt x="297038" y="99121"/>
                  <a:pt x="299449" y="93743"/>
                  <a:pt x="300467" y="86483"/>
                </a:cubicBezTo>
                <a:close/>
                <a:moveTo>
                  <a:pt x="326778" y="117829"/>
                </a:moveTo>
                <a:lnTo>
                  <a:pt x="326778" y="0"/>
                </a:lnTo>
                <a:lnTo>
                  <a:pt x="341246" y="0"/>
                </a:lnTo>
                <a:lnTo>
                  <a:pt x="341246" y="42352"/>
                </a:lnTo>
                <a:cubicBezTo>
                  <a:pt x="347997" y="34479"/>
                  <a:pt x="356517" y="30542"/>
                  <a:pt x="366805" y="30542"/>
                </a:cubicBezTo>
                <a:cubicBezTo>
                  <a:pt x="373127" y="30542"/>
                  <a:pt x="378620" y="31788"/>
                  <a:pt x="383281" y="34280"/>
                </a:cubicBezTo>
                <a:cubicBezTo>
                  <a:pt x="387943" y="36771"/>
                  <a:pt x="391278" y="40214"/>
                  <a:pt x="393288" y="44608"/>
                </a:cubicBezTo>
                <a:cubicBezTo>
                  <a:pt x="395297" y="49001"/>
                  <a:pt x="396302" y="55378"/>
                  <a:pt x="396302" y="63737"/>
                </a:cubicBezTo>
                <a:lnTo>
                  <a:pt x="396302" y="117829"/>
                </a:lnTo>
                <a:lnTo>
                  <a:pt x="381834" y="117829"/>
                </a:lnTo>
                <a:lnTo>
                  <a:pt x="381834" y="63794"/>
                </a:lnTo>
                <a:cubicBezTo>
                  <a:pt x="381834" y="56569"/>
                  <a:pt x="380267" y="51311"/>
                  <a:pt x="377133" y="48019"/>
                </a:cubicBezTo>
                <a:cubicBezTo>
                  <a:pt x="373998" y="44727"/>
                  <a:pt x="369564" y="43081"/>
                  <a:pt x="363831" y="43081"/>
                </a:cubicBezTo>
                <a:cubicBezTo>
                  <a:pt x="359544" y="43081"/>
                  <a:pt x="355512" y="44192"/>
                  <a:pt x="351734" y="46414"/>
                </a:cubicBezTo>
                <a:cubicBezTo>
                  <a:pt x="347957" y="48634"/>
                  <a:pt x="345264" y="51645"/>
                  <a:pt x="343657" y="55446"/>
                </a:cubicBezTo>
                <a:cubicBezTo>
                  <a:pt x="342049" y="59245"/>
                  <a:pt x="341246" y="64490"/>
                  <a:pt x="341246" y="71181"/>
                </a:cubicBezTo>
                <a:lnTo>
                  <a:pt x="341246" y="117829"/>
                </a:lnTo>
                <a:lnTo>
                  <a:pt x="326778" y="11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282E1-A7B3-4B92-8DDC-C68AB1B7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57" y="2274483"/>
            <a:ext cx="1054417" cy="288793"/>
          </a:xfrm>
          <a:custGeom xmlns:a="http://schemas.openxmlformats.org/drawingml/2006/main">
            <a:pathLst>
              <a:path w="1054417" h="288793">
                <a:moveTo>
                  <a:pt x="0" y="21206"/>
                </a:moveTo>
                <a:cubicBezTo>
                  <a:pt x="469" y="9794"/>
                  <a:pt x="10263" y="0"/>
                  <a:pt x="22494" y="117"/>
                </a:cubicBezTo>
                <a:lnTo>
                  <a:pt x="1031923" y="117"/>
                </a:lnTo>
                <a:cubicBezTo>
                  <a:pt x="1043920" y="0"/>
                  <a:pt x="1053715" y="9794"/>
                  <a:pt x="1054417" y="21206"/>
                </a:cubicBezTo>
                <a:lnTo>
                  <a:pt x="1054417" y="267236"/>
                </a:lnTo>
                <a:cubicBezTo>
                  <a:pt x="1053715" y="278999"/>
                  <a:pt x="1043920" y="288793"/>
                  <a:pt x="1031923" y="288325"/>
                </a:cubicBezTo>
                <a:lnTo>
                  <a:pt x="22494" y="288325"/>
                </a:lnTo>
                <a:cubicBezTo>
                  <a:pt x="10263" y="288793"/>
                  <a:pt x="469" y="278999"/>
                  <a:pt x="0" y="267236"/>
                </a:cubicBezTo>
                <a:lnTo>
                  <a:pt x="0" y="2120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80AAB-2F37-4F48-8C7E-591ED263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968" y="2268625"/>
            <a:ext cx="1064962" cy="300509"/>
          </a:xfrm>
          <a:custGeom xmlns:a="http://schemas.openxmlformats.org/drawingml/2006/main">
            <a:pathLst>
              <a:path w="1064962" h="300509">
                <a:moveTo>
                  <a:pt x="2179" y="283568"/>
                </a:moveTo>
                <a:lnTo>
                  <a:pt x="3351" y="285993"/>
                </a:lnTo>
                <a:lnTo>
                  <a:pt x="4733" y="288278"/>
                </a:lnTo>
                <a:lnTo>
                  <a:pt x="6338" y="290422"/>
                </a:lnTo>
                <a:lnTo>
                  <a:pt x="8119" y="292390"/>
                </a:lnTo>
                <a:lnTo>
                  <a:pt x="10087" y="294171"/>
                </a:lnTo>
                <a:lnTo>
                  <a:pt x="12231" y="295776"/>
                </a:lnTo>
                <a:lnTo>
                  <a:pt x="14516" y="297158"/>
                </a:lnTo>
                <a:lnTo>
                  <a:pt x="16941" y="298330"/>
                </a:lnTo>
                <a:lnTo>
                  <a:pt x="19495" y="299267"/>
                </a:lnTo>
                <a:lnTo>
                  <a:pt x="22154" y="299958"/>
                </a:lnTo>
                <a:lnTo>
                  <a:pt x="24919" y="300368"/>
                </a:lnTo>
                <a:lnTo>
                  <a:pt x="27602" y="300509"/>
                </a:lnTo>
                <a:lnTo>
                  <a:pt x="1037359" y="300509"/>
                </a:lnTo>
                <a:lnTo>
                  <a:pt x="1040042" y="300368"/>
                </a:lnTo>
                <a:lnTo>
                  <a:pt x="1042807" y="299958"/>
                </a:lnTo>
                <a:lnTo>
                  <a:pt x="1045467" y="299267"/>
                </a:lnTo>
                <a:lnTo>
                  <a:pt x="1048021" y="298330"/>
                </a:lnTo>
                <a:lnTo>
                  <a:pt x="1050446" y="297158"/>
                </a:lnTo>
                <a:lnTo>
                  <a:pt x="1052730" y="295776"/>
                </a:lnTo>
                <a:lnTo>
                  <a:pt x="1054874" y="294171"/>
                </a:lnTo>
                <a:lnTo>
                  <a:pt x="1056843" y="292390"/>
                </a:lnTo>
                <a:lnTo>
                  <a:pt x="1058623" y="290422"/>
                </a:lnTo>
                <a:lnTo>
                  <a:pt x="1060229" y="288278"/>
                </a:lnTo>
                <a:lnTo>
                  <a:pt x="1061611" y="285993"/>
                </a:lnTo>
                <a:lnTo>
                  <a:pt x="1062783" y="283568"/>
                </a:lnTo>
                <a:lnTo>
                  <a:pt x="1063720" y="281014"/>
                </a:lnTo>
                <a:lnTo>
                  <a:pt x="1064411" y="278355"/>
                </a:lnTo>
                <a:lnTo>
                  <a:pt x="1064821" y="275590"/>
                </a:lnTo>
                <a:lnTo>
                  <a:pt x="1064962" y="272907"/>
                </a:lnTo>
                <a:lnTo>
                  <a:pt x="1064962" y="27602"/>
                </a:lnTo>
                <a:lnTo>
                  <a:pt x="1064821" y="24919"/>
                </a:lnTo>
                <a:lnTo>
                  <a:pt x="1064411" y="22154"/>
                </a:lnTo>
                <a:lnTo>
                  <a:pt x="1063720" y="19495"/>
                </a:lnTo>
                <a:lnTo>
                  <a:pt x="1062783" y="16941"/>
                </a:lnTo>
                <a:lnTo>
                  <a:pt x="1061611" y="14516"/>
                </a:lnTo>
                <a:lnTo>
                  <a:pt x="1060229" y="12231"/>
                </a:lnTo>
                <a:lnTo>
                  <a:pt x="1058623" y="10087"/>
                </a:lnTo>
                <a:lnTo>
                  <a:pt x="1056843" y="8119"/>
                </a:lnTo>
                <a:lnTo>
                  <a:pt x="1054874" y="6338"/>
                </a:lnTo>
                <a:lnTo>
                  <a:pt x="1052730" y="4733"/>
                </a:lnTo>
                <a:lnTo>
                  <a:pt x="1050446" y="3351"/>
                </a:lnTo>
                <a:lnTo>
                  <a:pt x="1048021" y="2179"/>
                </a:lnTo>
                <a:lnTo>
                  <a:pt x="1045467" y="1242"/>
                </a:lnTo>
                <a:lnTo>
                  <a:pt x="1042807" y="551"/>
                </a:lnTo>
                <a:lnTo>
                  <a:pt x="1040042" y="141"/>
                </a:lnTo>
                <a:lnTo>
                  <a:pt x="1037359" y="0"/>
                </a:lnTo>
                <a:lnTo>
                  <a:pt x="27602" y="0"/>
                </a:lnTo>
                <a:lnTo>
                  <a:pt x="24919" y="141"/>
                </a:lnTo>
                <a:lnTo>
                  <a:pt x="22154" y="551"/>
                </a:lnTo>
                <a:lnTo>
                  <a:pt x="19495" y="1242"/>
                </a:lnTo>
                <a:lnTo>
                  <a:pt x="16941" y="2179"/>
                </a:lnTo>
                <a:lnTo>
                  <a:pt x="14516" y="3351"/>
                </a:lnTo>
                <a:lnTo>
                  <a:pt x="12231" y="4733"/>
                </a:lnTo>
                <a:lnTo>
                  <a:pt x="10087" y="6338"/>
                </a:lnTo>
                <a:lnTo>
                  <a:pt x="8119" y="8119"/>
                </a:lnTo>
                <a:lnTo>
                  <a:pt x="6338" y="10087"/>
                </a:lnTo>
                <a:lnTo>
                  <a:pt x="4733" y="12231"/>
                </a:lnTo>
                <a:lnTo>
                  <a:pt x="3351" y="14516"/>
                </a:lnTo>
                <a:lnTo>
                  <a:pt x="2179" y="16941"/>
                </a:lnTo>
                <a:lnTo>
                  <a:pt x="1242" y="19495"/>
                </a:lnTo>
                <a:lnTo>
                  <a:pt x="551" y="22154"/>
                </a:lnTo>
                <a:lnTo>
                  <a:pt x="141" y="24919"/>
                </a:lnTo>
                <a:lnTo>
                  <a:pt x="0" y="27602"/>
                </a:lnTo>
                <a:lnTo>
                  <a:pt x="0" y="272907"/>
                </a:lnTo>
                <a:lnTo>
                  <a:pt x="141" y="275590"/>
                </a:lnTo>
                <a:lnTo>
                  <a:pt x="551" y="278355"/>
                </a:lnTo>
                <a:lnTo>
                  <a:pt x="1242" y="281014"/>
                </a:lnTo>
                <a:lnTo>
                  <a:pt x="2179" y="283568"/>
                </a:lnTo>
                <a:close/>
                <a:moveTo>
                  <a:pt x="12048" y="24502"/>
                </a:moveTo>
                <a:lnTo>
                  <a:pt x="12416" y="23067"/>
                </a:lnTo>
                <a:lnTo>
                  <a:pt x="12979" y="21506"/>
                </a:lnTo>
                <a:lnTo>
                  <a:pt x="13665" y="20090"/>
                </a:lnTo>
                <a:lnTo>
                  <a:pt x="14453" y="18787"/>
                </a:lnTo>
                <a:lnTo>
                  <a:pt x="15352" y="17588"/>
                </a:lnTo>
                <a:lnTo>
                  <a:pt x="16412" y="16412"/>
                </a:lnTo>
                <a:lnTo>
                  <a:pt x="17588" y="15352"/>
                </a:lnTo>
                <a:lnTo>
                  <a:pt x="18787" y="14453"/>
                </a:lnTo>
                <a:lnTo>
                  <a:pt x="20090" y="13665"/>
                </a:lnTo>
                <a:lnTo>
                  <a:pt x="21506" y="12979"/>
                </a:lnTo>
                <a:lnTo>
                  <a:pt x="23067" y="12416"/>
                </a:lnTo>
                <a:lnTo>
                  <a:pt x="24502" y="12048"/>
                </a:lnTo>
                <a:lnTo>
                  <a:pt x="26118" y="11804"/>
                </a:lnTo>
                <a:lnTo>
                  <a:pt x="27812" y="11716"/>
                </a:lnTo>
                <a:lnTo>
                  <a:pt x="1037150" y="11716"/>
                </a:lnTo>
                <a:lnTo>
                  <a:pt x="1038844" y="11804"/>
                </a:lnTo>
                <a:lnTo>
                  <a:pt x="1040460" y="12048"/>
                </a:lnTo>
                <a:lnTo>
                  <a:pt x="1041894" y="12416"/>
                </a:lnTo>
                <a:lnTo>
                  <a:pt x="1043456" y="12979"/>
                </a:lnTo>
                <a:lnTo>
                  <a:pt x="1044871" y="13665"/>
                </a:lnTo>
                <a:lnTo>
                  <a:pt x="1046175" y="14453"/>
                </a:lnTo>
                <a:lnTo>
                  <a:pt x="1047374" y="15352"/>
                </a:lnTo>
                <a:lnTo>
                  <a:pt x="1048549" y="16412"/>
                </a:lnTo>
                <a:lnTo>
                  <a:pt x="1049610" y="17588"/>
                </a:lnTo>
                <a:lnTo>
                  <a:pt x="1050509" y="18787"/>
                </a:lnTo>
                <a:lnTo>
                  <a:pt x="1051297" y="20090"/>
                </a:lnTo>
                <a:lnTo>
                  <a:pt x="1051982" y="21506"/>
                </a:lnTo>
                <a:lnTo>
                  <a:pt x="1052545" y="23067"/>
                </a:lnTo>
                <a:lnTo>
                  <a:pt x="1052914" y="24502"/>
                </a:lnTo>
                <a:lnTo>
                  <a:pt x="1053157" y="26118"/>
                </a:lnTo>
                <a:lnTo>
                  <a:pt x="1053246" y="27812"/>
                </a:lnTo>
                <a:lnTo>
                  <a:pt x="1053246" y="272697"/>
                </a:lnTo>
                <a:lnTo>
                  <a:pt x="1053157" y="274391"/>
                </a:lnTo>
                <a:lnTo>
                  <a:pt x="1052914" y="276007"/>
                </a:lnTo>
                <a:lnTo>
                  <a:pt x="1052545" y="277442"/>
                </a:lnTo>
                <a:lnTo>
                  <a:pt x="1051982" y="279003"/>
                </a:lnTo>
                <a:lnTo>
                  <a:pt x="1051297" y="280419"/>
                </a:lnTo>
                <a:lnTo>
                  <a:pt x="1050509" y="281722"/>
                </a:lnTo>
                <a:lnTo>
                  <a:pt x="1049610" y="282921"/>
                </a:lnTo>
                <a:lnTo>
                  <a:pt x="1048549" y="284097"/>
                </a:lnTo>
                <a:lnTo>
                  <a:pt x="1047374" y="285157"/>
                </a:lnTo>
                <a:lnTo>
                  <a:pt x="1046175" y="286056"/>
                </a:lnTo>
                <a:lnTo>
                  <a:pt x="1044871" y="286844"/>
                </a:lnTo>
                <a:lnTo>
                  <a:pt x="1043456" y="287530"/>
                </a:lnTo>
                <a:lnTo>
                  <a:pt x="1041894" y="288093"/>
                </a:lnTo>
                <a:lnTo>
                  <a:pt x="1040460" y="288461"/>
                </a:lnTo>
                <a:lnTo>
                  <a:pt x="1038844" y="288705"/>
                </a:lnTo>
                <a:lnTo>
                  <a:pt x="1037150" y="288793"/>
                </a:lnTo>
                <a:lnTo>
                  <a:pt x="27812" y="288793"/>
                </a:lnTo>
                <a:lnTo>
                  <a:pt x="26118" y="288705"/>
                </a:lnTo>
                <a:lnTo>
                  <a:pt x="24502" y="288461"/>
                </a:lnTo>
                <a:lnTo>
                  <a:pt x="23067" y="288093"/>
                </a:lnTo>
                <a:lnTo>
                  <a:pt x="21506" y="287530"/>
                </a:lnTo>
                <a:lnTo>
                  <a:pt x="20090" y="286844"/>
                </a:lnTo>
                <a:lnTo>
                  <a:pt x="18787" y="286056"/>
                </a:lnTo>
                <a:lnTo>
                  <a:pt x="17588" y="285157"/>
                </a:lnTo>
                <a:lnTo>
                  <a:pt x="16412" y="284097"/>
                </a:lnTo>
                <a:lnTo>
                  <a:pt x="15352" y="282921"/>
                </a:lnTo>
                <a:lnTo>
                  <a:pt x="14453" y="281722"/>
                </a:lnTo>
                <a:lnTo>
                  <a:pt x="13665" y="280419"/>
                </a:lnTo>
                <a:lnTo>
                  <a:pt x="12979" y="279003"/>
                </a:lnTo>
                <a:lnTo>
                  <a:pt x="12416" y="277442"/>
                </a:lnTo>
                <a:lnTo>
                  <a:pt x="12048" y="276007"/>
                </a:lnTo>
                <a:lnTo>
                  <a:pt x="11804" y="274391"/>
                </a:lnTo>
                <a:lnTo>
                  <a:pt x="11716" y="272697"/>
                </a:lnTo>
                <a:lnTo>
                  <a:pt x="11716" y="27812"/>
                </a:lnTo>
                <a:lnTo>
                  <a:pt x="11804" y="26118"/>
                </a:lnTo>
                <a:lnTo>
                  <a:pt x="12048" y="24502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issue">
            <a:extLst xmlns:a="http://schemas.openxmlformats.org/drawingml/2006/main">
              <a:ext uri="{FF2B5EF4-FFF2-40B4-BE49-F238E27FC236}">
                <a16:creationId xmlns:a16="http://schemas.microsoft.com/office/drawing/2014/main" id="{9ACB3892-E0D8-41B1-A555-7055F475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267" y="2366681"/>
            <a:ext cx="311603" cy="108325"/>
          </a:xfrm>
          <a:custGeom xmlns:a="http://schemas.openxmlformats.org/drawingml/2006/main">
            <a:pathLst>
              <a:path w="311603" h="108325">
                <a:moveTo>
                  <a:pt x="10366" y="15926"/>
                </a:moveTo>
                <a:cubicBezTo>
                  <a:pt x="8169" y="15926"/>
                  <a:pt x="6270" y="15148"/>
                  <a:pt x="4668" y="13592"/>
                </a:cubicBezTo>
                <a:cubicBezTo>
                  <a:pt x="3066" y="12036"/>
                  <a:pt x="2265" y="10160"/>
                  <a:pt x="2265" y="7963"/>
                </a:cubicBezTo>
                <a:cubicBezTo>
                  <a:pt x="2265" y="5766"/>
                  <a:pt x="3066" y="3890"/>
                  <a:pt x="4668" y="2334"/>
                </a:cubicBezTo>
                <a:cubicBezTo>
                  <a:pt x="6270" y="778"/>
                  <a:pt x="8169" y="0"/>
                  <a:pt x="10366" y="0"/>
                </a:cubicBezTo>
                <a:cubicBezTo>
                  <a:pt x="12562" y="0"/>
                  <a:pt x="14450" y="778"/>
                  <a:pt x="16029" y="2334"/>
                </a:cubicBezTo>
                <a:cubicBezTo>
                  <a:pt x="17608" y="3890"/>
                  <a:pt x="18397" y="5766"/>
                  <a:pt x="18397" y="7963"/>
                </a:cubicBezTo>
                <a:cubicBezTo>
                  <a:pt x="18397" y="10160"/>
                  <a:pt x="17608" y="12036"/>
                  <a:pt x="16029" y="13592"/>
                </a:cubicBezTo>
                <a:cubicBezTo>
                  <a:pt x="14450" y="15148"/>
                  <a:pt x="12562" y="15926"/>
                  <a:pt x="10366" y="15926"/>
                </a:cubicBezTo>
                <a:moveTo>
                  <a:pt x="13455" y="71706"/>
                </a:moveTo>
                <a:cubicBezTo>
                  <a:pt x="13455" y="74455"/>
                  <a:pt x="13535" y="78566"/>
                  <a:pt x="13695" y="84041"/>
                </a:cubicBezTo>
                <a:cubicBezTo>
                  <a:pt x="13855" y="89514"/>
                  <a:pt x="13935" y="93625"/>
                  <a:pt x="13935" y="96374"/>
                </a:cubicBezTo>
                <a:cubicBezTo>
                  <a:pt x="13935" y="98389"/>
                  <a:pt x="13318" y="100038"/>
                  <a:pt x="12082" y="101321"/>
                </a:cubicBezTo>
                <a:cubicBezTo>
                  <a:pt x="10846" y="102604"/>
                  <a:pt x="9222" y="103245"/>
                  <a:pt x="7208" y="103245"/>
                </a:cubicBezTo>
                <a:cubicBezTo>
                  <a:pt x="5240" y="103245"/>
                  <a:pt x="3627" y="102604"/>
                  <a:pt x="2368" y="101321"/>
                </a:cubicBezTo>
                <a:cubicBezTo>
                  <a:pt x="1110" y="100038"/>
                  <a:pt x="481" y="98389"/>
                  <a:pt x="481" y="96374"/>
                </a:cubicBezTo>
                <a:cubicBezTo>
                  <a:pt x="481" y="93625"/>
                  <a:pt x="400" y="89514"/>
                  <a:pt x="240" y="84041"/>
                </a:cubicBezTo>
                <a:cubicBezTo>
                  <a:pt x="80" y="78566"/>
                  <a:pt x="0" y="74455"/>
                  <a:pt x="0" y="71706"/>
                </a:cubicBezTo>
                <a:cubicBezTo>
                  <a:pt x="0" y="67400"/>
                  <a:pt x="229" y="62029"/>
                  <a:pt x="686" y="55593"/>
                </a:cubicBezTo>
                <a:cubicBezTo>
                  <a:pt x="1144" y="49156"/>
                  <a:pt x="1373" y="43785"/>
                  <a:pt x="1373" y="39478"/>
                </a:cubicBezTo>
                <a:cubicBezTo>
                  <a:pt x="1373" y="37418"/>
                  <a:pt x="2002" y="35746"/>
                  <a:pt x="3261" y="34463"/>
                </a:cubicBezTo>
                <a:cubicBezTo>
                  <a:pt x="4519" y="33180"/>
                  <a:pt x="6132" y="32539"/>
                  <a:pt x="8100" y="32539"/>
                </a:cubicBezTo>
                <a:cubicBezTo>
                  <a:pt x="10068" y="32539"/>
                  <a:pt x="11681" y="33180"/>
                  <a:pt x="12940" y="34463"/>
                </a:cubicBezTo>
                <a:cubicBezTo>
                  <a:pt x="14198" y="35746"/>
                  <a:pt x="14828" y="37418"/>
                  <a:pt x="14828" y="39478"/>
                </a:cubicBezTo>
                <a:cubicBezTo>
                  <a:pt x="14828" y="43785"/>
                  <a:pt x="14599" y="49156"/>
                  <a:pt x="14141" y="55593"/>
                </a:cubicBezTo>
                <a:cubicBezTo>
                  <a:pt x="13684" y="62029"/>
                  <a:pt x="13455" y="67400"/>
                  <a:pt x="13455" y="71706"/>
                </a:cubicBezTo>
                <a:close/>
                <a:moveTo>
                  <a:pt x="82839" y="49975"/>
                </a:moveTo>
                <a:cubicBezTo>
                  <a:pt x="80322" y="49975"/>
                  <a:pt x="78560" y="49134"/>
                  <a:pt x="77553" y="47452"/>
                </a:cubicBezTo>
                <a:cubicBezTo>
                  <a:pt x="76867" y="46271"/>
                  <a:pt x="76272" y="43817"/>
                  <a:pt x="75768" y="40090"/>
                </a:cubicBezTo>
                <a:cubicBezTo>
                  <a:pt x="72336" y="40958"/>
                  <a:pt x="67050" y="42558"/>
                  <a:pt x="59911" y="44889"/>
                </a:cubicBezTo>
                <a:cubicBezTo>
                  <a:pt x="52543" y="47815"/>
                  <a:pt x="48836" y="51426"/>
                  <a:pt x="48790" y="55722"/>
                </a:cubicBezTo>
                <a:cubicBezTo>
                  <a:pt x="50163" y="56225"/>
                  <a:pt x="51513" y="56592"/>
                  <a:pt x="52840" y="56820"/>
                </a:cubicBezTo>
                <a:cubicBezTo>
                  <a:pt x="63366" y="58694"/>
                  <a:pt x="71192" y="61277"/>
                  <a:pt x="76317" y="64569"/>
                </a:cubicBezTo>
                <a:cubicBezTo>
                  <a:pt x="83777" y="69370"/>
                  <a:pt x="87507" y="76320"/>
                  <a:pt x="87507" y="85418"/>
                </a:cubicBezTo>
                <a:cubicBezTo>
                  <a:pt x="87507" y="92871"/>
                  <a:pt x="84280" y="98494"/>
                  <a:pt x="77828" y="102288"/>
                </a:cubicBezTo>
                <a:cubicBezTo>
                  <a:pt x="72473" y="105397"/>
                  <a:pt x="65700" y="106952"/>
                  <a:pt x="57508" y="106952"/>
                </a:cubicBezTo>
                <a:cubicBezTo>
                  <a:pt x="51513" y="106952"/>
                  <a:pt x="45792" y="105945"/>
                  <a:pt x="40346" y="103932"/>
                </a:cubicBezTo>
                <a:cubicBezTo>
                  <a:pt x="33299" y="101369"/>
                  <a:pt x="29775" y="97799"/>
                  <a:pt x="29775" y="93223"/>
                </a:cubicBezTo>
                <a:cubicBezTo>
                  <a:pt x="29775" y="91392"/>
                  <a:pt x="30496" y="89790"/>
                  <a:pt x="31937" y="88417"/>
                </a:cubicBezTo>
                <a:cubicBezTo>
                  <a:pt x="33379" y="87044"/>
                  <a:pt x="35015" y="86358"/>
                  <a:pt x="36845" y="86358"/>
                </a:cubicBezTo>
                <a:cubicBezTo>
                  <a:pt x="38264" y="86358"/>
                  <a:pt x="40095" y="87456"/>
                  <a:pt x="42337" y="89653"/>
                </a:cubicBezTo>
                <a:cubicBezTo>
                  <a:pt x="43435" y="90706"/>
                  <a:pt x="45907" y="91575"/>
                  <a:pt x="49751" y="92262"/>
                </a:cubicBezTo>
                <a:cubicBezTo>
                  <a:pt x="52817" y="92811"/>
                  <a:pt x="55403" y="93085"/>
                  <a:pt x="57508" y="93085"/>
                </a:cubicBezTo>
                <a:cubicBezTo>
                  <a:pt x="61352" y="93085"/>
                  <a:pt x="64739" y="92628"/>
                  <a:pt x="67668" y="91714"/>
                </a:cubicBezTo>
                <a:cubicBezTo>
                  <a:pt x="71924" y="90389"/>
                  <a:pt x="74052" y="88286"/>
                  <a:pt x="74052" y="85408"/>
                </a:cubicBezTo>
                <a:cubicBezTo>
                  <a:pt x="74052" y="79191"/>
                  <a:pt x="69704" y="74985"/>
                  <a:pt x="61009" y="72792"/>
                </a:cubicBezTo>
                <a:lnTo>
                  <a:pt x="53870" y="71213"/>
                </a:lnTo>
                <a:cubicBezTo>
                  <a:pt x="47783" y="69884"/>
                  <a:pt x="43458" y="68327"/>
                  <a:pt x="40896" y="66540"/>
                </a:cubicBezTo>
                <a:cubicBezTo>
                  <a:pt x="37189" y="63976"/>
                  <a:pt x="35335" y="60108"/>
                  <a:pt x="35335" y="54935"/>
                </a:cubicBezTo>
                <a:cubicBezTo>
                  <a:pt x="35335" y="45364"/>
                  <a:pt x="39843" y="38541"/>
                  <a:pt x="48859" y="34465"/>
                </a:cubicBezTo>
                <a:cubicBezTo>
                  <a:pt x="51604" y="33229"/>
                  <a:pt x="55998" y="31754"/>
                  <a:pt x="62039" y="30037"/>
                </a:cubicBezTo>
                <a:cubicBezTo>
                  <a:pt x="68080" y="28320"/>
                  <a:pt x="72405" y="26865"/>
                  <a:pt x="75013" y="25674"/>
                </a:cubicBezTo>
                <a:cubicBezTo>
                  <a:pt x="76889" y="24850"/>
                  <a:pt x="78926" y="24438"/>
                  <a:pt x="81123" y="24438"/>
                </a:cubicBezTo>
                <a:cubicBezTo>
                  <a:pt x="83091" y="24438"/>
                  <a:pt x="84704" y="25079"/>
                  <a:pt x="85962" y="26360"/>
                </a:cubicBezTo>
                <a:cubicBezTo>
                  <a:pt x="87221" y="27642"/>
                  <a:pt x="87850" y="29312"/>
                  <a:pt x="87850" y="31372"/>
                </a:cubicBezTo>
                <a:cubicBezTo>
                  <a:pt x="87850" y="32699"/>
                  <a:pt x="88136" y="34644"/>
                  <a:pt x="88708" y="37207"/>
                </a:cubicBezTo>
                <a:cubicBezTo>
                  <a:pt x="89280" y="39769"/>
                  <a:pt x="89566" y="41714"/>
                  <a:pt x="89566" y="43042"/>
                </a:cubicBezTo>
                <a:cubicBezTo>
                  <a:pt x="89566" y="45101"/>
                  <a:pt x="88937" y="46771"/>
                  <a:pt x="87678" y="48053"/>
                </a:cubicBezTo>
                <a:cubicBezTo>
                  <a:pt x="86420" y="49334"/>
                  <a:pt x="84807" y="49975"/>
                  <a:pt x="82839" y="49975"/>
                </a:cubicBezTo>
                <a:close/>
                <a:moveTo>
                  <a:pt x="151376" y="49975"/>
                </a:moveTo>
                <a:cubicBezTo>
                  <a:pt x="148859" y="49975"/>
                  <a:pt x="147097" y="49134"/>
                  <a:pt x="146090" y="47452"/>
                </a:cubicBezTo>
                <a:cubicBezTo>
                  <a:pt x="145404" y="46271"/>
                  <a:pt x="144809" y="43817"/>
                  <a:pt x="144305" y="40090"/>
                </a:cubicBezTo>
                <a:cubicBezTo>
                  <a:pt x="140873" y="40958"/>
                  <a:pt x="135587" y="42558"/>
                  <a:pt x="128448" y="44889"/>
                </a:cubicBezTo>
                <a:cubicBezTo>
                  <a:pt x="121080" y="47815"/>
                  <a:pt x="117373" y="51426"/>
                  <a:pt x="117327" y="55722"/>
                </a:cubicBezTo>
                <a:cubicBezTo>
                  <a:pt x="118700" y="56225"/>
                  <a:pt x="120050" y="56592"/>
                  <a:pt x="121377" y="56820"/>
                </a:cubicBezTo>
                <a:cubicBezTo>
                  <a:pt x="131903" y="58694"/>
                  <a:pt x="139729" y="61277"/>
                  <a:pt x="144854" y="64569"/>
                </a:cubicBezTo>
                <a:cubicBezTo>
                  <a:pt x="152314" y="69370"/>
                  <a:pt x="156044" y="76320"/>
                  <a:pt x="156044" y="85418"/>
                </a:cubicBezTo>
                <a:cubicBezTo>
                  <a:pt x="156044" y="92871"/>
                  <a:pt x="152818" y="98494"/>
                  <a:pt x="146365" y="102288"/>
                </a:cubicBezTo>
                <a:cubicBezTo>
                  <a:pt x="141010" y="105397"/>
                  <a:pt x="134237" y="106952"/>
                  <a:pt x="126045" y="106952"/>
                </a:cubicBezTo>
                <a:cubicBezTo>
                  <a:pt x="120050" y="106952"/>
                  <a:pt x="114329" y="105945"/>
                  <a:pt x="108883" y="103932"/>
                </a:cubicBezTo>
                <a:cubicBezTo>
                  <a:pt x="101836" y="101369"/>
                  <a:pt x="98312" y="97799"/>
                  <a:pt x="98312" y="93223"/>
                </a:cubicBezTo>
                <a:cubicBezTo>
                  <a:pt x="98312" y="91392"/>
                  <a:pt x="99033" y="89790"/>
                  <a:pt x="100474" y="88417"/>
                </a:cubicBezTo>
                <a:cubicBezTo>
                  <a:pt x="101916" y="87044"/>
                  <a:pt x="103552" y="86358"/>
                  <a:pt x="105382" y="86358"/>
                </a:cubicBezTo>
                <a:cubicBezTo>
                  <a:pt x="106801" y="86358"/>
                  <a:pt x="108632" y="87456"/>
                  <a:pt x="110874" y="89653"/>
                </a:cubicBezTo>
                <a:cubicBezTo>
                  <a:pt x="111973" y="90706"/>
                  <a:pt x="114444" y="91575"/>
                  <a:pt x="118288" y="92262"/>
                </a:cubicBezTo>
                <a:cubicBezTo>
                  <a:pt x="121354" y="92811"/>
                  <a:pt x="123940" y="93085"/>
                  <a:pt x="126045" y="93085"/>
                </a:cubicBezTo>
                <a:cubicBezTo>
                  <a:pt x="129889" y="93085"/>
                  <a:pt x="133276" y="92628"/>
                  <a:pt x="136205" y="91714"/>
                </a:cubicBezTo>
                <a:cubicBezTo>
                  <a:pt x="140461" y="90389"/>
                  <a:pt x="142589" y="88286"/>
                  <a:pt x="142589" y="85408"/>
                </a:cubicBezTo>
                <a:cubicBezTo>
                  <a:pt x="142589" y="79191"/>
                  <a:pt x="138242" y="74985"/>
                  <a:pt x="129546" y="72792"/>
                </a:cubicBezTo>
                <a:lnTo>
                  <a:pt x="122407" y="71213"/>
                </a:lnTo>
                <a:cubicBezTo>
                  <a:pt x="116320" y="69884"/>
                  <a:pt x="111995" y="68327"/>
                  <a:pt x="109433" y="66540"/>
                </a:cubicBezTo>
                <a:cubicBezTo>
                  <a:pt x="105726" y="63976"/>
                  <a:pt x="103872" y="60108"/>
                  <a:pt x="103872" y="54935"/>
                </a:cubicBezTo>
                <a:cubicBezTo>
                  <a:pt x="103872" y="45364"/>
                  <a:pt x="108380" y="38541"/>
                  <a:pt x="117396" y="34465"/>
                </a:cubicBezTo>
                <a:cubicBezTo>
                  <a:pt x="120142" y="33229"/>
                  <a:pt x="124535" y="31754"/>
                  <a:pt x="130576" y="30037"/>
                </a:cubicBezTo>
                <a:cubicBezTo>
                  <a:pt x="136617" y="28320"/>
                  <a:pt x="140942" y="26865"/>
                  <a:pt x="143550" y="25674"/>
                </a:cubicBezTo>
                <a:cubicBezTo>
                  <a:pt x="145427" y="24850"/>
                  <a:pt x="147463" y="24438"/>
                  <a:pt x="149660" y="24438"/>
                </a:cubicBezTo>
                <a:cubicBezTo>
                  <a:pt x="151628" y="24438"/>
                  <a:pt x="153241" y="25079"/>
                  <a:pt x="154499" y="26360"/>
                </a:cubicBezTo>
                <a:cubicBezTo>
                  <a:pt x="155758" y="27642"/>
                  <a:pt x="156387" y="29312"/>
                  <a:pt x="156387" y="31372"/>
                </a:cubicBezTo>
                <a:cubicBezTo>
                  <a:pt x="156387" y="32699"/>
                  <a:pt x="156673" y="34644"/>
                  <a:pt x="157245" y="37207"/>
                </a:cubicBezTo>
                <a:cubicBezTo>
                  <a:pt x="157817" y="39769"/>
                  <a:pt x="158103" y="41714"/>
                  <a:pt x="158103" y="43042"/>
                </a:cubicBezTo>
                <a:cubicBezTo>
                  <a:pt x="158103" y="45101"/>
                  <a:pt x="157474" y="46771"/>
                  <a:pt x="156216" y="48053"/>
                </a:cubicBezTo>
                <a:cubicBezTo>
                  <a:pt x="154957" y="49334"/>
                  <a:pt x="153344" y="49975"/>
                  <a:pt x="151376" y="49975"/>
                </a:cubicBezTo>
                <a:close/>
                <a:moveTo>
                  <a:pt x="229592" y="62743"/>
                </a:moveTo>
                <a:cubicBezTo>
                  <a:pt x="229592" y="66038"/>
                  <a:pt x="229615" y="70981"/>
                  <a:pt x="229661" y="77571"/>
                </a:cubicBezTo>
                <a:cubicBezTo>
                  <a:pt x="229707" y="84161"/>
                  <a:pt x="229730" y="89104"/>
                  <a:pt x="229730" y="92399"/>
                </a:cubicBezTo>
                <a:cubicBezTo>
                  <a:pt x="229730" y="93406"/>
                  <a:pt x="229810" y="94939"/>
                  <a:pt x="229970" y="96998"/>
                </a:cubicBezTo>
                <a:cubicBezTo>
                  <a:pt x="230130" y="99058"/>
                  <a:pt x="230210" y="100591"/>
                  <a:pt x="230210" y="101598"/>
                </a:cubicBezTo>
                <a:cubicBezTo>
                  <a:pt x="230210" y="103565"/>
                  <a:pt x="229547" y="105179"/>
                  <a:pt x="228219" y="106437"/>
                </a:cubicBezTo>
                <a:cubicBezTo>
                  <a:pt x="226892" y="107696"/>
                  <a:pt x="225268" y="108325"/>
                  <a:pt x="223345" y="108325"/>
                </a:cubicBezTo>
                <a:cubicBezTo>
                  <a:pt x="219822" y="108325"/>
                  <a:pt x="217579" y="106151"/>
                  <a:pt x="216618" y="101803"/>
                </a:cubicBezTo>
                <a:cubicBezTo>
                  <a:pt x="210898" y="104778"/>
                  <a:pt x="204307" y="106266"/>
                  <a:pt x="196848" y="106266"/>
                </a:cubicBezTo>
                <a:cubicBezTo>
                  <a:pt x="190853" y="106266"/>
                  <a:pt x="185887" y="104938"/>
                  <a:pt x="181951" y="102284"/>
                </a:cubicBezTo>
                <a:cubicBezTo>
                  <a:pt x="177604" y="99355"/>
                  <a:pt x="175018" y="95076"/>
                  <a:pt x="174194" y="89447"/>
                </a:cubicBezTo>
                <a:cubicBezTo>
                  <a:pt x="172409" y="77319"/>
                  <a:pt x="171517" y="66519"/>
                  <a:pt x="171517" y="57046"/>
                </a:cubicBezTo>
                <a:cubicBezTo>
                  <a:pt x="171517" y="50776"/>
                  <a:pt x="172204" y="43637"/>
                  <a:pt x="173576" y="35628"/>
                </a:cubicBezTo>
                <a:cubicBezTo>
                  <a:pt x="174217" y="31646"/>
                  <a:pt x="176391" y="29655"/>
                  <a:pt x="180098" y="29655"/>
                </a:cubicBezTo>
                <a:cubicBezTo>
                  <a:pt x="182066" y="29655"/>
                  <a:pt x="183713" y="30284"/>
                  <a:pt x="185040" y="31541"/>
                </a:cubicBezTo>
                <a:cubicBezTo>
                  <a:pt x="186368" y="32798"/>
                  <a:pt x="187031" y="34410"/>
                  <a:pt x="187031" y="36376"/>
                </a:cubicBezTo>
                <a:cubicBezTo>
                  <a:pt x="187031" y="38479"/>
                  <a:pt x="186699" y="41839"/>
                  <a:pt x="186036" y="46457"/>
                </a:cubicBezTo>
                <a:cubicBezTo>
                  <a:pt x="185372" y="51073"/>
                  <a:pt x="185040" y="54593"/>
                  <a:pt x="185040" y="57016"/>
                </a:cubicBezTo>
                <a:cubicBezTo>
                  <a:pt x="185040" y="64650"/>
                  <a:pt x="185292" y="71187"/>
                  <a:pt x="185796" y="76627"/>
                </a:cubicBezTo>
                <a:cubicBezTo>
                  <a:pt x="186299" y="82067"/>
                  <a:pt x="187054" y="86433"/>
                  <a:pt x="188061" y="89724"/>
                </a:cubicBezTo>
                <a:cubicBezTo>
                  <a:pt x="189571" y="90547"/>
                  <a:pt x="191059" y="91177"/>
                  <a:pt x="192523" y="91612"/>
                </a:cubicBezTo>
                <a:cubicBezTo>
                  <a:pt x="193987" y="92045"/>
                  <a:pt x="195429" y="92262"/>
                  <a:pt x="196848" y="92262"/>
                </a:cubicBezTo>
                <a:cubicBezTo>
                  <a:pt x="202980" y="92262"/>
                  <a:pt x="209456" y="91279"/>
                  <a:pt x="216275" y="89314"/>
                </a:cubicBezTo>
                <a:lnTo>
                  <a:pt x="216206" y="75394"/>
                </a:lnTo>
                <a:lnTo>
                  <a:pt x="216069" y="62091"/>
                </a:lnTo>
                <a:cubicBezTo>
                  <a:pt x="216069" y="52216"/>
                  <a:pt x="216504" y="43644"/>
                  <a:pt x="217373" y="36376"/>
                </a:cubicBezTo>
                <a:cubicBezTo>
                  <a:pt x="217877" y="32170"/>
                  <a:pt x="220096" y="30067"/>
                  <a:pt x="224032" y="30067"/>
                </a:cubicBezTo>
                <a:cubicBezTo>
                  <a:pt x="226000" y="30067"/>
                  <a:pt x="227647" y="30708"/>
                  <a:pt x="228975" y="31989"/>
                </a:cubicBezTo>
                <a:cubicBezTo>
                  <a:pt x="230302" y="33271"/>
                  <a:pt x="230920" y="34873"/>
                  <a:pt x="230828" y="36795"/>
                </a:cubicBezTo>
                <a:lnTo>
                  <a:pt x="229592" y="62743"/>
                </a:lnTo>
                <a:close/>
                <a:moveTo>
                  <a:pt x="278858" y="105991"/>
                </a:moveTo>
                <a:cubicBezTo>
                  <a:pt x="268515" y="105991"/>
                  <a:pt x="260140" y="103403"/>
                  <a:pt x="253733" y="98227"/>
                </a:cubicBezTo>
                <a:cubicBezTo>
                  <a:pt x="246731" y="92501"/>
                  <a:pt x="243230" y="84484"/>
                  <a:pt x="243230" y="74177"/>
                </a:cubicBezTo>
                <a:cubicBezTo>
                  <a:pt x="243230" y="62269"/>
                  <a:pt x="246113" y="52283"/>
                  <a:pt x="251880" y="44222"/>
                </a:cubicBezTo>
                <a:cubicBezTo>
                  <a:pt x="258150" y="35426"/>
                  <a:pt x="266524" y="31028"/>
                  <a:pt x="277005" y="31028"/>
                </a:cubicBezTo>
                <a:cubicBezTo>
                  <a:pt x="284601" y="31028"/>
                  <a:pt x="290803" y="32310"/>
                  <a:pt x="295608" y="34873"/>
                </a:cubicBezTo>
                <a:cubicBezTo>
                  <a:pt x="301512" y="38030"/>
                  <a:pt x="304463" y="42881"/>
                  <a:pt x="304463" y="49426"/>
                </a:cubicBezTo>
                <a:cubicBezTo>
                  <a:pt x="304463" y="54002"/>
                  <a:pt x="301878" y="58167"/>
                  <a:pt x="296706" y="61920"/>
                </a:cubicBezTo>
                <a:cubicBezTo>
                  <a:pt x="294418" y="63567"/>
                  <a:pt x="289567" y="66130"/>
                  <a:pt x="282153" y="69608"/>
                </a:cubicBezTo>
                <a:lnTo>
                  <a:pt x="255930" y="82033"/>
                </a:lnTo>
                <a:cubicBezTo>
                  <a:pt x="258493" y="85832"/>
                  <a:pt x="261685" y="88692"/>
                  <a:pt x="265506" y="90614"/>
                </a:cubicBezTo>
                <a:cubicBezTo>
                  <a:pt x="269328" y="92536"/>
                  <a:pt x="273778" y="93497"/>
                  <a:pt x="278858" y="93497"/>
                </a:cubicBezTo>
                <a:cubicBezTo>
                  <a:pt x="282016" y="93497"/>
                  <a:pt x="285723" y="92902"/>
                  <a:pt x="289979" y="91712"/>
                </a:cubicBezTo>
                <a:cubicBezTo>
                  <a:pt x="295379" y="90202"/>
                  <a:pt x="298857" y="88223"/>
                  <a:pt x="300413" y="85774"/>
                </a:cubicBezTo>
                <a:cubicBezTo>
                  <a:pt x="301969" y="83326"/>
                  <a:pt x="303640" y="82102"/>
                  <a:pt x="305424" y="82102"/>
                </a:cubicBezTo>
                <a:cubicBezTo>
                  <a:pt x="307026" y="82102"/>
                  <a:pt x="308456" y="82710"/>
                  <a:pt x="309715" y="83927"/>
                </a:cubicBezTo>
                <a:cubicBezTo>
                  <a:pt x="310973" y="85143"/>
                  <a:pt x="311603" y="86554"/>
                  <a:pt x="311603" y="88160"/>
                </a:cubicBezTo>
                <a:cubicBezTo>
                  <a:pt x="311603" y="93254"/>
                  <a:pt x="307507" y="97637"/>
                  <a:pt x="299315" y="101310"/>
                </a:cubicBezTo>
                <a:cubicBezTo>
                  <a:pt x="292313" y="104431"/>
                  <a:pt x="285494" y="105991"/>
                  <a:pt x="278858" y="105991"/>
                </a:cubicBezTo>
                <a:moveTo>
                  <a:pt x="277005" y="43385"/>
                </a:moveTo>
                <a:cubicBezTo>
                  <a:pt x="271421" y="43385"/>
                  <a:pt x="266776" y="45547"/>
                  <a:pt x="263069" y="49872"/>
                </a:cubicBezTo>
                <a:cubicBezTo>
                  <a:pt x="259362" y="54197"/>
                  <a:pt x="256594" y="60707"/>
                  <a:pt x="254763" y="69402"/>
                </a:cubicBezTo>
                <a:lnTo>
                  <a:pt x="275838" y="59380"/>
                </a:lnTo>
                <a:cubicBezTo>
                  <a:pt x="284121" y="55352"/>
                  <a:pt x="290025" y="51851"/>
                  <a:pt x="293548" y="48877"/>
                </a:cubicBezTo>
                <a:cubicBezTo>
                  <a:pt x="289613" y="45215"/>
                  <a:pt x="284098" y="43385"/>
                  <a:pt x="277005" y="433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D3442D-C530-4083-B6BE-DD20491E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42" y="3930738"/>
            <a:ext cx="1361370" cy="289613"/>
          </a:xfrm>
          <a:custGeom xmlns:a="http://schemas.openxmlformats.org/drawingml/2006/main">
            <a:pathLst>
              <a:path w="1361370" h="289613">
                <a:moveTo>
                  <a:pt x="469" y="22494"/>
                </a:moveTo>
                <a:cubicBezTo>
                  <a:pt x="0" y="10146"/>
                  <a:pt x="9794" y="351"/>
                  <a:pt x="21557" y="0"/>
                </a:cubicBezTo>
                <a:lnTo>
                  <a:pt x="1338876" y="0"/>
                </a:lnTo>
                <a:cubicBezTo>
                  <a:pt x="1351576" y="351"/>
                  <a:pt x="1361370" y="10146"/>
                  <a:pt x="1361370" y="22494"/>
                </a:cubicBezTo>
                <a:lnTo>
                  <a:pt x="1361370" y="267119"/>
                </a:lnTo>
                <a:cubicBezTo>
                  <a:pt x="1361370" y="279350"/>
                  <a:pt x="1351576" y="289145"/>
                  <a:pt x="1338876" y="289613"/>
                </a:cubicBezTo>
                <a:lnTo>
                  <a:pt x="21557" y="289613"/>
                </a:lnTo>
                <a:cubicBezTo>
                  <a:pt x="9794" y="289145"/>
                  <a:pt x="0" y="279350"/>
                  <a:pt x="469" y="267119"/>
                </a:cubicBezTo>
                <a:lnTo>
                  <a:pt x="469" y="2249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E1D2E-D47A-4A42-BB29-674E1F74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684" y="3925232"/>
            <a:ext cx="1373086" cy="300509"/>
          </a:xfrm>
          <a:custGeom xmlns:a="http://schemas.openxmlformats.org/drawingml/2006/main">
            <a:pathLst>
              <a:path w="1373086" h="300509">
                <a:moveTo>
                  <a:pt x="2179" y="283568"/>
                </a:moveTo>
                <a:lnTo>
                  <a:pt x="3351" y="285993"/>
                </a:lnTo>
                <a:lnTo>
                  <a:pt x="4733" y="288278"/>
                </a:lnTo>
                <a:lnTo>
                  <a:pt x="6327" y="290422"/>
                </a:lnTo>
                <a:lnTo>
                  <a:pt x="8119" y="292390"/>
                </a:lnTo>
                <a:lnTo>
                  <a:pt x="10087" y="294171"/>
                </a:lnTo>
                <a:lnTo>
                  <a:pt x="12231" y="295776"/>
                </a:lnTo>
                <a:lnTo>
                  <a:pt x="14516" y="297158"/>
                </a:lnTo>
                <a:lnTo>
                  <a:pt x="16941" y="298330"/>
                </a:lnTo>
                <a:lnTo>
                  <a:pt x="19495" y="299267"/>
                </a:lnTo>
                <a:lnTo>
                  <a:pt x="22154" y="299958"/>
                </a:lnTo>
                <a:lnTo>
                  <a:pt x="24919" y="300368"/>
                </a:lnTo>
                <a:lnTo>
                  <a:pt x="27602" y="300509"/>
                </a:lnTo>
                <a:lnTo>
                  <a:pt x="1345484" y="300509"/>
                </a:lnTo>
                <a:lnTo>
                  <a:pt x="1348166" y="300368"/>
                </a:lnTo>
                <a:lnTo>
                  <a:pt x="1350931" y="299958"/>
                </a:lnTo>
                <a:lnTo>
                  <a:pt x="1353591" y="299267"/>
                </a:lnTo>
                <a:lnTo>
                  <a:pt x="1356145" y="298330"/>
                </a:lnTo>
                <a:lnTo>
                  <a:pt x="1358570" y="297158"/>
                </a:lnTo>
                <a:lnTo>
                  <a:pt x="1360855" y="295776"/>
                </a:lnTo>
                <a:lnTo>
                  <a:pt x="1362999" y="294171"/>
                </a:lnTo>
                <a:lnTo>
                  <a:pt x="1364967" y="292390"/>
                </a:lnTo>
                <a:lnTo>
                  <a:pt x="1366748" y="290422"/>
                </a:lnTo>
                <a:lnTo>
                  <a:pt x="1368353" y="288278"/>
                </a:lnTo>
                <a:lnTo>
                  <a:pt x="1369735" y="285993"/>
                </a:lnTo>
                <a:lnTo>
                  <a:pt x="1370907" y="283568"/>
                </a:lnTo>
                <a:lnTo>
                  <a:pt x="1371844" y="281014"/>
                </a:lnTo>
                <a:lnTo>
                  <a:pt x="1372535" y="278355"/>
                </a:lnTo>
                <a:lnTo>
                  <a:pt x="1372945" y="275590"/>
                </a:lnTo>
                <a:lnTo>
                  <a:pt x="1373086" y="272907"/>
                </a:lnTo>
                <a:lnTo>
                  <a:pt x="1373086" y="27602"/>
                </a:lnTo>
                <a:lnTo>
                  <a:pt x="1372945" y="24919"/>
                </a:lnTo>
                <a:lnTo>
                  <a:pt x="1372535" y="22154"/>
                </a:lnTo>
                <a:lnTo>
                  <a:pt x="1371844" y="19495"/>
                </a:lnTo>
                <a:lnTo>
                  <a:pt x="1370907" y="16941"/>
                </a:lnTo>
                <a:lnTo>
                  <a:pt x="1369735" y="14516"/>
                </a:lnTo>
                <a:lnTo>
                  <a:pt x="1368353" y="12231"/>
                </a:lnTo>
                <a:lnTo>
                  <a:pt x="1366748" y="10087"/>
                </a:lnTo>
                <a:lnTo>
                  <a:pt x="1364967" y="8119"/>
                </a:lnTo>
                <a:lnTo>
                  <a:pt x="1362999" y="6327"/>
                </a:lnTo>
                <a:lnTo>
                  <a:pt x="1360855" y="4733"/>
                </a:lnTo>
                <a:lnTo>
                  <a:pt x="1358570" y="3351"/>
                </a:lnTo>
                <a:lnTo>
                  <a:pt x="1356145" y="2179"/>
                </a:lnTo>
                <a:lnTo>
                  <a:pt x="1353591" y="1242"/>
                </a:lnTo>
                <a:lnTo>
                  <a:pt x="1350931" y="551"/>
                </a:lnTo>
                <a:lnTo>
                  <a:pt x="1348166" y="141"/>
                </a:lnTo>
                <a:lnTo>
                  <a:pt x="1345484" y="0"/>
                </a:lnTo>
                <a:lnTo>
                  <a:pt x="27602" y="0"/>
                </a:lnTo>
                <a:lnTo>
                  <a:pt x="24919" y="141"/>
                </a:lnTo>
                <a:lnTo>
                  <a:pt x="22154" y="551"/>
                </a:lnTo>
                <a:lnTo>
                  <a:pt x="19495" y="1242"/>
                </a:lnTo>
                <a:lnTo>
                  <a:pt x="16941" y="2179"/>
                </a:lnTo>
                <a:lnTo>
                  <a:pt x="14516" y="3351"/>
                </a:lnTo>
                <a:lnTo>
                  <a:pt x="12231" y="4733"/>
                </a:lnTo>
                <a:lnTo>
                  <a:pt x="10087" y="6327"/>
                </a:lnTo>
                <a:lnTo>
                  <a:pt x="8119" y="8119"/>
                </a:lnTo>
                <a:lnTo>
                  <a:pt x="6327" y="10087"/>
                </a:lnTo>
                <a:lnTo>
                  <a:pt x="4733" y="12231"/>
                </a:lnTo>
                <a:lnTo>
                  <a:pt x="3351" y="14516"/>
                </a:lnTo>
                <a:lnTo>
                  <a:pt x="2179" y="16941"/>
                </a:lnTo>
                <a:lnTo>
                  <a:pt x="1242" y="19495"/>
                </a:lnTo>
                <a:lnTo>
                  <a:pt x="551" y="22154"/>
                </a:lnTo>
                <a:lnTo>
                  <a:pt x="141" y="24919"/>
                </a:lnTo>
                <a:lnTo>
                  <a:pt x="0" y="27602"/>
                </a:lnTo>
                <a:lnTo>
                  <a:pt x="0" y="272907"/>
                </a:lnTo>
                <a:lnTo>
                  <a:pt x="141" y="275590"/>
                </a:lnTo>
                <a:lnTo>
                  <a:pt x="551" y="278355"/>
                </a:lnTo>
                <a:lnTo>
                  <a:pt x="1242" y="281014"/>
                </a:lnTo>
                <a:lnTo>
                  <a:pt x="2179" y="283568"/>
                </a:lnTo>
                <a:close/>
                <a:moveTo>
                  <a:pt x="12048" y="24502"/>
                </a:moveTo>
                <a:lnTo>
                  <a:pt x="12416" y="23067"/>
                </a:lnTo>
                <a:lnTo>
                  <a:pt x="12979" y="21506"/>
                </a:lnTo>
                <a:lnTo>
                  <a:pt x="13665" y="20090"/>
                </a:lnTo>
                <a:lnTo>
                  <a:pt x="14453" y="18787"/>
                </a:lnTo>
                <a:lnTo>
                  <a:pt x="15352" y="17588"/>
                </a:lnTo>
                <a:lnTo>
                  <a:pt x="16412" y="16412"/>
                </a:lnTo>
                <a:lnTo>
                  <a:pt x="17588" y="15352"/>
                </a:lnTo>
                <a:lnTo>
                  <a:pt x="18787" y="14453"/>
                </a:lnTo>
                <a:lnTo>
                  <a:pt x="20090" y="13665"/>
                </a:lnTo>
                <a:lnTo>
                  <a:pt x="21506" y="12979"/>
                </a:lnTo>
                <a:lnTo>
                  <a:pt x="23067" y="12416"/>
                </a:lnTo>
                <a:lnTo>
                  <a:pt x="24502" y="12048"/>
                </a:lnTo>
                <a:lnTo>
                  <a:pt x="26118" y="11804"/>
                </a:lnTo>
                <a:lnTo>
                  <a:pt x="27812" y="11716"/>
                </a:lnTo>
                <a:lnTo>
                  <a:pt x="1345274" y="11716"/>
                </a:lnTo>
                <a:lnTo>
                  <a:pt x="1346968" y="11804"/>
                </a:lnTo>
                <a:lnTo>
                  <a:pt x="1348584" y="12048"/>
                </a:lnTo>
                <a:lnTo>
                  <a:pt x="1350019" y="12416"/>
                </a:lnTo>
                <a:lnTo>
                  <a:pt x="1351580" y="12979"/>
                </a:lnTo>
                <a:lnTo>
                  <a:pt x="1352995" y="13665"/>
                </a:lnTo>
                <a:lnTo>
                  <a:pt x="1354299" y="14453"/>
                </a:lnTo>
                <a:lnTo>
                  <a:pt x="1355491" y="15346"/>
                </a:lnTo>
                <a:lnTo>
                  <a:pt x="1356720" y="16464"/>
                </a:lnTo>
                <a:lnTo>
                  <a:pt x="1357724" y="17577"/>
                </a:lnTo>
                <a:lnTo>
                  <a:pt x="1358677" y="18859"/>
                </a:lnTo>
                <a:lnTo>
                  <a:pt x="1359421" y="20090"/>
                </a:lnTo>
                <a:lnTo>
                  <a:pt x="1360107" y="21506"/>
                </a:lnTo>
                <a:lnTo>
                  <a:pt x="1360670" y="23067"/>
                </a:lnTo>
                <a:lnTo>
                  <a:pt x="1361038" y="24502"/>
                </a:lnTo>
                <a:lnTo>
                  <a:pt x="1361281" y="26118"/>
                </a:lnTo>
                <a:lnTo>
                  <a:pt x="1361370" y="27812"/>
                </a:lnTo>
                <a:lnTo>
                  <a:pt x="1361370" y="272697"/>
                </a:lnTo>
                <a:lnTo>
                  <a:pt x="1361281" y="274391"/>
                </a:lnTo>
                <a:lnTo>
                  <a:pt x="1361038" y="276007"/>
                </a:lnTo>
                <a:lnTo>
                  <a:pt x="1360670" y="277442"/>
                </a:lnTo>
                <a:lnTo>
                  <a:pt x="1360107" y="279003"/>
                </a:lnTo>
                <a:lnTo>
                  <a:pt x="1359421" y="280419"/>
                </a:lnTo>
                <a:lnTo>
                  <a:pt x="1358677" y="281650"/>
                </a:lnTo>
                <a:lnTo>
                  <a:pt x="1357730" y="282925"/>
                </a:lnTo>
                <a:lnTo>
                  <a:pt x="1356669" y="284092"/>
                </a:lnTo>
                <a:lnTo>
                  <a:pt x="1355502" y="285153"/>
                </a:lnTo>
                <a:lnTo>
                  <a:pt x="1354226" y="286100"/>
                </a:lnTo>
                <a:lnTo>
                  <a:pt x="1352995" y="286844"/>
                </a:lnTo>
                <a:lnTo>
                  <a:pt x="1351580" y="287530"/>
                </a:lnTo>
                <a:lnTo>
                  <a:pt x="1350019" y="288093"/>
                </a:lnTo>
                <a:lnTo>
                  <a:pt x="1348584" y="288461"/>
                </a:lnTo>
                <a:lnTo>
                  <a:pt x="1346968" y="288705"/>
                </a:lnTo>
                <a:lnTo>
                  <a:pt x="1345274" y="288793"/>
                </a:lnTo>
                <a:lnTo>
                  <a:pt x="27812" y="288793"/>
                </a:lnTo>
                <a:lnTo>
                  <a:pt x="26118" y="288705"/>
                </a:lnTo>
                <a:lnTo>
                  <a:pt x="24502" y="288461"/>
                </a:lnTo>
                <a:lnTo>
                  <a:pt x="23067" y="288093"/>
                </a:lnTo>
                <a:lnTo>
                  <a:pt x="21506" y="287530"/>
                </a:lnTo>
                <a:lnTo>
                  <a:pt x="20090" y="286844"/>
                </a:lnTo>
                <a:lnTo>
                  <a:pt x="18859" y="286100"/>
                </a:lnTo>
                <a:lnTo>
                  <a:pt x="17577" y="285147"/>
                </a:lnTo>
                <a:lnTo>
                  <a:pt x="16464" y="284143"/>
                </a:lnTo>
                <a:lnTo>
                  <a:pt x="15346" y="282914"/>
                </a:lnTo>
                <a:lnTo>
                  <a:pt x="14453" y="281722"/>
                </a:lnTo>
                <a:lnTo>
                  <a:pt x="13665" y="280419"/>
                </a:lnTo>
                <a:lnTo>
                  <a:pt x="12979" y="279003"/>
                </a:lnTo>
                <a:lnTo>
                  <a:pt x="12416" y="277442"/>
                </a:lnTo>
                <a:lnTo>
                  <a:pt x="12048" y="276007"/>
                </a:lnTo>
                <a:lnTo>
                  <a:pt x="11804" y="274391"/>
                </a:lnTo>
                <a:lnTo>
                  <a:pt x="11716" y="272697"/>
                </a:lnTo>
                <a:lnTo>
                  <a:pt x="11716" y="27812"/>
                </a:lnTo>
                <a:lnTo>
                  <a:pt x="11804" y="26118"/>
                </a:lnTo>
                <a:lnTo>
                  <a:pt x="12048" y="24502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issue">
            <a:extLst xmlns:a="http://schemas.openxmlformats.org/drawingml/2006/main">
              <a:ext uri="{FF2B5EF4-FFF2-40B4-BE49-F238E27FC236}">
                <a16:creationId xmlns:a16="http://schemas.microsoft.com/office/drawing/2014/main" id="{A55A60A6-CF7C-4139-B38B-06366B1B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45" y="4023289"/>
            <a:ext cx="311602" cy="108325"/>
          </a:xfrm>
          <a:custGeom xmlns:a="http://schemas.openxmlformats.org/drawingml/2006/main">
            <a:pathLst>
              <a:path w="311602" h="108325">
                <a:moveTo>
                  <a:pt x="10366" y="15926"/>
                </a:moveTo>
                <a:cubicBezTo>
                  <a:pt x="8169" y="15926"/>
                  <a:pt x="6270" y="15148"/>
                  <a:pt x="4668" y="13592"/>
                </a:cubicBezTo>
                <a:cubicBezTo>
                  <a:pt x="3066" y="12036"/>
                  <a:pt x="2265" y="10160"/>
                  <a:pt x="2265" y="7963"/>
                </a:cubicBezTo>
                <a:cubicBezTo>
                  <a:pt x="2265" y="5766"/>
                  <a:pt x="3066" y="3890"/>
                  <a:pt x="4668" y="2334"/>
                </a:cubicBezTo>
                <a:cubicBezTo>
                  <a:pt x="6270" y="778"/>
                  <a:pt x="8169" y="0"/>
                  <a:pt x="10366" y="0"/>
                </a:cubicBezTo>
                <a:cubicBezTo>
                  <a:pt x="12562" y="0"/>
                  <a:pt x="14450" y="778"/>
                  <a:pt x="16029" y="2334"/>
                </a:cubicBezTo>
                <a:cubicBezTo>
                  <a:pt x="17608" y="3890"/>
                  <a:pt x="18397" y="5766"/>
                  <a:pt x="18397" y="7963"/>
                </a:cubicBezTo>
                <a:cubicBezTo>
                  <a:pt x="18397" y="10160"/>
                  <a:pt x="17608" y="12036"/>
                  <a:pt x="16029" y="13592"/>
                </a:cubicBezTo>
                <a:cubicBezTo>
                  <a:pt x="14450" y="15148"/>
                  <a:pt x="12562" y="15926"/>
                  <a:pt x="10366" y="15926"/>
                </a:cubicBezTo>
                <a:moveTo>
                  <a:pt x="13455" y="71706"/>
                </a:moveTo>
                <a:cubicBezTo>
                  <a:pt x="13455" y="74455"/>
                  <a:pt x="13535" y="78566"/>
                  <a:pt x="13695" y="84041"/>
                </a:cubicBezTo>
                <a:cubicBezTo>
                  <a:pt x="13855" y="89514"/>
                  <a:pt x="13935" y="93625"/>
                  <a:pt x="13935" y="96374"/>
                </a:cubicBezTo>
                <a:cubicBezTo>
                  <a:pt x="13935" y="98389"/>
                  <a:pt x="13318" y="100038"/>
                  <a:pt x="12082" y="101321"/>
                </a:cubicBezTo>
                <a:cubicBezTo>
                  <a:pt x="10846" y="102604"/>
                  <a:pt x="9222" y="103245"/>
                  <a:pt x="7208" y="103245"/>
                </a:cubicBezTo>
                <a:cubicBezTo>
                  <a:pt x="5240" y="103245"/>
                  <a:pt x="3627" y="102604"/>
                  <a:pt x="2368" y="101321"/>
                </a:cubicBezTo>
                <a:cubicBezTo>
                  <a:pt x="1110" y="100038"/>
                  <a:pt x="481" y="98389"/>
                  <a:pt x="481" y="96374"/>
                </a:cubicBezTo>
                <a:cubicBezTo>
                  <a:pt x="481" y="93625"/>
                  <a:pt x="400" y="89514"/>
                  <a:pt x="240" y="84041"/>
                </a:cubicBezTo>
                <a:cubicBezTo>
                  <a:pt x="80" y="78566"/>
                  <a:pt x="0" y="74455"/>
                  <a:pt x="0" y="71706"/>
                </a:cubicBezTo>
                <a:cubicBezTo>
                  <a:pt x="0" y="67400"/>
                  <a:pt x="229" y="62029"/>
                  <a:pt x="686" y="55593"/>
                </a:cubicBezTo>
                <a:cubicBezTo>
                  <a:pt x="1144" y="49156"/>
                  <a:pt x="1373" y="43785"/>
                  <a:pt x="1373" y="39478"/>
                </a:cubicBezTo>
                <a:cubicBezTo>
                  <a:pt x="1373" y="37418"/>
                  <a:pt x="2002" y="35746"/>
                  <a:pt x="3261" y="34463"/>
                </a:cubicBezTo>
                <a:cubicBezTo>
                  <a:pt x="4519" y="33180"/>
                  <a:pt x="6132" y="32539"/>
                  <a:pt x="8100" y="32539"/>
                </a:cubicBezTo>
                <a:cubicBezTo>
                  <a:pt x="10068" y="32539"/>
                  <a:pt x="11681" y="33180"/>
                  <a:pt x="12940" y="34463"/>
                </a:cubicBezTo>
                <a:cubicBezTo>
                  <a:pt x="14198" y="35746"/>
                  <a:pt x="14828" y="37418"/>
                  <a:pt x="14828" y="39478"/>
                </a:cubicBezTo>
                <a:cubicBezTo>
                  <a:pt x="14828" y="43785"/>
                  <a:pt x="14599" y="49156"/>
                  <a:pt x="14141" y="55593"/>
                </a:cubicBezTo>
                <a:cubicBezTo>
                  <a:pt x="13684" y="62029"/>
                  <a:pt x="13455" y="67400"/>
                  <a:pt x="13455" y="71706"/>
                </a:cubicBezTo>
                <a:close/>
                <a:moveTo>
                  <a:pt x="82839" y="49975"/>
                </a:moveTo>
                <a:cubicBezTo>
                  <a:pt x="80321" y="49975"/>
                  <a:pt x="78560" y="49134"/>
                  <a:pt x="77553" y="47452"/>
                </a:cubicBezTo>
                <a:cubicBezTo>
                  <a:pt x="76866" y="46271"/>
                  <a:pt x="76271" y="43817"/>
                  <a:pt x="75768" y="40090"/>
                </a:cubicBezTo>
                <a:cubicBezTo>
                  <a:pt x="72336" y="40958"/>
                  <a:pt x="67050" y="42558"/>
                  <a:pt x="59910" y="44889"/>
                </a:cubicBezTo>
                <a:cubicBezTo>
                  <a:pt x="52542" y="47815"/>
                  <a:pt x="48835" y="51426"/>
                  <a:pt x="48790" y="55722"/>
                </a:cubicBezTo>
                <a:cubicBezTo>
                  <a:pt x="50163" y="56225"/>
                  <a:pt x="51513" y="56592"/>
                  <a:pt x="52840" y="56820"/>
                </a:cubicBezTo>
                <a:cubicBezTo>
                  <a:pt x="63366" y="58694"/>
                  <a:pt x="71191" y="61277"/>
                  <a:pt x="76317" y="64569"/>
                </a:cubicBezTo>
                <a:cubicBezTo>
                  <a:pt x="83777" y="69370"/>
                  <a:pt x="87507" y="76320"/>
                  <a:pt x="87507" y="85418"/>
                </a:cubicBezTo>
                <a:cubicBezTo>
                  <a:pt x="87507" y="92871"/>
                  <a:pt x="84280" y="98494"/>
                  <a:pt x="77827" y="102288"/>
                </a:cubicBezTo>
                <a:cubicBezTo>
                  <a:pt x="72473" y="105397"/>
                  <a:pt x="65700" y="106952"/>
                  <a:pt x="57508" y="106952"/>
                </a:cubicBezTo>
                <a:cubicBezTo>
                  <a:pt x="51513" y="106952"/>
                  <a:pt x="45792" y="105945"/>
                  <a:pt x="40346" y="103932"/>
                </a:cubicBezTo>
                <a:cubicBezTo>
                  <a:pt x="33298" y="101369"/>
                  <a:pt x="29774" y="97799"/>
                  <a:pt x="29774" y="93223"/>
                </a:cubicBezTo>
                <a:cubicBezTo>
                  <a:pt x="29774" y="91392"/>
                  <a:pt x="30495" y="89790"/>
                  <a:pt x="31937" y="88417"/>
                </a:cubicBezTo>
                <a:cubicBezTo>
                  <a:pt x="33378" y="87044"/>
                  <a:pt x="35014" y="86358"/>
                  <a:pt x="36845" y="86358"/>
                </a:cubicBezTo>
                <a:cubicBezTo>
                  <a:pt x="38264" y="86358"/>
                  <a:pt x="40094" y="87456"/>
                  <a:pt x="42337" y="89653"/>
                </a:cubicBezTo>
                <a:cubicBezTo>
                  <a:pt x="43435" y="90706"/>
                  <a:pt x="45906" y="91575"/>
                  <a:pt x="49751" y="92262"/>
                </a:cubicBezTo>
                <a:cubicBezTo>
                  <a:pt x="52817" y="92811"/>
                  <a:pt x="55403" y="93085"/>
                  <a:pt x="57508" y="93085"/>
                </a:cubicBezTo>
                <a:cubicBezTo>
                  <a:pt x="61352" y="93085"/>
                  <a:pt x="64739" y="92628"/>
                  <a:pt x="67668" y="91714"/>
                </a:cubicBezTo>
                <a:cubicBezTo>
                  <a:pt x="71924" y="90389"/>
                  <a:pt x="74052" y="88286"/>
                  <a:pt x="74052" y="85408"/>
                </a:cubicBezTo>
                <a:cubicBezTo>
                  <a:pt x="74052" y="79191"/>
                  <a:pt x="69704" y="74985"/>
                  <a:pt x="61009" y="72792"/>
                </a:cubicBezTo>
                <a:lnTo>
                  <a:pt x="53870" y="71213"/>
                </a:lnTo>
                <a:cubicBezTo>
                  <a:pt x="47783" y="69884"/>
                  <a:pt x="43458" y="68327"/>
                  <a:pt x="40895" y="66540"/>
                </a:cubicBezTo>
                <a:cubicBezTo>
                  <a:pt x="37188" y="63976"/>
                  <a:pt x="35335" y="60108"/>
                  <a:pt x="35335" y="54935"/>
                </a:cubicBezTo>
                <a:cubicBezTo>
                  <a:pt x="35335" y="45364"/>
                  <a:pt x="39843" y="38541"/>
                  <a:pt x="48858" y="34465"/>
                </a:cubicBezTo>
                <a:cubicBezTo>
                  <a:pt x="51604" y="33229"/>
                  <a:pt x="55998" y="31754"/>
                  <a:pt x="62038" y="30037"/>
                </a:cubicBezTo>
                <a:cubicBezTo>
                  <a:pt x="68079" y="28320"/>
                  <a:pt x="72404" y="26865"/>
                  <a:pt x="75013" y="25674"/>
                </a:cubicBezTo>
                <a:cubicBezTo>
                  <a:pt x="76889" y="24850"/>
                  <a:pt x="78926" y="24438"/>
                  <a:pt x="81122" y="24438"/>
                </a:cubicBezTo>
                <a:cubicBezTo>
                  <a:pt x="83090" y="24438"/>
                  <a:pt x="84703" y="25079"/>
                  <a:pt x="85962" y="26360"/>
                </a:cubicBezTo>
                <a:cubicBezTo>
                  <a:pt x="87220" y="27642"/>
                  <a:pt x="87850" y="29312"/>
                  <a:pt x="87850" y="31372"/>
                </a:cubicBezTo>
                <a:cubicBezTo>
                  <a:pt x="87850" y="32699"/>
                  <a:pt x="88136" y="34644"/>
                  <a:pt x="88708" y="37207"/>
                </a:cubicBezTo>
                <a:cubicBezTo>
                  <a:pt x="89280" y="39769"/>
                  <a:pt x="89566" y="41714"/>
                  <a:pt x="89566" y="43042"/>
                </a:cubicBezTo>
                <a:cubicBezTo>
                  <a:pt x="89566" y="45101"/>
                  <a:pt x="88937" y="46771"/>
                  <a:pt x="87678" y="48053"/>
                </a:cubicBezTo>
                <a:cubicBezTo>
                  <a:pt x="86420" y="49334"/>
                  <a:pt x="84806" y="49975"/>
                  <a:pt x="82839" y="49975"/>
                </a:cubicBezTo>
                <a:close/>
                <a:moveTo>
                  <a:pt x="151376" y="49975"/>
                </a:moveTo>
                <a:cubicBezTo>
                  <a:pt x="148859" y="49975"/>
                  <a:pt x="147097" y="49134"/>
                  <a:pt x="146090" y="47452"/>
                </a:cubicBezTo>
                <a:cubicBezTo>
                  <a:pt x="145403" y="46271"/>
                  <a:pt x="144809" y="43817"/>
                  <a:pt x="144305" y="40090"/>
                </a:cubicBezTo>
                <a:cubicBezTo>
                  <a:pt x="140873" y="40958"/>
                  <a:pt x="135587" y="42558"/>
                  <a:pt x="128448" y="44889"/>
                </a:cubicBezTo>
                <a:cubicBezTo>
                  <a:pt x="121080" y="47815"/>
                  <a:pt x="117373" y="51426"/>
                  <a:pt x="117327" y="55722"/>
                </a:cubicBezTo>
                <a:cubicBezTo>
                  <a:pt x="118700" y="56225"/>
                  <a:pt x="120050" y="56592"/>
                  <a:pt x="121377" y="56820"/>
                </a:cubicBezTo>
                <a:cubicBezTo>
                  <a:pt x="131903" y="58694"/>
                  <a:pt x="139729" y="61277"/>
                  <a:pt x="144854" y="64569"/>
                </a:cubicBezTo>
                <a:cubicBezTo>
                  <a:pt x="152314" y="69370"/>
                  <a:pt x="156044" y="76320"/>
                  <a:pt x="156044" y="85418"/>
                </a:cubicBezTo>
                <a:cubicBezTo>
                  <a:pt x="156044" y="92871"/>
                  <a:pt x="152817" y="98494"/>
                  <a:pt x="146364" y="102288"/>
                </a:cubicBezTo>
                <a:cubicBezTo>
                  <a:pt x="141010" y="105397"/>
                  <a:pt x="134237" y="106952"/>
                  <a:pt x="126045" y="106952"/>
                </a:cubicBezTo>
                <a:cubicBezTo>
                  <a:pt x="120050" y="106952"/>
                  <a:pt x="114329" y="105945"/>
                  <a:pt x="108883" y="103932"/>
                </a:cubicBezTo>
                <a:cubicBezTo>
                  <a:pt x="101835" y="101369"/>
                  <a:pt x="98312" y="97799"/>
                  <a:pt x="98312" y="93223"/>
                </a:cubicBezTo>
                <a:cubicBezTo>
                  <a:pt x="98312" y="91392"/>
                  <a:pt x="99032" y="89790"/>
                  <a:pt x="100474" y="88417"/>
                </a:cubicBezTo>
                <a:cubicBezTo>
                  <a:pt x="101916" y="87044"/>
                  <a:pt x="103552" y="86358"/>
                  <a:pt x="105382" y="86358"/>
                </a:cubicBezTo>
                <a:cubicBezTo>
                  <a:pt x="106801" y="86358"/>
                  <a:pt x="108632" y="87456"/>
                  <a:pt x="110874" y="89653"/>
                </a:cubicBezTo>
                <a:cubicBezTo>
                  <a:pt x="111972" y="90706"/>
                  <a:pt x="114444" y="91575"/>
                  <a:pt x="118288" y="92262"/>
                </a:cubicBezTo>
                <a:cubicBezTo>
                  <a:pt x="121354" y="92811"/>
                  <a:pt x="123940" y="93085"/>
                  <a:pt x="126045" y="93085"/>
                </a:cubicBezTo>
                <a:cubicBezTo>
                  <a:pt x="129889" y="93085"/>
                  <a:pt x="133276" y="92628"/>
                  <a:pt x="136205" y="91714"/>
                </a:cubicBezTo>
                <a:cubicBezTo>
                  <a:pt x="140461" y="90389"/>
                  <a:pt x="142589" y="88286"/>
                  <a:pt x="142589" y="85408"/>
                </a:cubicBezTo>
                <a:cubicBezTo>
                  <a:pt x="142589" y="79191"/>
                  <a:pt x="138241" y="74985"/>
                  <a:pt x="129546" y="72792"/>
                </a:cubicBezTo>
                <a:lnTo>
                  <a:pt x="122407" y="71213"/>
                </a:lnTo>
                <a:cubicBezTo>
                  <a:pt x="116320" y="69884"/>
                  <a:pt x="111995" y="68327"/>
                  <a:pt x="109432" y="66540"/>
                </a:cubicBezTo>
                <a:cubicBezTo>
                  <a:pt x="105725" y="63976"/>
                  <a:pt x="103872" y="60108"/>
                  <a:pt x="103872" y="54935"/>
                </a:cubicBezTo>
                <a:cubicBezTo>
                  <a:pt x="103872" y="45364"/>
                  <a:pt x="108380" y="38541"/>
                  <a:pt x="117395" y="34465"/>
                </a:cubicBezTo>
                <a:cubicBezTo>
                  <a:pt x="120141" y="33229"/>
                  <a:pt x="124535" y="31754"/>
                  <a:pt x="130576" y="30037"/>
                </a:cubicBezTo>
                <a:cubicBezTo>
                  <a:pt x="136617" y="28320"/>
                  <a:pt x="140941" y="26865"/>
                  <a:pt x="143550" y="25674"/>
                </a:cubicBezTo>
                <a:cubicBezTo>
                  <a:pt x="145426" y="24850"/>
                  <a:pt x="147463" y="24438"/>
                  <a:pt x="149660" y="24438"/>
                </a:cubicBezTo>
                <a:cubicBezTo>
                  <a:pt x="151627" y="24438"/>
                  <a:pt x="153241" y="25079"/>
                  <a:pt x="154499" y="26360"/>
                </a:cubicBezTo>
                <a:cubicBezTo>
                  <a:pt x="155758" y="27642"/>
                  <a:pt x="156387" y="29312"/>
                  <a:pt x="156387" y="31372"/>
                </a:cubicBezTo>
                <a:cubicBezTo>
                  <a:pt x="156387" y="32699"/>
                  <a:pt x="156673" y="34644"/>
                  <a:pt x="157245" y="37207"/>
                </a:cubicBezTo>
                <a:cubicBezTo>
                  <a:pt x="157817" y="39769"/>
                  <a:pt x="158103" y="41714"/>
                  <a:pt x="158103" y="43042"/>
                </a:cubicBezTo>
                <a:cubicBezTo>
                  <a:pt x="158103" y="45101"/>
                  <a:pt x="157474" y="46771"/>
                  <a:pt x="156215" y="48053"/>
                </a:cubicBezTo>
                <a:cubicBezTo>
                  <a:pt x="154957" y="49334"/>
                  <a:pt x="153344" y="49975"/>
                  <a:pt x="151376" y="49975"/>
                </a:cubicBezTo>
                <a:close/>
                <a:moveTo>
                  <a:pt x="229592" y="62743"/>
                </a:moveTo>
                <a:cubicBezTo>
                  <a:pt x="229592" y="66038"/>
                  <a:pt x="229615" y="70981"/>
                  <a:pt x="229661" y="77571"/>
                </a:cubicBezTo>
                <a:cubicBezTo>
                  <a:pt x="229707" y="84161"/>
                  <a:pt x="229729" y="89104"/>
                  <a:pt x="229729" y="92399"/>
                </a:cubicBezTo>
                <a:cubicBezTo>
                  <a:pt x="229729" y="93406"/>
                  <a:pt x="229809" y="94939"/>
                  <a:pt x="229970" y="96998"/>
                </a:cubicBezTo>
                <a:cubicBezTo>
                  <a:pt x="230130" y="99058"/>
                  <a:pt x="230210" y="100591"/>
                  <a:pt x="230210" y="101598"/>
                </a:cubicBezTo>
                <a:cubicBezTo>
                  <a:pt x="230210" y="103565"/>
                  <a:pt x="229546" y="105179"/>
                  <a:pt x="228219" y="106437"/>
                </a:cubicBezTo>
                <a:cubicBezTo>
                  <a:pt x="226892" y="107696"/>
                  <a:pt x="225267" y="108325"/>
                  <a:pt x="223345" y="108325"/>
                </a:cubicBezTo>
                <a:cubicBezTo>
                  <a:pt x="219821" y="108325"/>
                  <a:pt x="217579" y="106151"/>
                  <a:pt x="216618" y="101803"/>
                </a:cubicBezTo>
                <a:cubicBezTo>
                  <a:pt x="210897" y="104778"/>
                  <a:pt x="204307" y="106266"/>
                  <a:pt x="196847" y="106266"/>
                </a:cubicBezTo>
                <a:cubicBezTo>
                  <a:pt x="190852" y="106266"/>
                  <a:pt x="185887" y="104938"/>
                  <a:pt x="181951" y="102284"/>
                </a:cubicBezTo>
                <a:cubicBezTo>
                  <a:pt x="177603" y="99355"/>
                  <a:pt x="175018" y="95076"/>
                  <a:pt x="174194" y="89447"/>
                </a:cubicBezTo>
                <a:cubicBezTo>
                  <a:pt x="172409" y="77319"/>
                  <a:pt x="171517" y="66519"/>
                  <a:pt x="171517" y="57046"/>
                </a:cubicBezTo>
                <a:cubicBezTo>
                  <a:pt x="171517" y="50776"/>
                  <a:pt x="172203" y="43637"/>
                  <a:pt x="173576" y="35628"/>
                </a:cubicBezTo>
                <a:cubicBezTo>
                  <a:pt x="174217" y="31646"/>
                  <a:pt x="176391" y="29655"/>
                  <a:pt x="180098" y="29655"/>
                </a:cubicBezTo>
                <a:cubicBezTo>
                  <a:pt x="182065" y="29655"/>
                  <a:pt x="183713" y="30284"/>
                  <a:pt x="185040" y="31541"/>
                </a:cubicBezTo>
                <a:cubicBezTo>
                  <a:pt x="186367" y="32798"/>
                  <a:pt x="187031" y="34410"/>
                  <a:pt x="187031" y="36376"/>
                </a:cubicBezTo>
                <a:cubicBezTo>
                  <a:pt x="187031" y="38479"/>
                  <a:pt x="186699" y="41839"/>
                  <a:pt x="186036" y="46457"/>
                </a:cubicBezTo>
                <a:cubicBezTo>
                  <a:pt x="185372" y="51073"/>
                  <a:pt x="185040" y="54593"/>
                  <a:pt x="185040" y="57016"/>
                </a:cubicBezTo>
                <a:cubicBezTo>
                  <a:pt x="185040" y="64650"/>
                  <a:pt x="185292" y="71187"/>
                  <a:pt x="185795" y="76627"/>
                </a:cubicBezTo>
                <a:cubicBezTo>
                  <a:pt x="186299" y="82067"/>
                  <a:pt x="187054" y="86433"/>
                  <a:pt x="188061" y="89724"/>
                </a:cubicBezTo>
                <a:cubicBezTo>
                  <a:pt x="189571" y="90547"/>
                  <a:pt x="191058" y="91177"/>
                  <a:pt x="192523" y="91612"/>
                </a:cubicBezTo>
                <a:cubicBezTo>
                  <a:pt x="193987" y="92045"/>
                  <a:pt x="195429" y="92262"/>
                  <a:pt x="196847" y="92262"/>
                </a:cubicBezTo>
                <a:cubicBezTo>
                  <a:pt x="202980" y="92262"/>
                  <a:pt x="209456" y="91279"/>
                  <a:pt x="216275" y="89314"/>
                </a:cubicBezTo>
                <a:lnTo>
                  <a:pt x="216206" y="75394"/>
                </a:lnTo>
                <a:lnTo>
                  <a:pt x="216069" y="62091"/>
                </a:lnTo>
                <a:cubicBezTo>
                  <a:pt x="216069" y="52216"/>
                  <a:pt x="216503" y="43644"/>
                  <a:pt x="217373" y="36376"/>
                </a:cubicBezTo>
                <a:cubicBezTo>
                  <a:pt x="217876" y="32170"/>
                  <a:pt x="220096" y="30067"/>
                  <a:pt x="224032" y="30067"/>
                </a:cubicBezTo>
                <a:cubicBezTo>
                  <a:pt x="226000" y="30067"/>
                  <a:pt x="227647" y="30708"/>
                  <a:pt x="228974" y="31989"/>
                </a:cubicBezTo>
                <a:cubicBezTo>
                  <a:pt x="230301" y="33271"/>
                  <a:pt x="230919" y="34873"/>
                  <a:pt x="230828" y="36795"/>
                </a:cubicBezTo>
                <a:lnTo>
                  <a:pt x="229592" y="62743"/>
                </a:lnTo>
                <a:close/>
                <a:moveTo>
                  <a:pt x="278858" y="105991"/>
                </a:moveTo>
                <a:cubicBezTo>
                  <a:pt x="268515" y="105991"/>
                  <a:pt x="260140" y="103403"/>
                  <a:pt x="253733" y="98227"/>
                </a:cubicBezTo>
                <a:cubicBezTo>
                  <a:pt x="246731" y="92501"/>
                  <a:pt x="243230" y="84484"/>
                  <a:pt x="243230" y="74177"/>
                </a:cubicBezTo>
                <a:cubicBezTo>
                  <a:pt x="243230" y="62269"/>
                  <a:pt x="246113" y="52283"/>
                  <a:pt x="251879" y="44222"/>
                </a:cubicBezTo>
                <a:cubicBezTo>
                  <a:pt x="258149" y="35426"/>
                  <a:pt x="266524" y="31028"/>
                  <a:pt x="277004" y="31028"/>
                </a:cubicBezTo>
                <a:cubicBezTo>
                  <a:pt x="284601" y="31028"/>
                  <a:pt x="290802" y="32310"/>
                  <a:pt x="295608" y="34873"/>
                </a:cubicBezTo>
                <a:cubicBezTo>
                  <a:pt x="301511" y="38030"/>
                  <a:pt x="304463" y="42881"/>
                  <a:pt x="304463" y="49426"/>
                </a:cubicBezTo>
                <a:cubicBezTo>
                  <a:pt x="304463" y="54002"/>
                  <a:pt x="301877" y="58167"/>
                  <a:pt x="296706" y="61920"/>
                </a:cubicBezTo>
                <a:cubicBezTo>
                  <a:pt x="294418" y="63567"/>
                  <a:pt x="289567" y="66130"/>
                  <a:pt x="282153" y="69608"/>
                </a:cubicBezTo>
                <a:lnTo>
                  <a:pt x="255930" y="82033"/>
                </a:lnTo>
                <a:cubicBezTo>
                  <a:pt x="258492" y="85832"/>
                  <a:pt x="261685" y="88692"/>
                  <a:pt x="265506" y="90614"/>
                </a:cubicBezTo>
                <a:cubicBezTo>
                  <a:pt x="269327" y="92536"/>
                  <a:pt x="273778" y="93497"/>
                  <a:pt x="278858" y="93497"/>
                </a:cubicBezTo>
                <a:cubicBezTo>
                  <a:pt x="282015" y="93497"/>
                  <a:pt x="285722" y="92902"/>
                  <a:pt x="289979" y="91712"/>
                </a:cubicBezTo>
                <a:cubicBezTo>
                  <a:pt x="295379" y="90202"/>
                  <a:pt x="298857" y="88223"/>
                  <a:pt x="300413" y="85774"/>
                </a:cubicBezTo>
                <a:cubicBezTo>
                  <a:pt x="301969" y="83326"/>
                  <a:pt x="303639" y="82102"/>
                  <a:pt x="305424" y="82102"/>
                </a:cubicBezTo>
                <a:cubicBezTo>
                  <a:pt x="307026" y="82102"/>
                  <a:pt x="308456" y="82710"/>
                  <a:pt x="309715" y="83927"/>
                </a:cubicBezTo>
                <a:cubicBezTo>
                  <a:pt x="310973" y="85143"/>
                  <a:pt x="311602" y="86554"/>
                  <a:pt x="311602" y="88160"/>
                </a:cubicBezTo>
                <a:cubicBezTo>
                  <a:pt x="311602" y="93254"/>
                  <a:pt x="307506" y="97637"/>
                  <a:pt x="299315" y="101310"/>
                </a:cubicBezTo>
                <a:cubicBezTo>
                  <a:pt x="292313" y="104431"/>
                  <a:pt x="285494" y="105991"/>
                  <a:pt x="278858" y="105991"/>
                </a:cubicBezTo>
                <a:moveTo>
                  <a:pt x="277004" y="43385"/>
                </a:moveTo>
                <a:cubicBezTo>
                  <a:pt x="271421" y="43385"/>
                  <a:pt x="266776" y="45547"/>
                  <a:pt x="263069" y="49872"/>
                </a:cubicBezTo>
                <a:cubicBezTo>
                  <a:pt x="259362" y="54197"/>
                  <a:pt x="256593" y="60707"/>
                  <a:pt x="254763" y="69402"/>
                </a:cubicBezTo>
                <a:lnTo>
                  <a:pt x="275837" y="59380"/>
                </a:lnTo>
                <a:cubicBezTo>
                  <a:pt x="284121" y="55352"/>
                  <a:pt x="290024" y="51851"/>
                  <a:pt x="293548" y="48877"/>
                </a:cubicBezTo>
                <a:cubicBezTo>
                  <a:pt x="289612" y="45215"/>
                  <a:pt x="284098" y="43385"/>
                  <a:pt x="277004" y="433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7A2F5-D4E6-4A2C-B973-D6251A13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42" y="4303299"/>
            <a:ext cx="1360199" cy="668149"/>
          </a:xfrm>
          <a:custGeom xmlns:a="http://schemas.openxmlformats.org/drawingml/2006/main">
            <a:pathLst>
              <a:path w="1360199" h="668149">
                <a:moveTo>
                  <a:pt x="469" y="50612"/>
                </a:moveTo>
                <a:cubicBezTo>
                  <a:pt x="0" y="23010"/>
                  <a:pt x="22658" y="351"/>
                  <a:pt x="51081" y="0"/>
                </a:cubicBezTo>
                <a:lnTo>
                  <a:pt x="1309352" y="0"/>
                </a:lnTo>
                <a:cubicBezTo>
                  <a:pt x="1337540" y="351"/>
                  <a:pt x="1360199" y="23010"/>
                  <a:pt x="1359964" y="50612"/>
                </a:cubicBezTo>
                <a:lnTo>
                  <a:pt x="1359964" y="617186"/>
                </a:lnTo>
                <a:cubicBezTo>
                  <a:pt x="1360199" y="645491"/>
                  <a:pt x="1337540" y="668149"/>
                  <a:pt x="1309352" y="667798"/>
                </a:cubicBezTo>
                <a:lnTo>
                  <a:pt x="51081" y="667798"/>
                </a:lnTo>
                <a:cubicBezTo>
                  <a:pt x="22658" y="668149"/>
                  <a:pt x="0" y="645491"/>
                  <a:pt x="469" y="617186"/>
                </a:cubicBezTo>
                <a:lnTo>
                  <a:pt x="469" y="506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1C60D-7FCE-45EF-A402-D7FB5C09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684" y="4297793"/>
            <a:ext cx="1371914" cy="679514"/>
          </a:xfrm>
          <a:custGeom xmlns:a="http://schemas.openxmlformats.org/drawingml/2006/main">
            <a:pathLst>
              <a:path w="1371914" h="679514">
                <a:moveTo>
                  <a:pt x="1160" y="634490"/>
                </a:moveTo>
                <a:lnTo>
                  <a:pt x="2531" y="639832"/>
                </a:lnTo>
                <a:lnTo>
                  <a:pt x="4429" y="645022"/>
                </a:lnTo>
                <a:lnTo>
                  <a:pt x="6807" y="649966"/>
                </a:lnTo>
                <a:lnTo>
                  <a:pt x="9642" y="654629"/>
                </a:lnTo>
                <a:lnTo>
                  <a:pt x="12887" y="658964"/>
                </a:lnTo>
                <a:lnTo>
                  <a:pt x="16531" y="662983"/>
                </a:lnTo>
                <a:lnTo>
                  <a:pt x="20538" y="666626"/>
                </a:lnTo>
                <a:lnTo>
                  <a:pt x="24884" y="669871"/>
                </a:lnTo>
                <a:lnTo>
                  <a:pt x="29547" y="672707"/>
                </a:lnTo>
                <a:lnTo>
                  <a:pt x="34491" y="675085"/>
                </a:lnTo>
                <a:lnTo>
                  <a:pt x="39681" y="676983"/>
                </a:lnTo>
                <a:lnTo>
                  <a:pt x="45024" y="678354"/>
                </a:lnTo>
                <a:lnTo>
                  <a:pt x="47882" y="678869"/>
                </a:lnTo>
                <a:lnTo>
                  <a:pt x="50706" y="679221"/>
                </a:lnTo>
                <a:lnTo>
                  <a:pt x="53564" y="679443"/>
                </a:lnTo>
                <a:lnTo>
                  <a:pt x="56400" y="679514"/>
                </a:lnTo>
                <a:lnTo>
                  <a:pt x="1315515" y="679514"/>
                </a:lnTo>
                <a:lnTo>
                  <a:pt x="1318350" y="679443"/>
                </a:lnTo>
                <a:lnTo>
                  <a:pt x="1321209" y="679221"/>
                </a:lnTo>
                <a:lnTo>
                  <a:pt x="1324032" y="678869"/>
                </a:lnTo>
                <a:lnTo>
                  <a:pt x="1326891" y="678354"/>
                </a:lnTo>
                <a:lnTo>
                  <a:pt x="1332233" y="676983"/>
                </a:lnTo>
                <a:lnTo>
                  <a:pt x="1337423" y="675085"/>
                </a:lnTo>
                <a:lnTo>
                  <a:pt x="1342367" y="672707"/>
                </a:lnTo>
                <a:lnTo>
                  <a:pt x="1347018" y="669871"/>
                </a:lnTo>
                <a:lnTo>
                  <a:pt x="1351365" y="666626"/>
                </a:lnTo>
                <a:lnTo>
                  <a:pt x="1355383" y="662983"/>
                </a:lnTo>
                <a:lnTo>
                  <a:pt x="1359027" y="658964"/>
                </a:lnTo>
                <a:lnTo>
                  <a:pt x="1362272" y="654629"/>
                </a:lnTo>
                <a:lnTo>
                  <a:pt x="1365096" y="649966"/>
                </a:lnTo>
                <a:lnTo>
                  <a:pt x="1367486" y="645022"/>
                </a:lnTo>
                <a:lnTo>
                  <a:pt x="1369384" y="639832"/>
                </a:lnTo>
                <a:lnTo>
                  <a:pt x="1370754" y="634490"/>
                </a:lnTo>
                <a:lnTo>
                  <a:pt x="1371270" y="631631"/>
                </a:lnTo>
                <a:lnTo>
                  <a:pt x="1371621" y="628808"/>
                </a:lnTo>
                <a:lnTo>
                  <a:pt x="1371844" y="625949"/>
                </a:lnTo>
                <a:lnTo>
                  <a:pt x="1371914" y="623114"/>
                </a:lnTo>
                <a:lnTo>
                  <a:pt x="1371914" y="56400"/>
                </a:lnTo>
                <a:lnTo>
                  <a:pt x="1371844" y="53564"/>
                </a:lnTo>
                <a:lnTo>
                  <a:pt x="1371621" y="50706"/>
                </a:lnTo>
                <a:lnTo>
                  <a:pt x="1371270" y="47882"/>
                </a:lnTo>
                <a:lnTo>
                  <a:pt x="1370754" y="45024"/>
                </a:lnTo>
                <a:lnTo>
                  <a:pt x="1369384" y="39681"/>
                </a:lnTo>
                <a:lnTo>
                  <a:pt x="1367486" y="34491"/>
                </a:lnTo>
                <a:lnTo>
                  <a:pt x="1365096" y="29547"/>
                </a:lnTo>
                <a:lnTo>
                  <a:pt x="1362272" y="24884"/>
                </a:lnTo>
                <a:lnTo>
                  <a:pt x="1359027" y="20549"/>
                </a:lnTo>
                <a:lnTo>
                  <a:pt x="1355383" y="16531"/>
                </a:lnTo>
                <a:lnTo>
                  <a:pt x="1351365" y="12887"/>
                </a:lnTo>
                <a:lnTo>
                  <a:pt x="1347018" y="9642"/>
                </a:lnTo>
                <a:lnTo>
                  <a:pt x="1342367" y="6807"/>
                </a:lnTo>
                <a:lnTo>
                  <a:pt x="1337423" y="4429"/>
                </a:lnTo>
                <a:lnTo>
                  <a:pt x="1332233" y="2531"/>
                </a:lnTo>
                <a:lnTo>
                  <a:pt x="1326891" y="1160"/>
                </a:lnTo>
                <a:lnTo>
                  <a:pt x="1324032" y="644"/>
                </a:lnTo>
                <a:lnTo>
                  <a:pt x="1321209" y="293"/>
                </a:lnTo>
                <a:lnTo>
                  <a:pt x="1318350" y="70"/>
                </a:lnTo>
                <a:lnTo>
                  <a:pt x="1315515" y="0"/>
                </a:lnTo>
                <a:lnTo>
                  <a:pt x="56400" y="0"/>
                </a:lnTo>
                <a:lnTo>
                  <a:pt x="53564" y="70"/>
                </a:lnTo>
                <a:lnTo>
                  <a:pt x="50706" y="293"/>
                </a:lnTo>
                <a:lnTo>
                  <a:pt x="47882" y="644"/>
                </a:lnTo>
                <a:lnTo>
                  <a:pt x="45024" y="1160"/>
                </a:lnTo>
                <a:lnTo>
                  <a:pt x="39681" y="2531"/>
                </a:lnTo>
                <a:lnTo>
                  <a:pt x="34491" y="4429"/>
                </a:lnTo>
                <a:lnTo>
                  <a:pt x="29547" y="6807"/>
                </a:lnTo>
                <a:lnTo>
                  <a:pt x="24884" y="9642"/>
                </a:lnTo>
                <a:lnTo>
                  <a:pt x="20538" y="12887"/>
                </a:lnTo>
                <a:lnTo>
                  <a:pt x="16531" y="16531"/>
                </a:lnTo>
                <a:lnTo>
                  <a:pt x="12887" y="20549"/>
                </a:lnTo>
                <a:lnTo>
                  <a:pt x="9642" y="24884"/>
                </a:lnTo>
                <a:lnTo>
                  <a:pt x="6807" y="29547"/>
                </a:lnTo>
                <a:lnTo>
                  <a:pt x="4429" y="34491"/>
                </a:lnTo>
                <a:lnTo>
                  <a:pt x="2531" y="39681"/>
                </a:lnTo>
                <a:lnTo>
                  <a:pt x="1160" y="45024"/>
                </a:lnTo>
                <a:lnTo>
                  <a:pt x="644" y="47882"/>
                </a:lnTo>
                <a:lnTo>
                  <a:pt x="293" y="50706"/>
                </a:lnTo>
                <a:lnTo>
                  <a:pt x="70" y="53564"/>
                </a:lnTo>
                <a:lnTo>
                  <a:pt x="0" y="56400"/>
                </a:lnTo>
                <a:lnTo>
                  <a:pt x="0" y="623114"/>
                </a:lnTo>
                <a:lnTo>
                  <a:pt x="70" y="625949"/>
                </a:lnTo>
                <a:lnTo>
                  <a:pt x="293" y="628808"/>
                </a:lnTo>
                <a:lnTo>
                  <a:pt x="644" y="631631"/>
                </a:lnTo>
                <a:lnTo>
                  <a:pt x="1160" y="634490"/>
                </a:lnTo>
                <a:close/>
                <a:moveTo>
                  <a:pt x="13714" y="43219"/>
                </a:moveTo>
                <a:lnTo>
                  <a:pt x="15237" y="39051"/>
                </a:lnTo>
                <a:lnTo>
                  <a:pt x="17132" y="35124"/>
                </a:lnTo>
                <a:lnTo>
                  <a:pt x="19358" y="31456"/>
                </a:lnTo>
                <a:lnTo>
                  <a:pt x="22009" y="27922"/>
                </a:lnTo>
                <a:lnTo>
                  <a:pt x="24825" y="24833"/>
                </a:lnTo>
                <a:lnTo>
                  <a:pt x="27990" y="21958"/>
                </a:lnTo>
                <a:lnTo>
                  <a:pt x="31456" y="19358"/>
                </a:lnTo>
                <a:lnTo>
                  <a:pt x="35124" y="17132"/>
                </a:lnTo>
                <a:lnTo>
                  <a:pt x="39051" y="15237"/>
                </a:lnTo>
                <a:lnTo>
                  <a:pt x="43219" y="13714"/>
                </a:lnTo>
                <a:lnTo>
                  <a:pt x="47519" y="12613"/>
                </a:lnTo>
                <a:lnTo>
                  <a:pt x="49610" y="12240"/>
                </a:lnTo>
                <a:lnTo>
                  <a:pt x="51791" y="11958"/>
                </a:lnTo>
                <a:lnTo>
                  <a:pt x="54225" y="11769"/>
                </a:lnTo>
                <a:lnTo>
                  <a:pt x="56622" y="11716"/>
                </a:lnTo>
                <a:lnTo>
                  <a:pt x="1315292" y="11716"/>
                </a:lnTo>
                <a:lnTo>
                  <a:pt x="1317689" y="11769"/>
                </a:lnTo>
                <a:lnTo>
                  <a:pt x="1320124" y="11958"/>
                </a:lnTo>
                <a:lnTo>
                  <a:pt x="1322305" y="12240"/>
                </a:lnTo>
                <a:lnTo>
                  <a:pt x="1324395" y="12613"/>
                </a:lnTo>
                <a:lnTo>
                  <a:pt x="1328695" y="13714"/>
                </a:lnTo>
                <a:lnTo>
                  <a:pt x="1332864" y="15237"/>
                </a:lnTo>
                <a:lnTo>
                  <a:pt x="1336790" y="17132"/>
                </a:lnTo>
                <a:lnTo>
                  <a:pt x="1340458" y="19358"/>
                </a:lnTo>
                <a:lnTo>
                  <a:pt x="1343925" y="21958"/>
                </a:lnTo>
                <a:lnTo>
                  <a:pt x="1347085" y="24829"/>
                </a:lnTo>
                <a:lnTo>
                  <a:pt x="1349957" y="27990"/>
                </a:lnTo>
                <a:lnTo>
                  <a:pt x="1352556" y="31456"/>
                </a:lnTo>
                <a:lnTo>
                  <a:pt x="1354782" y="35124"/>
                </a:lnTo>
                <a:lnTo>
                  <a:pt x="1356678" y="39051"/>
                </a:lnTo>
                <a:lnTo>
                  <a:pt x="1358200" y="43219"/>
                </a:lnTo>
                <a:lnTo>
                  <a:pt x="1359301" y="47519"/>
                </a:lnTo>
                <a:lnTo>
                  <a:pt x="1359674" y="49610"/>
                </a:lnTo>
                <a:lnTo>
                  <a:pt x="1359957" y="51791"/>
                </a:lnTo>
                <a:lnTo>
                  <a:pt x="1360145" y="54225"/>
                </a:lnTo>
                <a:lnTo>
                  <a:pt x="1360199" y="56622"/>
                </a:lnTo>
                <a:lnTo>
                  <a:pt x="1360199" y="622891"/>
                </a:lnTo>
                <a:lnTo>
                  <a:pt x="1360145" y="625288"/>
                </a:lnTo>
                <a:lnTo>
                  <a:pt x="1359957" y="627723"/>
                </a:lnTo>
                <a:lnTo>
                  <a:pt x="1359674" y="629904"/>
                </a:lnTo>
                <a:lnTo>
                  <a:pt x="1359301" y="631995"/>
                </a:lnTo>
                <a:lnTo>
                  <a:pt x="1358200" y="636294"/>
                </a:lnTo>
                <a:lnTo>
                  <a:pt x="1356678" y="640463"/>
                </a:lnTo>
                <a:lnTo>
                  <a:pt x="1354782" y="644389"/>
                </a:lnTo>
                <a:lnTo>
                  <a:pt x="1352556" y="648057"/>
                </a:lnTo>
                <a:lnTo>
                  <a:pt x="1349957" y="651524"/>
                </a:lnTo>
                <a:lnTo>
                  <a:pt x="1347085" y="654684"/>
                </a:lnTo>
                <a:lnTo>
                  <a:pt x="1343925" y="657556"/>
                </a:lnTo>
                <a:lnTo>
                  <a:pt x="1340458" y="660156"/>
                </a:lnTo>
                <a:lnTo>
                  <a:pt x="1336790" y="662381"/>
                </a:lnTo>
                <a:lnTo>
                  <a:pt x="1332864" y="664277"/>
                </a:lnTo>
                <a:lnTo>
                  <a:pt x="1328695" y="665799"/>
                </a:lnTo>
                <a:lnTo>
                  <a:pt x="1324395" y="666900"/>
                </a:lnTo>
                <a:lnTo>
                  <a:pt x="1322305" y="667273"/>
                </a:lnTo>
                <a:lnTo>
                  <a:pt x="1320124" y="667556"/>
                </a:lnTo>
                <a:lnTo>
                  <a:pt x="1317689" y="667744"/>
                </a:lnTo>
                <a:lnTo>
                  <a:pt x="1315292" y="667798"/>
                </a:lnTo>
                <a:lnTo>
                  <a:pt x="56622" y="667798"/>
                </a:lnTo>
                <a:lnTo>
                  <a:pt x="54225" y="667744"/>
                </a:lnTo>
                <a:lnTo>
                  <a:pt x="51791" y="667556"/>
                </a:lnTo>
                <a:lnTo>
                  <a:pt x="49610" y="667273"/>
                </a:lnTo>
                <a:lnTo>
                  <a:pt x="47519" y="666900"/>
                </a:lnTo>
                <a:lnTo>
                  <a:pt x="43219" y="665799"/>
                </a:lnTo>
                <a:lnTo>
                  <a:pt x="39051" y="664277"/>
                </a:lnTo>
                <a:lnTo>
                  <a:pt x="35124" y="662381"/>
                </a:lnTo>
                <a:lnTo>
                  <a:pt x="31456" y="660156"/>
                </a:lnTo>
                <a:lnTo>
                  <a:pt x="27990" y="657556"/>
                </a:lnTo>
                <a:lnTo>
                  <a:pt x="24825" y="654681"/>
                </a:lnTo>
                <a:lnTo>
                  <a:pt x="22009" y="651592"/>
                </a:lnTo>
                <a:lnTo>
                  <a:pt x="19358" y="648057"/>
                </a:lnTo>
                <a:lnTo>
                  <a:pt x="17132" y="644389"/>
                </a:lnTo>
                <a:lnTo>
                  <a:pt x="15237" y="640463"/>
                </a:lnTo>
                <a:lnTo>
                  <a:pt x="13714" y="636294"/>
                </a:lnTo>
                <a:lnTo>
                  <a:pt x="12613" y="631995"/>
                </a:lnTo>
                <a:lnTo>
                  <a:pt x="12240" y="629904"/>
                </a:lnTo>
                <a:lnTo>
                  <a:pt x="11958" y="627723"/>
                </a:lnTo>
                <a:lnTo>
                  <a:pt x="11769" y="625288"/>
                </a:lnTo>
                <a:lnTo>
                  <a:pt x="11716" y="622891"/>
                </a:lnTo>
                <a:lnTo>
                  <a:pt x="11716" y="56622"/>
                </a:lnTo>
                <a:lnTo>
                  <a:pt x="11769" y="54225"/>
                </a:lnTo>
                <a:lnTo>
                  <a:pt x="11958" y="51791"/>
                </a:lnTo>
                <a:lnTo>
                  <a:pt x="12240" y="49610"/>
                </a:lnTo>
                <a:lnTo>
                  <a:pt x="12613" y="47519"/>
                </a:lnTo>
                <a:lnTo>
                  <a:pt x="13714" y="4321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buglocation">
            <a:extLst xmlns:a="http://schemas.openxmlformats.org/drawingml/2006/main">
              <a:ext uri="{FF2B5EF4-FFF2-40B4-BE49-F238E27FC236}">
                <a16:creationId xmlns:a16="http://schemas.microsoft.com/office/drawing/2014/main" id="{CB62E55F-65A6-419B-979B-BA4B166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325" y="4377964"/>
            <a:ext cx="639612" cy="123744"/>
          </a:xfrm>
          <a:custGeom xmlns:a="http://schemas.openxmlformats.org/drawingml/2006/main">
            <a:pathLst>
              <a:path w="639612" h="123744">
                <a:moveTo>
                  <a:pt x="25785" y="94031"/>
                </a:moveTo>
                <a:cubicBezTo>
                  <a:pt x="19979" y="94031"/>
                  <a:pt x="14704" y="92893"/>
                  <a:pt x="9961" y="90616"/>
                </a:cubicBezTo>
                <a:cubicBezTo>
                  <a:pt x="8747" y="92438"/>
                  <a:pt x="7267" y="93348"/>
                  <a:pt x="5521" y="93348"/>
                </a:cubicBezTo>
                <a:cubicBezTo>
                  <a:pt x="4079" y="93348"/>
                  <a:pt x="2855" y="92845"/>
                  <a:pt x="1850" y="91838"/>
                </a:cubicBezTo>
                <a:cubicBezTo>
                  <a:pt x="844" y="90833"/>
                  <a:pt x="342" y="89570"/>
                  <a:pt x="342" y="88051"/>
                </a:cubicBezTo>
                <a:cubicBezTo>
                  <a:pt x="342" y="87065"/>
                  <a:pt x="389" y="85603"/>
                  <a:pt x="484" y="83667"/>
                </a:cubicBezTo>
                <a:cubicBezTo>
                  <a:pt x="579" y="81730"/>
                  <a:pt x="626" y="80268"/>
                  <a:pt x="626" y="79280"/>
                </a:cubicBezTo>
                <a:cubicBezTo>
                  <a:pt x="626" y="75256"/>
                  <a:pt x="522" y="69228"/>
                  <a:pt x="313" y="61198"/>
                </a:cubicBezTo>
                <a:cubicBezTo>
                  <a:pt x="104" y="53167"/>
                  <a:pt x="0" y="47139"/>
                  <a:pt x="0" y="43113"/>
                </a:cubicBezTo>
                <a:cubicBezTo>
                  <a:pt x="0" y="40342"/>
                  <a:pt x="19" y="35093"/>
                  <a:pt x="57" y="27366"/>
                </a:cubicBezTo>
                <a:cubicBezTo>
                  <a:pt x="95" y="19639"/>
                  <a:pt x="114" y="14370"/>
                  <a:pt x="114" y="11560"/>
                </a:cubicBezTo>
                <a:cubicBezTo>
                  <a:pt x="114" y="9282"/>
                  <a:pt x="588" y="7232"/>
                  <a:pt x="1537" y="5409"/>
                </a:cubicBezTo>
                <a:cubicBezTo>
                  <a:pt x="2789" y="3093"/>
                  <a:pt x="4516" y="1935"/>
                  <a:pt x="6717" y="1935"/>
                </a:cubicBezTo>
                <a:cubicBezTo>
                  <a:pt x="9563" y="1935"/>
                  <a:pt x="10986" y="3589"/>
                  <a:pt x="10986" y="6896"/>
                </a:cubicBezTo>
                <a:cubicBezTo>
                  <a:pt x="10986" y="7429"/>
                  <a:pt x="10891" y="8208"/>
                  <a:pt x="10701" y="9235"/>
                </a:cubicBezTo>
                <a:cubicBezTo>
                  <a:pt x="10511" y="10261"/>
                  <a:pt x="10416" y="11040"/>
                  <a:pt x="10416" y="11572"/>
                </a:cubicBezTo>
                <a:lnTo>
                  <a:pt x="10246" y="24063"/>
                </a:lnTo>
                <a:lnTo>
                  <a:pt x="10132" y="38592"/>
                </a:lnTo>
                <a:cubicBezTo>
                  <a:pt x="13433" y="36353"/>
                  <a:pt x="16573" y="34674"/>
                  <a:pt x="19552" y="33554"/>
                </a:cubicBezTo>
                <a:cubicBezTo>
                  <a:pt x="22531" y="32435"/>
                  <a:pt x="25329" y="31875"/>
                  <a:pt x="27948" y="31875"/>
                </a:cubicBezTo>
                <a:cubicBezTo>
                  <a:pt x="36106" y="31875"/>
                  <a:pt x="42728" y="35006"/>
                  <a:pt x="47813" y="41267"/>
                </a:cubicBezTo>
                <a:cubicBezTo>
                  <a:pt x="52594" y="47149"/>
                  <a:pt x="54985" y="54377"/>
                  <a:pt x="54985" y="62953"/>
                </a:cubicBezTo>
                <a:cubicBezTo>
                  <a:pt x="54985" y="71605"/>
                  <a:pt x="52195" y="78948"/>
                  <a:pt x="46617" y="84981"/>
                </a:cubicBezTo>
                <a:cubicBezTo>
                  <a:pt x="41039" y="91015"/>
                  <a:pt x="34095" y="94031"/>
                  <a:pt x="25785" y="94031"/>
                </a:cubicBezTo>
                <a:moveTo>
                  <a:pt x="27948" y="42690"/>
                </a:moveTo>
                <a:cubicBezTo>
                  <a:pt x="24836" y="42690"/>
                  <a:pt x="21648" y="43561"/>
                  <a:pt x="18385" y="45305"/>
                </a:cubicBezTo>
                <a:cubicBezTo>
                  <a:pt x="16791" y="46176"/>
                  <a:pt x="14059" y="48052"/>
                  <a:pt x="10189" y="50931"/>
                </a:cubicBezTo>
                <a:lnTo>
                  <a:pt x="10075" y="60765"/>
                </a:lnTo>
                <a:lnTo>
                  <a:pt x="10132" y="69632"/>
                </a:lnTo>
                <a:lnTo>
                  <a:pt x="10189" y="78953"/>
                </a:lnTo>
                <a:cubicBezTo>
                  <a:pt x="12010" y="79787"/>
                  <a:pt x="14571" y="80848"/>
                  <a:pt x="17873" y="82137"/>
                </a:cubicBezTo>
                <a:cubicBezTo>
                  <a:pt x="20225" y="82857"/>
                  <a:pt x="22863" y="83217"/>
                  <a:pt x="25785" y="83217"/>
                </a:cubicBezTo>
                <a:cubicBezTo>
                  <a:pt x="31287" y="83217"/>
                  <a:pt x="35803" y="81284"/>
                  <a:pt x="39332" y="77420"/>
                </a:cubicBezTo>
                <a:cubicBezTo>
                  <a:pt x="42861" y="73554"/>
                  <a:pt x="44625" y="68741"/>
                  <a:pt x="44625" y="62982"/>
                </a:cubicBezTo>
                <a:cubicBezTo>
                  <a:pt x="44625" y="57336"/>
                  <a:pt x="43202" y="52618"/>
                  <a:pt x="40356" y="48828"/>
                </a:cubicBezTo>
                <a:cubicBezTo>
                  <a:pt x="37282" y="44736"/>
                  <a:pt x="33146" y="42690"/>
                  <a:pt x="27948" y="42690"/>
                </a:cubicBezTo>
                <a:close/>
                <a:moveTo>
                  <a:pt x="115358" y="58400"/>
                </a:moveTo>
                <a:cubicBezTo>
                  <a:pt x="115358" y="61132"/>
                  <a:pt x="115377" y="65230"/>
                  <a:pt x="115415" y="70694"/>
                </a:cubicBezTo>
                <a:cubicBezTo>
                  <a:pt x="115453" y="76159"/>
                  <a:pt x="115472" y="80257"/>
                  <a:pt x="115472" y="82989"/>
                </a:cubicBezTo>
                <a:cubicBezTo>
                  <a:pt x="115472" y="83824"/>
                  <a:pt x="115539" y="85095"/>
                  <a:pt x="115671" y="86803"/>
                </a:cubicBezTo>
                <a:cubicBezTo>
                  <a:pt x="115804" y="88510"/>
                  <a:pt x="115871" y="89781"/>
                  <a:pt x="115871" y="90616"/>
                </a:cubicBezTo>
                <a:cubicBezTo>
                  <a:pt x="115871" y="92248"/>
                  <a:pt x="115320" y="93586"/>
                  <a:pt x="114220" y="94629"/>
                </a:cubicBezTo>
                <a:cubicBezTo>
                  <a:pt x="113120" y="95673"/>
                  <a:pt x="111772" y="96194"/>
                  <a:pt x="110179" y="96194"/>
                </a:cubicBezTo>
                <a:cubicBezTo>
                  <a:pt x="107257" y="96194"/>
                  <a:pt x="105397" y="94392"/>
                  <a:pt x="104601" y="90787"/>
                </a:cubicBezTo>
                <a:cubicBezTo>
                  <a:pt x="99857" y="93254"/>
                  <a:pt x="94393" y="94487"/>
                  <a:pt x="88208" y="94487"/>
                </a:cubicBezTo>
                <a:cubicBezTo>
                  <a:pt x="83237" y="94487"/>
                  <a:pt x="79119" y="93386"/>
                  <a:pt x="75856" y="91185"/>
                </a:cubicBezTo>
                <a:cubicBezTo>
                  <a:pt x="72251" y="88757"/>
                  <a:pt x="70107" y="85209"/>
                  <a:pt x="69424" y="80541"/>
                </a:cubicBezTo>
                <a:cubicBezTo>
                  <a:pt x="67944" y="70486"/>
                  <a:pt x="67204" y="61530"/>
                  <a:pt x="67204" y="53675"/>
                </a:cubicBezTo>
                <a:cubicBezTo>
                  <a:pt x="67204" y="48477"/>
                  <a:pt x="67773" y="42557"/>
                  <a:pt x="68912" y="35916"/>
                </a:cubicBezTo>
                <a:cubicBezTo>
                  <a:pt x="69443" y="32615"/>
                  <a:pt x="71246" y="30964"/>
                  <a:pt x="74319" y="30964"/>
                </a:cubicBezTo>
                <a:cubicBezTo>
                  <a:pt x="75951" y="30964"/>
                  <a:pt x="77317" y="31486"/>
                  <a:pt x="78417" y="32528"/>
                </a:cubicBezTo>
                <a:cubicBezTo>
                  <a:pt x="79518" y="33570"/>
                  <a:pt x="80068" y="34907"/>
                  <a:pt x="80068" y="36537"/>
                </a:cubicBezTo>
                <a:cubicBezTo>
                  <a:pt x="80068" y="38280"/>
                  <a:pt x="79793" y="41066"/>
                  <a:pt x="79243" y="44895"/>
                </a:cubicBezTo>
                <a:cubicBezTo>
                  <a:pt x="78693" y="48723"/>
                  <a:pt x="78417" y="51642"/>
                  <a:pt x="78417" y="53650"/>
                </a:cubicBezTo>
                <a:cubicBezTo>
                  <a:pt x="78417" y="59980"/>
                  <a:pt x="78626" y="65401"/>
                  <a:pt x="79044" y="69912"/>
                </a:cubicBezTo>
                <a:cubicBezTo>
                  <a:pt x="79461" y="74423"/>
                  <a:pt x="80087" y="78042"/>
                  <a:pt x="80922" y="80771"/>
                </a:cubicBezTo>
                <a:cubicBezTo>
                  <a:pt x="82174" y="81454"/>
                  <a:pt x="83407" y="81976"/>
                  <a:pt x="84622" y="82336"/>
                </a:cubicBezTo>
                <a:cubicBezTo>
                  <a:pt x="85836" y="82696"/>
                  <a:pt x="87031" y="82875"/>
                  <a:pt x="88208" y="82875"/>
                </a:cubicBezTo>
                <a:cubicBezTo>
                  <a:pt x="93292" y="82875"/>
                  <a:pt x="98662" y="82061"/>
                  <a:pt x="104316" y="80431"/>
                </a:cubicBezTo>
                <a:lnTo>
                  <a:pt x="104259" y="68889"/>
                </a:lnTo>
                <a:lnTo>
                  <a:pt x="104145" y="57859"/>
                </a:lnTo>
                <a:cubicBezTo>
                  <a:pt x="104145" y="49671"/>
                  <a:pt x="104506" y="42564"/>
                  <a:pt x="105227" y="36537"/>
                </a:cubicBezTo>
                <a:cubicBezTo>
                  <a:pt x="105644" y="33050"/>
                  <a:pt x="107484" y="31306"/>
                  <a:pt x="110748" y="31306"/>
                </a:cubicBezTo>
                <a:cubicBezTo>
                  <a:pt x="112380" y="31306"/>
                  <a:pt x="113746" y="31837"/>
                  <a:pt x="114846" y="32900"/>
                </a:cubicBezTo>
                <a:cubicBezTo>
                  <a:pt x="115947" y="33962"/>
                  <a:pt x="116459" y="35290"/>
                  <a:pt x="116383" y="36884"/>
                </a:cubicBezTo>
                <a:lnTo>
                  <a:pt x="115358" y="58400"/>
                </a:lnTo>
                <a:close/>
                <a:moveTo>
                  <a:pt x="176679" y="67108"/>
                </a:moveTo>
                <a:lnTo>
                  <a:pt x="175370" y="86233"/>
                </a:lnTo>
                <a:cubicBezTo>
                  <a:pt x="175142" y="93823"/>
                  <a:pt x="174364" y="100027"/>
                  <a:pt x="173036" y="104846"/>
                </a:cubicBezTo>
                <a:cubicBezTo>
                  <a:pt x="171328" y="110994"/>
                  <a:pt x="168596" y="115528"/>
                  <a:pt x="164840" y="118450"/>
                </a:cubicBezTo>
                <a:cubicBezTo>
                  <a:pt x="160286" y="121979"/>
                  <a:pt x="153702" y="123744"/>
                  <a:pt x="145088" y="123744"/>
                </a:cubicBezTo>
                <a:cubicBezTo>
                  <a:pt x="140042" y="123744"/>
                  <a:pt x="135811" y="123402"/>
                  <a:pt x="132395" y="122719"/>
                </a:cubicBezTo>
                <a:cubicBezTo>
                  <a:pt x="127614" y="121770"/>
                  <a:pt x="125223" y="119797"/>
                  <a:pt x="125223" y="116799"/>
                </a:cubicBezTo>
                <a:cubicBezTo>
                  <a:pt x="125223" y="113422"/>
                  <a:pt x="126874" y="111734"/>
                  <a:pt x="130175" y="111734"/>
                </a:cubicBezTo>
                <a:cubicBezTo>
                  <a:pt x="131542" y="111734"/>
                  <a:pt x="133818" y="112066"/>
                  <a:pt x="137006" y="112730"/>
                </a:cubicBezTo>
                <a:cubicBezTo>
                  <a:pt x="140193" y="113394"/>
                  <a:pt x="143722" y="113688"/>
                  <a:pt x="147593" y="113612"/>
                </a:cubicBezTo>
                <a:cubicBezTo>
                  <a:pt x="154879" y="113491"/>
                  <a:pt x="159907" y="109754"/>
                  <a:pt x="162677" y="102402"/>
                </a:cubicBezTo>
                <a:cubicBezTo>
                  <a:pt x="164498" y="97500"/>
                  <a:pt x="165466" y="89966"/>
                  <a:pt x="165580" y="79802"/>
                </a:cubicBezTo>
                <a:cubicBezTo>
                  <a:pt x="163530" y="84241"/>
                  <a:pt x="161092" y="87571"/>
                  <a:pt x="158265" y="89791"/>
                </a:cubicBezTo>
                <a:cubicBezTo>
                  <a:pt x="155438" y="92011"/>
                  <a:pt x="152203" y="93121"/>
                  <a:pt x="148561" y="93121"/>
                </a:cubicBezTo>
                <a:cubicBezTo>
                  <a:pt x="141692" y="93121"/>
                  <a:pt x="136105" y="90775"/>
                  <a:pt x="131798" y="86084"/>
                </a:cubicBezTo>
                <a:cubicBezTo>
                  <a:pt x="127491" y="81393"/>
                  <a:pt x="125337" y="75306"/>
                  <a:pt x="125337" y="67823"/>
                </a:cubicBezTo>
                <a:cubicBezTo>
                  <a:pt x="125337" y="57568"/>
                  <a:pt x="128278" y="49307"/>
                  <a:pt x="134160" y="43040"/>
                </a:cubicBezTo>
                <a:cubicBezTo>
                  <a:pt x="140231" y="36583"/>
                  <a:pt x="148504" y="33355"/>
                  <a:pt x="158977" y="33355"/>
                </a:cubicBezTo>
                <a:cubicBezTo>
                  <a:pt x="162506" y="33355"/>
                  <a:pt x="165466" y="33810"/>
                  <a:pt x="167856" y="34721"/>
                </a:cubicBezTo>
                <a:cubicBezTo>
                  <a:pt x="170247" y="35632"/>
                  <a:pt x="172068" y="36998"/>
                  <a:pt x="173321" y="38819"/>
                </a:cubicBezTo>
                <a:cubicBezTo>
                  <a:pt x="177381" y="38933"/>
                  <a:pt x="179411" y="41191"/>
                  <a:pt x="179411" y="45593"/>
                </a:cubicBezTo>
                <a:cubicBezTo>
                  <a:pt x="179411" y="48287"/>
                  <a:pt x="179013" y="51892"/>
                  <a:pt x="178216" y="56407"/>
                </a:cubicBezTo>
                <a:cubicBezTo>
                  <a:pt x="177343" y="61644"/>
                  <a:pt x="176831" y="65211"/>
                  <a:pt x="176679" y="67108"/>
                </a:cubicBezTo>
                <a:moveTo>
                  <a:pt x="158408" y="44739"/>
                </a:moveTo>
                <a:cubicBezTo>
                  <a:pt x="151198" y="44739"/>
                  <a:pt x="145620" y="46977"/>
                  <a:pt x="141673" y="51452"/>
                </a:cubicBezTo>
                <a:cubicBezTo>
                  <a:pt x="138144" y="55483"/>
                  <a:pt x="136380" y="60607"/>
                  <a:pt x="136380" y="66826"/>
                </a:cubicBezTo>
                <a:cubicBezTo>
                  <a:pt x="136380" y="71779"/>
                  <a:pt x="137423" y="75502"/>
                  <a:pt x="139510" y="77996"/>
                </a:cubicBezTo>
                <a:cubicBezTo>
                  <a:pt x="141597" y="80490"/>
                  <a:pt x="144728" y="81737"/>
                  <a:pt x="148902" y="81737"/>
                </a:cubicBezTo>
                <a:cubicBezTo>
                  <a:pt x="152735" y="81737"/>
                  <a:pt x="156453" y="79790"/>
                  <a:pt x="160058" y="75895"/>
                </a:cubicBezTo>
                <a:cubicBezTo>
                  <a:pt x="163322" y="72308"/>
                  <a:pt x="165181" y="68756"/>
                  <a:pt x="165636" y="65237"/>
                </a:cubicBezTo>
                <a:cubicBezTo>
                  <a:pt x="166433" y="61547"/>
                  <a:pt x="167287" y="55756"/>
                  <a:pt x="168198" y="47864"/>
                </a:cubicBezTo>
                <a:cubicBezTo>
                  <a:pt x="166680" y="46805"/>
                  <a:pt x="165105" y="46020"/>
                  <a:pt x="163474" y="45507"/>
                </a:cubicBezTo>
                <a:cubicBezTo>
                  <a:pt x="161842" y="44995"/>
                  <a:pt x="160153" y="44739"/>
                  <a:pt x="158408" y="44739"/>
                </a:cubicBezTo>
                <a:close/>
                <a:moveTo>
                  <a:pt x="241532" y="46902"/>
                </a:moveTo>
                <a:lnTo>
                  <a:pt x="240678" y="75225"/>
                </a:lnTo>
                <a:cubicBezTo>
                  <a:pt x="240678" y="78226"/>
                  <a:pt x="240527" y="82633"/>
                  <a:pt x="240223" y="88446"/>
                </a:cubicBezTo>
                <a:cubicBezTo>
                  <a:pt x="239843" y="92246"/>
                  <a:pt x="237984" y="94145"/>
                  <a:pt x="234645" y="94145"/>
                </a:cubicBezTo>
                <a:cubicBezTo>
                  <a:pt x="230926" y="94145"/>
                  <a:pt x="229067" y="92208"/>
                  <a:pt x="229067" y="88332"/>
                </a:cubicBezTo>
                <a:cubicBezTo>
                  <a:pt x="229067" y="83735"/>
                  <a:pt x="229275" y="76830"/>
                  <a:pt x="229693" y="67617"/>
                </a:cubicBezTo>
                <a:cubicBezTo>
                  <a:pt x="230110" y="58404"/>
                  <a:pt x="230319" y="51499"/>
                  <a:pt x="230319" y="46902"/>
                </a:cubicBezTo>
                <a:cubicBezTo>
                  <a:pt x="230319" y="40899"/>
                  <a:pt x="230414" y="34032"/>
                  <a:pt x="230603" y="26300"/>
                </a:cubicBezTo>
                <a:cubicBezTo>
                  <a:pt x="230793" y="18569"/>
                  <a:pt x="230888" y="11702"/>
                  <a:pt x="230888" y="5699"/>
                </a:cubicBezTo>
                <a:cubicBezTo>
                  <a:pt x="230888" y="1900"/>
                  <a:pt x="232747" y="0"/>
                  <a:pt x="236466" y="0"/>
                </a:cubicBezTo>
                <a:cubicBezTo>
                  <a:pt x="240223" y="0"/>
                  <a:pt x="242101" y="1900"/>
                  <a:pt x="242101" y="5699"/>
                </a:cubicBezTo>
                <a:cubicBezTo>
                  <a:pt x="242101" y="11702"/>
                  <a:pt x="242006" y="18569"/>
                  <a:pt x="241817" y="26300"/>
                </a:cubicBezTo>
                <a:cubicBezTo>
                  <a:pt x="241627" y="34032"/>
                  <a:pt x="241532" y="40899"/>
                  <a:pt x="241532" y="46902"/>
                </a:cubicBezTo>
                <a:close/>
                <a:moveTo>
                  <a:pt x="280638" y="95056"/>
                </a:moveTo>
                <a:cubicBezTo>
                  <a:pt x="274263" y="95056"/>
                  <a:pt x="268779" y="92699"/>
                  <a:pt x="264188" y="87986"/>
                </a:cubicBezTo>
                <a:cubicBezTo>
                  <a:pt x="259065" y="82739"/>
                  <a:pt x="256371" y="75687"/>
                  <a:pt x="256105" y="66829"/>
                </a:cubicBezTo>
                <a:cubicBezTo>
                  <a:pt x="255878" y="58238"/>
                  <a:pt x="258041" y="50673"/>
                  <a:pt x="262594" y="44134"/>
                </a:cubicBezTo>
                <a:cubicBezTo>
                  <a:pt x="267907" y="36417"/>
                  <a:pt x="275306" y="32558"/>
                  <a:pt x="284793" y="32558"/>
                </a:cubicBezTo>
                <a:cubicBezTo>
                  <a:pt x="292382" y="32558"/>
                  <a:pt x="298131" y="36037"/>
                  <a:pt x="302040" y="42994"/>
                </a:cubicBezTo>
                <a:cubicBezTo>
                  <a:pt x="305151" y="48620"/>
                  <a:pt x="306650" y="55386"/>
                  <a:pt x="306536" y="63293"/>
                </a:cubicBezTo>
                <a:cubicBezTo>
                  <a:pt x="306422" y="71733"/>
                  <a:pt x="304221" y="78937"/>
                  <a:pt x="299933" y="84907"/>
                </a:cubicBezTo>
                <a:cubicBezTo>
                  <a:pt x="295076" y="91673"/>
                  <a:pt x="288644" y="95056"/>
                  <a:pt x="280638" y="95056"/>
                </a:cubicBezTo>
                <a:moveTo>
                  <a:pt x="284053" y="44170"/>
                </a:moveTo>
                <a:cubicBezTo>
                  <a:pt x="278475" y="44132"/>
                  <a:pt x="274130" y="46792"/>
                  <a:pt x="271018" y="52149"/>
                </a:cubicBezTo>
                <a:cubicBezTo>
                  <a:pt x="268552" y="56444"/>
                  <a:pt x="267318" y="61346"/>
                  <a:pt x="267318" y="66856"/>
                </a:cubicBezTo>
                <a:cubicBezTo>
                  <a:pt x="267318" y="72366"/>
                  <a:pt x="268817" y="76661"/>
                  <a:pt x="271815" y="79739"/>
                </a:cubicBezTo>
                <a:cubicBezTo>
                  <a:pt x="274320" y="82285"/>
                  <a:pt x="277260" y="83558"/>
                  <a:pt x="280638" y="83558"/>
                </a:cubicBezTo>
                <a:cubicBezTo>
                  <a:pt x="284584" y="83558"/>
                  <a:pt x="287980" y="82114"/>
                  <a:pt x="290826" y="79225"/>
                </a:cubicBezTo>
                <a:cubicBezTo>
                  <a:pt x="294052" y="76034"/>
                  <a:pt x="295759" y="71721"/>
                  <a:pt x="295949" y="66287"/>
                </a:cubicBezTo>
                <a:cubicBezTo>
                  <a:pt x="296480" y="51580"/>
                  <a:pt x="292515" y="44208"/>
                  <a:pt x="284053" y="44170"/>
                </a:cubicBezTo>
                <a:close/>
                <a:moveTo>
                  <a:pt x="346528" y="95284"/>
                </a:moveTo>
                <a:cubicBezTo>
                  <a:pt x="338749" y="95284"/>
                  <a:pt x="332260" y="92927"/>
                  <a:pt x="327062" y="88213"/>
                </a:cubicBezTo>
                <a:cubicBezTo>
                  <a:pt x="321597" y="83272"/>
                  <a:pt x="318865" y="76752"/>
                  <a:pt x="318865" y="68654"/>
                </a:cubicBezTo>
                <a:cubicBezTo>
                  <a:pt x="318865" y="60938"/>
                  <a:pt x="321427" y="52975"/>
                  <a:pt x="326549" y="44764"/>
                </a:cubicBezTo>
                <a:cubicBezTo>
                  <a:pt x="332241" y="35640"/>
                  <a:pt x="338654" y="31078"/>
                  <a:pt x="345788" y="31078"/>
                </a:cubicBezTo>
                <a:cubicBezTo>
                  <a:pt x="349507" y="31078"/>
                  <a:pt x="353662" y="31954"/>
                  <a:pt x="358254" y="33705"/>
                </a:cubicBezTo>
                <a:cubicBezTo>
                  <a:pt x="364059" y="35953"/>
                  <a:pt x="366962" y="38694"/>
                  <a:pt x="366962" y="41930"/>
                </a:cubicBezTo>
                <a:cubicBezTo>
                  <a:pt x="366962" y="43377"/>
                  <a:pt x="366488" y="44662"/>
                  <a:pt x="365539" y="45787"/>
                </a:cubicBezTo>
                <a:cubicBezTo>
                  <a:pt x="364591" y="46910"/>
                  <a:pt x="363414" y="47471"/>
                  <a:pt x="362010" y="47471"/>
                </a:cubicBezTo>
                <a:cubicBezTo>
                  <a:pt x="360910" y="47471"/>
                  <a:pt x="359952" y="47136"/>
                  <a:pt x="359136" y="46466"/>
                </a:cubicBezTo>
                <a:cubicBezTo>
                  <a:pt x="358320" y="45795"/>
                  <a:pt x="357533" y="45133"/>
                  <a:pt x="356774" y="44481"/>
                </a:cubicBezTo>
                <a:cubicBezTo>
                  <a:pt x="354535" y="42680"/>
                  <a:pt x="350873" y="41779"/>
                  <a:pt x="345788" y="41779"/>
                </a:cubicBezTo>
                <a:cubicBezTo>
                  <a:pt x="341918" y="41779"/>
                  <a:pt x="338085" y="45242"/>
                  <a:pt x="334290" y="52167"/>
                </a:cubicBezTo>
                <a:cubicBezTo>
                  <a:pt x="330837" y="58521"/>
                  <a:pt x="329111" y="64018"/>
                  <a:pt x="329111" y="68659"/>
                </a:cubicBezTo>
                <a:cubicBezTo>
                  <a:pt x="329111" y="73681"/>
                  <a:pt x="330818" y="77639"/>
                  <a:pt x="334234" y="80531"/>
                </a:cubicBezTo>
                <a:cubicBezTo>
                  <a:pt x="337421" y="83232"/>
                  <a:pt x="341519" y="84583"/>
                  <a:pt x="346528" y="84583"/>
                </a:cubicBezTo>
                <a:cubicBezTo>
                  <a:pt x="348805" y="84583"/>
                  <a:pt x="351234" y="83976"/>
                  <a:pt x="353814" y="82761"/>
                </a:cubicBezTo>
                <a:lnTo>
                  <a:pt x="360417" y="79232"/>
                </a:lnTo>
                <a:cubicBezTo>
                  <a:pt x="361555" y="78625"/>
                  <a:pt x="362371" y="78322"/>
                  <a:pt x="362864" y="78322"/>
                </a:cubicBezTo>
                <a:cubicBezTo>
                  <a:pt x="364268" y="78322"/>
                  <a:pt x="365482" y="78881"/>
                  <a:pt x="366507" y="80001"/>
                </a:cubicBezTo>
                <a:cubicBezTo>
                  <a:pt x="367532" y="81120"/>
                  <a:pt x="368044" y="82401"/>
                  <a:pt x="368044" y="83843"/>
                </a:cubicBezTo>
                <a:cubicBezTo>
                  <a:pt x="368044" y="86613"/>
                  <a:pt x="365122" y="89288"/>
                  <a:pt x="359278" y="91869"/>
                </a:cubicBezTo>
                <a:cubicBezTo>
                  <a:pt x="354155" y="94145"/>
                  <a:pt x="349905" y="95284"/>
                  <a:pt x="346528" y="95284"/>
                </a:cubicBezTo>
                <a:close/>
                <a:moveTo>
                  <a:pt x="425591" y="95398"/>
                </a:moveTo>
                <a:cubicBezTo>
                  <a:pt x="424870" y="95398"/>
                  <a:pt x="423561" y="94556"/>
                  <a:pt x="421663" y="92872"/>
                </a:cubicBezTo>
                <a:cubicBezTo>
                  <a:pt x="419956" y="91303"/>
                  <a:pt x="418685" y="89906"/>
                  <a:pt x="417850" y="88681"/>
                </a:cubicBezTo>
                <a:cubicBezTo>
                  <a:pt x="414207" y="90673"/>
                  <a:pt x="411000" y="92177"/>
                  <a:pt x="408230" y="93192"/>
                </a:cubicBezTo>
                <a:cubicBezTo>
                  <a:pt x="405460" y="94207"/>
                  <a:pt x="403146" y="94715"/>
                  <a:pt x="401286" y="94715"/>
                </a:cubicBezTo>
                <a:cubicBezTo>
                  <a:pt x="392407" y="94715"/>
                  <a:pt x="385937" y="92210"/>
                  <a:pt x="381877" y="87201"/>
                </a:cubicBezTo>
                <a:cubicBezTo>
                  <a:pt x="378044" y="82496"/>
                  <a:pt x="376128" y="75286"/>
                  <a:pt x="376128" y="65572"/>
                </a:cubicBezTo>
                <a:cubicBezTo>
                  <a:pt x="376128" y="56389"/>
                  <a:pt x="379287" y="48534"/>
                  <a:pt x="385605" y="42007"/>
                </a:cubicBezTo>
                <a:cubicBezTo>
                  <a:pt x="391923" y="35480"/>
                  <a:pt x="399465" y="32217"/>
                  <a:pt x="408230" y="32217"/>
                </a:cubicBezTo>
                <a:cubicBezTo>
                  <a:pt x="411532" y="32217"/>
                  <a:pt x="415232" y="33070"/>
                  <a:pt x="419330" y="34778"/>
                </a:cubicBezTo>
                <a:cubicBezTo>
                  <a:pt x="424490" y="36903"/>
                  <a:pt x="427071" y="39464"/>
                  <a:pt x="427071" y="42462"/>
                </a:cubicBezTo>
                <a:cubicBezTo>
                  <a:pt x="427071" y="43487"/>
                  <a:pt x="426691" y="44397"/>
                  <a:pt x="425932" y="45194"/>
                </a:cubicBezTo>
                <a:cubicBezTo>
                  <a:pt x="425553" y="46636"/>
                  <a:pt x="425259" y="49008"/>
                  <a:pt x="425050" y="52309"/>
                </a:cubicBezTo>
                <a:cubicBezTo>
                  <a:pt x="424841" y="55611"/>
                  <a:pt x="424718" y="59842"/>
                  <a:pt x="424680" y="65002"/>
                </a:cubicBezTo>
                <a:cubicBezTo>
                  <a:pt x="424642" y="69708"/>
                  <a:pt x="424965" y="73427"/>
                  <a:pt x="425648" y="76159"/>
                </a:cubicBezTo>
                <a:cubicBezTo>
                  <a:pt x="426027" y="77828"/>
                  <a:pt x="427223" y="81168"/>
                  <a:pt x="429234" y="86177"/>
                </a:cubicBezTo>
                <a:cubicBezTo>
                  <a:pt x="429499" y="86860"/>
                  <a:pt x="429936" y="87865"/>
                  <a:pt x="430543" y="89193"/>
                </a:cubicBezTo>
                <a:lnTo>
                  <a:pt x="430884" y="90161"/>
                </a:lnTo>
                <a:cubicBezTo>
                  <a:pt x="430884" y="91679"/>
                  <a:pt x="430353" y="92931"/>
                  <a:pt x="429291" y="93918"/>
                </a:cubicBezTo>
                <a:cubicBezTo>
                  <a:pt x="428228" y="94904"/>
                  <a:pt x="426995" y="95398"/>
                  <a:pt x="425591" y="95398"/>
                </a:cubicBezTo>
                <a:moveTo>
                  <a:pt x="413752" y="55860"/>
                </a:moveTo>
                <a:cubicBezTo>
                  <a:pt x="413752" y="54232"/>
                  <a:pt x="413856" y="52462"/>
                  <a:pt x="414065" y="50552"/>
                </a:cubicBezTo>
                <a:cubicBezTo>
                  <a:pt x="414273" y="48640"/>
                  <a:pt x="414586" y="46606"/>
                  <a:pt x="415004" y="44449"/>
                </a:cubicBezTo>
                <a:cubicBezTo>
                  <a:pt x="413600" y="43729"/>
                  <a:pt x="412395" y="43199"/>
                  <a:pt x="411389" y="42859"/>
                </a:cubicBezTo>
                <a:cubicBezTo>
                  <a:pt x="410384" y="42518"/>
                  <a:pt x="409577" y="42348"/>
                  <a:pt x="408970" y="42348"/>
                </a:cubicBezTo>
                <a:cubicBezTo>
                  <a:pt x="403089" y="42348"/>
                  <a:pt x="398013" y="44742"/>
                  <a:pt x="393744" y="49529"/>
                </a:cubicBezTo>
                <a:cubicBezTo>
                  <a:pt x="389475" y="54316"/>
                  <a:pt x="387341" y="59832"/>
                  <a:pt x="387341" y="66077"/>
                </a:cubicBezTo>
                <a:cubicBezTo>
                  <a:pt x="387341" y="72283"/>
                  <a:pt x="388441" y="76938"/>
                  <a:pt x="390642" y="80042"/>
                </a:cubicBezTo>
                <a:cubicBezTo>
                  <a:pt x="392843" y="83145"/>
                  <a:pt x="396144" y="84697"/>
                  <a:pt x="400546" y="84697"/>
                </a:cubicBezTo>
                <a:cubicBezTo>
                  <a:pt x="404189" y="84697"/>
                  <a:pt x="407282" y="84034"/>
                  <a:pt x="409824" y="82710"/>
                </a:cubicBezTo>
                <a:cubicBezTo>
                  <a:pt x="411190" y="81991"/>
                  <a:pt x="413107" y="80553"/>
                  <a:pt x="415573" y="78396"/>
                </a:cubicBezTo>
                <a:cubicBezTo>
                  <a:pt x="414359" y="68367"/>
                  <a:pt x="413752" y="60854"/>
                  <a:pt x="413752" y="55860"/>
                </a:cubicBezTo>
                <a:close/>
                <a:moveTo>
                  <a:pt x="478966" y="43195"/>
                </a:moveTo>
                <a:cubicBezTo>
                  <a:pt x="478169" y="43195"/>
                  <a:pt x="477230" y="43157"/>
                  <a:pt x="476149" y="43081"/>
                </a:cubicBezTo>
                <a:cubicBezTo>
                  <a:pt x="475067" y="43004"/>
                  <a:pt x="474128" y="42966"/>
                  <a:pt x="473331" y="42966"/>
                </a:cubicBezTo>
                <a:cubicBezTo>
                  <a:pt x="472458" y="42966"/>
                  <a:pt x="469878" y="43253"/>
                  <a:pt x="465590" y="43828"/>
                </a:cubicBezTo>
                <a:lnTo>
                  <a:pt x="466672" y="77430"/>
                </a:lnTo>
                <a:lnTo>
                  <a:pt x="466728" y="79933"/>
                </a:lnTo>
                <a:lnTo>
                  <a:pt x="466785" y="82833"/>
                </a:lnTo>
                <a:cubicBezTo>
                  <a:pt x="466937" y="91133"/>
                  <a:pt x="464945" y="95284"/>
                  <a:pt x="460809" y="95284"/>
                </a:cubicBezTo>
                <a:cubicBezTo>
                  <a:pt x="459291" y="95284"/>
                  <a:pt x="457972" y="94791"/>
                  <a:pt x="456853" y="93806"/>
                </a:cubicBezTo>
                <a:cubicBezTo>
                  <a:pt x="455733" y="92820"/>
                  <a:pt x="455174" y="91588"/>
                  <a:pt x="455174" y="90109"/>
                </a:cubicBezTo>
                <a:cubicBezTo>
                  <a:pt x="455174" y="88670"/>
                  <a:pt x="455231" y="86510"/>
                  <a:pt x="455345" y="83629"/>
                </a:cubicBezTo>
                <a:cubicBezTo>
                  <a:pt x="455458" y="80748"/>
                  <a:pt x="455515" y="78587"/>
                  <a:pt x="455515" y="77146"/>
                </a:cubicBezTo>
                <a:lnTo>
                  <a:pt x="454377" y="43942"/>
                </a:lnTo>
                <a:cubicBezTo>
                  <a:pt x="451607" y="43828"/>
                  <a:pt x="447395" y="43504"/>
                  <a:pt x="441741" y="42969"/>
                </a:cubicBezTo>
                <a:cubicBezTo>
                  <a:pt x="438363" y="42511"/>
                  <a:pt x="436675" y="40624"/>
                  <a:pt x="436675" y="37307"/>
                </a:cubicBezTo>
                <a:cubicBezTo>
                  <a:pt x="436675" y="35629"/>
                  <a:pt x="437187" y="34238"/>
                  <a:pt x="438212" y="33134"/>
                </a:cubicBezTo>
                <a:cubicBezTo>
                  <a:pt x="439236" y="32029"/>
                  <a:pt x="440545" y="31477"/>
                  <a:pt x="442139" y="31477"/>
                </a:cubicBezTo>
                <a:lnTo>
                  <a:pt x="454092" y="32444"/>
                </a:lnTo>
                <a:cubicBezTo>
                  <a:pt x="454092" y="30503"/>
                  <a:pt x="454007" y="27906"/>
                  <a:pt x="453836" y="24653"/>
                </a:cubicBezTo>
                <a:cubicBezTo>
                  <a:pt x="453665" y="21399"/>
                  <a:pt x="453580" y="19050"/>
                  <a:pt x="453580" y="17604"/>
                </a:cubicBezTo>
                <a:cubicBezTo>
                  <a:pt x="453580" y="16006"/>
                  <a:pt x="454130" y="14684"/>
                  <a:pt x="455231" y="13638"/>
                </a:cubicBezTo>
                <a:cubicBezTo>
                  <a:pt x="456331" y="12591"/>
                  <a:pt x="457678" y="12067"/>
                  <a:pt x="459272" y="12067"/>
                </a:cubicBezTo>
                <a:cubicBezTo>
                  <a:pt x="462687" y="12067"/>
                  <a:pt x="464679" y="14856"/>
                  <a:pt x="465249" y="20434"/>
                </a:cubicBezTo>
                <a:cubicBezTo>
                  <a:pt x="465362" y="21838"/>
                  <a:pt x="465419" y="23527"/>
                  <a:pt x="465419" y="25500"/>
                </a:cubicBezTo>
                <a:lnTo>
                  <a:pt x="465305" y="28801"/>
                </a:lnTo>
                <a:lnTo>
                  <a:pt x="465249" y="32330"/>
                </a:lnTo>
                <a:cubicBezTo>
                  <a:pt x="469954" y="31723"/>
                  <a:pt x="472648" y="31420"/>
                  <a:pt x="473331" y="31420"/>
                </a:cubicBezTo>
                <a:cubicBezTo>
                  <a:pt x="477278" y="31420"/>
                  <a:pt x="479858" y="31609"/>
                  <a:pt x="481072" y="31989"/>
                </a:cubicBezTo>
                <a:cubicBezTo>
                  <a:pt x="483387" y="32753"/>
                  <a:pt x="484544" y="34553"/>
                  <a:pt x="484544" y="37389"/>
                </a:cubicBezTo>
                <a:cubicBezTo>
                  <a:pt x="484544" y="39075"/>
                  <a:pt x="484023" y="40465"/>
                  <a:pt x="482979" y="41557"/>
                </a:cubicBezTo>
                <a:cubicBezTo>
                  <a:pt x="481936" y="42649"/>
                  <a:pt x="480598" y="43195"/>
                  <a:pt x="478966" y="43195"/>
                </a:cubicBezTo>
                <a:close/>
                <a:moveTo>
                  <a:pt x="506823" y="19580"/>
                </a:moveTo>
                <a:cubicBezTo>
                  <a:pt x="505001" y="19580"/>
                  <a:pt x="503427" y="18935"/>
                  <a:pt x="502098" y="17645"/>
                </a:cubicBezTo>
                <a:cubicBezTo>
                  <a:pt x="500770" y="16355"/>
                  <a:pt x="500106" y="14799"/>
                  <a:pt x="500106" y="12978"/>
                </a:cubicBezTo>
                <a:cubicBezTo>
                  <a:pt x="500106" y="11156"/>
                  <a:pt x="500770" y="9600"/>
                  <a:pt x="502098" y="8310"/>
                </a:cubicBezTo>
                <a:cubicBezTo>
                  <a:pt x="503427" y="7020"/>
                  <a:pt x="505001" y="6375"/>
                  <a:pt x="506823" y="6375"/>
                </a:cubicBezTo>
                <a:cubicBezTo>
                  <a:pt x="508644" y="6375"/>
                  <a:pt x="510210" y="7020"/>
                  <a:pt x="511519" y="8310"/>
                </a:cubicBezTo>
                <a:cubicBezTo>
                  <a:pt x="512828" y="9600"/>
                  <a:pt x="513482" y="11156"/>
                  <a:pt x="513482" y="12978"/>
                </a:cubicBezTo>
                <a:cubicBezTo>
                  <a:pt x="513482" y="14799"/>
                  <a:pt x="512828" y="16355"/>
                  <a:pt x="511519" y="17645"/>
                </a:cubicBezTo>
                <a:cubicBezTo>
                  <a:pt x="510210" y="18935"/>
                  <a:pt x="508644" y="19580"/>
                  <a:pt x="506823" y="19580"/>
                </a:cubicBezTo>
                <a:moveTo>
                  <a:pt x="509384" y="65831"/>
                </a:moveTo>
                <a:cubicBezTo>
                  <a:pt x="509384" y="68110"/>
                  <a:pt x="509451" y="71520"/>
                  <a:pt x="509583" y="76059"/>
                </a:cubicBezTo>
                <a:cubicBezTo>
                  <a:pt x="509716" y="80597"/>
                  <a:pt x="509783" y="84006"/>
                  <a:pt x="509783" y="86285"/>
                </a:cubicBezTo>
                <a:cubicBezTo>
                  <a:pt x="509783" y="87956"/>
                  <a:pt x="509270" y="89323"/>
                  <a:pt x="508246" y="90387"/>
                </a:cubicBezTo>
                <a:cubicBezTo>
                  <a:pt x="507221" y="91451"/>
                  <a:pt x="505874" y="91982"/>
                  <a:pt x="504204" y="91982"/>
                </a:cubicBezTo>
                <a:cubicBezTo>
                  <a:pt x="502573" y="91982"/>
                  <a:pt x="501235" y="91451"/>
                  <a:pt x="500192" y="90387"/>
                </a:cubicBezTo>
                <a:cubicBezTo>
                  <a:pt x="499148" y="89323"/>
                  <a:pt x="498626" y="87956"/>
                  <a:pt x="498626" y="86285"/>
                </a:cubicBezTo>
                <a:cubicBezTo>
                  <a:pt x="498626" y="84006"/>
                  <a:pt x="498560" y="80597"/>
                  <a:pt x="498427" y="76059"/>
                </a:cubicBezTo>
                <a:cubicBezTo>
                  <a:pt x="498294" y="71520"/>
                  <a:pt x="498228" y="68110"/>
                  <a:pt x="498228" y="65831"/>
                </a:cubicBezTo>
                <a:cubicBezTo>
                  <a:pt x="498228" y="62261"/>
                  <a:pt x="498418" y="57807"/>
                  <a:pt x="498797" y="52471"/>
                </a:cubicBezTo>
                <a:cubicBezTo>
                  <a:pt x="499177" y="47134"/>
                  <a:pt x="499366" y="42680"/>
                  <a:pt x="499366" y="39109"/>
                </a:cubicBezTo>
                <a:cubicBezTo>
                  <a:pt x="499366" y="37400"/>
                  <a:pt x="499888" y="36014"/>
                  <a:pt x="500932" y="34951"/>
                </a:cubicBezTo>
                <a:cubicBezTo>
                  <a:pt x="501975" y="33887"/>
                  <a:pt x="503313" y="33355"/>
                  <a:pt x="504944" y="33355"/>
                </a:cubicBezTo>
                <a:cubicBezTo>
                  <a:pt x="506576" y="33355"/>
                  <a:pt x="507914" y="33887"/>
                  <a:pt x="508957" y="34951"/>
                </a:cubicBezTo>
                <a:cubicBezTo>
                  <a:pt x="510001" y="36014"/>
                  <a:pt x="510523" y="37400"/>
                  <a:pt x="510523" y="39109"/>
                </a:cubicBezTo>
                <a:cubicBezTo>
                  <a:pt x="510523" y="42680"/>
                  <a:pt x="510333" y="47134"/>
                  <a:pt x="509953" y="52471"/>
                </a:cubicBezTo>
                <a:cubicBezTo>
                  <a:pt x="509574" y="57807"/>
                  <a:pt x="509384" y="62261"/>
                  <a:pt x="509384" y="65831"/>
                </a:cubicBezTo>
                <a:close/>
                <a:moveTo>
                  <a:pt x="550100" y="95056"/>
                </a:moveTo>
                <a:cubicBezTo>
                  <a:pt x="543725" y="95056"/>
                  <a:pt x="538242" y="92699"/>
                  <a:pt x="533650" y="87986"/>
                </a:cubicBezTo>
                <a:cubicBezTo>
                  <a:pt x="528527" y="82739"/>
                  <a:pt x="525833" y="75687"/>
                  <a:pt x="525568" y="66829"/>
                </a:cubicBezTo>
                <a:cubicBezTo>
                  <a:pt x="525340" y="58238"/>
                  <a:pt x="527503" y="50673"/>
                  <a:pt x="532056" y="44134"/>
                </a:cubicBezTo>
                <a:cubicBezTo>
                  <a:pt x="537369" y="36417"/>
                  <a:pt x="544768" y="32558"/>
                  <a:pt x="554255" y="32558"/>
                </a:cubicBezTo>
                <a:cubicBezTo>
                  <a:pt x="561844" y="32558"/>
                  <a:pt x="567593" y="36037"/>
                  <a:pt x="571502" y="42994"/>
                </a:cubicBezTo>
                <a:cubicBezTo>
                  <a:pt x="574613" y="48620"/>
                  <a:pt x="576112" y="55386"/>
                  <a:pt x="575998" y="63293"/>
                </a:cubicBezTo>
                <a:cubicBezTo>
                  <a:pt x="575885" y="71733"/>
                  <a:pt x="573684" y="78937"/>
                  <a:pt x="569396" y="84907"/>
                </a:cubicBezTo>
                <a:cubicBezTo>
                  <a:pt x="564539" y="91673"/>
                  <a:pt x="558107" y="95056"/>
                  <a:pt x="550100" y="95056"/>
                </a:cubicBezTo>
                <a:moveTo>
                  <a:pt x="553515" y="44170"/>
                </a:moveTo>
                <a:cubicBezTo>
                  <a:pt x="547937" y="44132"/>
                  <a:pt x="543592" y="46792"/>
                  <a:pt x="540480" y="52149"/>
                </a:cubicBezTo>
                <a:cubicBezTo>
                  <a:pt x="538014" y="56444"/>
                  <a:pt x="536781" y="61346"/>
                  <a:pt x="536781" y="66856"/>
                </a:cubicBezTo>
                <a:cubicBezTo>
                  <a:pt x="536781" y="72366"/>
                  <a:pt x="538280" y="76661"/>
                  <a:pt x="541277" y="79739"/>
                </a:cubicBezTo>
                <a:cubicBezTo>
                  <a:pt x="543782" y="82285"/>
                  <a:pt x="546723" y="83558"/>
                  <a:pt x="550100" y="83558"/>
                </a:cubicBezTo>
                <a:cubicBezTo>
                  <a:pt x="554046" y="83558"/>
                  <a:pt x="557443" y="82114"/>
                  <a:pt x="560289" y="79225"/>
                </a:cubicBezTo>
                <a:cubicBezTo>
                  <a:pt x="563514" y="76034"/>
                  <a:pt x="565222" y="71721"/>
                  <a:pt x="565411" y="66287"/>
                </a:cubicBezTo>
                <a:cubicBezTo>
                  <a:pt x="565943" y="51580"/>
                  <a:pt x="561977" y="44208"/>
                  <a:pt x="553515" y="44170"/>
                </a:cubicBezTo>
                <a:close/>
                <a:moveTo>
                  <a:pt x="633920" y="95739"/>
                </a:moveTo>
                <a:cubicBezTo>
                  <a:pt x="630657" y="95739"/>
                  <a:pt x="628816" y="93952"/>
                  <a:pt x="628399" y="90378"/>
                </a:cubicBezTo>
                <a:lnTo>
                  <a:pt x="626805" y="77886"/>
                </a:lnTo>
                <a:cubicBezTo>
                  <a:pt x="626274" y="73437"/>
                  <a:pt x="626008" y="69273"/>
                  <a:pt x="626008" y="65394"/>
                </a:cubicBezTo>
                <a:cubicBezTo>
                  <a:pt x="626008" y="64329"/>
                  <a:pt x="626075" y="62523"/>
                  <a:pt x="626208" y="59976"/>
                </a:cubicBezTo>
                <a:cubicBezTo>
                  <a:pt x="626340" y="57427"/>
                  <a:pt x="626407" y="55621"/>
                  <a:pt x="626407" y="54556"/>
                </a:cubicBezTo>
                <a:cubicBezTo>
                  <a:pt x="626407" y="46342"/>
                  <a:pt x="624889" y="42234"/>
                  <a:pt x="621853" y="42234"/>
                </a:cubicBezTo>
                <a:cubicBezTo>
                  <a:pt x="617603" y="42234"/>
                  <a:pt x="613543" y="44761"/>
                  <a:pt x="609672" y="49814"/>
                </a:cubicBezTo>
                <a:cubicBezTo>
                  <a:pt x="606181" y="54410"/>
                  <a:pt x="603449" y="60222"/>
                  <a:pt x="601476" y="67249"/>
                </a:cubicBezTo>
                <a:cubicBezTo>
                  <a:pt x="601400" y="68731"/>
                  <a:pt x="601229" y="70593"/>
                  <a:pt x="600964" y="72834"/>
                </a:cubicBezTo>
                <a:cubicBezTo>
                  <a:pt x="600736" y="74734"/>
                  <a:pt x="600622" y="76576"/>
                  <a:pt x="600622" y="78361"/>
                </a:cubicBezTo>
                <a:cubicBezTo>
                  <a:pt x="600622" y="79500"/>
                  <a:pt x="600736" y="81210"/>
                  <a:pt x="600964" y="83489"/>
                </a:cubicBezTo>
                <a:cubicBezTo>
                  <a:pt x="601191" y="85768"/>
                  <a:pt x="601305" y="87477"/>
                  <a:pt x="601305" y="88617"/>
                </a:cubicBezTo>
                <a:cubicBezTo>
                  <a:pt x="601305" y="90327"/>
                  <a:pt x="600783" y="91714"/>
                  <a:pt x="599740" y="92777"/>
                </a:cubicBezTo>
                <a:cubicBezTo>
                  <a:pt x="598696" y="93841"/>
                  <a:pt x="597359" y="94373"/>
                  <a:pt x="595727" y="94373"/>
                </a:cubicBezTo>
                <a:cubicBezTo>
                  <a:pt x="594057" y="94373"/>
                  <a:pt x="592710" y="93841"/>
                  <a:pt x="591686" y="92776"/>
                </a:cubicBezTo>
                <a:cubicBezTo>
                  <a:pt x="590661" y="91712"/>
                  <a:pt x="590149" y="90325"/>
                  <a:pt x="590149" y="88613"/>
                </a:cubicBezTo>
                <a:cubicBezTo>
                  <a:pt x="590149" y="87474"/>
                  <a:pt x="590026" y="85764"/>
                  <a:pt x="589779" y="83484"/>
                </a:cubicBezTo>
                <a:cubicBezTo>
                  <a:pt x="589532" y="81202"/>
                  <a:pt x="589409" y="79491"/>
                  <a:pt x="589409" y="78350"/>
                </a:cubicBezTo>
                <a:cubicBezTo>
                  <a:pt x="589409" y="74434"/>
                  <a:pt x="589684" y="69008"/>
                  <a:pt x="590234" y="62071"/>
                </a:cubicBezTo>
                <a:cubicBezTo>
                  <a:pt x="590784" y="55134"/>
                  <a:pt x="591060" y="49708"/>
                  <a:pt x="591060" y="45792"/>
                </a:cubicBezTo>
                <a:cubicBezTo>
                  <a:pt x="591060" y="44575"/>
                  <a:pt x="590993" y="42770"/>
                  <a:pt x="590860" y="40376"/>
                </a:cubicBezTo>
                <a:cubicBezTo>
                  <a:pt x="590728" y="37980"/>
                  <a:pt x="590661" y="36175"/>
                  <a:pt x="590661" y="34959"/>
                </a:cubicBezTo>
                <a:cubicBezTo>
                  <a:pt x="590661" y="33324"/>
                  <a:pt x="591202" y="31984"/>
                  <a:pt x="592283" y="30939"/>
                </a:cubicBezTo>
                <a:cubicBezTo>
                  <a:pt x="593365" y="29894"/>
                  <a:pt x="594702" y="29371"/>
                  <a:pt x="596296" y="29371"/>
                </a:cubicBezTo>
                <a:cubicBezTo>
                  <a:pt x="599787" y="29371"/>
                  <a:pt x="601704" y="31847"/>
                  <a:pt x="602045" y="36800"/>
                </a:cubicBezTo>
                <a:lnTo>
                  <a:pt x="602216" y="43487"/>
                </a:lnTo>
                <a:cubicBezTo>
                  <a:pt x="608591" y="34987"/>
                  <a:pt x="615137" y="30737"/>
                  <a:pt x="621853" y="30737"/>
                </a:cubicBezTo>
                <a:cubicBezTo>
                  <a:pt x="627925" y="30737"/>
                  <a:pt x="632156" y="33417"/>
                  <a:pt x="634546" y="38777"/>
                </a:cubicBezTo>
                <a:cubicBezTo>
                  <a:pt x="636178" y="42349"/>
                  <a:pt x="637070" y="47634"/>
                  <a:pt x="637222" y="54629"/>
                </a:cubicBezTo>
                <a:lnTo>
                  <a:pt x="637222" y="60387"/>
                </a:lnTo>
                <a:lnTo>
                  <a:pt x="637165" y="65689"/>
                </a:lnTo>
                <a:cubicBezTo>
                  <a:pt x="637165" y="68844"/>
                  <a:pt x="637573" y="72922"/>
                  <a:pt x="638388" y="77921"/>
                </a:cubicBezTo>
                <a:cubicBezTo>
                  <a:pt x="639204" y="82920"/>
                  <a:pt x="639612" y="86977"/>
                  <a:pt x="639612" y="90093"/>
                </a:cubicBezTo>
                <a:cubicBezTo>
                  <a:pt x="639612" y="91767"/>
                  <a:pt x="639071" y="93126"/>
                  <a:pt x="637990" y="94170"/>
                </a:cubicBezTo>
                <a:cubicBezTo>
                  <a:pt x="636908" y="95216"/>
                  <a:pt x="635552" y="95739"/>
                  <a:pt x="633920" y="95739"/>
                </a:cubicBezTo>
                <a:close/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:">
            <a:extLst xmlns:a="http://schemas.openxmlformats.org/drawingml/2006/main">
              <a:ext uri="{FF2B5EF4-FFF2-40B4-BE49-F238E27FC236}">
                <a16:creationId xmlns:a16="http://schemas.microsoft.com/office/drawing/2014/main" id="{09A81385-7DC0-4004-AEE3-D695C5CE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624" y="4409156"/>
            <a:ext cx="15994" cy="60449"/>
          </a:xfrm>
          <a:custGeom xmlns:a="http://schemas.openxmlformats.org/drawingml/2006/main">
            <a:pathLst>
              <a:path w="15994" h="60449">
                <a:moveTo>
                  <a:pt x="0" y="16051"/>
                </a:moveTo>
                <a:lnTo>
                  <a:pt x="0" y="0"/>
                </a:lnTo>
                <a:lnTo>
                  <a:pt x="15994" y="0"/>
                </a:lnTo>
                <a:lnTo>
                  <a:pt x="15994" y="16051"/>
                </a:lnTo>
                <a:lnTo>
                  <a:pt x="0" y="16051"/>
                </a:lnTo>
                <a:moveTo>
                  <a:pt x="0" y="60449"/>
                </a:moveTo>
                <a:lnTo>
                  <a:pt x="0" y="44397"/>
                </a:lnTo>
                <a:lnTo>
                  <a:pt x="15994" y="44397"/>
                </a:lnTo>
                <a:lnTo>
                  <a:pt x="15994" y="60449"/>
                </a:lnTo>
                <a:lnTo>
                  <a:pt x="0" y="60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&lt;file&gt;...&lt;\file&gt;">
            <a:extLst xmlns:a="http://schemas.openxmlformats.org/drawingml/2006/main">
              <a:ext uri="{FF2B5EF4-FFF2-40B4-BE49-F238E27FC236}">
                <a16:creationId xmlns:a16="http://schemas.microsoft.com/office/drawing/2014/main" id="{4B412AB8-FD94-4B2B-830C-EF2DAB7E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48" y="4518825"/>
            <a:ext cx="690849" cy="86404"/>
          </a:xfrm>
          <a:custGeom xmlns:a="http://schemas.openxmlformats.org/drawingml/2006/main">
            <a:pathLst>
              <a:path w="690849" h="86404">
                <a:moveTo>
                  <a:pt x="0" y="48382"/>
                </a:moveTo>
                <a:lnTo>
                  <a:pt x="0" y="38819"/>
                </a:lnTo>
                <a:lnTo>
                  <a:pt x="55269" y="15482"/>
                </a:lnTo>
                <a:lnTo>
                  <a:pt x="55269" y="25728"/>
                </a:lnTo>
                <a:lnTo>
                  <a:pt x="11441" y="43657"/>
                </a:lnTo>
                <a:lnTo>
                  <a:pt x="55269" y="61815"/>
                </a:lnTo>
                <a:lnTo>
                  <a:pt x="55269" y="72060"/>
                </a:lnTo>
                <a:lnTo>
                  <a:pt x="0" y="48382"/>
                </a:lnTo>
                <a:close/>
                <a:moveTo>
                  <a:pt x="72294" y="84924"/>
                </a:moveTo>
                <a:lnTo>
                  <a:pt x="72294" y="32444"/>
                </a:lnTo>
                <a:lnTo>
                  <a:pt x="63244" y="32444"/>
                </a:lnTo>
                <a:lnTo>
                  <a:pt x="63244" y="24476"/>
                </a:lnTo>
                <a:lnTo>
                  <a:pt x="72294" y="24476"/>
                </a:lnTo>
                <a:lnTo>
                  <a:pt x="72294" y="18058"/>
                </a:lnTo>
                <a:cubicBezTo>
                  <a:pt x="72294" y="14007"/>
                  <a:pt x="72655" y="10997"/>
                  <a:pt x="73376" y="9029"/>
                </a:cubicBezTo>
                <a:cubicBezTo>
                  <a:pt x="74362" y="6380"/>
                  <a:pt x="76098" y="4232"/>
                  <a:pt x="78584" y="2585"/>
                </a:cubicBezTo>
                <a:cubicBezTo>
                  <a:pt x="81069" y="937"/>
                  <a:pt x="84551" y="114"/>
                  <a:pt x="89029" y="114"/>
                </a:cubicBezTo>
                <a:cubicBezTo>
                  <a:pt x="91912" y="114"/>
                  <a:pt x="95100" y="457"/>
                  <a:pt x="98591" y="1144"/>
                </a:cubicBezTo>
                <a:lnTo>
                  <a:pt x="97054" y="10128"/>
                </a:lnTo>
                <a:cubicBezTo>
                  <a:pt x="94929" y="9751"/>
                  <a:pt x="92918" y="9563"/>
                  <a:pt x="91021" y="9563"/>
                </a:cubicBezTo>
                <a:cubicBezTo>
                  <a:pt x="87909" y="9563"/>
                  <a:pt x="85708" y="10222"/>
                  <a:pt x="84418" y="11540"/>
                </a:cubicBezTo>
                <a:cubicBezTo>
                  <a:pt x="83128" y="12858"/>
                  <a:pt x="82483" y="15324"/>
                  <a:pt x="82483" y="18940"/>
                </a:cubicBezTo>
                <a:lnTo>
                  <a:pt x="82483" y="24476"/>
                </a:lnTo>
                <a:lnTo>
                  <a:pt x="94265" y="24476"/>
                </a:lnTo>
                <a:lnTo>
                  <a:pt x="94265" y="32444"/>
                </a:lnTo>
                <a:lnTo>
                  <a:pt x="82483" y="32444"/>
                </a:lnTo>
                <a:lnTo>
                  <a:pt x="82483" y="84924"/>
                </a:lnTo>
                <a:lnTo>
                  <a:pt x="72294" y="84924"/>
                </a:lnTo>
                <a:close/>
                <a:moveTo>
                  <a:pt x="102708" y="13205"/>
                </a:moveTo>
                <a:lnTo>
                  <a:pt x="102708" y="1480"/>
                </a:lnTo>
                <a:lnTo>
                  <a:pt x="112953" y="1480"/>
                </a:lnTo>
                <a:lnTo>
                  <a:pt x="112953" y="13205"/>
                </a:lnTo>
                <a:lnTo>
                  <a:pt x="102708" y="13205"/>
                </a:lnTo>
                <a:moveTo>
                  <a:pt x="102708" y="84924"/>
                </a:moveTo>
                <a:lnTo>
                  <a:pt x="102708" y="24476"/>
                </a:lnTo>
                <a:lnTo>
                  <a:pt x="112953" y="24476"/>
                </a:lnTo>
                <a:lnTo>
                  <a:pt x="112953" y="84924"/>
                </a:lnTo>
                <a:lnTo>
                  <a:pt x="102708" y="84924"/>
                </a:lnTo>
                <a:close/>
                <a:moveTo>
                  <a:pt x="128197" y="84924"/>
                </a:moveTo>
                <a:lnTo>
                  <a:pt x="128197" y="1480"/>
                </a:lnTo>
                <a:lnTo>
                  <a:pt x="138443" y="1480"/>
                </a:lnTo>
                <a:lnTo>
                  <a:pt x="138443" y="84924"/>
                </a:lnTo>
                <a:lnTo>
                  <a:pt x="128197" y="84924"/>
                </a:lnTo>
                <a:close/>
                <a:moveTo>
                  <a:pt x="195580" y="65344"/>
                </a:moveTo>
                <a:lnTo>
                  <a:pt x="206167" y="66710"/>
                </a:lnTo>
                <a:cubicBezTo>
                  <a:pt x="204498" y="72913"/>
                  <a:pt x="201405" y="77728"/>
                  <a:pt x="196890" y="81153"/>
                </a:cubicBezTo>
                <a:cubicBezTo>
                  <a:pt x="192374" y="84578"/>
                  <a:pt x="186606" y="86290"/>
                  <a:pt x="179586" y="86290"/>
                </a:cubicBezTo>
                <a:cubicBezTo>
                  <a:pt x="170744" y="86290"/>
                  <a:pt x="163734" y="83568"/>
                  <a:pt x="158554" y="78122"/>
                </a:cubicBezTo>
                <a:cubicBezTo>
                  <a:pt x="153374" y="72677"/>
                  <a:pt x="150785" y="65040"/>
                  <a:pt x="150785" y="55212"/>
                </a:cubicBezTo>
                <a:cubicBezTo>
                  <a:pt x="150785" y="45043"/>
                  <a:pt x="153403" y="37150"/>
                  <a:pt x="158639" y="31534"/>
                </a:cubicBezTo>
                <a:cubicBezTo>
                  <a:pt x="163876" y="25917"/>
                  <a:pt x="170668" y="23109"/>
                  <a:pt x="179017" y="23109"/>
                </a:cubicBezTo>
                <a:cubicBezTo>
                  <a:pt x="187099" y="23109"/>
                  <a:pt x="193702" y="25856"/>
                  <a:pt x="198825" y="31350"/>
                </a:cubicBezTo>
                <a:cubicBezTo>
                  <a:pt x="203948" y="36843"/>
                  <a:pt x="206509" y="44571"/>
                  <a:pt x="206509" y="54534"/>
                </a:cubicBezTo>
                <a:cubicBezTo>
                  <a:pt x="206509" y="55140"/>
                  <a:pt x="206490" y="56049"/>
                  <a:pt x="206452" y="57261"/>
                </a:cubicBezTo>
                <a:lnTo>
                  <a:pt x="161372" y="57261"/>
                </a:lnTo>
                <a:cubicBezTo>
                  <a:pt x="161751" y="63921"/>
                  <a:pt x="163629" y="69020"/>
                  <a:pt x="167007" y="72558"/>
                </a:cubicBezTo>
                <a:cubicBezTo>
                  <a:pt x="170384" y="76097"/>
                  <a:pt x="174596" y="77866"/>
                  <a:pt x="179643" y="77866"/>
                </a:cubicBezTo>
                <a:cubicBezTo>
                  <a:pt x="183400" y="77866"/>
                  <a:pt x="186606" y="76871"/>
                  <a:pt x="189262" y="74880"/>
                </a:cubicBezTo>
                <a:cubicBezTo>
                  <a:pt x="191919" y="72888"/>
                  <a:pt x="194025" y="69709"/>
                  <a:pt x="195580" y="65344"/>
                </a:cubicBezTo>
                <a:moveTo>
                  <a:pt x="161941" y="48837"/>
                </a:moveTo>
                <a:lnTo>
                  <a:pt x="195694" y="48837"/>
                </a:lnTo>
                <a:cubicBezTo>
                  <a:pt x="195239" y="43769"/>
                  <a:pt x="193949" y="39968"/>
                  <a:pt x="191824" y="37434"/>
                </a:cubicBezTo>
                <a:cubicBezTo>
                  <a:pt x="188560" y="33500"/>
                  <a:pt x="184329" y="31534"/>
                  <a:pt x="179131" y="31534"/>
                </a:cubicBezTo>
                <a:cubicBezTo>
                  <a:pt x="174425" y="31534"/>
                  <a:pt x="170469" y="33104"/>
                  <a:pt x="167263" y="36244"/>
                </a:cubicBezTo>
                <a:cubicBezTo>
                  <a:pt x="164056" y="39383"/>
                  <a:pt x="162282" y="43580"/>
                  <a:pt x="161941" y="48837"/>
                </a:cubicBezTo>
                <a:close/>
                <a:moveTo>
                  <a:pt x="273182" y="48382"/>
                </a:moveTo>
                <a:lnTo>
                  <a:pt x="217913" y="72060"/>
                </a:lnTo>
                <a:lnTo>
                  <a:pt x="217913" y="61815"/>
                </a:lnTo>
                <a:lnTo>
                  <a:pt x="261685" y="43657"/>
                </a:lnTo>
                <a:lnTo>
                  <a:pt x="217913" y="25728"/>
                </a:lnTo>
                <a:lnTo>
                  <a:pt x="217913" y="15482"/>
                </a:lnTo>
                <a:lnTo>
                  <a:pt x="273182" y="38819"/>
                </a:lnTo>
                <a:lnTo>
                  <a:pt x="273182" y="48382"/>
                </a:lnTo>
                <a:close/>
                <a:moveTo>
                  <a:pt x="290662" y="84924"/>
                </a:moveTo>
                <a:lnTo>
                  <a:pt x="290662" y="73199"/>
                </a:lnTo>
                <a:lnTo>
                  <a:pt x="302331" y="73199"/>
                </a:lnTo>
                <a:lnTo>
                  <a:pt x="302331" y="84924"/>
                </a:lnTo>
                <a:lnTo>
                  <a:pt x="290662" y="84924"/>
                </a:lnTo>
                <a:close/>
                <a:moveTo>
                  <a:pt x="323467" y="84924"/>
                </a:moveTo>
                <a:lnTo>
                  <a:pt x="323467" y="73199"/>
                </a:lnTo>
                <a:lnTo>
                  <a:pt x="335135" y="73199"/>
                </a:lnTo>
                <a:lnTo>
                  <a:pt x="335135" y="84924"/>
                </a:lnTo>
                <a:lnTo>
                  <a:pt x="323467" y="84924"/>
                </a:lnTo>
                <a:close/>
                <a:moveTo>
                  <a:pt x="356271" y="84924"/>
                </a:moveTo>
                <a:lnTo>
                  <a:pt x="356271" y="73199"/>
                </a:lnTo>
                <a:lnTo>
                  <a:pt x="367939" y="73199"/>
                </a:lnTo>
                <a:lnTo>
                  <a:pt x="367939" y="84924"/>
                </a:lnTo>
                <a:lnTo>
                  <a:pt x="356271" y="84924"/>
                </a:lnTo>
                <a:close/>
                <a:moveTo>
                  <a:pt x="384863" y="48382"/>
                </a:moveTo>
                <a:lnTo>
                  <a:pt x="384863" y="38819"/>
                </a:lnTo>
                <a:lnTo>
                  <a:pt x="440132" y="15482"/>
                </a:lnTo>
                <a:lnTo>
                  <a:pt x="440132" y="25728"/>
                </a:lnTo>
                <a:lnTo>
                  <a:pt x="396304" y="43657"/>
                </a:lnTo>
                <a:lnTo>
                  <a:pt x="440132" y="61815"/>
                </a:lnTo>
                <a:lnTo>
                  <a:pt x="440132" y="72060"/>
                </a:lnTo>
                <a:lnTo>
                  <a:pt x="384863" y="48382"/>
                </a:lnTo>
                <a:close/>
                <a:moveTo>
                  <a:pt x="471216" y="86404"/>
                </a:moveTo>
                <a:lnTo>
                  <a:pt x="447025" y="0"/>
                </a:lnTo>
                <a:lnTo>
                  <a:pt x="455278" y="0"/>
                </a:lnTo>
                <a:lnTo>
                  <a:pt x="479412" y="86404"/>
                </a:lnTo>
                <a:lnTo>
                  <a:pt x="471216" y="86404"/>
                </a:lnTo>
                <a:close/>
                <a:moveTo>
                  <a:pt x="489961" y="84924"/>
                </a:moveTo>
                <a:lnTo>
                  <a:pt x="489961" y="32444"/>
                </a:lnTo>
                <a:lnTo>
                  <a:pt x="480910" y="32444"/>
                </a:lnTo>
                <a:lnTo>
                  <a:pt x="480910" y="24476"/>
                </a:lnTo>
                <a:lnTo>
                  <a:pt x="489961" y="24476"/>
                </a:lnTo>
                <a:lnTo>
                  <a:pt x="489961" y="18058"/>
                </a:lnTo>
                <a:cubicBezTo>
                  <a:pt x="489961" y="14007"/>
                  <a:pt x="490321" y="10997"/>
                  <a:pt x="491042" y="9029"/>
                </a:cubicBezTo>
                <a:cubicBezTo>
                  <a:pt x="492029" y="6380"/>
                  <a:pt x="493765" y="4232"/>
                  <a:pt x="496250" y="2585"/>
                </a:cubicBezTo>
                <a:cubicBezTo>
                  <a:pt x="498736" y="937"/>
                  <a:pt x="502217" y="114"/>
                  <a:pt x="506695" y="114"/>
                </a:cubicBezTo>
                <a:cubicBezTo>
                  <a:pt x="509579" y="114"/>
                  <a:pt x="512766" y="457"/>
                  <a:pt x="516258" y="1144"/>
                </a:cubicBezTo>
                <a:lnTo>
                  <a:pt x="514721" y="10128"/>
                </a:lnTo>
                <a:cubicBezTo>
                  <a:pt x="512596" y="9751"/>
                  <a:pt x="510585" y="9563"/>
                  <a:pt x="508687" y="9563"/>
                </a:cubicBezTo>
                <a:cubicBezTo>
                  <a:pt x="505576" y="9563"/>
                  <a:pt x="503375" y="10222"/>
                  <a:pt x="502085" y="11540"/>
                </a:cubicBezTo>
                <a:cubicBezTo>
                  <a:pt x="500794" y="12858"/>
                  <a:pt x="500149" y="15324"/>
                  <a:pt x="500149" y="18940"/>
                </a:cubicBezTo>
                <a:lnTo>
                  <a:pt x="500149" y="24476"/>
                </a:lnTo>
                <a:lnTo>
                  <a:pt x="511932" y="24476"/>
                </a:lnTo>
                <a:lnTo>
                  <a:pt x="511932" y="32444"/>
                </a:lnTo>
                <a:lnTo>
                  <a:pt x="500149" y="32444"/>
                </a:lnTo>
                <a:lnTo>
                  <a:pt x="500149" y="84924"/>
                </a:lnTo>
                <a:lnTo>
                  <a:pt x="489961" y="84924"/>
                </a:lnTo>
                <a:close/>
                <a:moveTo>
                  <a:pt x="520374" y="13205"/>
                </a:moveTo>
                <a:lnTo>
                  <a:pt x="520374" y="1480"/>
                </a:lnTo>
                <a:lnTo>
                  <a:pt x="530620" y="1480"/>
                </a:lnTo>
                <a:lnTo>
                  <a:pt x="530620" y="13205"/>
                </a:lnTo>
                <a:lnTo>
                  <a:pt x="520374" y="13205"/>
                </a:lnTo>
                <a:moveTo>
                  <a:pt x="520374" y="84924"/>
                </a:moveTo>
                <a:lnTo>
                  <a:pt x="520374" y="24476"/>
                </a:lnTo>
                <a:lnTo>
                  <a:pt x="530620" y="24476"/>
                </a:lnTo>
                <a:lnTo>
                  <a:pt x="530620" y="84924"/>
                </a:lnTo>
                <a:lnTo>
                  <a:pt x="520374" y="84924"/>
                </a:lnTo>
                <a:close/>
                <a:moveTo>
                  <a:pt x="545864" y="84924"/>
                </a:moveTo>
                <a:lnTo>
                  <a:pt x="545864" y="1480"/>
                </a:lnTo>
                <a:lnTo>
                  <a:pt x="556110" y="1480"/>
                </a:lnTo>
                <a:lnTo>
                  <a:pt x="556110" y="84924"/>
                </a:lnTo>
                <a:lnTo>
                  <a:pt x="545864" y="84924"/>
                </a:lnTo>
                <a:close/>
                <a:moveTo>
                  <a:pt x="613247" y="65344"/>
                </a:moveTo>
                <a:lnTo>
                  <a:pt x="623834" y="66710"/>
                </a:lnTo>
                <a:cubicBezTo>
                  <a:pt x="622165" y="72913"/>
                  <a:pt x="619072" y="77728"/>
                  <a:pt x="614556" y="81153"/>
                </a:cubicBezTo>
                <a:cubicBezTo>
                  <a:pt x="610041" y="84578"/>
                  <a:pt x="604273" y="86290"/>
                  <a:pt x="597253" y="86290"/>
                </a:cubicBezTo>
                <a:cubicBezTo>
                  <a:pt x="588411" y="86290"/>
                  <a:pt x="581401" y="83568"/>
                  <a:pt x="576221" y="78122"/>
                </a:cubicBezTo>
                <a:cubicBezTo>
                  <a:pt x="571041" y="72677"/>
                  <a:pt x="568451" y="65040"/>
                  <a:pt x="568451" y="55212"/>
                </a:cubicBezTo>
                <a:cubicBezTo>
                  <a:pt x="568451" y="45043"/>
                  <a:pt x="571070" y="37150"/>
                  <a:pt x="576306" y="31534"/>
                </a:cubicBezTo>
                <a:cubicBezTo>
                  <a:pt x="581543" y="25917"/>
                  <a:pt x="588335" y="23109"/>
                  <a:pt x="596683" y="23109"/>
                </a:cubicBezTo>
                <a:cubicBezTo>
                  <a:pt x="604766" y="23109"/>
                  <a:pt x="611369" y="25856"/>
                  <a:pt x="616492" y="31350"/>
                </a:cubicBezTo>
                <a:cubicBezTo>
                  <a:pt x="621614" y="36843"/>
                  <a:pt x="624176" y="44571"/>
                  <a:pt x="624176" y="54534"/>
                </a:cubicBezTo>
                <a:cubicBezTo>
                  <a:pt x="624176" y="55140"/>
                  <a:pt x="624157" y="56049"/>
                  <a:pt x="624119" y="57261"/>
                </a:cubicBezTo>
                <a:lnTo>
                  <a:pt x="579038" y="57261"/>
                </a:lnTo>
                <a:cubicBezTo>
                  <a:pt x="579418" y="63921"/>
                  <a:pt x="581296" y="69020"/>
                  <a:pt x="584673" y="72558"/>
                </a:cubicBezTo>
                <a:cubicBezTo>
                  <a:pt x="588051" y="76097"/>
                  <a:pt x="592263" y="77866"/>
                  <a:pt x="597310" y="77866"/>
                </a:cubicBezTo>
                <a:cubicBezTo>
                  <a:pt x="601066" y="77866"/>
                  <a:pt x="604273" y="76871"/>
                  <a:pt x="606929" y="74880"/>
                </a:cubicBezTo>
                <a:cubicBezTo>
                  <a:pt x="609585" y="72888"/>
                  <a:pt x="611691" y="69709"/>
                  <a:pt x="613247" y="65344"/>
                </a:cubicBezTo>
                <a:moveTo>
                  <a:pt x="579608" y="48837"/>
                </a:moveTo>
                <a:lnTo>
                  <a:pt x="613361" y="48837"/>
                </a:lnTo>
                <a:cubicBezTo>
                  <a:pt x="612906" y="43769"/>
                  <a:pt x="611615" y="39968"/>
                  <a:pt x="609490" y="37434"/>
                </a:cubicBezTo>
                <a:cubicBezTo>
                  <a:pt x="606227" y="33500"/>
                  <a:pt x="601996" y="31534"/>
                  <a:pt x="596797" y="31534"/>
                </a:cubicBezTo>
                <a:cubicBezTo>
                  <a:pt x="592092" y="31534"/>
                  <a:pt x="588136" y="33104"/>
                  <a:pt x="584930" y="36244"/>
                </a:cubicBezTo>
                <a:cubicBezTo>
                  <a:pt x="581723" y="39383"/>
                  <a:pt x="579949" y="43580"/>
                  <a:pt x="579608" y="48837"/>
                </a:cubicBezTo>
                <a:close/>
                <a:moveTo>
                  <a:pt x="690849" y="48382"/>
                </a:moveTo>
                <a:lnTo>
                  <a:pt x="635580" y="72060"/>
                </a:lnTo>
                <a:lnTo>
                  <a:pt x="635580" y="61815"/>
                </a:lnTo>
                <a:lnTo>
                  <a:pt x="679351" y="43657"/>
                </a:lnTo>
                <a:lnTo>
                  <a:pt x="635580" y="25728"/>
                </a:lnTo>
                <a:lnTo>
                  <a:pt x="635580" y="15482"/>
                </a:lnTo>
                <a:lnTo>
                  <a:pt x="690849" y="38819"/>
                </a:lnTo>
                <a:lnTo>
                  <a:pt x="690849" y="483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&lt;class&gt;...&lt;\class&gt;">
            <a:extLst xmlns:a="http://schemas.openxmlformats.org/drawingml/2006/main">
              <a:ext uri="{FF2B5EF4-FFF2-40B4-BE49-F238E27FC236}">
                <a16:creationId xmlns:a16="http://schemas.microsoft.com/office/drawing/2014/main" id="{D5FE2B3D-7A09-4A90-9DAF-2209B703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390" y="4659414"/>
            <a:ext cx="925164" cy="86404"/>
          </a:xfrm>
          <a:custGeom xmlns:a="http://schemas.openxmlformats.org/drawingml/2006/main">
            <a:pathLst>
              <a:path w="925164" h="86404">
                <a:moveTo>
                  <a:pt x="0" y="48382"/>
                </a:moveTo>
                <a:lnTo>
                  <a:pt x="0" y="38819"/>
                </a:lnTo>
                <a:lnTo>
                  <a:pt x="55269" y="15482"/>
                </a:lnTo>
                <a:lnTo>
                  <a:pt x="55269" y="25728"/>
                </a:lnTo>
                <a:lnTo>
                  <a:pt x="11441" y="43657"/>
                </a:lnTo>
                <a:lnTo>
                  <a:pt x="55269" y="61815"/>
                </a:lnTo>
                <a:lnTo>
                  <a:pt x="55269" y="72060"/>
                </a:lnTo>
                <a:lnTo>
                  <a:pt x="0" y="48382"/>
                </a:lnTo>
                <a:close/>
                <a:moveTo>
                  <a:pt x="109292" y="62726"/>
                </a:moveTo>
                <a:lnTo>
                  <a:pt x="119367" y="64092"/>
                </a:lnTo>
                <a:cubicBezTo>
                  <a:pt x="118266" y="71036"/>
                  <a:pt x="115449" y="76472"/>
                  <a:pt x="110914" y="80399"/>
                </a:cubicBezTo>
                <a:cubicBezTo>
                  <a:pt x="106380" y="84327"/>
                  <a:pt x="100811" y="86290"/>
                  <a:pt x="94208" y="86290"/>
                </a:cubicBezTo>
                <a:cubicBezTo>
                  <a:pt x="85936" y="86290"/>
                  <a:pt x="79286" y="83587"/>
                  <a:pt x="74258" y="78179"/>
                </a:cubicBezTo>
                <a:cubicBezTo>
                  <a:pt x="69230" y="72772"/>
                  <a:pt x="66716" y="65021"/>
                  <a:pt x="66716" y="54928"/>
                </a:cubicBezTo>
                <a:cubicBezTo>
                  <a:pt x="66716" y="48401"/>
                  <a:pt x="67797" y="42690"/>
                  <a:pt x="69960" y="37795"/>
                </a:cubicBezTo>
                <a:cubicBezTo>
                  <a:pt x="72123" y="32900"/>
                  <a:pt x="75415" y="29228"/>
                  <a:pt x="79836" y="26781"/>
                </a:cubicBezTo>
                <a:cubicBezTo>
                  <a:pt x="84257" y="24333"/>
                  <a:pt x="89066" y="23109"/>
                  <a:pt x="94265" y="23109"/>
                </a:cubicBezTo>
                <a:cubicBezTo>
                  <a:pt x="100830" y="23109"/>
                  <a:pt x="106199" y="24760"/>
                  <a:pt x="110373" y="28061"/>
                </a:cubicBezTo>
                <a:cubicBezTo>
                  <a:pt x="114548" y="31362"/>
                  <a:pt x="117223" y="36048"/>
                  <a:pt x="118399" y="42121"/>
                </a:cubicBezTo>
                <a:lnTo>
                  <a:pt x="108438" y="43714"/>
                </a:lnTo>
                <a:cubicBezTo>
                  <a:pt x="107490" y="39673"/>
                  <a:pt x="105810" y="36633"/>
                  <a:pt x="103401" y="34593"/>
                </a:cubicBezTo>
                <a:cubicBezTo>
                  <a:pt x="100991" y="32553"/>
                  <a:pt x="98079" y="31534"/>
                  <a:pt x="94664" y="31534"/>
                </a:cubicBezTo>
                <a:cubicBezTo>
                  <a:pt x="89503" y="31534"/>
                  <a:pt x="85310" y="33383"/>
                  <a:pt x="82084" y="37083"/>
                </a:cubicBezTo>
                <a:cubicBezTo>
                  <a:pt x="78859" y="40783"/>
                  <a:pt x="77246" y="46636"/>
                  <a:pt x="77246" y="54643"/>
                </a:cubicBezTo>
                <a:cubicBezTo>
                  <a:pt x="77246" y="62764"/>
                  <a:pt x="78802" y="68664"/>
                  <a:pt x="81914" y="72345"/>
                </a:cubicBezTo>
                <a:cubicBezTo>
                  <a:pt x="85025" y="76026"/>
                  <a:pt x="89085" y="77866"/>
                  <a:pt x="94094" y="77866"/>
                </a:cubicBezTo>
                <a:cubicBezTo>
                  <a:pt x="98117" y="77866"/>
                  <a:pt x="101475" y="76628"/>
                  <a:pt x="104169" y="74152"/>
                </a:cubicBezTo>
                <a:cubicBezTo>
                  <a:pt x="106863" y="71676"/>
                  <a:pt x="108571" y="67867"/>
                  <a:pt x="109292" y="62726"/>
                </a:cubicBezTo>
                <a:close/>
                <a:moveTo>
                  <a:pt x="128197" y="84924"/>
                </a:moveTo>
                <a:lnTo>
                  <a:pt x="128197" y="1480"/>
                </a:lnTo>
                <a:lnTo>
                  <a:pt x="138443" y="1480"/>
                </a:lnTo>
                <a:lnTo>
                  <a:pt x="138443" y="84924"/>
                </a:lnTo>
                <a:lnTo>
                  <a:pt x="128197" y="84924"/>
                </a:lnTo>
                <a:close/>
                <a:moveTo>
                  <a:pt x="193645" y="77297"/>
                </a:moveTo>
                <a:cubicBezTo>
                  <a:pt x="189850" y="80585"/>
                  <a:pt x="186198" y="82907"/>
                  <a:pt x="182688" y="84261"/>
                </a:cubicBezTo>
                <a:cubicBezTo>
                  <a:pt x="179178" y="85614"/>
                  <a:pt x="175412" y="86290"/>
                  <a:pt x="171389" y="86290"/>
                </a:cubicBezTo>
                <a:cubicBezTo>
                  <a:pt x="164749" y="86290"/>
                  <a:pt x="159645" y="84668"/>
                  <a:pt x="156078" y="81424"/>
                </a:cubicBezTo>
                <a:cubicBezTo>
                  <a:pt x="152511" y="78179"/>
                  <a:pt x="150728" y="74034"/>
                  <a:pt x="150728" y="68987"/>
                </a:cubicBezTo>
                <a:cubicBezTo>
                  <a:pt x="150728" y="66027"/>
                  <a:pt x="151401" y="63323"/>
                  <a:pt x="152748" y="60876"/>
                </a:cubicBezTo>
                <a:cubicBezTo>
                  <a:pt x="154095" y="58428"/>
                  <a:pt x="155860" y="56464"/>
                  <a:pt x="158042" y="54985"/>
                </a:cubicBezTo>
                <a:cubicBezTo>
                  <a:pt x="160224" y="53505"/>
                  <a:pt x="162681" y="52385"/>
                  <a:pt x="165413" y="51626"/>
                </a:cubicBezTo>
                <a:cubicBezTo>
                  <a:pt x="167424" y="51095"/>
                  <a:pt x="170460" y="50583"/>
                  <a:pt x="174520" y="50089"/>
                </a:cubicBezTo>
                <a:cubicBezTo>
                  <a:pt x="182792" y="49103"/>
                  <a:pt x="188883" y="47926"/>
                  <a:pt x="192791" y="46560"/>
                </a:cubicBezTo>
                <a:cubicBezTo>
                  <a:pt x="192829" y="45162"/>
                  <a:pt x="192848" y="44274"/>
                  <a:pt x="192848" y="43896"/>
                </a:cubicBezTo>
                <a:cubicBezTo>
                  <a:pt x="192848" y="39737"/>
                  <a:pt x="191881" y="36808"/>
                  <a:pt x="189945" y="35107"/>
                </a:cubicBezTo>
                <a:cubicBezTo>
                  <a:pt x="187327" y="32801"/>
                  <a:pt x="183437" y="31647"/>
                  <a:pt x="178277" y="31647"/>
                </a:cubicBezTo>
                <a:cubicBezTo>
                  <a:pt x="173458" y="31647"/>
                  <a:pt x="169900" y="32492"/>
                  <a:pt x="167604" y="34180"/>
                </a:cubicBezTo>
                <a:cubicBezTo>
                  <a:pt x="165309" y="35869"/>
                  <a:pt x="163610" y="38857"/>
                  <a:pt x="162510" y="43145"/>
                </a:cubicBezTo>
                <a:lnTo>
                  <a:pt x="152492" y="41779"/>
                </a:lnTo>
                <a:cubicBezTo>
                  <a:pt x="153403" y="37478"/>
                  <a:pt x="154902" y="34005"/>
                  <a:pt x="156989" y="31359"/>
                </a:cubicBezTo>
                <a:cubicBezTo>
                  <a:pt x="159076" y="28714"/>
                  <a:pt x="162093" y="26678"/>
                  <a:pt x="166039" y="25251"/>
                </a:cubicBezTo>
                <a:cubicBezTo>
                  <a:pt x="169985" y="23823"/>
                  <a:pt x="174558" y="23109"/>
                  <a:pt x="179757" y="23109"/>
                </a:cubicBezTo>
                <a:cubicBezTo>
                  <a:pt x="184917" y="23109"/>
                  <a:pt x="189110" y="23719"/>
                  <a:pt x="192336" y="24938"/>
                </a:cubicBezTo>
                <a:cubicBezTo>
                  <a:pt x="195561" y="26156"/>
                  <a:pt x="197933" y="27689"/>
                  <a:pt x="199451" y="29536"/>
                </a:cubicBezTo>
                <a:cubicBezTo>
                  <a:pt x="200969" y="31382"/>
                  <a:pt x="202031" y="33715"/>
                  <a:pt x="202638" y="36534"/>
                </a:cubicBezTo>
                <a:cubicBezTo>
                  <a:pt x="202980" y="38285"/>
                  <a:pt x="203151" y="41431"/>
                  <a:pt x="203151" y="45972"/>
                </a:cubicBezTo>
                <a:lnTo>
                  <a:pt x="203151" y="59593"/>
                </a:lnTo>
                <a:cubicBezTo>
                  <a:pt x="203151" y="69091"/>
                  <a:pt x="203369" y="75106"/>
                  <a:pt x="203805" y="77639"/>
                </a:cubicBezTo>
                <a:cubicBezTo>
                  <a:pt x="204242" y="80172"/>
                  <a:pt x="205105" y="82600"/>
                  <a:pt x="206395" y="84924"/>
                </a:cubicBezTo>
                <a:lnTo>
                  <a:pt x="195694" y="84924"/>
                </a:lnTo>
                <a:cubicBezTo>
                  <a:pt x="194632" y="82751"/>
                  <a:pt x="193949" y="80208"/>
                  <a:pt x="193645" y="77297"/>
                </a:cubicBezTo>
                <a:moveTo>
                  <a:pt x="192791" y="54643"/>
                </a:moveTo>
                <a:cubicBezTo>
                  <a:pt x="189073" y="56154"/>
                  <a:pt x="183494" y="57438"/>
                  <a:pt x="176057" y="58496"/>
                </a:cubicBezTo>
                <a:cubicBezTo>
                  <a:pt x="171845" y="59099"/>
                  <a:pt x="168866" y="59779"/>
                  <a:pt x="167120" y="60534"/>
                </a:cubicBezTo>
                <a:cubicBezTo>
                  <a:pt x="165375" y="61290"/>
                  <a:pt x="164028" y="62394"/>
                  <a:pt x="163079" y="63848"/>
                </a:cubicBezTo>
                <a:cubicBezTo>
                  <a:pt x="162131" y="65302"/>
                  <a:pt x="161656" y="66916"/>
                  <a:pt x="161656" y="68691"/>
                </a:cubicBezTo>
                <a:cubicBezTo>
                  <a:pt x="161656" y="71411"/>
                  <a:pt x="162690" y="73677"/>
                  <a:pt x="164758" y="75490"/>
                </a:cubicBezTo>
                <a:cubicBezTo>
                  <a:pt x="166826" y="77302"/>
                  <a:pt x="169853" y="78208"/>
                  <a:pt x="173837" y="78208"/>
                </a:cubicBezTo>
                <a:cubicBezTo>
                  <a:pt x="177783" y="78208"/>
                  <a:pt x="181294" y="77347"/>
                  <a:pt x="184367" y="75627"/>
                </a:cubicBezTo>
                <a:cubicBezTo>
                  <a:pt x="187441" y="73905"/>
                  <a:pt x="189699" y="71553"/>
                  <a:pt x="191141" y="68571"/>
                </a:cubicBezTo>
                <a:cubicBezTo>
                  <a:pt x="192241" y="66269"/>
                  <a:pt x="192791" y="62872"/>
                  <a:pt x="192791" y="58380"/>
                </a:cubicBezTo>
                <a:lnTo>
                  <a:pt x="192791" y="54643"/>
                </a:lnTo>
                <a:close/>
                <a:moveTo>
                  <a:pt x="215124" y="66824"/>
                </a:moveTo>
                <a:lnTo>
                  <a:pt x="225256" y="65230"/>
                </a:lnTo>
                <a:cubicBezTo>
                  <a:pt x="225825" y="69308"/>
                  <a:pt x="227409" y="72434"/>
                  <a:pt x="230009" y="74608"/>
                </a:cubicBezTo>
                <a:cubicBezTo>
                  <a:pt x="232608" y="76780"/>
                  <a:pt x="236241" y="77866"/>
                  <a:pt x="240909" y="77866"/>
                </a:cubicBezTo>
                <a:cubicBezTo>
                  <a:pt x="245614" y="77866"/>
                  <a:pt x="249105" y="76908"/>
                  <a:pt x="251382" y="74992"/>
                </a:cubicBezTo>
                <a:cubicBezTo>
                  <a:pt x="253659" y="73076"/>
                  <a:pt x="254797" y="70827"/>
                  <a:pt x="254797" y="68247"/>
                </a:cubicBezTo>
                <a:cubicBezTo>
                  <a:pt x="254797" y="65932"/>
                  <a:pt x="253792" y="64111"/>
                  <a:pt x="251781" y="62783"/>
                </a:cubicBezTo>
                <a:cubicBezTo>
                  <a:pt x="250376" y="61872"/>
                  <a:pt x="246885" y="60714"/>
                  <a:pt x="241307" y="59310"/>
                </a:cubicBezTo>
                <a:cubicBezTo>
                  <a:pt x="233794" y="57413"/>
                  <a:pt x="228586" y="55772"/>
                  <a:pt x="225683" y="54387"/>
                </a:cubicBezTo>
                <a:cubicBezTo>
                  <a:pt x="222780" y="53002"/>
                  <a:pt x="220579" y="51086"/>
                  <a:pt x="219080" y="48638"/>
                </a:cubicBezTo>
                <a:cubicBezTo>
                  <a:pt x="217581" y="46190"/>
                  <a:pt x="216832" y="43487"/>
                  <a:pt x="216832" y="40527"/>
                </a:cubicBezTo>
                <a:cubicBezTo>
                  <a:pt x="216832" y="37833"/>
                  <a:pt x="217448" y="35338"/>
                  <a:pt x="218682" y="33042"/>
                </a:cubicBezTo>
                <a:cubicBezTo>
                  <a:pt x="219915" y="30746"/>
                  <a:pt x="221594" y="28839"/>
                  <a:pt x="223719" y="27321"/>
                </a:cubicBezTo>
                <a:cubicBezTo>
                  <a:pt x="225313" y="26145"/>
                  <a:pt x="227485" y="25149"/>
                  <a:pt x="230236" y="24333"/>
                </a:cubicBezTo>
                <a:cubicBezTo>
                  <a:pt x="232987" y="23517"/>
                  <a:pt x="235938" y="23109"/>
                  <a:pt x="239087" y="23109"/>
                </a:cubicBezTo>
                <a:cubicBezTo>
                  <a:pt x="243831" y="23109"/>
                  <a:pt x="247995" y="23792"/>
                  <a:pt x="251581" y="25159"/>
                </a:cubicBezTo>
                <a:cubicBezTo>
                  <a:pt x="255167" y="26525"/>
                  <a:pt x="257814" y="28375"/>
                  <a:pt x="259522" y="30708"/>
                </a:cubicBezTo>
                <a:cubicBezTo>
                  <a:pt x="261229" y="33042"/>
                  <a:pt x="262406" y="36163"/>
                  <a:pt x="263051" y="40072"/>
                </a:cubicBezTo>
                <a:lnTo>
                  <a:pt x="253033" y="41438"/>
                </a:lnTo>
                <a:cubicBezTo>
                  <a:pt x="252577" y="38326"/>
                  <a:pt x="251259" y="35897"/>
                  <a:pt x="249077" y="34152"/>
                </a:cubicBezTo>
                <a:cubicBezTo>
                  <a:pt x="246895" y="32406"/>
                  <a:pt x="243812" y="31534"/>
                  <a:pt x="239827" y="31534"/>
                </a:cubicBezTo>
                <a:cubicBezTo>
                  <a:pt x="235122" y="31534"/>
                  <a:pt x="231764" y="32311"/>
                  <a:pt x="229753" y="33867"/>
                </a:cubicBezTo>
                <a:cubicBezTo>
                  <a:pt x="227741" y="35423"/>
                  <a:pt x="226736" y="37245"/>
                  <a:pt x="226736" y="39332"/>
                </a:cubicBezTo>
                <a:cubicBezTo>
                  <a:pt x="226736" y="40660"/>
                  <a:pt x="227153" y="41855"/>
                  <a:pt x="227988" y="42918"/>
                </a:cubicBezTo>
                <a:cubicBezTo>
                  <a:pt x="228823" y="44018"/>
                  <a:pt x="230132" y="44929"/>
                  <a:pt x="231916" y="45650"/>
                </a:cubicBezTo>
                <a:cubicBezTo>
                  <a:pt x="232940" y="46029"/>
                  <a:pt x="235957" y="46902"/>
                  <a:pt x="240966" y="48268"/>
                </a:cubicBezTo>
                <a:cubicBezTo>
                  <a:pt x="248214" y="50203"/>
                  <a:pt x="253270" y="51788"/>
                  <a:pt x="256135" y="53021"/>
                </a:cubicBezTo>
                <a:cubicBezTo>
                  <a:pt x="259000" y="54254"/>
                  <a:pt x="261248" y="56047"/>
                  <a:pt x="262880" y="58400"/>
                </a:cubicBezTo>
                <a:cubicBezTo>
                  <a:pt x="264512" y="60752"/>
                  <a:pt x="265327" y="63674"/>
                  <a:pt x="265327" y="67165"/>
                </a:cubicBezTo>
                <a:cubicBezTo>
                  <a:pt x="265327" y="70581"/>
                  <a:pt x="264331" y="73796"/>
                  <a:pt x="262339" y="76813"/>
                </a:cubicBezTo>
                <a:cubicBezTo>
                  <a:pt x="260347" y="79830"/>
                  <a:pt x="257472" y="82164"/>
                  <a:pt x="253716" y="83814"/>
                </a:cubicBezTo>
                <a:cubicBezTo>
                  <a:pt x="249959" y="85465"/>
                  <a:pt x="245709" y="86290"/>
                  <a:pt x="240966" y="86290"/>
                </a:cubicBezTo>
                <a:cubicBezTo>
                  <a:pt x="233111" y="86290"/>
                  <a:pt x="227125" y="84654"/>
                  <a:pt x="223008" y="81381"/>
                </a:cubicBezTo>
                <a:cubicBezTo>
                  <a:pt x="218890" y="78108"/>
                  <a:pt x="216263" y="73256"/>
                  <a:pt x="215124" y="66824"/>
                </a:cubicBezTo>
                <a:close/>
                <a:moveTo>
                  <a:pt x="273703" y="66824"/>
                </a:moveTo>
                <a:lnTo>
                  <a:pt x="283834" y="65230"/>
                </a:lnTo>
                <a:cubicBezTo>
                  <a:pt x="284404" y="69308"/>
                  <a:pt x="285988" y="72434"/>
                  <a:pt x="288587" y="74608"/>
                </a:cubicBezTo>
                <a:cubicBezTo>
                  <a:pt x="291186" y="76780"/>
                  <a:pt x="294820" y="77866"/>
                  <a:pt x="299487" y="77866"/>
                </a:cubicBezTo>
                <a:cubicBezTo>
                  <a:pt x="304193" y="77866"/>
                  <a:pt x="307684" y="76908"/>
                  <a:pt x="309961" y="74992"/>
                </a:cubicBezTo>
                <a:cubicBezTo>
                  <a:pt x="312237" y="73076"/>
                  <a:pt x="313376" y="70827"/>
                  <a:pt x="313376" y="68247"/>
                </a:cubicBezTo>
                <a:cubicBezTo>
                  <a:pt x="313376" y="65932"/>
                  <a:pt x="312370" y="64111"/>
                  <a:pt x="310359" y="62783"/>
                </a:cubicBezTo>
                <a:cubicBezTo>
                  <a:pt x="308955" y="61872"/>
                  <a:pt x="305464" y="60714"/>
                  <a:pt x="299886" y="59310"/>
                </a:cubicBezTo>
                <a:cubicBezTo>
                  <a:pt x="292372" y="57413"/>
                  <a:pt x="287164" y="55772"/>
                  <a:pt x="284261" y="54387"/>
                </a:cubicBezTo>
                <a:cubicBezTo>
                  <a:pt x="281358" y="53002"/>
                  <a:pt x="279157" y="51086"/>
                  <a:pt x="277659" y="48638"/>
                </a:cubicBezTo>
                <a:cubicBezTo>
                  <a:pt x="276160" y="46190"/>
                  <a:pt x="275410" y="43487"/>
                  <a:pt x="275410" y="40527"/>
                </a:cubicBezTo>
                <a:cubicBezTo>
                  <a:pt x="275410" y="37833"/>
                  <a:pt x="276027" y="35338"/>
                  <a:pt x="277260" y="33042"/>
                </a:cubicBezTo>
                <a:cubicBezTo>
                  <a:pt x="278493" y="30746"/>
                  <a:pt x="280173" y="28839"/>
                  <a:pt x="282298" y="27321"/>
                </a:cubicBezTo>
                <a:cubicBezTo>
                  <a:pt x="283891" y="26145"/>
                  <a:pt x="286064" y="25149"/>
                  <a:pt x="288815" y="24333"/>
                </a:cubicBezTo>
                <a:cubicBezTo>
                  <a:pt x="291566" y="23517"/>
                  <a:pt x="294516" y="23109"/>
                  <a:pt x="297666" y="23109"/>
                </a:cubicBezTo>
                <a:cubicBezTo>
                  <a:pt x="302409" y="23109"/>
                  <a:pt x="306574" y="23792"/>
                  <a:pt x="310160" y="25159"/>
                </a:cubicBezTo>
                <a:cubicBezTo>
                  <a:pt x="313746" y="26525"/>
                  <a:pt x="316392" y="28375"/>
                  <a:pt x="318100" y="30708"/>
                </a:cubicBezTo>
                <a:cubicBezTo>
                  <a:pt x="319808" y="33042"/>
                  <a:pt x="320984" y="36163"/>
                  <a:pt x="321629" y="40072"/>
                </a:cubicBezTo>
                <a:lnTo>
                  <a:pt x="311611" y="41438"/>
                </a:lnTo>
                <a:cubicBezTo>
                  <a:pt x="311156" y="38326"/>
                  <a:pt x="309837" y="35897"/>
                  <a:pt x="307655" y="34152"/>
                </a:cubicBezTo>
                <a:cubicBezTo>
                  <a:pt x="305473" y="32406"/>
                  <a:pt x="302390" y="31534"/>
                  <a:pt x="298406" y="31534"/>
                </a:cubicBezTo>
                <a:cubicBezTo>
                  <a:pt x="293700" y="31534"/>
                  <a:pt x="290342" y="32311"/>
                  <a:pt x="288331" y="33867"/>
                </a:cubicBezTo>
                <a:cubicBezTo>
                  <a:pt x="286320" y="35423"/>
                  <a:pt x="285314" y="37245"/>
                  <a:pt x="285314" y="39332"/>
                </a:cubicBezTo>
                <a:cubicBezTo>
                  <a:pt x="285314" y="40660"/>
                  <a:pt x="285732" y="41855"/>
                  <a:pt x="286567" y="42918"/>
                </a:cubicBezTo>
                <a:cubicBezTo>
                  <a:pt x="287401" y="44018"/>
                  <a:pt x="288710" y="44929"/>
                  <a:pt x="290494" y="45650"/>
                </a:cubicBezTo>
                <a:cubicBezTo>
                  <a:pt x="291519" y="46029"/>
                  <a:pt x="294535" y="46902"/>
                  <a:pt x="299544" y="48268"/>
                </a:cubicBezTo>
                <a:cubicBezTo>
                  <a:pt x="306792" y="50203"/>
                  <a:pt x="311848" y="51788"/>
                  <a:pt x="314713" y="53021"/>
                </a:cubicBezTo>
                <a:cubicBezTo>
                  <a:pt x="317578" y="54254"/>
                  <a:pt x="319827" y="56047"/>
                  <a:pt x="321458" y="58400"/>
                </a:cubicBezTo>
                <a:cubicBezTo>
                  <a:pt x="323090" y="60752"/>
                  <a:pt x="323906" y="63674"/>
                  <a:pt x="323906" y="67165"/>
                </a:cubicBezTo>
                <a:cubicBezTo>
                  <a:pt x="323906" y="70581"/>
                  <a:pt x="322910" y="73796"/>
                  <a:pt x="320918" y="76813"/>
                </a:cubicBezTo>
                <a:cubicBezTo>
                  <a:pt x="318925" y="79830"/>
                  <a:pt x="316051" y="82164"/>
                  <a:pt x="312294" y="83814"/>
                </a:cubicBezTo>
                <a:cubicBezTo>
                  <a:pt x="308538" y="85465"/>
                  <a:pt x="304288" y="86290"/>
                  <a:pt x="299544" y="86290"/>
                </a:cubicBezTo>
                <a:cubicBezTo>
                  <a:pt x="291689" y="86290"/>
                  <a:pt x="285703" y="84654"/>
                  <a:pt x="281586" y="81381"/>
                </a:cubicBezTo>
                <a:cubicBezTo>
                  <a:pt x="277469" y="78108"/>
                  <a:pt x="274841" y="73256"/>
                  <a:pt x="273703" y="66824"/>
                </a:cubicBezTo>
                <a:close/>
                <a:moveTo>
                  <a:pt x="390340" y="48382"/>
                </a:moveTo>
                <a:lnTo>
                  <a:pt x="335071" y="72060"/>
                </a:lnTo>
                <a:lnTo>
                  <a:pt x="335071" y="61815"/>
                </a:lnTo>
                <a:lnTo>
                  <a:pt x="378842" y="43657"/>
                </a:lnTo>
                <a:lnTo>
                  <a:pt x="335071" y="25728"/>
                </a:lnTo>
                <a:lnTo>
                  <a:pt x="335071" y="15482"/>
                </a:lnTo>
                <a:lnTo>
                  <a:pt x="390340" y="38819"/>
                </a:lnTo>
                <a:lnTo>
                  <a:pt x="390340" y="48382"/>
                </a:lnTo>
                <a:close/>
                <a:moveTo>
                  <a:pt x="407820" y="84924"/>
                </a:moveTo>
                <a:lnTo>
                  <a:pt x="407820" y="73199"/>
                </a:lnTo>
                <a:lnTo>
                  <a:pt x="419488" y="73199"/>
                </a:lnTo>
                <a:lnTo>
                  <a:pt x="419488" y="84924"/>
                </a:lnTo>
                <a:lnTo>
                  <a:pt x="407820" y="84924"/>
                </a:lnTo>
                <a:close/>
                <a:moveTo>
                  <a:pt x="440624" y="84924"/>
                </a:moveTo>
                <a:lnTo>
                  <a:pt x="440624" y="73199"/>
                </a:lnTo>
                <a:lnTo>
                  <a:pt x="452293" y="73199"/>
                </a:lnTo>
                <a:lnTo>
                  <a:pt x="452293" y="84924"/>
                </a:lnTo>
                <a:lnTo>
                  <a:pt x="440624" y="84924"/>
                </a:lnTo>
                <a:close/>
                <a:moveTo>
                  <a:pt x="473428" y="84924"/>
                </a:moveTo>
                <a:lnTo>
                  <a:pt x="473428" y="73199"/>
                </a:lnTo>
                <a:lnTo>
                  <a:pt x="485097" y="73199"/>
                </a:lnTo>
                <a:lnTo>
                  <a:pt x="485097" y="84924"/>
                </a:lnTo>
                <a:lnTo>
                  <a:pt x="473428" y="84924"/>
                </a:lnTo>
                <a:close/>
                <a:moveTo>
                  <a:pt x="502020" y="48382"/>
                </a:moveTo>
                <a:lnTo>
                  <a:pt x="502020" y="38819"/>
                </a:lnTo>
                <a:lnTo>
                  <a:pt x="557289" y="15482"/>
                </a:lnTo>
                <a:lnTo>
                  <a:pt x="557289" y="25728"/>
                </a:lnTo>
                <a:lnTo>
                  <a:pt x="513461" y="43657"/>
                </a:lnTo>
                <a:lnTo>
                  <a:pt x="557289" y="61815"/>
                </a:lnTo>
                <a:lnTo>
                  <a:pt x="557289" y="72060"/>
                </a:lnTo>
                <a:lnTo>
                  <a:pt x="502020" y="48382"/>
                </a:lnTo>
                <a:close/>
                <a:moveTo>
                  <a:pt x="588373" y="86404"/>
                </a:moveTo>
                <a:lnTo>
                  <a:pt x="564182" y="0"/>
                </a:lnTo>
                <a:lnTo>
                  <a:pt x="572436" y="0"/>
                </a:lnTo>
                <a:lnTo>
                  <a:pt x="596570" y="86404"/>
                </a:lnTo>
                <a:lnTo>
                  <a:pt x="588373" y="86404"/>
                </a:lnTo>
                <a:close/>
                <a:moveTo>
                  <a:pt x="644116" y="62726"/>
                </a:moveTo>
                <a:lnTo>
                  <a:pt x="654191" y="64092"/>
                </a:lnTo>
                <a:cubicBezTo>
                  <a:pt x="653090" y="71036"/>
                  <a:pt x="650273" y="76472"/>
                  <a:pt x="645738" y="80399"/>
                </a:cubicBezTo>
                <a:cubicBezTo>
                  <a:pt x="641204" y="84327"/>
                  <a:pt x="635635" y="86290"/>
                  <a:pt x="629032" y="86290"/>
                </a:cubicBezTo>
                <a:cubicBezTo>
                  <a:pt x="620760" y="86290"/>
                  <a:pt x="614110" y="83587"/>
                  <a:pt x="609082" y="78179"/>
                </a:cubicBezTo>
                <a:cubicBezTo>
                  <a:pt x="604054" y="72772"/>
                  <a:pt x="601540" y="65021"/>
                  <a:pt x="601540" y="54928"/>
                </a:cubicBezTo>
                <a:cubicBezTo>
                  <a:pt x="601540" y="48401"/>
                  <a:pt x="602621" y="42690"/>
                  <a:pt x="604784" y="37795"/>
                </a:cubicBezTo>
                <a:cubicBezTo>
                  <a:pt x="606947" y="32900"/>
                  <a:pt x="610239" y="29228"/>
                  <a:pt x="614660" y="26781"/>
                </a:cubicBezTo>
                <a:cubicBezTo>
                  <a:pt x="619081" y="24333"/>
                  <a:pt x="623890" y="23109"/>
                  <a:pt x="629089" y="23109"/>
                </a:cubicBezTo>
                <a:cubicBezTo>
                  <a:pt x="635654" y="23109"/>
                  <a:pt x="641023" y="24760"/>
                  <a:pt x="645197" y="28061"/>
                </a:cubicBezTo>
                <a:cubicBezTo>
                  <a:pt x="649372" y="31362"/>
                  <a:pt x="652047" y="36048"/>
                  <a:pt x="653223" y="42121"/>
                </a:cubicBezTo>
                <a:lnTo>
                  <a:pt x="643262" y="43714"/>
                </a:lnTo>
                <a:cubicBezTo>
                  <a:pt x="642314" y="39673"/>
                  <a:pt x="640634" y="36633"/>
                  <a:pt x="638225" y="34593"/>
                </a:cubicBezTo>
                <a:cubicBezTo>
                  <a:pt x="635815" y="32553"/>
                  <a:pt x="632903" y="31534"/>
                  <a:pt x="629488" y="31534"/>
                </a:cubicBezTo>
                <a:cubicBezTo>
                  <a:pt x="624327" y="31534"/>
                  <a:pt x="620134" y="33383"/>
                  <a:pt x="616908" y="37083"/>
                </a:cubicBezTo>
                <a:cubicBezTo>
                  <a:pt x="613683" y="40783"/>
                  <a:pt x="612070" y="46636"/>
                  <a:pt x="612070" y="54643"/>
                </a:cubicBezTo>
                <a:cubicBezTo>
                  <a:pt x="612070" y="62764"/>
                  <a:pt x="613626" y="68664"/>
                  <a:pt x="616738" y="72345"/>
                </a:cubicBezTo>
                <a:cubicBezTo>
                  <a:pt x="619849" y="76026"/>
                  <a:pt x="623909" y="77866"/>
                  <a:pt x="628918" y="77866"/>
                </a:cubicBezTo>
                <a:cubicBezTo>
                  <a:pt x="632941" y="77866"/>
                  <a:pt x="636299" y="76628"/>
                  <a:pt x="638993" y="74152"/>
                </a:cubicBezTo>
                <a:cubicBezTo>
                  <a:pt x="641687" y="71676"/>
                  <a:pt x="643395" y="67867"/>
                  <a:pt x="644116" y="62726"/>
                </a:cubicBezTo>
                <a:close/>
                <a:moveTo>
                  <a:pt x="663022" y="84924"/>
                </a:moveTo>
                <a:lnTo>
                  <a:pt x="663022" y="1480"/>
                </a:lnTo>
                <a:lnTo>
                  <a:pt x="673267" y="1480"/>
                </a:lnTo>
                <a:lnTo>
                  <a:pt x="673267" y="84924"/>
                </a:lnTo>
                <a:lnTo>
                  <a:pt x="663022" y="84924"/>
                </a:lnTo>
                <a:close/>
                <a:moveTo>
                  <a:pt x="728469" y="77297"/>
                </a:moveTo>
                <a:cubicBezTo>
                  <a:pt x="724675" y="80585"/>
                  <a:pt x="721022" y="82907"/>
                  <a:pt x="717512" y="84261"/>
                </a:cubicBezTo>
                <a:cubicBezTo>
                  <a:pt x="714002" y="85614"/>
                  <a:pt x="710236" y="86290"/>
                  <a:pt x="706214" y="86290"/>
                </a:cubicBezTo>
                <a:cubicBezTo>
                  <a:pt x="699573" y="86290"/>
                  <a:pt x="694469" y="84668"/>
                  <a:pt x="690902" y="81424"/>
                </a:cubicBezTo>
                <a:cubicBezTo>
                  <a:pt x="687335" y="78179"/>
                  <a:pt x="685552" y="74034"/>
                  <a:pt x="685552" y="68987"/>
                </a:cubicBezTo>
                <a:cubicBezTo>
                  <a:pt x="685552" y="66027"/>
                  <a:pt x="686225" y="63323"/>
                  <a:pt x="687573" y="60876"/>
                </a:cubicBezTo>
                <a:cubicBezTo>
                  <a:pt x="688920" y="58428"/>
                  <a:pt x="690684" y="56464"/>
                  <a:pt x="692866" y="54985"/>
                </a:cubicBezTo>
                <a:cubicBezTo>
                  <a:pt x="695048" y="53505"/>
                  <a:pt x="697505" y="52385"/>
                  <a:pt x="700237" y="51626"/>
                </a:cubicBezTo>
                <a:cubicBezTo>
                  <a:pt x="702248" y="51095"/>
                  <a:pt x="705284" y="50583"/>
                  <a:pt x="709344" y="50089"/>
                </a:cubicBezTo>
                <a:cubicBezTo>
                  <a:pt x="717617" y="49103"/>
                  <a:pt x="723707" y="47926"/>
                  <a:pt x="727616" y="46560"/>
                </a:cubicBezTo>
                <a:cubicBezTo>
                  <a:pt x="727654" y="45162"/>
                  <a:pt x="727672" y="44274"/>
                  <a:pt x="727672" y="43896"/>
                </a:cubicBezTo>
                <a:cubicBezTo>
                  <a:pt x="727672" y="39737"/>
                  <a:pt x="726705" y="36808"/>
                  <a:pt x="724770" y="35107"/>
                </a:cubicBezTo>
                <a:cubicBezTo>
                  <a:pt x="722151" y="32801"/>
                  <a:pt x="718262" y="31647"/>
                  <a:pt x="713101" y="31647"/>
                </a:cubicBezTo>
                <a:cubicBezTo>
                  <a:pt x="708282" y="31647"/>
                  <a:pt x="704724" y="32492"/>
                  <a:pt x="702429" y="34180"/>
                </a:cubicBezTo>
                <a:cubicBezTo>
                  <a:pt x="700133" y="35869"/>
                  <a:pt x="698435" y="38857"/>
                  <a:pt x="697334" y="43145"/>
                </a:cubicBezTo>
                <a:lnTo>
                  <a:pt x="687316" y="41779"/>
                </a:lnTo>
                <a:cubicBezTo>
                  <a:pt x="688227" y="37478"/>
                  <a:pt x="689726" y="34005"/>
                  <a:pt x="691813" y="31359"/>
                </a:cubicBezTo>
                <a:cubicBezTo>
                  <a:pt x="693900" y="28714"/>
                  <a:pt x="696917" y="26678"/>
                  <a:pt x="700863" y="25251"/>
                </a:cubicBezTo>
                <a:cubicBezTo>
                  <a:pt x="704810" y="23823"/>
                  <a:pt x="709382" y="23109"/>
                  <a:pt x="714581" y="23109"/>
                </a:cubicBezTo>
                <a:cubicBezTo>
                  <a:pt x="719742" y="23109"/>
                  <a:pt x="723935" y="23719"/>
                  <a:pt x="727160" y="24938"/>
                </a:cubicBezTo>
                <a:cubicBezTo>
                  <a:pt x="730386" y="26156"/>
                  <a:pt x="732757" y="27689"/>
                  <a:pt x="734275" y="29536"/>
                </a:cubicBezTo>
                <a:cubicBezTo>
                  <a:pt x="735793" y="31382"/>
                  <a:pt x="736856" y="33715"/>
                  <a:pt x="737463" y="36534"/>
                </a:cubicBezTo>
                <a:cubicBezTo>
                  <a:pt x="737804" y="38285"/>
                  <a:pt x="737975" y="41431"/>
                  <a:pt x="737975" y="45972"/>
                </a:cubicBezTo>
                <a:lnTo>
                  <a:pt x="737975" y="59593"/>
                </a:lnTo>
                <a:cubicBezTo>
                  <a:pt x="737975" y="69091"/>
                  <a:pt x="738193" y="75106"/>
                  <a:pt x="738630" y="77639"/>
                </a:cubicBezTo>
                <a:cubicBezTo>
                  <a:pt x="739066" y="80172"/>
                  <a:pt x="739929" y="82600"/>
                  <a:pt x="741219" y="84924"/>
                </a:cubicBezTo>
                <a:lnTo>
                  <a:pt x="730518" y="84924"/>
                </a:lnTo>
                <a:cubicBezTo>
                  <a:pt x="729456" y="82751"/>
                  <a:pt x="728773" y="80208"/>
                  <a:pt x="728469" y="77297"/>
                </a:cubicBezTo>
                <a:moveTo>
                  <a:pt x="727616" y="54643"/>
                </a:moveTo>
                <a:cubicBezTo>
                  <a:pt x="723897" y="56154"/>
                  <a:pt x="718319" y="57438"/>
                  <a:pt x="710881" y="58496"/>
                </a:cubicBezTo>
                <a:cubicBezTo>
                  <a:pt x="706669" y="59099"/>
                  <a:pt x="703690" y="59779"/>
                  <a:pt x="701945" y="60534"/>
                </a:cubicBezTo>
                <a:cubicBezTo>
                  <a:pt x="700199" y="61290"/>
                  <a:pt x="698852" y="62394"/>
                  <a:pt x="697903" y="63848"/>
                </a:cubicBezTo>
                <a:cubicBezTo>
                  <a:pt x="696955" y="65302"/>
                  <a:pt x="696480" y="66916"/>
                  <a:pt x="696480" y="68691"/>
                </a:cubicBezTo>
                <a:cubicBezTo>
                  <a:pt x="696480" y="71411"/>
                  <a:pt x="697514" y="73677"/>
                  <a:pt x="699583" y="75490"/>
                </a:cubicBezTo>
                <a:cubicBezTo>
                  <a:pt x="701651" y="77302"/>
                  <a:pt x="704677" y="78208"/>
                  <a:pt x="708661" y="78208"/>
                </a:cubicBezTo>
                <a:cubicBezTo>
                  <a:pt x="712608" y="78208"/>
                  <a:pt x="716118" y="77347"/>
                  <a:pt x="719191" y="75627"/>
                </a:cubicBezTo>
                <a:cubicBezTo>
                  <a:pt x="722265" y="73905"/>
                  <a:pt x="724523" y="71553"/>
                  <a:pt x="725965" y="68571"/>
                </a:cubicBezTo>
                <a:cubicBezTo>
                  <a:pt x="727065" y="66269"/>
                  <a:pt x="727616" y="62872"/>
                  <a:pt x="727616" y="58380"/>
                </a:cubicBezTo>
                <a:lnTo>
                  <a:pt x="727616" y="54643"/>
                </a:lnTo>
                <a:close/>
                <a:moveTo>
                  <a:pt x="749948" y="66824"/>
                </a:moveTo>
                <a:lnTo>
                  <a:pt x="760080" y="65230"/>
                </a:lnTo>
                <a:cubicBezTo>
                  <a:pt x="760649" y="69308"/>
                  <a:pt x="762234" y="72434"/>
                  <a:pt x="764833" y="74608"/>
                </a:cubicBezTo>
                <a:cubicBezTo>
                  <a:pt x="767432" y="76780"/>
                  <a:pt x="771066" y="77866"/>
                  <a:pt x="775733" y="77866"/>
                </a:cubicBezTo>
                <a:cubicBezTo>
                  <a:pt x="780438" y="77866"/>
                  <a:pt x="783929" y="76908"/>
                  <a:pt x="786206" y="74992"/>
                </a:cubicBezTo>
                <a:cubicBezTo>
                  <a:pt x="788483" y="73076"/>
                  <a:pt x="789621" y="70827"/>
                  <a:pt x="789621" y="68247"/>
                </a:cubicBezTo>
                <a:cubicBezTo>
                  <a:pt x="789621" y="65932"/>
                  <a:pt x="788616" y="64111"/>
                  <a:pt x="786605" y="62783"/>
                </a:cubicBezTo>
                <a:cubicBezTo>
                  <a:pt x="785201" y="61872"/>
                  <a:pt x="781710" y="60714"/>
                  <a:pt x="776131" y="59310"/>
                </a:cubicBezTo>
                <a:cubicBezTo>
                  <a:pt x="768618" y="57413"/>
                  <a:pt x="763410" y="55772"/>
                  <a:pt x="760507" y="54387"/>
                </a:cubicBezTo>
                <a:cubicBezTo>
                  <a:pt x="757604" y="53002"/>
                  <a:pt x="755403" y="51086"/>
                  <a:pt x="753904" y="48638"/>
                </a:cubicBezTo>
                <a:cubicBezTo>
                  <a:pt x="752405" y="46190"/>
                  <a:pt x="751656" y="43487"/>
                  <a:pt x="751656" y="40527"/>
                </a:cubicBezTo>
                <a:cubicBezTo>
                  <a:pt x="751656" y="37833"/>
                  <a:pt x="752273" y="35338"/>
                  <a:pt x="753506" y="33042"/>
                </a:cubicBezTo>
                <a:cubicBezTo>
                  <a:pt x="754739" y="30746"/>
                  <a:pt x="756418" y="28839"/>
                  <a:pt x="758543" y="27321"/>
                </a:cubicBezTo>
                <a:cubicBezTo>
                  <a:pt x="760137" y="26145"/>
                  <a:pt x="762309" y="25149"/>
                  <a:pt x="765061" y="24333"/>
                </a:cubicBezTo>
                <a:cubicBezTo>
                  <a:pt x="767812" y="23517"/>
                  <a:pt x="770762" y="23109"/>
                  <a:pt x="773912" y="23109"/>
                </a:cubicBezTo>
                <a:cubicBezTo>
                  <a:pt x="778655" y="23109"/>
                  <a:pt x="782820" y="23792"/>
                  <a:pt x="786406" y="25159"/>
                </a:cubicBezTo>
                <a:cubicBezTo>
                  <a:pt x="789991" y="26525"/>
                  <a:pt x="792638" y="28375"/>
                  <a:pt x="794346" y="30708"/>
                </a:cubicBezTo>
                <a:cubicBezTo>
                  <a:pt x="796053" y="33042"/>
                  <a:pt x="797230" y="36163"/>
                  <a:pt x="797875" y="40072"/>
                </a:cubicBezTo>
                <a:lnTo>
                  <a:pt x="787857" y="41438"/>
                </a:lnTo>
                <a:cubicBezTo>
                  <a:pt x="787402" y="38326"/>
                  <a:pt x="786083" y="35897"/>
                  <a:pt x="783901" y="34152"/>
                </a:cubicBezTo>
                <a:cubicBezTo>
                  <a:pt x="781719" y="32406"/>
                  <a:pt x="778636" y="31534"/>
                  <a:pt x="774652" y="31534"/>
                </a:cubicBezTo>
                <a:cubicBezTo>
                  <a:pt x="769946" y="31534"/>
                  <a:pt x="766588" y="32311"/>
                  <a:pt x="764577" y="33867"/>
                </a:cubicBezTo>
                <a:cubicBezTo>
                  <a:pt x="762566" y="35423"/>
                  <a:pt x="761560" y="37245"/>
                  <a:pt x="761560" y="39332"/>
                </a:cubicBezTo>
                <a:cubicBezTo>
                  <a:pt x="761560" y="40660"/>
                  <a:pt x="761977" y="41855"/>
                  <a:pt x="762812" y="42918"/>
                </a:cubicBezTo>
                <a:cubicBezTo>
                  <a:pt x="763647" y="44018"/>
                  <a:pt x="764956" y="44929"/>
                  <a:pt x="766740" y="45650"/>
                </a:cubicBezTo>
                <a:cubicBezTo>
                  <a:pt x="767764" y="46029"/>
                  <a:pt x="770781" y="46902"/>
                  <a:pt x="775790" y="48268"/>
                </a:cubicBezTo>
                <a:cubicBezTo>
                  <a:pt x="783038" y="50203"/>
                  <a:pt x="788094" y="51788"/>
                  <a:pt x="790959" y="53021"/>
                </a:cubicBezTo>
                <a:cubicBezTo>
                  <a:pt x="793824" y="54254"/>
                  <a:pt x="796072" y="56047"/>
                  <a:pt x="797704" y="58400"/>
                </a:cubicBezTo>
                <a:cubicBezTo>
                  <a:pt x="799336" y="60752"/>
                  <a:pt x="800152" y="63674"/>
                  <a:pt x="800152" y="67165"/>
                </a:cubicBezTo>
                <a:cubicBezTo>
                  <a:pt x="800152" y="70581"/>
                  <a:pt x="799156" y="73796"/>
                  <a:pt x="797163" y="76813"/>
                </a:cubicBezTo>
                <a:cubicBezTo>
                  <a:pt x="795171" y="79830"/>
                  <a:pt x="792297" y="82164"/>
                  <a:pt x="788540" y="83814"/>
                </a:cubicBezTo>
                <a:cubicBezTo>
                  <a:pt x="784783" y="85465"/>
                  <a:pt x="780533" y="86290"/>
                  <a:pt x="775790" y="86290"/>
                </a:cubicBezTo>
                <a:cubicBezTo>
                  <a:pt x="767935" y="86290"/>
                  <a:pt x="761949" y="84654"/>
                  <a:pt x="757832" y="81381"/>
                </a:cubicBezTo>
                <a:cubicBezTo>
                  <a:pt x="753715" y="78108"/>
                  <a:pt x="751087" y="73256"/>
                  <a:pt x="749948" y="66824"/>
                </a:cubicBezTo>
                <a:close/>
                <a:moveTo>
                  <a:pt x="808527" y="66824"/>
                </a:moveTo>
                <a:lnTo>
                  <a:pt x="818659" y="65230"/>
                </a:lnTo>
                <a:cubicBezTo>
                  <a:pt x="819228" y="69308"/>
                  <a:pt x="820812" y="72434"/>
                  <a:pt x="823412" y="74608"/>
                </a:cubicBezTo>
                <a:cubicBezTo>
                  <a:pt x="826011" y="76780"/>
                  <a:pt x="829644" y="77866"/>
                  <a:pt x="834312" y="77866"/>
                </a:cubicBezTo>
                <a:cubicBezTo>
                  <a:pt x="839017" y="77866"/>
                  <a:pt x="842508" y="76908"/>
                  <a:pt x="844785" y="74992"/>
                </a:cubicBezTo>
                <a:cubicBezTo>
                  <a:pt x="847062" y="73076"/>
                  <a:pt x="848200" y="70827"/>
                  <a:pt x="848200" y="68247"/>
                </a:cubicBezTo>
                <a:cubicBezTo>
                  <a:pt x="848200" y="65932"/>
                  <a:pt x="847195" y="64111"/>
                  <a:pt x="845184" y="62783"/>
                </a:cubicBezTo>
                <a:cubicBezTo>
                  <a:pt x="843780" y="61872"/>
                  <a:pt x="840288" y="60714"/>
                  <a:pt x="834710" y="59310"/>
                </a:cubicBezTo>
                <a:cubicBezTo>
                  <a:pt x="827197" y="57413"/>
                  <a:pt x="821989" y="55772"/>
                  <a:pt x="819086" y="54387"/>
                </a:cubicBezTo>
                <a:cubicBezTo>
                  <a:pt x="816183" y="53002"/>
                  <a:pt x="813982" y="51086"/>
                  <a:pt x="812483" y="48638"/>
                </a:cubicBezTo>
                <a:cubicBezTo>
                  <a:pt x="810984" y="46190"/>
                  <a:pt x="810235" y="43487"/>
                  <a:pt x="810235" y="40527"/>
                </a:cubicBezTo>
                <a:cubicBezTo>
                  <a:pt x="810235" y="37833"/>
                  <a:pt x="810851" y="35338"/>
                  <a:pt x="812085" y="33042"/>
                </a:cubicBezTo>
                <a:cubicBezTo>
                  <a:pt x="813318" y="30746"/>
                  <a:pt x="814997" y="28839"/>
                  <a:pt x="817122" y="27321"/>
                </a:cubicBezTo>
                <a:cubicBezTo>
                  <a:pt x="818716" y="26145"/>
                  <a:pt x="820888" y="25149"/>
                  <a:pt x="823639" y="24333"/>
                </a:cubicBezTo>
                <a:cubicBezTo>
                  <a:pt x="826391" y="23517"/>
                  <a:pt x="829341" y="23109"/>
                  <a:pt x="832490" y="23109"/>
                </a:cubicBezTo>
                <a:cubicBezTo>
                  <a:pt x="837234" y="23109"/>
                  <a:pt x="841398" y="23792"/>
                  <a:pt x="844984" y="25159"/>
                </a:cubicBezTo>
                <a:cubicBezTo>
                  <a:pt x="848570" y="26525"/>
                  <a:pt x="851217" y="28375"/>
                  <a:pt x="852925" y="30708"/>
                </a:cubicBezTo>
                <a:cubicBezTo>
                  <a:pt x="854632" y="33042"/>
                  <a:pt x="855809" y="36163"/>
                  <a:pt x="856454" y="40072"/>
                </a:cubicBezTo>
                <a:lnTo>
                  <a:pt x="846436" y="41438"/>
                </a:lnTo>
                <a:cubicBezTo>
                  <a:pt x="845980" y="38326"/>
                  <a:pt x="844662" y="35897"/>
                  <a:pt x="842480" y="34152"/>
                </a:cubicBezTo>
                <a:cubicBezTo>
                  <a:pt x="840298" y="32406"/>
                  <a:pt x="837215" y="31534"/>
                  <a:pt x="833230" y="31534"/>
                </a:cubicBezTo>
                <a:cubicBezTo>
                  <a:pt x="828525" y="31534"/>
                  <a:pt x="825167" y="32311"/>
                  <a:pt x="823156" y="33867"/>
                </a:cubicBezTo>
                <a:cubicBezTo>
                  <a:pt x="821144" y="35423"/>
                  <a:pt x="820139" y="37245"/>
                  <a:pt x="820139" y="39332"/>
                </a:cubicBezTo>
                <a:cubicBezTo>
                  <a:pt x="820139" y="40660"/>
                  <a:pt x="820556" y="41855"/>
                  <a:pt x="821391" y="42918"/>
                </a:cubicBezTo>
                <a:cubicBezTo>
                  <a:pt x="822226" y="44018"/>
                  <a:pt x="823535" y="44929"/>
                  <a:pt x="825319" y="45650"/>
                </a:cubicBezTo>
                <a:cubicBezTo>
                  <a:pt x="826343" y="46029"/>
                  <a:pt x="829360" y="46902"/>
                  <a:pt x="834369" y="48268"/>
                </a:cubicBezTo>
                <a:cubicBezTo>
                  <a:pt x="841617" y="50203"/>
                  <a:pt x="846673" y="51788"/>
                  <a:pt x="849538" y="53021"/>
                </a:cubicBezTo>
                <a:cubicBezTo>
                  <a:pt x="852403" y="54254"/>
                  <a:pt x="854651" y="56047"/>
                  <a:pt x="856283" y="58400"/>
                </a:cubicBezTo>
                <a:cubicBezTo>
                  <a:pt x="857915" y="60752"/>
                  <a:pt x="858730" y="63674"/>
                  <a:pt x="858730" y="67165"/>
                </a:cubicBezTo>
                <a:cubicBezTo>
                  <a:pt x="858730" y="70581"/>
                  <a:pt x="857734" y="73796"/>
                  <a:pt x="855742" y="76813"/>
                </a:cubicBezTo>
                <a:cubicBezTo>
                  <a:pt x="853750" y="79830"/>
                  <a:pt x="850876" y="82164"/>
                  <a:pt x="847119" y="83814"/>
                </a:cubicBezTo>
                <a:cubicBezTo>
                  <a:pt x="843362" y="85465"/>
                  <a:pt x="839112" y="86290"/>
                  <a:pt x="834369" y="86290"/>
                </a:cubicBezTo>
                <a:cubicBezTo>
                  <a:pt x="826514" y="86290"/>
                  <a:pt x="820528" y="84654"/>
                  <a:pt x="816411" y="81381"/>
                </a:cubicBezTo>
                <a:cubicBezTo>
                  <a:pt x="812293" y="78108"/>
                  <a:pt x="809666" y="73256"/>
                  <a:pt x="808527" y="66824"/>
                </a:cubicBezTo>
                <a:close/>
                <a:moveTo>
                  <a:pt x="925164" y="48382"/>
                </a:moveTo>
                <a:lnTo>
                  <a:pt x="869895" y="72060"/>
                </a:lnTo>
                <a:lnTo>
                  <a:pt x="869895" y="61815"/>
                </a:lnTo>
                <a:lnTo>
                  <a:pt x="913666" y="43657"/>
                </a:lnTo>
                <a:lnTo>
                  <a:pt x="869895" y="25728"/>
                </a:lnTo>
                <a:lnTo>
                  <a:pt x="869895" y="15482"/>
                </a:lnTo>
                <a:lnTo>
                  <a:pt x="925164" y="38819"/>
                </a:lnTo>
                <a:lnTo>
                  <a:pt x="925164" y="483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&lt;func&gt;...&lt;\func&gt;">
            <a:extLst xmlns:a="http://schemas.openxmlformats.org/drawingml/2006/main">
              <a:ext uri="{FF2B5EF4-FFF2-40B4-BE49-F238E27FC236}">
                <a16:creationId xmlns:a16="http://schemas.microsoft.com/office/drawing/2014/main" id="{D40666D4-C501-4D46-AF1C-14DAF71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496" y="4800003"/>
            <a:ext cx="834953" cy="86404"/>
          </a:xfrm>
          <a:custGeom xmlns:a="http://schemas.openxmlformats.org/drawingml/2006/main">
            <a:pathLst>
              <a:path w="834953" h="86404">
                <a:moveTo>
                  <a:pt x="0" y="48382"/>
                </a:moveTo>
                <a:lnTo>
                  <a:pt x="0" y="38819"/>
                </a:lnTo>
                <a:lnTo>
                  <a:pt x="55269" y="15482"/>
                </a:lnTo>
                <a:lnTo>
                  <a:pt x="55269" y="25728"/>
                </a:lnTo>
                <a:lnTo>
                  <a:pt x="11441" y="43657"/>
                </a:lnTo>
                <a:lnTo>
                  <a:pt x="55269" y="61815"/>
                </a:lnTo>
                <a:lnTo>
                  <a:pt x="55269" y="72060"/>
                </a:lnTo>
                <a:lnTo>
                  <a:pt x="0" y="48382"/>
                </a:lnTo>
                <a:close/>
                <a:moveTo>
                  <a:pt x="72294" y="84924"/>
                </a:moveTo>
                <a:lnTo>
                  <a:pt x="72294" y="32444"/>
                </a:lnTo>
                <a:lnTo>
                  <a:pt x="63244" y="32444"/>
                </a:lnTo>
                <a:lnTo>
                  <a:pt x="63244" y="24476"/>
                </a:lnTo>
                <a:lnTo>
                  <a:pt x="72294" y="24476"/>
                </a:lnTo>
                <a:lnTo>
                  <a:pt x="72294" y="18058"/>
                </a:lnTo>
                <a:cubicBezTo>
                  <a:pt x="72294" y="14007"/>
                  <a:pt x="72654" y="10997"/>
                  <a:pt x="73375" y="9029"/>
                </a:cubicBezTo>
                <a:cubicBezTo>
                  <a:pt x="74362" y="6380"/>
                  <a:pt x="76098" y="4232"/>
                  <a:pt x="78583" y="2585"/>
                </a:cubicBezTo>
                <a:cubicBezTo>
                  <a:pt x="81069" y="937"/>
                  <a:pt x="84551" y="114"/>
                  <a:pt x="89028" y="114"/>
                </a:cubicBezTo>
                <a:cubicBezTo>
                  <a:pt x="91912" y="114"/>
                  <a:pt x="95100" y="457"/>
                  <a:pt x="98591" y="1144"/>
                </a:cubicBezTo>
                <a:lnTo>
                  <a:pt x="97054" y="10128"/>
                </a:lnTo>
                <a:cubicBezTo>
                  <a:pt x="94929" y="9751"/>
                  <a:pt x="92918" y="9563"/>
                  <a:pt x="91020" y="9563"/>
                </a:cubicBezTo>
                <a:cubicBezTo>
                  <a:pt x="87909" y="9563"/>
                  <a:pt x="85708" y="10222"/>
                  <a:pt x="84418" y="11540"/>
                </a:cubicBezTo>
                <a:cubicBezTo>
                  <a:pt x="83128" y="12858"/>
                  <a:pt x="82482" y="15324"/>
                  <a:pt x="82482" y="18940"/>
                </a:cubicBezTo>
                <a:lnTo>
                  <a:pt x="82482" y="24476"/>
                </a:lnTo>
                <a:lnTo>
                  <a:pt x="94265" y="24476"/>
                </a:lnTo>
                <a:lnTo>
                  <a:pt x="94265" y="32444"/>
                </a:lnTo>
                <a:lnTo>
                  <a:pt x="82482" y="32444"/>
                </a:lnTo>
                <a:lnTo>
                  <a:pt x="82482" y="84924"/>
                </a:lnTo>
                <a:lnTo>
                  <a:pt x="72294" y="84924"/>
                </a:lnTo>
                <a:close/>
                <a:moveTo>
                  <a:pt x="142267" y="84924"/>
                </a:moveTo>
                <a:lnTo>
                  <a:pt x="142267" y="75990"/>
                </a:lnTo>
                <a:cubicBezTo>
                  <a:pt x="137561" y="82857"/>
                  <a:pt x="131167" y="86290"/>
                  <a:pt x="123085" y="86290"/>
                </a:cubicBezTo>
                <a:cubicBezTo>
                  <a:pt x="119518" y="86290"/>
                  <a:pt x="116188" y="85607"/>
                  <a:pt x="113095" y="84241"/>
                </a:cubicBezTo>
                <a:cubicBezTo>
                  <a:pt x="110003" y="82875"/>
                  <a:pt x="107707" y="81158"/>
                  <a:pt x="106208" y="79090"/>
                </a:cubicBezTo>
                <a:cubicBezTo>
                  <a:pt x="104709" y="77022"/>
                  <a:pt x="103656" y="74489"/>
                  <a:pt x="103049" y="71491"/>
                </a:cubicBezTo>
                <a:cubicBezTo>
                  <a:pt x="102631" y="69480"/>
                  <a:pt x="102423" y="66293"/>
                  <a:pt x="102423" y="61929"/>
                </a:cubicBezTo>
                <a:lnTo>
                  <a:pt x="102423" y="24476"/>
                </a:lnTo>
                <a:lnTo>
                  <a:pt x="112668" y="24476"/>
                </a:lnTo>
                <a:lnTo>
                  <a:pt x="112668" y="57966"/>
                </a:lnTo>
                <a:cubicBezTo>
                  <a:pt x="112668" y="63310"/>
                  <a:pt x="112877" y="66911"/>
                  <a:pt x="113294" y="68768"/>
                </a:cubicBezTo>
                <a:cubicBezTo>
                  <a:pt x="113939" y="71460"/>
                  <a:pt x="115306" y="73574"/>
                  <a:pt x="117393" y="75109"/>
                </a:cubicBezTo>
                <a:cubicBezTo>
                  <a:pt x="119480" y="76644"/>
                  <a:pt x="122060" y="77411"/>
                  <a:pt x="125134" y="77411"/>
                </a:cubicBezTo>
                <a:cubicBezTo>
                  <a:pt x="128207" y="77411"/>
                  <a:pt x="131091" y="76625"/>
                  <a:pt x="133786" y="75052"/>
                </a:cubicBezTo>
                <a:cubicBezTo>
                  <a:pt x="136480" y="73479"/>
                  <a:pt x="138387" y="71337"/>
                  <a:pt x="139506" y="68627"/>
                </a:cubicBezTo>
                <a:cubicBezTo>
                  <a:pt x="140625" y="65917"/>
                  <a:pt x="141185" y="61984"/>
                  <a:pt x="141185" y="56829"/>
                </a:cubicBezTo>
                <a:lnTo>
                  <a:pt x="141185" y="24476"/>
                </a:lnTo>
                <a:lnTo>
                  <a:pt x="151431" y="24476"/>
                </a:lnTo>
                <a:lnTo>
                  <a:pt x="151431" y="84924"/>
                </a:lnTo>
                <a:lnTo>
                  <a:pt x="142267" y="84924"/>
                </a:lnTo>
                <a:close/>
                <a:moveTo>
                  <a:pt x="167673" y="84924"/>
                </a:moveTo>
                <a:lnTo>
                  <a:pt x="167673" y="24476"/>
                </a:lnTo>
                <a:lnTo>
                  <a:pt x="176894" y="24476"/>
                </a:lnTo>
                <a:lnTo>
                  <a:pt x="176894" y="33070"/>
                </a:lnTo>
                <a:cubicBezTo>
                  <a:pt x="181334" y="26430"/>
                  <a:pt x="187746" y="23109"/>
                  <a:pt x="196133" y="23109"/>
                </a:cubicBezTo>
                <a:cubicBezTo>
                  <a:pt x="199776" y="23109"/>
                  <a:pt x="203124" y="23764"/>
                  <a:pt x="206179" y="25073"/>
                </a:cubicBezTo>
                <a:cubicBezTo>
                  <a:pt x="209234" y="26382"/>
                  <a:pt x="211520" y="28099"/>
                  <a:pt x="213038" y="30224"/>
                </a:cubicBezTo>
                <a:cubicBezTo>
                  <a:pt x="214556" y="32349"/>
                  <a:pt x="215618" y="34873"/>
                  <a:pt x="216225" y="37795"/>
                </a:cubicBezTo>
                <a:cubicBezTo>
                  <a:pt x="216605" y="39692"/>
                  <a:pt x="216795" y="43012"/>
                  <a:pt x="216795" y="47756"/>
                </a:cubicBezTo>
                <a:lnTo>
                  <a:pt x="216795" y="84924"/>
                </a:lnTo>
                <a:lnTo>
                  <a:pt x="206549" y="84924"/>
                </a:lnTo>
                <a:lnTo>
                  <a:pt x="206549" y="48154"/>
                </a:lnTo>
                <a:cubicBezTo>
                  <a:pt x="206549" y="43980"/>
                  <a:pt x="206151" y="40859"/>
                  <a:pt x="205354" y="38791"/>
                </a:cubicBezTo>
                <a:cubicBezTo>
                  <a:pt x="204557" y="36723"/>
                  <a:pt x="203143" y="35072"/>
                  <a:pt x="201113" y="33839"/>
                </a:cubicBezTo>
                <a:cubicBezTo>
                  <a:pt x="199083" y="32606"/>
                  <a:pt x="196702" y="31989"/>
                  <a:pt x="193970" y="31989"/>
                </a:cubicBezTo>
                <a:cubicBezTo>
                  <a:pt x="189606" y="31989"/>
                  <a:pt x="185840" y="33374"/>
                  <a:pt x="182671" y="36144"/>
                </a:cubicBezTo>
                <a:cubicBezTo>
                  <a:pt x="179503" y="38914"/>
                  <a:pt x="177918" y="44170"/>
                  <a:pt x="177918" y="51911"/>
                </a:cubicBezTo>
                <a:lnTo>
                  <a:pt x="177918" y="84924"/>
                </a:lnTo>
                <a:lnTo>
                  <a:pt x="167673" y="84924"/>
                </a:lnTo>
                <a:close/>
                <a:moveTo>
                  <a:pt x="272141" y="62726"/>
                </a:moveTo>
                <a:lnTo>
                  <a:pt x="282215" y="64092"/>
                </a:lnTo>
                <a:cubicBezTo>
                  <a:pt x="281115" y="71036"/>
                  <a:pt x="278297" y="76472"/>
                  <a:pt x="273763" y="80399"/>
                </a:cubicBezTo>
                <a:cubicBezTo>
                  <a:pt x="269228" y="84327"/>
                  <a:pt x="263660" y="86290"/>
                  <a:pt x="257057" y="86290"/>
                </a:cubicBezTo>
                <a:cubicBezTo>
                  <a:pt x="248785" y="86290"/>
                  <a:pt x="242134" y="83587"/>
                  <a:pt x="237107" y="78179"/>
                </a:cubicBezTo>
                <a:cubicBezTo>
                  <a:pt x="232079" y="72772"/>
                  <a:pt x="229565" y="65021"/>
                  <a:pt x="229565" y="54928"/>
                </a:cubicBezTo>
                <a:cubicBezTo>
                  <a:pt x="229565" y="48401"/>
                  <a:pt x="230646" y="42690"/>
                  <a:pt x="232809" y="37795"/>
                </a:cubicBezTo>
                <a:cubicBezTo>
                  <a:pt x="234972" y="32900"/>
                  <a:pt x="238264" y="29228"/>
                  <a:pt x="242685" y="26781"/>
                </a:cubicBezTo>
                <a:cubicBezTo>
                  <a:pt x="247105" y="24333"/>
                  <a:pt x="251915" y="23109"/>
                  <a:pt x="257114" y="23109"/>
                </a:cubicBezTo>
                <a:cubicBezTo>
                  <a:pt x="263679" y="23109"/>
                  <a:pt x="269048" y="24760"/>
                  <a:pt x="273222" y="28061"/>
                </a:cubicBezTo>
                <a:cubicBezTo>
                  <a:pt x="277396" y="31362"/>
                  <a:pt x="280071" y="36048"/>
                  <a:pt x="281248" y="42121"/>
                </a:cubicBezTo>
                <a:lnTo>
                  <a:pt x="271287" y="43714"/>
                </a:lnTo>
                <a:cubicBezTo>
                  <a:pt x="270338" y="39673"/>
                  <a:pt x="268659" y="36633"/>
                  <a:pt x="266249" y="34593"/>
                </a:cubicBezTo>
                <a:cubicBezTo>
                  <a:pt x="263840" y="32553"/>
                  <a:pt x="260927" y="31534"/>
                  <a:pt x="257512" y="31534"/>
                </a:cubicBezTo>
                <a:cubicBezTo>
                  <a:pt x="252352" y="31534"/>
                  <a:pt x="248158" y="33383"/>
                  <a:pt x="244933" y="37083"/>
                </a:cubicBezTo>
                <a:cubicBezTo>
                  <a:pt x="241708" y="40783"/>
                  <a:pt x="240095" y="46636"/>
                  <a:pt x="240095" y="54643"/>
                </a:cubicBezTo>
                <a:cubicBezTo>
                  <a:pt x="240095" y="62764"/>
                  <a:pt x="241651" y="68664"/>
                  <a:pt x="244762" y="72345"/>
                </a:cubicBezTo>
                <a:cubicBezTo>
                  <a:pt x="247874" y="76026"/>
                  <a:pt x="251934" y="77866"/>
                  <a:pt x="256943" y="77866"/>
                </a:cubicBezTo>
                <a:cubicBezTo>
                  <a:pt x="260965" y="77866"/>
                  <a:pt x="264324" y="76628"/>
                  <a:pt x="267018" y="74152"/>
                </a:cubicBezTo>
                <a:cubicBezTo>
                  <a:pt x="269712" y="71676"/>
                  <a:pt x="271420" y="67867"/>
                  <a:pt x="272141" y="62726"/>
                </a:cubicBezTo>
                <a:close/>
                <a:moveTo>
                  <a:pt x="345234" y="48382"/>
                </a:moveTo>
                <a:lnTo>
                  <a:pt x="289965" y="72060"/>
                </a:lnTo>
                <a:lnTo>
                  <a:pt x="289965" y="61815"/>
                </a:lnTo>
                <a:lnTo>
                  <a:pt x="333736" y="43657"/>
                </a:lnTo>
                <a:lnTo>
                  <a:pt x="289965" y="25728"/>
                </a:lnTo>
                <a:lnTo>
                  <a:pt x="289965" y="15482"/>
                </a:lnTo>
                <a:lnTo>
                  <a:pt x="345234" y="38819"/>
                </a:lnTo>
                <a:lnTo>
                  <a:pt x="345234" y="48382"/>
                </a:lnTo>
                <a:close/>
                <a:moveTo>
                  <a:pt x="362714" y="84924"/>
                </a:moveTo>
                <a:lnTo>
                  <a:pt x="362714" y="73199"/>
                </a:lnTo>
                <a:lnTo>
                  <a:pt x="374383" y="73199"/>
                </a:lnTo>
                <a:lnTo>
                  <a:pt x="374383" y="84924"/>
                </a:lnTo>
                <a:lnTo>
                  <a:pt x="362714" y="84924"/>
                </a:lnTo>
                <a:close/>
                <a:moveTo>
                  <a:pt x="395518" y="84924"/>
                </a:moveTo>
                <a:lnTo>
                  <a:pt x="395518" y="73199"/>
                </a:lnTo>
                <a:lnTo>
                  <a:pt x="407187" y="73199"/>
                </a:lnTo>
                <a:lnTo>
                  <a:pt x="407187" y="84924"/>
                </a:lnTo>
                <a:lnTo>
                  <a:pt x="395518" y="84924"/>
                </a:lnTo>
                <a:close/>
                <a:moveTo>
                  <a:pt x="428322" y="84924"/>
                </a:moveTo>
                <a:lnTo>
                  <a:pt x="428322" y="73199"/>
                </a:lnTo>
                <a:lnTo>
                  <a:pt x="439991" y="73199"/>
                </a:lnTo>
                <a:lnTo>
                  <a:pt x="439991" y="84924"/>
                </a:lnTo>
                <a:lnTo>
                  <a:pt x="428322" y="84924"/>
                </a:lnTo>
                <a:close/>
                <a:moveTo>
                  <a:pt x="456915" y="48382"/>
                </a:moveTo>
                <a:lnTo>
                  <a:pt x="456915" y="38819"/>
                </a:lnTo>
                <a:lnTo>
                  <a:pt x="512184" y="15482"/>
                </a:lnTo>
                <a:lnTo>
                  <a:pt x="512184" y="25728"/>
                </a:lnTo>
                <a:lnTo>
                  <a:pt x="468355" y="43657"/>
                </a:lnTo>
                <a:lnTo>
                  <a:pt x="512184" y="61815"/>
                </a:lnTo>
                <a:lnTo>
                  <a:pt x="512184" y="72060"/>
                </a:lnTo>
                <a:lnTo>
                  <a:pt x="456915" y="48382"/>
                </a:lnTo>
                <a:close/>
                <a:moveTo>
                  <a:pt x="543268" y="86404"/>
                </a:moveTo>
                <a:lnTo>
                  <a:pt x="519077" y="0"/>
                </a:lnTo>
                <a:lnTo>
                  <a:pt x="527330" y="0"/>
                </a:lnTo>
                <a:lnTo>
                  <a:pt x="551464" y="86404"/>
                </a:lnTo>
                <a:lnTo>
                  <a:pt x="543268" y="86404"/>
                </a:lnTo>
                <a:close/>
                <a:moveTo>
                  <a:pt x="562012" y="84924"/>
                </a:moveTo>
                <a:lnTo>
                  <a:pt x="562012" y="32444"/>
                </a:lnTo>
                <a:lnTo>
                  <a:pt x="552962" y="32444"/>
                </a:lnTo>
                <a:lnTo>
                  <a:pt x="552962" y="24476"/>
                </a:lnTo>
                <a:lnTo>
                  <a:pt x="562012" y="24476"/>
                </a:lnTo>
                <a:lnTo>
                  <a:pt x="562012" y="18058"/>
                </a:lnTo>
                <a:cubicBezTo>
                  <a:pt x="562012" y="14007"/>
                  <a:pt x="562373" y="10997"/>
                  <a:pt x="563094" y="9029"/>
                </a:cubicBezTo>
                <a:cubicBezTo>
                  <a:pt x="564081" y="6380"/>
                  <a:pt x="565817" y="4232"/>
                  <a:pt x="568302" y="2585"/>
                </a:cubicBezTo>
                <a:cubicBezTo>
                  <a:pt x="570788" y="937"/>
                  <a:pt x="574269" y="114"/>
                  <a:pt x="578747" y="114"/>
                </a:cubicBezTo>
                <a:cubicBezTo>
                  <a:pt x="581631" y="114"/>
                  <a:pt x="584818" y="457"/>
                  <a:pt x="588309" y="1144"/>
                </a:cubicBezTo>
                <a:lnTo>
                  <a:pt x="586773" y="10128"/>
                </a:lnTo>
                <a:cubicBezTo>
                  <a:pt x="584648" y="9751"/>
                  <a:pt x="582636" y="9563"/>
                  <a:pt x="580739" y="9563"/>
                </a:cubicBezTo>
                <a:cubicBezTo>
                  <a:pt x="577627" y="9563"/>
                  <a:pt x="575427" y="10222"/>
                  <a:pt x="574136" y="11540"/>
                </a:cubicBezTo>
                <a:cubicBezTo>
                  <a:pt x="572846" y="12858"/>
                  <a:pt x="572201" y="15324"/>
                  <a:pt x="572201" y="18940"/>
                </a:cubicBezTo>
                <a:lnTo>
                  <a:pt x="572201" y="24476"/>
                </a:lnTo>
                <a:lnTo>
                  <a:pt x="583984" y="24476"/>
                </a:lnTo>
                <a:lnTo>
                  <a:pt x="583984" y="32444"/>
                </a:lnTo>
                <a:lnTo>
                  <a:pt x="572201" y="32444"/>
                </a:lnTo>
                <a:lnTo>
                  <a:pt x="572201" y="84924"/>
                </a:lnTo>
                <a:lnTo>
                  <a:pt x="562012" y="84924"/>
                </a:lnTo>
                <a:close/>
                <a:moveTo>
                  <a:pt x="631985" y="84924"/>
                </a:moveTo>
                <a:lnTo>
                  <a:pt x="631985" y="75990"/>
                </a:lnTo>
                <a:cubicBezTo>
                  <a:pt x="627280" y="82857"/>
                  <a:pt x="620886" y="86290"/>
                  <a:pt x="612803" y="86290"/>
                </a:cubicBezTo>
                <a:cubicBezTo>
                  <a:pt x="609236" y="86290"/>
                  <a:pt x="605907" y="85607"/>
                  <a:pt x="602814" y="84241"/>
                </a:cubicBezTo>
                <a:cubicBezTo>
                  <a:pt x="599721" y="82875"/>
                  <a:pt x="597426" y="81158"/>
                  <a:pt x="595927" y="79090"/>
                </a:cubicBezTo>
                <a:cubicBezTo>
                  <a:pt x="594428" y="77022"/>
                  <a:pt x="593375" y="74489"/>
                  <a:pt x="592768" y="71491"/>
                </a:cubicBezTo>
                <a:cubicBezTo>
                  <a:pt x="592350" y="69480"/>
                  <a:pt x="592142" y="66293"/>
                  <a:pt x="592142" y="61929"/>
                </a:cubicBezTo>
                <a:lnTo>
                  <a:pt x="592142" y="24476"/>
                </a:lnTo>
                <a:lnTo>
                  <a:pt x="602387" y="24476"/>
                </a:lnTo>
                <a:lnTo>
                  <a:pt x="602387" y="57966"/>
                </a:lnTo>
                <a:cubicBezTo>
                  <a:pt x="602387" y="63310"/>
                  <a:pt x="602596" y="66911"/>
                  <a:pt x="603013" y="68768"/>
                </a:cubicBezTo>
                <a:cubicBezTo>
                  <a:pt x="603658" y="71460"/>
                  <a:pt x="605024" y="73574"/>
                  <a:pt x="607111" y="75109"/>
                </a:cubicBezTo>
                <a:cubicBezTo>
                  <a:pt x="609199" y="76644"/>
                  <a:pt x="611779" y="77411"/>
                  <a:pt x="614853" y="77411"/>
                </a:cubicBezTo>
                <a:cubicBezTo>
                  <a:pt x="617926" y="77411"/>
                  <a:pt x="620810" y="76625"/>
                  <a:pt x="623504" y="75052"/>
                </a:cubicBezTo>
                <a:cubicBezTo>
                  <a:pt x="626199" y="73479"/>
                  <a:pt x="628105" y="71337"/>
                  <a:pt x="629225" y="68627"/>
                </a:cubicBezTo>
                <a:cubicBezTo>
                  <a:pt x="630344" y="65917"/>
                  <a:pt x="630904" y="61984"/>
                  <a:pt x="630904" y="56829"/>
                </a:cubicBezTo>
                <a:lnTo>
                  <a:pt x="630904" y="24476"/>
                </a:lnTo>
                <a:lnTo>
                  <a:pt x="641149" y="24476"/>
                </a:lnTo>
                <a:lnTo>
                  <a:pt x="641149" y="84924"/>
                </a:lnTo>
                <a:lnTo>
                  <a:pt x="631985" y="84924"/>
                </a:lnTo>
                <a:close/>
                <a:moveTo>
                  <a:pt x="657391" y="84924"/>
                </a:moveTo>
                <a:lnTo>
                  <a:pt x="657391" y="24476"/>
                </a:lnTo>
                <a:lnTo>
                  <a:pt x="666612" y="24476"/>
                </a:lnTo>
                <a:lnTo>
                  <a:pt x="666612" y="33070"/>
                </a:lnTo>
                <a:cubicBezTo>
                  <a:pt x="671052" y="26430"/>
                  <a:pt x="677465" y="23109"/>
                  <a:pt x="685851" y="23109"/>
                </a:cubicBezTo>
                <a:cubicBezTo>
                  <a:pt x="689494" y="23109"/>
                  <a:pt x="692843" y="23764"/>
                  <a:pt x="695898" y="25073"/>
                </a:cubicBezTo>
                <a:cubicBezTo>
                  <a:pt x="698952" y="26382"/>
                  <a:pt x="701239" y="28099"/>
                  <a:pt x="702757" y="30224"/>
                </a:cubicBezTo>
                <a:cubicBezTo>
                  <a:pt x="704274" y="32349"/>
                  <a:pt x="705337" y="34873"/>
                  <a:pt x="705944" y="37795"/>
                </a:cubicBezTo>
                <a:cubicBezTo>
                  <a:pt x="706323" y="39692"/>
                  <a:pt x="706513" y="43012"/>
                  <a:pt x="706513" y="47756"/>
                </a:cubicBezTo>
                <a:lnTo>
                  <a:pt x="706513" y="84924"/>
                </a:lnTo>
                <a:lnTo>
                  <a:pt x="696268" y="84924"/>
                </a:lnTo>
                <a:lnTo>
                  <a:pt x="696268" y="48154"/>
                </a:lnTo>
                <a:cubicBezTo>
                  <a:pt x="696268" y="43980"/>
                  <a:pt x="695869" y="40859"/>
                  <a:pt x="695072" y="38791"/>
                </a:cubicBezTo>
                <a:cubicBezTo>
                  <a:pt x="694275" y="36723"/>
                  <a:pt x="692862" y="35072"/>
                  <a:pt x="690832" y="33839"/>
                </a:cubicBezTo>
                <a:cubicBezTo>
                  <a:pt x="688802" y="32606"/>
                  <a:pt x="686421" y="31989"/>
                  <a:pt x="683688" y="31989"/>
                </a:cubicBezTo>
                <a:cubicBezTo>
                  <a:pt x="679325" y="31989"/>
                  <a:pt x="675558" y="33374"/>
                  <a:pt x="672390" y="36144"/>
                </a:cubicBezTo>
                <a:cubicBezTo>
                  <a:pt x="669221" y="38914"/>
                  <a:pt x="667637" y="44170"/>
                  <a:pt x="667637" y="51911"/>
                </a:cubicBezTo>
                <a:lnTo>
                  <a:pt x="667637" y="84924"/>
                </a:lnTo>
                <a:lnTo>
                  <a:pt x="657391" y="84924"/>
                </a:lnTo>
                <a:close/>
                <a:moveTo>
                  <a:pt x="761860" y="62726"/>
                </a:moveTo>
                <a:lnTo>
                  <a:pt x="771934" y="64092"/>
                </a:lnTo>
                <a:cubicBezTo>
                  <a:pt x="770834" y="71036"/>
                  <a:pt x="768016" y="76472"/>
                  <a:pt x="763482" y="80399"/>
                </a:cubicBezTo>
                <a:cubicBezTo>
                  <a:pt x="758947" y="84327"/>
                  <a:pt x="753379" y="86290"/>
                  <a:pt x="746776" y="86290"/>
                </a:cubicBezTo>
                <a:cubicBezTo>
                  <a:pt x="738503" y="86290"/>
                  <a:pt x="731853" y="83587"/>
                  <a:pt x="726825" y="78179"/>
                </a:cubicBezTo>
                <a:cubicBezTo>
                  <a:pt x="721798" y="72772"/>
                  <a:pt x="719284" y="65021"/>
                  <a:pt x="719284" y="54928"/>
                </a:cubicBezTo>
                <a:cubicBezTo>
                  <a:pt x="719284" y="48401"/>
                  <a:pt x="720365" y="42690"/>
                  <a:pt x="722528" y="37795"/>
                </a:cubicBezTo>
                <a:cubicBezTo>
                  <a:pt x="724691" y="32900"/>
                  <a:pt x="727983" y="29228"/>
                  <a:pt x="732404" y="26781"/>
                </a:cubicBezTo>
                <a:cubicBezTo>
                  <a:pt x="736824" y="24333"/>
                  <a:pt x="741634" y="23109"/>
                  <a:pt x="746833" y="23109"/>
                </a:cubicBezTo>
                <a:cubicBezTo>
                  <a:pt x="753397" y="23109"/>
                  <a:pt x="758767" y="24760"/>
                  <a:pt x="762941" y="28061"/>
                </a:cubicBezTo>
                <a:cubicBezTo>
                  <a:pt x="767115" y="31362"/>
                  <a:pt x="769790" y="36048"/>
                  <a:pt x="770967" y="42121"/>
                </a:cubicBezTo>
                <a:lnTo>
                  <a:pt x="761006" y="43714"/>
                </a:lnTo>
                <a:cubicBezTo>
                  <a:pt x="760057" y="39673"/>
                  <a:pt x="758378" y="36633"/>
                  <a:pt x="755968" y="34593"/>
                </a:cubicBezTo>
                <a:cubicBezTo>
                  <a:pt x="753559" y="32553"/>
                  <a:pt x="750646" y="31534"/>
                  <a:pt x="747231" y="31534"/>
                </a:cubicBezTo>
                <a:cubicBezTo>
                  <a:pt x="742070" y="31534"/>
                  <a:pt x="737877" y="33383"/>
                  <a:pt x="734652" y="37083"/>
                </a:cubicBezTo>
                <a:cubicBezTo>
                  <a:pt x="731426" y="40783"/>
                  <a:pt x="729814" y="46636"/>
                  <a:pt x="729814" y="54643"/>
                </a:cubicBezTo>
                <a:cubicBezTo>
                  <a:pt x="729814" y="62764"/>
                  <a:pt x="731370" y="68664"/>
                  <a:pt x="734481" y="72345"/>
                </a:cubicBezTo>
                <a:cubicBezTo>
                  <a:pt x="737593" y="76026"/>
                  <a:pt x="741653" y="77866"/>
                  <a:pt x="746662" y="77866"/>
                </a:cubicBezTo>
                <a:cubicBezTo>
                  <a:pt x="750684" y="77866"/>
                  <a:pt x="754043" y="76628"/>
                  <a:pt x="756737" y="74152"/>
                </a:cubicBezTo>
                <a:cubicBezTo>
                  <a:pt x="759431" y="71676"/>
                  <a:pt x="761139" y="67867"/>
                  <a:pt x="761860" y="62726"/>
                </a:cubicBezTo>
                <a:close/>
                <a:moveTo>
                  <a:pt x="834953" y="48382"/>
                </a:moveTo>
                <a:lnTo>
                  <a:pt x="779683" y="72060"/>
                </a:lnTo>
                <a:lnTo>
                  <a:pt x="779683" y="61815"/>
                </a:lnTo>
                <a:lnTo>
                  <a:pt x="823455" y="43657"/>
                </a:lnTo>
                <a:lnTo>
                  <a:pt x="779683" y="25728"/>
                </a:lnTo>
                <a:lnTo>
                  <a:pt x="779683" y="15482"/>
                </a:lnTo>
                <a:lnTo>
                  <a:pt x="834953" y="38819"/>
                </a:lnTo>
                <a:lnTo>
                  <a:pt x="834953" y="483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F7899-9748-40C4-87A3-7A6F0967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860" y="4193640"/>
            <a:ext cx="1511332" cy="416143"/>
          </a:xfrm>
          <a:custGeom xmlns:a="http://schemas.openxmlformats.org/drawingml/2006/main">
            <a:pathLst>
              <a:path w="1511332" h="416143">
                <a:moveTo>
                  <a:pt x="0" y="208072"/>
                </a:moveTo>
                <a:lnTo>
                  <a:pt x="756369" y="0"/>
                </a:lnTo>
                <a:lnTo>
                  <a:pt x="1511332" y="208072"/>
                </a:lnTo>
                <a:lnTo>
                  <a:pt x="756369" y="416143"/>
                </a:lnTo>
                <a:lnTo>
                  <a:pt x="0" y="2080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9D80A-BE21-4642-ACEB-4AE8FF02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541" y="4187442"/>
            <a:ext cx="1556086" cy="428070"/>
          </a:xfrm>
          <a:custGeom xmlns:a="http://schemas.openxmlformats.org/drawingml/2006/main">
            <a:pathLst>
              <a:path w="1556086" h="428070">
                <a:moveTo>
                  <a:pt x="778043" y="428070"/>
                </a:moveTo>
                <a:lnTo>
                  <a:pt x="1556086" y="214035"/>
                </a:lnTo>
                <a:lnTo>
                  <a:pt x="778043" y="0"/>
                </a:lnTo>
                <a:lnTo>
                  <a:pt x="0" y="214035"/>
                </a:lnTo>
                <a:lnTo>
                  <a:pt x="778043" y="428070"/>
                </a:lnTo>
                <a:close/>
                <a:moveTo>
                  <a:pt x="1511916" y="214035"/>
                </a:moveTo>
                <a:lnTo>
                  <a:pt x="778043" y="415914"/>
                </a:lnTo>
                <a:lnTo>
                  <a:pt x="44170" y="214035"/>
                </a:lnTo>
                <a:lnTo>
                  <a:pt x="778043" y="12156"/>
                </a:lnTo>
                <a:lnTo>
                  <a:pt x="1511916" y="21403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Applied?">
            <a:extLst xmlns:a="http://schemas.openxmlformats.org/drawingml/2006/main">
              <a:ext uri="{FF2B5EF4-FFF2-40B4-BE49-F238E27FC236}">
                <a16:creationId xmlns:a16="http://schemas.microsoft.com/office/drawing/2014/main" id="{942D6492-6CE3-49FA-9BED-0F633BA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248" y="4348692"/>
            <a:ext cx="538784" cy="130292"/>
          </a:xfrm>
          <a:custGeom xmlns:a="http://schemas.openxmlformats.org/drawingml/2006/main">
            <a:pathLst>
              <a:path w="538784" h="130292">
                <a:moveTo>
                  <a:pt x="0" y="102284"/>
                </a:moveTo>
                <a:lnTo>
                  <a:pt x="38648" y="1648"/>
                </a:lnTo>
                <a:lnTo>
                  <a:pt x="52995" y="1648"/>
                </a:lnTo>
                <a:lnTo>
                  <a:pt x="94184" y="102284"/>
                </a:lnTo>
                <a:lnTo>
                  <a:pt x="79013" y="102284"/>
                </a:lnTo>
                <a:lnTo>
                  <a:pt x="67274" y="71805"/>
                </a:lnTo>
                <a:lnTo>
                  <a:pt x="25193" y="71805"/>
                </a:lnTo>
                <a:lnTo>
                  <a:pt x="14141" y="102284"/>
                </a:lnTo>
                <a:lnTo>
                  <a:pt x="0" y="102284"/>
                </a:lnTo>
                <a:moveTo>
                  <a:pt x="29038" y="60959"/>
                </a:moveTo>
                <a:lnTo>
                  <a:pt x="63155" y="60959"/>
                </a:lnTo>
                <a:lnTo>
                  <a:pt x="52652" y="33062"/>
                </a:lnTo>
                <a:cubicBezTo>
                  <a:pt x="49449" y="24609"/>
                  <a:pt x="47069" y="17615"/>
                  <a:pt x="45513" y="12082"/>
                </a:cubicBezTo>
                <a:cubicBezTo>
                  <a:pt x="44232" y="18619"/>
                  <a:pt x="42424" y="25072"/>
                  <a:pt x="40090" y="31440"/>
                </a:cubicBezTo>
                <a:lnTo>
                  <a:pt x="29038" y="60959"/>
                </a:lnTo>
                <a:close/>
                <a:moveTo>
                  <a:pt x="103199" y="130292"/>
                </a:moveTo>
                <a:lnTo>
                  <a:pt x="103199" y="29381"/>
                </a:lnTo>
                <a:lnTo>
                  <a:pt x="114457" y="29381"/>
                </a:lnTo>
                <a:lnTo>
                  <a:pt x="114457" y="38921"/>
                </a:lnTo>
                <a:cubicBezTo>
                  <a:pt x="117112" y="35191"/>
                  <a:pt x="120109" y="32394"/>
                  <a:pt x="123450" y="30531"/>
                </a:cubicBezTo>
                <a:cubicBezTo>
                  <a:pt x="126791" y="28666"/>
                  <a:pt x="130841" y="27733"/>
                  <a:pt x="135601" y="27733"/>
                </a:cubicBezTo>
                <a:cubicBezTo>
                  <a:pt x="141825" y="27733"/>
                  <a:pt x="147316" y="29335"/>
                  <a:pt x="152076" y="32539"/>
                </a:cubicBezTo>
                <a:cubicBezTo>
                  <a:pt x="156835" y="35742"/>
                  <a:pt x="160428" y="40261"/>
                  <a:pt x="162854" y="46096"/>
                </a:cubicBezTo>
                <a:cubicBezTo>
                  <a:pt x="165279" y="51931"/>
                  <a:pt x="166492" y="58327"/>
                  <a:pt x="166492" y="65283"/>
                </a:cubicBezTo>
                <a:cubicBezTo>
                  <a:pt x="166492" y="72743"/>
                  <a:pt x="165153" y="79459"/>
                  <a:pt x="162476" y="85431"/>
                </a:cubicBezTo>
                <a:cubicBezTo>
                  <a:pt x="159799" y="91403"/>
                  <a:pt x="155909" y="95980"/>
                  <a:pt x="150806" y="99161"/>
                </a:cubicBezTo>
                <a:cubicBezTo>
                  <a:pt x="145703" y="102341"/>
                  <a:pt x="140337" y="103932"/>
                  <a:pt x="134708" y="103932"/>
                </a:cubicBezTo>
                <a:cubicBezTo>
                  <a:pt x="130589" y="103932"/>
                  <a:pt x="126894" y="103062"/>
                  <a:pt x="123622" y="101323"/>
                </a:cubicBezTo>
                <a:cubicBezTo>
                  <a:pt x="120350" y="99584"/>
                  <a:pt x="117661" y="97387"/>
                  <a:pt x="115556" y="94733"/>
                </a:cubicBezTo>
                <a:lnTo>
                  <a:pt x="115556" y="130292"/>
                </a:lnTo>
                <a:lnTo>
                  <a:pt x="103199" y="130292"/>
                </a:lnTo>
                <a:moveTo>
                  <a:pt x="114389" y="66279"/>
                </a:moveTo>
                <a:cubicBezTo>
                  <a:pt x="114389" y="75649"/>
                  <a:pt x="116288" y="82574"/>
                  <a:pt x="120086" y="87053"/>
                </a:cubicBezTo>
                <a:cubicBezTo>
                  <a:pt x="123885" y="91532"/>
                  <a:pt x="128484" y="93772"/>
                  <a:pt x="133884" y="93772"/>
                </a:cubicBezTo>
                <a:cubicBezTo>
                  <a:pt x="139376" y="93772"/>
                  <a:pt x="144079" y="91452"/>
                  <a:pt x="147991" y="86813"/>
                </a:cubicBezTo>
                <a:cubicBezTo>
                  <a:pt x="151904" y="82173"/>
                  <a:pt x="153861" y="74985"/>
                  <a:pt x="153861" y="65249"/>
                </a:cubicBezTo>
                <a:cubicBezTo>
                  <a:pt x="153861" y="55970"/>
                  <a:pt x="151950" y="49023"/>
                  <a:pt x="148129" y="44406"/>
                </a:cubicBezTo>
                <a:cubicBezTo>
                  <a:pt x="144307" y="39790"/>
                  <a:pt x="139742" y="37481"/>
                  <a:pt x="134434" y="37481"/>
                </a:cubicBezTo>
                <a:cubicBezTo>
                  <a:pt x="129171" y="37481"/>
                  <a:pt x="124514" y="39938"/>
                  <a:pt x="120464" y="44852"/>
                </a:cubicBezTo>
                <a:cubicBezTo>
                  <a:pt x="116414" y="49766"/>
                  <a:pt x="114389" y="56908"/>
                  <a:pt x="114389" y="66279"/>
                </a:cubicBezTo>
                <a:close/>
                <a:moveTo>
                  <a:pt x="181109" y="130292"/>
                </a:moveTo>
                <a:lnTo>
                  <a:pt x="181109" y="29381"/>
                </a:lnTo>
                <a:lnTo>
                  <a:pt x="192367" y="29381"/>
                </a:lnTo>
                <a:lnTo>
                  <a:pt x="192367" y="38921"/>
                </a:lnTo>
                <a:cubicBezTo>
                  <a:pt x="195022" y="35191"/>
                  <a:pt x="198019" y="32394"/>
                  <a:pt x="201360" y="30531"/>
                </a:cubicBezTo>
                <a:cubicBezTo>
                  <a:pt x="204701" y="28666"/>
                  <a:pt x="208751" y="27733"/>
                  <a:pt x="213511" y="27733"/>
                </a:cubicBezTo>
                <a:cubicBezTo>
                  <a:pt x="219735" y="27733"/>
                  <a:pt x="225226" y="29335"/>
                  <a:pt x="229986" y="32539"/>
                </a:cubicBezTo>
                <a:cubicBezTo>
                  <a:pt x="234745" y="35742"/>
                  <a:pt x="238338" y="40261"/>
                  <a:pt x="240764" y="46096"/>
                </a:cubicBezTo>
                <a:cubicBezTo>
                  <a:pt x="243189" y="51931"/>
                  <a:pt x="244402" y="58327"/>
                  <a:pt x="244402" y="65283"/>
                </a:cubicBezTo>
                <a:cubicBezTo>
                  <a:pt x="244402" y="72743"/>
                  <a:pt x="243063" y="79459"/>
                  <a:pt x="240386" y="85431"/>
                </a:cubicBezTo>
                <a:cubicBezTo>
                  <a:pt x="237709" y="91403"/>
                  <a:pt x="233819" y="95980"/>
                  <a:pt x="228716" y="99161"/>
                </a:cubicBezTo>
                <a:cubicBezTo>
                  <a:pt x="223613" y="102341"/>
                  <a:pt x="218247" y="103932"/>
                  <a:pt x="212618" y="103932"/>
                </a:cubicBezTo>
                <a:cubicBezTo>
                  <a:pt x="208499" y="103932"/>
                  <a:pt x="204804" y="103062"/>
                  <a:pt x="201532" y="101323"/>
                </a:cubicBezTo>
                <a:cubicBezTo>
                  <a:pt x="198260" y="99584"/>
                  <a:pt x="195571" y="97387"/>
                  <a:pt x="193466" y="94733"/>
                </a:cubicBezTo>
                <a:lnTo>
                  <a:pt x="193466" y="130292"/>
                </a:lnTo>
                <a:lnTo>
                  <a:pt x="181109" y="130292"/>
                </a:lnTo>
                <a:moveTo>
                  <a:pt x="192299" y="66279"/>
                </a:moveTo>
                <a:cubicBezTo>
                  <a:pt x="192299" y="75649"/>
                  <a:pt x="194198" y="82574"/>
                  <a:pt x="197996" y="87053"/>
                </a:cubicBezTo>
                <a:cubicBezTo>
                  <a:pt x="201795" y="91532"/>
                  <a:pt x="206394" y="93772"/>
                  <a:pt x="211795" y="93772"/>
                </a:cubicBezTo>
                <a:cubicBezTo>
                  <a:pt x="217286" y="93772"/>
                  <a:pt x="221989" y="91452"/>
                  <a:pt x="225901" y="86813"/>
                </a:cubicBezTo>
                <a:cubicBezTo>
                  <a:pt x="229814" y="82173"/>
                  <a:pt x="231771" y="74985"/>
                  <a:pt x="231771" y="65249"/>
                </a:cubicBezTo>
                <a:cubicBezTo>
                  <a:pt x="231771" y="55970"/>
                  <a:pt x="229860" y="49023"/>
                  <a:pt x="226039" y="44406"/>
                </a:cubicBezTo>
                <a:cubicBezTo>
                  <a:pt x="222217" y="39790"/>
                  <a:pt x="217652" y="37481"/>
                  <a:pt x="212344" y="37481"/>
                </a:cubicBezTo>
                <a:cubicBezTo>
                  <a:pt x="207081" y="37481"/>
                  <a:pt x="202424" y="39938"/>
                  <a:pt x="198374" y="44852"/>
                </a:cubicBezTo>
                <a:cubicBezTo>
                  <a:pt x="194324" y="49766"/>
                  <a:pt x="192299" y="56908"/>
                  <a:pt x="192299" y="66279"/>
                </a:cubicBezTo>
                <a:close/>
                <a:moveTo>
                  <a:pt x="258744" y="102284"/>
                </a:moveTo>
                <a:lnTo>
                  <a:pt x="258744" y="1648"/>
                </a:lnTo>
                <a:lnTo>
                  <a:pt x="271101" y="1648"/>
                </a:lnTo>
                <a:lnTo>
                  <a:pt x="271101" y="102284"/>
                </a:lnTo>
                <a:lnTo>
                  <a:pt x="258744" y="102284"/>
                </a:lnTo>
                <a:close/>
                <a:moveTo>
                  <a:pt x="290135" y="15789"/>
                </a:moveTo>
                <a:lnTo>
                  <a:pt x="290135" y="1648"/>
                </a:lnTo>
                <a:lnTo>
                  <a:pt x="302492" y="1648"/>
                </a:lnTo>
                <a:lnTo>
                  <a:pt x="302492" y="15789"/>
                </a:lnTo>
                <a:lnTo>
                  <a:pt x="290135" y="15789"/>
                </a:lnTo>
                <a:moveTo>
                  <a:pt x="290135" y="102284"/>
                </a:moveTo>
                <a:lnTo>
                  <a:pt x="290135" y="29381"/>
                </a:lnTo>
                <a:lnTo>
                  <a:pt x="302492" y="29381"/>
                </a:lnTo>
                <a:lnTo>
                  <a:pt x="302492" y="102284"/>
                </a:lnTo>
                <a:lnTo>
                  <a:pt x="290135" y="102284"/>
                </a:lnTo>
                <a:close/>
                <a:moveTo>
                  <a:pt x="371020" y="78669"/>
                </a:moveTo>
                <a:lnTo>
                  <a:pt x="383788" y="80317"/>
                </a:lnTo>
                <a:cubicBezTo>
                  <a:pt x="381774" y="87798"/>
                  <a:pt x="378045" y="93604"/>
                  <a:pt x="372599" y="97736"/>
                </a:cubicBezTo>
                <a:cubicBezTo>
                  <a:pt x="367153" y="101866"/>
                  <a:pt x="360196" y="103932"/>
                  <a:pt x="351730" y="103932"/>
                </a:cubicBezTo>
                <a:cubicBezTo>
                  <a:pt x="341067" y="103932"/>
                  <a:pt x="332612" y="100648"/>
                  <a:pt x="326365" y="94081"/>
                </a:cubicBezTo>
                <a:cubicBezTo>
                  <a:pt x="320118" y="87513"/>
                  <a:pt x="316995" y="78303"/>
                  <a:pt x="316995" y="66450"/>
                </a:cubicBezTo>
                <a:cubicBezTo>
                  <a:pt x="316995" y="54185"/>
                  <a:pt x="320152" y="44666"/>
                  <a:pt x="326468" y="37893"/>
                </a:cubicBezTo>
                <a:cubicBezTo>
                  <a:pt x="332783" y="31120"/>
                  <a:pt x="340975" y="27733"/>
                  <a:pt x="351043" y="27733"/>
                </a:cubicBezTo>
                <a:cubicBezTo>
                  <a:pt x="360791" y="27733"/>
                  <a:pt x="368754" y="31046"/>
                  <a:pt x="374933" y="37672"/>
                </a:cubicBezTo>
                <a:cubicBezTo>
                  <a:pt x="381111" y="44297"/>
                  <a:pt x="384200" y="53617"/>
                  <a:pt x="384200" y="65633"/>
                </a:cubicBezTo>
                <a:cubicBezTo>
                  <a:pt x="384200" y="66364"/>
                  <a:pt x="384177" y="67460"/>
                  <a:pt x="384131" y="68922"/>
                </a:cubicBezTo>
                <a:lnTo>
                  <a:pt x="329763" y="68922"/>
                </a:lnTo>
                <a:cubicBezTo>
                  <a:pt x="330221" y="76953"/>
                  <a:pt x="332486" y="83103"/>
                  <a:pt x="336559" y="87370"/>
                </a:cubicBezTo>
                <a:cubicBezTo>
                  <a:pt x="340632" y="91638"/>
                  <a:pt x="345712" y="93772"/>
                  <a:pt x="351799" y="93772"/>
                </a:cubicBezTo>
                <a:cubicBezTo>
                  <a:pt x="356329" y="93772"/>
                  <a:pt x="360196" y="92571"/>
                  <a:pt x="363400" y="90170"/>
                </a:cubicBezTo>
                <a:cubicBezTo>
                  <a:pt x="366603" y="87767"/>
                  <a:pt x="369143" y="83934"/>
                  <a:pt x="371020" y="78669"/>
                </a:cubicBezTo>
                <a:moveTo>
                  <a:pt x="330449" y="58762"/>
                </a:moveTo>
                <a:lnTo>
                  <a:pt x="371157" y="58762"/>
                </a:lnTo>
                <a:cubicBezTo>
                  <a:pt x="370608" y="52649"/>
                  <a:pt x="369052" y="48065"/>
                  <a:pt x="366489" y="45009"/>
                </a:cubicBezTo>
                <a:cubicBezTo>
                  <a:pt x="362553" y="40265"/>
                  <a:pt x="357451" y="37893"/>
                  <a:pt x="351181" y="37893"/>
                </a:cubicBezTo>
                <a:cubicBezTo>
                  <a:pt x="345506" y="37893"/>
                  <a:pt x="340735" y="39787"/>
                  <a:pt x="336868" y="43574"/>
                </a:cubicBezTo>
                <a:cubicBezTo>
                  <a:pt x="333001" y="47359"/>
                  <a:pt x="330861" y="52422"/>
                  <a:pt x="330449" y="58762"/>
                </a:cubicBezTo>
                <a:close/>
                <a:moveTo>
                  <a:pt x="446321" y="102284"/>
                </a:moveTo>
                <a:lnTo>
                  <a:pt x="446321" y="93085"/>
                </a:lnTo>
                <a:cubicBezTo>
                  <a:pt x="441699" y="100316"/>
                  <a:pt x="434903" y="103932"/>
                  <a:pt x="425933" y="103932"/>
                </a:cubicBezTo>
                <a:cubicBezTo>
                  <a:pt x="420121" y="103932"/>
                  <a:pt x="414778" y="102330"/>
                  <a:pt x="409904" y="99126"/>
                </a:cubicBezTo>
                <a:cubicBezTo>
                  <a:pt x="405030" y="95923"/>
                  <a:pt x="401255" y="91449"/>
                  <a:pt x="398577" y="85706"/>
                </a:cubicBezTo>
                <a:cubicBezTo>
                  <a:pt x="395900" y="79962"/>
                  <a:pt x="394562" y="73361"/>
                  <a:pt x="394562" y="65901"/>
                </a:cubicBezTo>
                <a:cubicBezTo>
                  <a:pt x="394562" y="58625"/>
                  <a:pt x="395774" y="52023"/>
                  <a:pt x="398200" y="46096"/>
                </a:cubicBezTo>
                <a:cubicBezTo>
                  <a:pt x="400625" y="40170"/>
                  <a:pt x="404264" y="35628"/>
                  <a:pt x="409115" y="32470"/>
                </a:cubicBezTo>
                <a:cubicBezTo>
                  <a:pt x="413966" y="29312"/>
                  <a:pt x="419389" y="27733"/>
                  <a:pt x="425384" y="27733"/>
                </a:cubicBezTo>
                <a:cubicBezTo>
                  <a:pt x="429778" y="27733"/>
                  <a:pt x="433690" y="28667"/>
                  <a:pt x="437123" y="30533"/>
                </a:cubicBezTo>
                <a:cubicBezTo>
                  <a:pt x="440555" y="32398"/>
                  <a:pt x="443347" y="34828"/>
                  <a:pt x="445498" y="37822"/>
                </a:cubicBezTo>
                <a:lnTo>
                  <a:pt x="445498" y="1648"/>
                </a:lnTo>
                <a:lnTo>
                  <a:pt x="457785" y="1648"/>
                </a:lnTo>
                <a:lnTo>
                  <a:pt x="457785" y="102284"/>
                </a:lnTo>
                <a:lnTo>
                  <a:pt x="446321" y="102284"/>
                </a:lnTo>
                <a:moveTo>
                  <a:pt x="407261" y="65935"/>
                </a:moveTo>
                <a:cubicBezTo>
                  <a:pt x="407261" y="75260"/>
                  <a:pt x="409229" y="82230"/>
                  <a:pt x="413165" y="86847"/>
                </a:cubicBezTo>
                <a:cubicBezTo>
                  <a:pt x="417101" y="91464"/>
                  <a:pt x="421746" y="93772"/>
                  <a:pt x="427100" y="93772"/>
                </a:cubicBezTo>
                <a:cubicBezTo>
                  <a:pt x="432501" y="93772"/>
                  <a:pt x="437088" y="91566"/>
                  <a:pt x="440864" y="87156"/>
                </a:cubicBezTo>
                <a:cubicBezTo>
                  <a:pt x="444640" y="82745"/>
                  <a:pt x="446527" y="76014"/>
                  <a:pt x="446527" y="66963"/>
                </a:cubicBezTo>
                <a:cubicBezTo>
                  <a:pt x="446527" y="56999"/>
                  <a:pt x="444605" y="49686"/>
                  <a:pt x="440761" y="45024"/>
                </a:cubicBezTo>
                <a:cubicBezTo>
                  <a:pt x="436917" y="40362"/>
                  <a:pt x="432180" y="38030"/>
                  <a:pt x="426551" y="38030"/>
                </a:cubicBezTo>
                <a:cubicBezTo>
                  <a:pt x="421059" y="38030"/>
                  <a:pt x="416471" y="40270"/>
                  <a:pt x="412787" y="44749"/>
                </a:cubicBezTo>
                <a:cubicBezTo>
                  <a:pt x="409103" y="49228"/>
                  <a:pt x="407261" y="56291"/>
                  <a:pt x="407261" y="65935"/>
                </a:cubicBezTo>
                <a:close/>
                <a:moveTo>
                  <a:pt x="500067" y="77434"/>
                </a:moveTo>
                <a:cubicBezTo>
                  <a:pt x="500022" y="75793"/>
                  <a:pt x="499999" y="74563"/>
                  <a:pt x="499999" y="73744"/>
                </a:cubicBezTo>
                <a:cubicBezTo>
                  <a:pt x="499999" y="68914"/>
                  <a:pt x="500685" y="64745"/>
                  <a:pt x="502058" y="61235"/>
                </a:cubicBezTo>
                <a:cubicBezTo>
                  <a:pt x="503065" y="58594"/>
                  <a:pt x="504690" y="55929"/>
                  <a:pt x="506932" y="53240"/>
                </a:cubicBezTo>
                <a:cubicBezTo>
                  <a:pt x="508580" y="51281"/>
                  <a:pt x="511543" y="48422"/>
                  <a:pt x="515822" y="44663"/>
                </a:cubicBezTo>
                <a:cubicBezTo>
                  <a:pt x="520101" y="40904"/>
                  <a:pt x="522881" y="37901"/>
                  <a:pt x="524163" y="35656"/>
                </a:cubicBezTo>
                <a:cubicBezTo>
                  <a:pt x="525444" y="33410"/>
                  <a:pt x="526085" y="30959"/>
                  <a:pt x="526085" y="28302"/>
                </a:cubicBezTo>
                <a:cubicBezTo>
                  <a:pt x="526085" y="23492"/>
                  <a:pt x="524208" y="19266"/>
                  <a:pt x="520456" y="15624"/>
                </a:cubicBezTo>
                <a:cubicBezTo>
                  <a:pt x="516703" y="11981"/>
                  <a:pt x="512104" y="10160"/>
                  <a:pt x="506658" y="10160"/>
                </a:cubicBezTo>
                <a:cubicBezTo>
                  <a:pt x="501395" y="10160"/>
                  <a:pt x="497001" y="11813"/>
                  <a:pt x="493477" y="15120"/>
                </a:cubicBezTo>
                <a:cubicBezTo>
                  <a:pt x="489953" y="18426"/>
                  <a:pt x="487642" y="23592"/>
                  <a:pt x="486544" y="30617"/>
                </a:cubicBezTo>
                <a:lnTo>
                  <a:pt x="473844" y="28969"/>
                </a:lnTo>
                <a:cubicBezTo>
                  <a:pt x="474988" y="19610"/>
                  <a:pt x="478386" y="12442"/>
                  <a:pt x="484038" y="7465"/>
                </a:cubicBezTo>
                <a:cubicBezTo>
                  <a:pt x="489690" y="2488"/>
                  <a:pt x="497161" y="0"/>
                  <a:pt x="506452" y="0"/>
                </a:cubicBezTo>
                <a:cubicBezTo>
                  <a:pt x="516291" y="0"/>
                  <a:pt x="524140" y="2678"/>
                  <a:pt x="529998" y="8034"/>
                </a:cubicBezTo>
                <a:cubicBezTo>
                  <a:pt x="535855" y="13388"/>
                  <a:pt x="538784" y="19864"/>
                  <a:pt x="538784" y="27461"/>
                </a:cubicBezTo>
                <a:cubicBezTo>
                  <a:pt x="538784" y="31856"/>
                  <a:pt x="537755" y="35907"/>
                  <a:pt x="535695" y="39614"/>
                </a:cubicBezTo>
                <a:cubicBezTo>
                  <a:pt x="533636" y="43321"/>
                  <a:pt x="529609" y="47817"/>
                  <a:pt x="523613" y="53103"/>
                </a:cubicBezTo>
                <a:cubicBezTo>
                  <a:pt x="519586" y="56657"/>
                  <a:pt x="516955" y="59277"/>
                  <a:pt x="515719" y="60963"/>
                </a:cubicBezTo>
                <a:cubicBezTo>
                  <a:pt x="514483" y="62649"/>
                  <a:pt x="513568" y="64585"/>
                  <a:pt x="512973" y="66772"/>
                </a:cubicBezTo>
                <a:cubicBezTo>
                  <a:pt x="512378" y="68959"/>
                  <a:pt x="512035" y="72513"/>
                  <a:pt x="511943" y="77434"/>
                </a:cubicBezTo>
                <a:lnTo>
                  <a:pt x="500067" y="77434"/>
                </a:lnTo>
                <a:moveTo>
                  <a:pt x="499312" y="102284"/>
                </a:moveTo>
                <a:lnTo>
                  <a:pt x="499312" y="88143"/>
                </a:lnTo>
                <a:lnTo>
                  <a:pt x="513385" y="88143"/>
                </a:lnTo>
                <a:lnTo>
                  <a:pt x="513385" y="102284"/>
                </a:lnTo>
                <a:lnTo>
                  <a:pt x="499312" y="1022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B9C2B-3FB5-4879-85F3-5632102C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016" y="4339676"/>
            <a:ext cx="500263" cy="131802"/>
          </a:xfrm>
          <a:custGeom xmlns:a="http://schemas.openxmlformats.org/drawingml/2006/main">
            <a:pathLst>
              <a:path w="500263" h="131802">
                <a:moveTo>
                  <a:pt x="0" y="52721"/>
                </a:moveTo>
                <a:lnTo>
                  <a:pt x="0" y="79081"/>
                </a:lnTo>
                <a:lnTo>
                  <a:pt x="368460" y="79081"/>
                </a:lnTo>
                <a:lnTo>
                  <a:pt x="368460" y="131802"/>
                </a:lnTo>
                <a:lnTo>
                  <a:pt x="500263" y="65901"/>
                </a:lnTo>
                <a:lnTo>
                  <a:pt x="368460" y="0"/>
                </a:lnTo>
                <a:lnTo>
                  <a:pt x="368460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F65BD-913D-4495-A59F-BF9F8AF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765" y="4339676"/>
            <a:ext cx="468044" cy="131802"/>
          </a:xfrm>
          <a:custGeom xmlns:a="http://schemas.openxmlformats.org/drawingml/2006/main">
            <a:pathLst>
              <a:path w="468044" h="131802">
                <a:moveTo>
                  <a:pt x="0" y="52721"/>
                </a:moveTo>
                <a:lnTo>
                  <a:pt x="0" y="79081"/>
                </a:lnTo>
                <a:lnTo>
                  <a:pt x="336242" y="79081"/>
                </a:lnTo>
                <a:lnTo>
                  <a:pt x="336242" y="131802"/>
                </a:lnTo>
                <a:lnTo>
                  <a:pt x="468044" y="65901"/>
                </a:lnTo>
                <a:lnTo>
                  <a:pt x="336242" y="0"/>
                </a:lnTo>
                <a:lnTo>
                  <a:pt x="336242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886B7-FD30-4B91-B346-2E52AD3E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10" y="4339676"/>
            <a:ext cx="468044" cy="131802"/>
          </a:xfrm>
          <a:custGeom xmlns:a="http://schemas.openxmlformats.org/drawingml/2006/main">
            <a:pathLst>
              <a:path w="468044" h="131802">
                <a:moveTo>
                  <a:pt x="0" y="52721"/>
                </a:moveTo>
                <a:lnTo>
                  <a:pt x="0" y="79081"/>
                </a:lnTo>
                <a:lnTo>
                  <a:pt x="336242" y="79081"/>
                </a:lnTo>
                <a:lnTo>
                  <a:pt x="336242" y="131802"/>
                </a:lnTo>
                <a:lnTo>
                  <a:pt x="468044" y="65901"/>
                </a:lnTo>
                <a:lnTo>
                  <a:pt x="336242" y="0"/>
                </a:lnTo>
                <a:lnTo>
                  <a:pt x="336242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2C311-79F8-40B8-B1B5-1893A04A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100" y="4028038"/>
            <a:ext cx="2696649" cy="166364"/>
          </a:xfrm>
          <a:custGeom xmlns:a="http://schemas.openxmlformats.org/drawingml/2006/main">
            <a:pathLst>
              <a:path w="2696649" h="166364">
                <a:moveTo>
                  <a:pt x="2667676" y="166364"/>
                </a:moveTo>
                <a:lnTo>
                  <a:pt x="2696649" y="166364"/>
                </a:lnTo>
                <a:lnTo>
                  <a:pt x="2696649" y="0"/>
                </a:lnTo>
                <a:lnTo>
                  <a:pt x="0" y="0"/>
                </a:lnTo>
                <a:lnTo>
                  <a:pt x="0" y="26360"/>
                </a:lnTo>
                <a:lnTo>
                  <a:pt x="2670289" y="26360"/>
                </a:lnTo>
                <a:lnTo>
                  <a:pt x="2670289" y="140003"/>
                </a:lnTo>
                <a:lnTo>
                  <a:pt x="2667676" y="140003"/>
                </a:lnTo>
                <a:lnTo>
                  <a:pt x="2667676" y="166364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857EE-3004-479E-9CA9-86F3E103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199" y="4041218"/>
            <a:ext cx="131802" cy="303438"/>
          </a:xfrm>
          <a:custGeom xmlns:a="http://schemas.openxmlformats.org/drawingml/2006/main">
            <a:pathLst>
              <a:path w="131802" h="303438">
                <a:moveTo>
                  <a:pt x="79081" y="0"/>
                </a:moveTo>
                <a:lnTo>
                  <a:pt x="52721" y="0"/>
                </a:lnTo>
                <a:lnTo>
                  <a:pt x="52721" y="171636"/>
                </a:lnTo>
                <a:lnTo>
                  <a:pt x="0" y="171636"/>
                </a:lnTo>
                <a:lnTo>
                  <a:pt x="65901" y="303438"/>
                </a:lnTo>
                <a:lnTo>
                  <a:pt x="131802" y="171636"/>
                </a:lnTo>
                <a:lnTo>
                  <a:pt x="79081" y="171636"/>
                </a:lnTo>
                <a:lnTo>
                  <a:pt x="79081" y="0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Git">
            <a:extLst xmlns:a="http://schemas.openxmlformats.org/drawingml/2006/main">
              <a:ext uri="{FF2B5EF4-FFF2-40B4-BE49-F238E27FC236}">
                <a16:creationId xmlns:a16="http://schemas.microsoft.com/office/drawing/2014/main" id="{F6B7302F-D822-47CF-A3CB-66D399B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329" y="4513963"/>
            <a:ext cx="142487" cy="86290"/>
          </a:xfrm>
          <a:custGeom xmlns:a="http://schemas.openxmlformats.org/drawingml/2006/main">
            <a:pathLst>
              <a:path w="142487" h="86290">
                <a:moveTo>
                  <a:pt x="41836" y="52252"/>
                </a:moveTo>
                <a:lnTo>
                  <a:pt x="41836" y="42348"/>
                </a:lnTo>
                <a:lnTo>
                  <a:pt x="77183" y="42348"/>
                </a:lnTo>
                <a:lnTo>
                  <a:pt x="77183" y="73272"/>
                </a:lnTo>
                <a:cubicBezTo>
                  <a:pt x="71757" y="77593"/>
                  <a:pt x="66160" y="80843"/>
                  <a:pt x="60392" y="83023"/>
                </a:cubicBezTo>
                <a:cubicBezTo>
                  <a:pt x="54624" y="85201"/>
                  <a:pt x="48704" y="86290"/>
                  <a:pt x="42633" y="86290"/>
                </a:cubicBezTo>
                <a:cubicBezTo>
                  <a:pt x="34436" y="86290"/>
                  <a:pt x="26989" y="84535"/>
                  <a:pt x="20292" y="81025"/>
                </a:cubicBezTo>
                <a:cubicBezTo>
                  <a:pt x="13594" y="77515"/>
                  <a:pt x="8538" y="72440"/>
                  <a:pt x="5123" y="65799"/>
                </a:cubicBezTo>
                <a:cubicBezTo>
                  <a:pt x="1708" y="59159"/>
                  <a:pt x="0" y="51740"/>
                  <a:pt x="0" y="43544"/>
                </a:cubicBezTo>
                <a:cubicBezTo>
                  <a:pt x="0" y="35423"/>
                  <a:pt x="1698" y="27843"/>
                  <a:pt x="5094" y="20804"/>
                </a:cubicBezTo>
                <a:cubicBezTo>
                  <a:pt x="8491" y="13765"/>
                  <a:pt x="13376" y="8538"/>
                  <a:pt x="19751" y="5123"/>
                </a:cubicBezTo>
                <a:cubicBezTo>
                  <a:pt x="26126" y="1708"/>
                  <a:pt x="33469" y="0"/>
                  <a:pt x="41779" y="0"/>
                </a:cubicBezTo>
                <a:cubicBezTo>
                  <a:pt x="47813" y="0"/>
                  <a:pt x="53267" y="978"/>
                  <a:pt x="58144" y="2935"/>
                </a:cubicBezTo>
                <a:cubicBezTo>
                  <a:pt x="63020" y="4892"/>
                  <a:pt x="66843" y="7617"/>
                  <a:pt x="69613" y="11112"/>
                </a:cubicBezTo>
                <a:cubicBezTo>
                  <a:pt x="72383" y="14606"/>
                  <a:pt x="74489" y="19165"/>
                  <a:pt x="75931" y="24787"/>
                </a:cubicBezTo>
                <a:lnTo>
                  <a:pt x="65970" y="27519"/>
                </a:lnTo>
                <a:cubicBezTo>
                  <a:pt x="64718" y="23264"/>
                  <a:pt x="63162" y="19921"/>
                  <a:pt x="61303" y="17489"/>
                </a:cubicBezTo>
                <a:cubicBezTo>
                  <a:pt x="59443" y="15055"/>
                  <a:pt x="56787" y="13107"/>
                  <a:pt x="53334" y="11644"/>
                </a:cubicBezTo>
                <a:cubicBezTo>
                  <a:pt x="49881" y="10180"/>
                  <a:pt x="46048" y="9449"/>
                  <a:pt x="41836" y="9449"/>
                </a:cubicBezTo>
                <a:cubicBezTo>
                  <a:pt x="36789" y="9449"/>
                  <a:pt x="32425" y="10218"/>
                  <a:pt x="28744" y="11756"/>
                </a:cubicBezTo>
                <a:cubicBezTo>
                  <a:pt x="25064" y="13294"/>
                  <a:pt x="22094" y="15316"/>
                  <a:pt x="19837" y="17823"/>
                </a:cubicBezTo>
                <a:cubicBezTo>
                  <a:pt x="17579" y="20330"/>
                  <a:pt x="15824" y="23083"/>
                  <a:pt x="14571" y="26083"/>
                </a:cubicBezTo>
                <a:cubicBezTo>
                  <a:pt x="12446" y="31249"/>
                  <a:pt x="11384" y="36851"/>
                  <a:pt x="11384" y="42889"/>
                </a:cubicBezTo>
                <a:cubicBezTo>
                  <a:pt x="11384" y="50332"/>
                  <a:pt x="12665" y="56561"/>
                  <a:pt x="15226" y="61575"/>
                </a:cubicBezTo>
                <a:cubicBezTo>
                  <a:pt x="17787" y="66588"/>
                  <a:pt x="21516" y="70311"/>
                  <a:pt x="26411" y="72742"/>
                </a:cubicBezTo>
                <a:cubicBezTo>
                  <a:pt x="31306" y="75171"/>
                  <a:pt x="36505" y="76386"/>
                  <a:pt x="42007" y="76386"/>
                </a:cubicBezTo>
                <a:cubicBezTo>
                  <a:pt x="46788" y="76386"/>
                  <a:pt x="51455" y="75469"/>
                  <a:pt x="56009" y="73633"/>
                </a:cubicBezTo>
                <a:cubicBezTo>
                  <a:pt x="60563" y="71796"/>
                  <a:pt x="64016" y="69836"/>
                  <a:pt x="66368" y="67754"/>
                </a:cubicBezTo>
                <a:lnTo>
                  <a:pt x="66368" y="52252"/>
                </a:lnTo>
                <a:lnTo>
                  <a:pt x="41836" y="52252"/>
                </a:lnTo>
                <a:close/>
                <a:moveTo>
                  <a:pt x="92919" y="13205"/>
                </a:moveTo>
                <a:lnTo>
                  <a:pt x="92919" y="1480"/>
                </a:lnTo>
                <a:lnTo>
                  <a:pt x="103165" y="1480"/>
                </a:lnTo>
                <a:lnTo>
                  <a:pt x="103165" y="13205"/>
                </a:lnTo>
                <a:lnTo>
                  <a:pt x="92919" y="13205"/>
                </a:lnTo>
                <a:moveTo>
                  <a:pt x="92919" y="84924"/>
                </a:moveTo>
                <a:lnTo>
                  <a:pt x="92919" y="24476"/>
                </a:lnTo>
                <a:lnTo>
                  <a:pt x="103165" y="24476"/>
                </a:lnTo>
                <a:lnTo>
                  <a:pt x="103165" y="84924"/>
                </a:lnTo>
                <a:lnTo>
                  <a:pt x="92919" y="84924"/>
                </a:lnTo>
                <a:close/>
                <a:moveTo>
                  <a:pt x="141007" y="75760"/>
                </a:moveTo>
                <a:lnTo>
                  <a:pt x="142487" y="84810"/>
                </a:lnTo>
                <a:cubicBezTo>
                  <a:pt x="139603" y="85418"/>
                  <a:pt x="137022" y="85721"/>
                  <a:pt x="134745" y="85721"/>
                </a:cubicBezTo>
                <a:cubicBezTo>
                  <a:pt x="131027" y="85721"/>
                  <a:pt x="128143" y="85133"/>
                  <a:pt x="126094" y="83957"/>
                </a:cubicBezTo>
                <a:cubicBezTo>
                  <a:pt x="124045" y="82780"/>
                  <a:pt x="122603" y="81234"/>
                  <a:pt x="121768" y="79318"/>
                </a:cubicBezTo>
                <a:cubicBezTo>
                  <a:pt x="120933" y="77401"/>
                  <a:pt x="120515" y="73370"/>
                  <a:pt x="120515" y="67222"/>
                </a:cubicBezTo>
                <a:lnTo>
                  <a:pt x="120515" y="32444"/>
                </a:lnTo>
                <a:lnTo>
                  <a:pt x="113002" y="32444"/>
                </a:lnTo>
                <a:lnTo>
                  <a:pt x="113002" y="24476"/>
                </a:lnTo>
                <a:lnTo>
                  <a:pt x="120515" y="24476"/>
                </a:lnTo>
                <a:lnTo>
                  <a:pt x="120515" y="9506"/>
                </a:lnTo>
                <a:lnTo>
                  <a:pt x="130704" y="3358"/>
                </a:lnTo>
                <a:lnTo>
                  <a:pt x="130704" y="24476"/>
                </a:lnTo>
                <a:lnTo>
                  <a:pt x="141007" y="24476"/>
                </a:lnTo>
                <a:lnTo>
                  <a:pt x="141007" y="32444"/>
                </a:lnTo>
                <a:lnTo>
                  <a:pt x="130704" y="32444"/>
                </a:lnTo>
                <a:lnTo>
                  <a:pt x="130704" y="67791"/>
                </a:lnTo>
                <a:cubicBezTo>
                  <a:pt x="130704" y="70713"/>
                  <a:pt x="130884" y="72592"/>
                  <a:pt x="131245" y="73427"/>
                </a:cubicBezTo>
                <a:cubicBezTo>
                  <a:pt x="131605" y="74261"/>
                  <a:pt x="132194" y="74925"/>
                  <a:pt x="133009" y="75419"/>
                </a:cubicBezTo>
                <a:cubicBezTo>
                  <a:pt x="133825" y="75912"/>
                  <a:pt x="134992" y="76159"/>
                  <a:pt x="136510" y="76159"/>
                </a:cubicBezTo>
                <a:cubicBezTo>
                  <a:pt x="137648" y="76159"/>
                  <a:pt x="139147" y="76026"/>
                  <a:pt x="141007" y="75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cmd">
            <a:extLst xmlns:a="http://schemas.openxmlformats.org/drawingml/2006/main">
              <a:ext uri="{FF2B5EF4-FFF2-40B4-BE49-F238E27FC236}">
                <a16:creationId xmlns:a16="http://schemas.microsoft.com/office/drawing/2014/main" id="{A8EDE482-452F-48A3-A6C1-B1E10696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679" y="4656032"/>
            <a:ext cx="208259" cy="84810"/>
          </a:xfrm>
          <a:custGeom xmlns:a="http://schemas.openxmlformats.org/drawingml/2006/main">
            <a:pathLst>
              <a:path w="208259" h="84810">
                <a:moveTo>
                  <a:pt x="42576" y="61246"/>
                </a:moveTo>
                <a:lnTo>
                  <a:pt x="52651" y="62612"/>
                </a:lnTo>
                <a:cubicBezTo>
                  <a:pt x="51550" y="69556"/>
                  <a:pt x="48733" y="74992"/>
                  <a:pt x="44198" y="78919"/>
                </a:cubicBezTo>
                <a:cubicBezTo>
                  <a:pt x="39664" y="82847"/>
                  <a:pt x="34095" y="84810"/>
                  <a:pt x="27492" y="84810"/>
                </a:cubicBezTo>
                <a:cubicBezTo>
                  <a:pt x="19220" y="84810"/>
                  <a:pt x="12570" y="82107"/>
                  <a:pt x="7542" y="76699"/>
                </a:cubicBezTo>
                <a:cubicBezTo>
                  <a:pt x="2514" y="71292"/>
                  <a:pt x="0" y="63541"/>
                  <a:pt x="0" y="53448"/>
                </a:cubicBezTo>
                <a:cubicBezTo>
                  <a:pt x="0" y="46921"/>
                  <a:pt x="1081" y="41210"/>
                  <a:pt x="3244" y="36315"/>
                </a:cubicBezTo>
                <a:cubicBezTo>
                  <a:pt x="5407" y="31420"/>
                  <a:pt x="8699" y="27748"/>
                  <a:pt x="13120" y="25301"/>
                </a:cubicBezTo>
                <a:cubicBezTo>
                  <a:pt x="17541" y="22853"/>
                  <a:pt x="22351" y="21630"/>
                  <a:pt x="27549" y="21630"/>
                </a:cubicBezTo>
                <a:cubicBezTo>
                  <a:pt x="34114" y="21630"/>
                  <a:pt x="39483" y="23280"/>
                  <a:pt x="43657" y="26582"/>
                </a:cubicBezTo>
                <a:cubicBezTo>
                  <a:pt x="47832" y="29882"/>
                  <a:pt x="50507" y="34568"/>
                  <a:pt x="51683" y="40641"/>
                </a:cubicBezTo>
                <a:lnTo>
                  <a:pt x="41722" y="42234"/>
                </a:lnTo>
                <a:cubicBezTo>
                  <a:pt x="40774" y="38193"/>
                  <a:pt x="39094" y="35153"/>
                  <a:pt x="36685" y="33113"/>
                </a:cubicBezTo>
                <a:cubicBezTo>
                  <a:pt x="34275" y="31073"/>
                  <a:pt x="31363" y="30054"/>
                  <a:pt x="27948" y="30054"/>
                </a:cubicBezTo>
                <a:cubicBezTo>
                  <a:pt x="22787" y="30054"/>
                  <a:pt x="18594" y="31904"/>
                  <a:pt x="15368" y="35603"/>
                </a:cubicBezTo>
                <a:cubicBezTo>
                  <a:pt x="12143" y="39303"/>
                  <a:pt x="10530" y="45156"/>
                  <a:pt x="10530" y="53163"/>
                </a:cubicBezTo>
                <a:cubicBezTo>
                  <a:pt x="10530" y="61284"/>
                  <a:pt x="12086" y="67184"/>
                  <a:pt x="15198" y="70865"/>
                </a:cubicBezTo>
                <a:cubicBezTo>
                  <a:pt x="18309" y="74546"/>
                  <a:pt x="22369" y="76386"/>
                  <a:pt x="27378" y="76386"/>
                </a:cubicBezTo>
                <a:cubicBezTo>
                  <a:pt x="31401" y="76386"/>
                  <a:pt x="34759" y="75148"/>
                  <a:pt x="37453" y="72672"/>
                </a:cubicBezTo>
                <a:cubicBezTo>
                  <a:pt x="40147" y="70196"/>
                  <a:pt x="41855" y="66387"/>
                  <a:pt x="42576" y="61246"/>
                </a:cubicBezTo>
                <a:close/>
                <a:moveTo>
                  <a:pt x="61709" y="83444"/>
                </a:moveTo>
                <a:lnTo>
                  <a:pt x="61709" y="22996"/>
                </a:lnTo>
                <a:lnTo>
                  <a:pt x="70873" y="22996"/>
                </a:lnTo>
                <a:lnTo>
                  <a:pt x="70873" y="31477"/>
                </a:lnTo>
                <a:cubicBezTo>
                  <a:pt x="72770" y="28517"/>
                  <a:pt x="75294" y="26136"/>
                  <a:pt x="78443" y="24333"/>
                </a:cubicBezTo>
                <a:cubicBezTo>
                  <a:pt x="81593" y="22531"/>
                  <a:pt x="85179" y="21630"/>
                  <a:pt x="89201" y="21630"/>
                </a:cubicBezTo>
                <a:cubicBezTo>
                  <a:pt x="93679" y="21630"/>
                  <a:pt x="97350" y="22559"/>
                  <a:pt x="100215" y="24419"/>
                </a:cubicBezTo>
                <a:cubicBezTo>
                  <a:pt x="103080" y="26278"/>
                  <a:pt x="105101" y="28877"/>
                  <a:pt x="106277" y="32217"/>
                </a:cubicBezTo>
                <a:cubicBezTo>
                  <a:pt x="111059" y="25159"/>
                  <a:pt x="117282" y="21630"/>
                  <a:pt x="124947" y="21630"/>
                </a:cubicBezTo>
                <a:cubicBezTo>
                  <a:pt x="130942" y="21630"/>
                  <a:pt x="135553" y="23290"/>
                  <a:pt x="138778" y="26610"/>
                </a:cubicBezTo>
                <a:cubicBezTo>
                  <a:pt x="142004" y="29930"/>
                  <a:pt x="143617" y="35044"/>
                  <a:pt x="143617" y="41950"/>
                </a:cubicBezTo>
                <a:lnTo>
                  <a:pt x="143617" y="83444"/>
                </a:lnTo>
                <a:lnTo>
                  <a:pt x="133428" y="83444"/>
                </a:lnTo>
                <a:lnTo>
                  <a:pt x="133428" y="45365"/>
                </a:lnTo>
                <a:cubicBezTo>
                  <a:pt x="133428" y="41267"/>
                  <a:pt x="133096" y="38316"/>
                  <a:pt x="132432" y="36514"/>
                </a:cubicBezTo>
                <a:cubicBezTo>
                  <a:pt x="131768" y="34712"/>
                  <a:pt x="130563" y="33260"/>
                  <a:pt x="128817" y="32160"/>
                </a:cubicBezTo>
                <a:cubicBezTo>
                  <a:pt x="127072" y="31059"/>
                  <a:pt x="125023" y="30509"/>
                  <a:pt x="122670" y="30509"/>
                </a:cubicBezTo>
                <a:cubicBezTo>
                  <a:pt x="118420" y="30509"/>
                  <a:pt x="114891" y="31923"/>
                  <a:pt x="112083" y="34750"/>
                </a:cubicBezTo>
                <a:cubicBezTo>
                  <a:pt x="109275" y="37577"/>
                  <a:pt x="107871" y="42102"/>
                  <a:pt x="107871" y="48325"/>
                </a:cubicBezTo>
                <a:lnTo>
                  <a:pt x="107871" y="83444"/>
                </a:lnTo>
                <a:lnTo>
                  <a:pt x="97625" y="83444"/>
                </a:lnTo>
                <a:lnTo>
                  <a:pt x="97625" y="44170"/>
                </a:lnTo>
                <a:cubicBezTo>
                  <a:pt x="97625" y="39616"/>
                  <a:pt x="96791" y="36201"/>
                  <a:pt x="95121" y="33924"/>
                </a:cubicBezTo>
                <a:cubicBezTo>
                  <a:pt x="93451" y="31647"/>
                  <a:pt x="90719" y="30509"/>
                  <a:pt x="86925" y="30509"/>
                </a:cubicBezTo>
                <a:cubicBezTo>
                  <a:pt x="84041" y="30509"/>
                  <a:pt x="81375" y="31268"/>
                  <a:pt x="78927" y="32786"/>
                </a:cubicBezTo>
                <a:cubicBezTo>
                  <a:pt x="76480" y="34304"/>
                  <a:pt x="74706" y="36524"/>
                  <a:pt x="73605" y="39445"/>
                </a:cubicBezTo>
                <a:cubicBezTo>
                  <a:pt x="72505" y="42367"/>
                  <a:pt x="71955" y="46579"/>
                  <a:pt x="71955" y="52082"/>
                </a:cubicBezTo>
                <a:lnTo>
                  <a:pt x="71955" y="83444"/>
                </a:lnTo>
                <a:lnTo>
                  <a:pt x="61709" y="83444"/>
                </a:lnTo>
                <a:close/>
                <a:moveTo>
                  <a:pt x="198754" y="83444"/>
                </a:moveTo>
                <a:lnTo>
                  <a:pt x="198754" y="75817"/>
                </a:lnTo>
                <a:cubicBezTo>
                  <a:pt x="194921" y="81813"/>
                  <a:pt x="189286" y="84810"/>
                  <a:pt x="181848" y="84810"/>
                </a:cubicBezTo>
                <a:cubicBezTo>
                  <a:pt x="177029" y="84810"/>
                  <a:pt x="172599" y="83482"/>
                  <a:pt x="168558" y="80826"/>
                </a:cubicBezTo>
                <a:cubicBezTo>
                  <a:pt x="164516" y="78170"/>
                  <a:pt x="161386" y="74461"/>
                  <a:pt x="159166" y="69698"/>
                </a:cubicBezTo>
                <a:cubicBezTo>
                  <a:pt x="156946" y="64936"/>
                  <a:pt x="155836" y="59462"/>
                  <a:pt x="155836" y="53277"/>
                </a:cubicBezTo>
                <a:cubicBezTo>
                  <a:pt x="155836" y="47243"/>
                  <a:pt x="156842" y="41770"/>
                  <a:pt x="158853" y="36856"/>
                </a:cubicBezTo>
                <a:cubicBezTo>
                  <a:pt x="160864" y="31941"/>
                  <a:pt x="163881" y="28175"/>
                  <a:pt x="167903" y="25557"/>
                </a:cubicBezTo>
                <a:cubicBezTo>
                  <a:pt x="171925" y="22939"/>
                  <a:pt x="176422" y="21630"/>
                  <a:pt x="181393" y="21630"/>
                </a:cubicBezTo>
                <a:cubicBezTo>
                  <a:pt x="185036" y="21630"/>
                  <a:pt x="188280" y="22403"/>
                  <a:pt x="191126" y="23951"/>
                </a:cubicBezTo>
                <a:cubicBezTo>
                  <a:pt x="193972" y="25497"/>
                  <a:pt x="196287" y="27512"/>
                  <a:pt x="198071" y="29995"/>
                </a:cubicBezTo>
                <a:lnTo>
                  <a:pt x="198071" y="0"/>
                </a:lnTo>
                <a:lnTo>
                  <a:pt x="208259" y="0"/>
                </a:lnTo>
                <a:lnTo>
                  <a:pt x="208259" y="83444"/>
                </a:lnTo>
                <a:lnTo>
                  <a:pt x="198754" y="83444"/>
                </a:lnTo>
                <a:moveTo>
                  <a:pt x="166366" y="53305"/>
                </a:moveTo>
                <a:cubicBezTo>
                  <a:pt x="166366" y="61037"/>
                  <a:pt x="167998" y="66817"/>
                  <a:pt x="171261" y="70645"/>
                </a:cubicBezTo>
                <a:cubicBezTo>
                  <a:pt x="174525" y="74472"/>
                  <a:pt x="178376" y="76386"/>
                  <a:pt x="182816" y="76386"/>
                </a:cubicBezTo>
                <a:cubicBezTo>
                  <a:pt x="187294" y="76386"/>
                  <a:pt x="191098" y="74558"/>
                  <a:pt x="194228" y="70901"/>
                </a:cubicBezTo>
                <a:cubicBezTo>
                  <a:pt x="197359" y="67244"/>
                  <a:pt x="198924" y="61663"/>
                  <a:pt x="198924" y="54157"/>
                </a:cubicBezTo>
                <a:cubicBezTo>
                  <a:pt x="198924" y="45896"/>
                  <a:pt x="197331" y="39832"/>
                  <a:pt x="194143" y="35966"/>
                </a:cubicBezTo>
                <a:cubicBezTo>
                  <a:pt x="190956" y="32100"/>
                  <a:pt x="187028" y="30167"/>
                  <a:pt x="182361" y="30167"/>
                </a:cubicBezTo>
                <a:cubicBezTo>
                  <a:pt x="177807" y="30167"/>
                  <a:pt x="174003" y="32024"/>
                  <a:pt x="170948" y="35739"/>
                </a:cubicBezTo>
                <a:cubicBezTo>
                  <a:pt x="167894" y="39453"/>
                  <a:pt x="166366" y="45308"/>
                  <a:pt x="166366" y="533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bfea90ec64bbf"/>
          <a:stretch xmlns:a="http://schemas.openxmlformats.org/drawingml/2006/main"/>
        </p:blipFill>
        <p:spPr>
          <a:xfrm xmlns:a="http://schemas.openxmlformats.org/drawingml/2006/main">
            <a:off x="5405281" y="4481730"/>
            <a:ext cx="222013" cy="222013"/>
          </a:xfrm>
          <a:prstGeom xmlns:a="http://schemas.openxmlformats.org/drawingml/2006/main" prst="rect">
            <a:avLst/>
          </a:prstGeom>
        </p:spPr>
      </p:pic>
      <p:pic>
        <p:nvPicPr>
          <p:cNvPr id="4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f973f14da4ddb"/>
          <a:stretch xmlns:a="http://schemas.openxmlformats.org/drawingml/2006/main"/>
        </p:blipFill>
        <p:spPr>
          <a:xfrm xmlns:a="http://schemas.openxmlformats.org/drawingml/2006/main">
            <a:off x="1133718" y="1207178"/>
            <a:ext cx="319254" cy="319254"/>
          </a:xfrm>
          <a:prstGeom xmlns:a="http://schemas.openxmlformats.org/drawingml/2006/main" prst="rect">
            <a:avLst/>
          </a:prstGeom>
        </p:spPr>
      </p:pic>
      <p:pic>
        <p:nvPicPr>
          <p:cNvPr id="4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0c94a609e4512"/>
          <a:stretch xmlns:a="http://schemas.openxmlformats.org/drawingml/2006/main"/>
        </p:blipFill>
        <p:spPr>
          <a:xfrm xmlns:a="http://schemas.openxmlformats.org/drawingml/2006/main">
            <a:off x="1133132" y="2290299"/>
            <a:ext cx="319254" cy="319254"/>
          </a:xfrm>
          <a:prstGeom xmlns:a="http://schemas.openxmlformats.org/drawingml/2006/main" prst="rect">
            <a:avLst/>
          </a:prstGeom>
        </p:spPr>
      </p:pic>
      <p:pic>
        <p:nvPicPr>
          <p:cNvPr id="4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37ee087b040e5"/>
          <a:stretch xmlns:a="http://schemas.openxmlformats.org/drawingml/2006/main"/>
        </p:blipFill>
        <p:spPr>
          <a:xfrm xmlns:a="http://schemas.openxmlformats.org/drawingml/2006/main">
            <a:off x="1133718" y="3354089"/>
            <a:ext cx="319254" cy="319254"/>
          </a:xfrm>
          <a:prstGeom xmlns:a="http://schemas.openxmlformats.org/drawingml/2006/main" prst="rect">
            <a:avLst/>
          </a:prstGeom>
        </p:spPr>
      </p:pic>
      <p:sp>
        <p:nvSpPr>
          <p:cNvPr id="182" name="Text Tools">
            <a:extLst xmlns:a="http://schemas.openxmlformats.org/drawingml/2006/main">
              <a:ext uri="{FF2B5EF4-FFF2-40B4-BE49-F238E27FC236}">
                <a16:creationId xmlns:a16="http://schemas.microsoft.com/office/drawing/2014/main" id="{306BF7C3-8499-4383-AFC0-E5C97A8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995" y="5312877"/>
            <a:ext cx="391349" cy="119758"/>
          </a:xfrm>
          <a:custGeom xmlns:a="http://schemas.openxmlformats.org/drawingml/2006/main">
            <a:pathLst>
              <a:path w="391349" h="119758">
                <a:moveTo>
                  <a:pt x="38821" y="117829"/>
                </a:moveTo>
                <a:lnTo>
                  <a:pt x="38821" y="13985"/>
                </a:lnTo>
                <a:lnTo>
                  <a:pt x="0" y="13985"/>
                </a:lnTo>
                <a:lnTo>
                  <a:pt x="0" y="0"/>
                </a:lnTo>
                <a:lnTo>
                  <a:pt x="93395" y="0"/>
                </a:lnTo>
                <a:lnTo>
                  <a:pt x="93395" y="13985"/>
                </a:lnTo>
                <a:lnTo>
                  <a:pt x="54413" y="13985"/>
                </a:lnTo>
                <a:lnTo>
                  <a:pt x="54413" y="117829"/>
                </a:lnTo>
                <a:lnTo>
                  <a:pt x="38821" y="117829"/>
                </a:lnTo>
                <a:close/>
                <a:moveTo>
                  <a:pt x="101778" y="75150"/>
                </a:moveTo>
                <a:cubicBezTo>
                  <a:pt x="101778" y="59343"/>
                  <a:pt x="106172" y="47635"/>
                  <a:pt x="114959" y="40026"/>
                </a:cubicBezTo>
                <a:cubicBezTo>
                  <a:pt x="122300" y="33704"/>
                  <a:pt x="131248" y="30542"/>
                  <a:pt x="141804" y="30542"/>
                </a:cubicBezTo>
                <a:cubicBezTo>
                  <a:pt x="153539" y="30542"/>
                  <a:pt x="163130" y="34387"/>
                  <a:pt x="170578" y="42076"/>
                </a:cubicBezTo>
                <a:cubicBezTo>
                  <a:pt x="178026" y="49765"/>
                  <a:pt x="181750" y="60388"/>
                  <a:pt x="181750" y="73944"/>
                </a:cubicBezTo>
                <a:cubicBezTo>
                  <a:pt x="181750" y="84929"/>
                  <a:pt x="180102" y="93569"/>
                  <a:pt x="176807" y="99865"/>
                </a:cubicBezTo>
                <a:cubicBezTo>
                  <a:pt x="173512" y="106161"/>
                  <a:pt x="168716" y="111050"/>
                  <a:pt x="162420" y="114533"/>
                </a:cubicBezTo>
                <a:cubicBezTo>
                  <a:pt x="156124" y="118016"/>
                  <a:pt x="149252" y="119758"/>
                  <a:pt x="141804" y="119758"/>
                </a:cubicBezTo>
                <a:cubicBezTo>
                  <a:pt x="129855" y="119758"/>
                  <a:pt x="120197" y="115926"/>
                  <a:pt x="112829" y="108264"/>
                </a:cubicBezTo>
                <a:cubicBezTo>
                  <a:pt x="105462" y="100602"/>
                  <a:pt x="101778" y="89564"/>
                  <a:pt x="101778" y="75150"/>
                </a:cubicBezTo>
                <a:moveTo>
                  <a:pt x="116647" y="75190"/>
                </a:moveTo>
                <a:cubicBezTo>
                  <a:pt x="116647" y="86108"/>
                  <a:pt x="119031" y="94282"/>
                  <a:pt x="123800" y="99714"/>
                </a:cubicBezTo>
                <a:cubicBezTo>
                  <a:pt x="128569" y="105146"/>
                  <a:pt x="134570" y="107862"/>
                  <a:pt x="141804" y="107862"/>
                </a:cubicBezTo>
                <a:cubicBezTo>
                  <a:pt x="148984" y="107862"/>
                  <a:pt x="154959" y="105133"/>
                  <a:pt x="159727" y="99674"/>
                </a:cubicBezTo>
                <a:cubicBezTo>
                  <a:pt x="164496" y="94215"/>
                  <a:pt x="166881" y="85893"/>
                  <a:pt x="166881" y="74708"/>
                </a:cubicBezTo>
                <a:cubicBezTo>
                  <a:pt x="166881" y="64165"/>
                  <a:pt x="164483" y="56178"/>
                  <a:pt x="159687" y="50746"/>
                </a:cubicBezTo>
                <a:cubicBezTo>
                  <a:pt x="154892" y="45314"/>
                  <a:pt x="148931" y="42598"/>
                  <a:pt x="141804" y="42598"/>
                </a:cubicBezTo>
                <a:cubicBezTo>
                  <a:pt x="134570" y="42598"/>
                  <a:pt x="128569" y="45301"/>
                  <a:pt x="123800" y="50706"/>
                </a:cubicBezTo>
                <a:cubicBezTo>
                  <a:pt x="119031" y="56111"/>
                  <a:pt x="116647" y="64273"/>
                  <a:pt x="116647" y="75190"/>
                </a:cubicBezTo>
                <a:close/>
                <a:moveTo>
                  <a:pt x="193160" y="75150"/>
                </a:moveTo>
                <a:cubicBezTo>
                  <a:pt x="193160" y="59343"/>
                  <a:pt x="197553" y="47635"/>
                  <a:pt x="206341" y="40026"/>
                </a:cubicBezTo>
                <a:cubicBezTo>
                  <a:pt x="213682" y="33704"/>
                  <a:pt x="222630" y="30542"/>
                  <a:pt x="233186" y="30542"/>
                </a:cubicBezTo>
                <a:cubicBezTo>
                  <a:pt x="244921" y="30542"/>
                  <a:pt x="254512" y="34387"/>
                  <a:pt x="261960" y="42076"/>
                </a:cubicBezTo>
                <a:cubicBezTo>
                  <a:pt x="269408" y="49765"/>
                  <a:pt x="273132" y="60388"/>
                  <a:pt x="273132" y="73944"/>
                </a:cubicBezTo>
                <a:cubicBezTo>
                  <a:pt x="273132" y="84929"/>
                  <a:pt x="271484" y="93569"/>
                  <a:pt x="268189" y="99865"/>
                </a:cubicBezTo>
                <a:cubicBezTo>
                  <a:pt x="264894" y="106161"/>
                  <a:pt x="260098" y="111050"/>
                  <a:pt x="253802" y="114533"/>
                </a:cubicBezTo>
                <a:cubicBezTo>
                  <a:pt x="247506" y="118016"/>
                  <a:pt x="240634" y="119758"/>
                  <a:pt x="233186" y="119758"/>
                </a:cubicBezTo>
                <a:cubicBezTo>
                  <a:pt x="221237" y="119758"/>
                  <a:pt x="211579" y="115926"/>
                  <a:pt x="204211" y="108264"/>
                </a:cubicBezTo>
                <a:cubicBezTo>
                  <a:pt x="196844" y="100602"/>
                  <a:pt x="193160" y="89564"/>
                  <a:pt x="193160" y="75150"/>
                </a:cubicBezTo>
                <a:moveTo>
                  <a:pt x="208029" y="75190"/>
                </a:moveTo>
                <a:cubicBezTo>
                  <a:pt x="208029" y="86108"/>
                  <a:pt x="210413" y="94282"/>
                  <a:pt x="215182" y="99714"/>
                </a:cubicBezTo>
                <a:cubicBezTo>
                  <a:pt x="219951" y="105146"/>
                  <a:pt x="225952" y="107862"/>
                  <a:pt x="233186" y="107862"/>
                </a:cubicBezTo>
                <a:cubicBezTo>
                  <a:pt x="240366" y="107862"/>
                  <a:pt x="246341" y="105133"/>
                  <a:pt x="251109" y="99674"/>
                </a:cubicBezTo>
                <a:cubicBezTo>
                  <a:pt x="255878" y="94215"/>
                  <a:pt x="258263" y="85893"/>
                  <a:pt x="258263" y="74708"/>
                </a:cubicBezTo>
                <a:cubicBezTo>
                  <a:pt x="258263" y="64165"/>
                  <a:pt x="255865" y="56178"/>
                  <a:pt x="251069" y="50746"/>
                </a:cubicBezTo>
                <a:cubicBezTo>
                  <a:pt x="246274" y="45314"/>
                  <a:pt x="240313" y="42598"/>
                  <a:pt x="233186" y="42598"/>
                </a:cubicBezTo>
                <a:cubicBezTo>
                  <a:pt x="225952" y="42598"/>
                  <a:pt x="219951" y="45301"/>
                  <a:pt x="215182" y="50706"/>
                </a:cubicBezTo>
                <a:cubicBezTo>
                  <a:pt x="210413" y="56111"/>
                  <a:pt x="208029" y="64273"/>
                  <a:pt x="208029" y="75190"/>
                </a:cubicBezTo>
                <a:close/>
                <a:moveTo>
                  <a:pt x="289606" y="117829"/>
                </a:moveTo>
                <a:lnTo>
                  <a:pt x="289606" y="0"/>
                </a:lnTo>
                <a:lnTo>
                  <a:pt x="304073" y="0"/>
                </a:lnTo>
                <a:lnTo>
                  <a:pt x="304073" y="117829"/>
                </a:lnTo>
                <a:lnTo>
                  <a:pt x="289606" y="117829"/>
                </a:lnTo>
                <a:close/>
                <a:moveTo>
                  <a:pt x="320459" y="92270"/>
                </a:moveTo>
                <a:lnTo>
                  <a:pt x="334766" y="90019"/>
                </a:lnTo>
                <a:cubicBezTo>
                  <a:pt x="335570" y="95778"/>
                  <a:pt x="337807" y="100191"/>
                  <a:pt x="341477" y="103261"/>
                </a:cubicBezTo>
                <a:cubicBezTo>
                  <a:pt x="345147" y="106328"/>
                  <a:pt x="350278" y="107862"/>
                  <a:pt x="356869" y="107862"/>
                </a:cubicBezTo>
                <a:cubicBezTo>
                  <a:pt x="363513" y="107862"/>
                  <a:pt x="368443" y="106509"/>
                  <a:pt x="371658" y="103803"/>
                </a:cubicBezTo>
                <a:cubicBezTo>
                  <a:pt x="374873" y="101097"/>
                  <a:pt x="376480" y="97923"/>
                  <a:pt x="376480" y="94279"/>
                </a:cubicBezTo>
                <a:cubicBezTo>
                  <a:pt x="376480" y="91010"/>
                  <a:pt x="375060" y="88438"/>
                  <a:pt x="372220" y="86563"/>
                </a:cubicBezTo>
                <a:cubicBezTo>
                  <a:pt x="370238" y="85277"/>
                  <a:pt x="365308" y="83643"/>
                  <a:pt x="357431" y="81660"/>
                </a:cubicBezTo>
                <a:cubicBezTo>
                  <a:pt x="346822" y="78981"/>
                  <a:pt x="339468" y="76664"/>
                  <a:pt x="335369" y="74708"/>
                </a:cubicBezTo>
                <a:cubicBezTo>
                  <a:pt x="331270" y="72752"/>
                  <a:pt x="328162" y="70046"/>
                  <a:pt x="326045" y="66590"/>
                </a:cubicBezTo>
                <a:cubicBezTo>
                  <a:pt x="323929" y="63134"/>
                  <a:pt x="322870" y="59316"/>
                  <a:pt x="322870" y="55137"/>
                </a:cubicBezTo>
                <a:cubicBezTo>
                  <a:pt x="322870" y="51332"/>
                  <a:pt x="323741" y="47809"/>
                  <a:pt x="325483" y="44567"/>
                </a:cubicBezTo>
                <a:cubicBezTo>
                  <a:pt x="327224" y="41326"/>
                  <a:pt x="329595" y="38633"/>
                  <a:pt x="332596" y="36490"/>
                </a:cubicBezTo>
                <a:cubicBezTo>
                  <a:pt x="334846" y="34829"/>
                  <a:pt x="337914" y="33422"/>
                  <a:pt x="341799" y="32270"/>
                </a:cubicBezTo>
                <a:cubicBezTo>
                  <a:pt x="345683" y="31118"/>
                  <a:pt x="349849" y="30542"/>
                  <a:pt x="354297" y="30542"/>
                </a:cubicBezTo>
                <a:cubicBezTo>
                  <a:pt x="360995" y="30542"/>
                  <a:pt x="366875" y="31507"/>
                  <a:pt x="371939" y="33436"/>
                </a:cubicBezTo>
                <a:cubicBezTo>
                  <a:pt x="377002" y="35365"/>
                  <a:pt x="380740" y="37977"/>
                  <a:pt x="383151" y="41272"/>
                </a:cubicBezTo>
                <a:cubicBezTo>
                  <a:pt x="385562" y="44567"/>
                  <a:pt x="387223" y="48975"/>
                  <a:pt x="388134" y="54494"/>
                </a:cubicBezTo>
                <a:lnTo>
                  <a:pt x="373988" y="56423"/>
                </a:lnTo>
                <a:cubicBezTo>
                  <a:pt x="373345" y="52029"/>
                  <a:pt x="371483" y="48600"/>
                  <a:pt x="368402" y="46135"/>
                </a:cubicBezTo>
                <a:cubicBezTo>
                  <a:pt x="365321" y="43670"/>
                  <a:pt x="360968" y="42438"/>
                  <a:pt x="355342" y="42438"/>
                </a:cubicBezTo>
                <a:cubicBezTo>
                  <a:pt x="348697" y="42438"/>
                  <a:pt x="343955" y="43536"/>
                  <a:pt x="341115" y="45733"/>
                </a:cubicBezTo>
                <a:cubicBezTo>
                  <a:pt x="338276" y="47930"/>
                  <a:pt x="336856" y="50502"/>
                  <a:pt x="336856" y="53449"/>
                </a:cubicBezTo>
                <a:cubicBezTo>
                  <a:pt x="336856" y="55324"/>
                  <a:pt x="337445" y="57012"/>
                  <a:pt x="338624" y="58512"/>
                </a:cubicBezTo>
                <a:cubicBezTo>
                  <a:pt x="339803" y="60066"/>
                  <a:pt x="341651" y="61352"/>
                  <a:pt x="344170" y="62370"/>
                </a:cubicBezTo>
                <a:cubicBezTo>
                  <a:pt x="345616" y="62906"/>
                  <a:pt x="349876" y="64139"/>
                  <a:pt x="356949" y="66068"/>
                </a:cubicBezTo>
                <a:cubicBezTo>
                  <a:pt x="367183" y="68800"/>
                  <a:pt x="374323" y="71037"/>
                  <a:pt x="378369" y="72779"/>
                </a:cubicBezTo>
                <a:cubicBezTo>
                  <a:pt x="382414" y="74520"/>
                  <a:pt x="385589" y="77052"/>
                  <a:pt x="387893" y="80374"/>
                </a:cubicBezTo>
                <a:cubicBezTo>
                  <a:pt x="390197" y="83696"/>
                  <a:pt x="391349" y="87822"/>
                  <a:pt x="391349" y="92752"/>
                </a:cubicBezTo>
                <a:cubicBezTo>
                  <a:pt x="391349" y="97574"/>
                  <a:pt x="389943" y="102115"/>
                  <a:pt x="387130" y="106375"/>
                </a:cubicBezTo>
                <a:cubicBezTo>
                  <a:pt x="384317" y="110635"/>
                  <a:pt x="380258" y="113930"/>
                  <a:pt x="374953" y="116261"/>
                </a:cubicBezTo>
                <a:cubicBezTo>
                  <a:pt x="369648" y="118592"/>
                  <a:pt x="363647" y="119758"/>
                  <a:pt x="356949" y="119758"/>
                </a:cubicBezTo>
                <a:cubicBezTo>
                  <a:pt x="345857" y="119758"/>
                  <a:pt x="337405" y="117447"/>
                  <a:pt x="331591" y="112825"/>
                </a:cubicBezTo>
                <a:cubicBezTo>
                  <a:pt x="325777" y="108204"/>
                  <a:pt x="322067" y="101352"/>
                  <a:pt x="320459" y="92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657de1b9740f0"/>
          <a:stretch xmlns:a="http://schemas.openxmlformats.org/drawingml/2006/main"/>
        </p:blipFill>
        <p:spPr>
          <a:xfrm xmlns:a="http://schemas.openxmlformats.org/drawingml/2006/main">
            <a:off x="9687387" y="5226266"/>
            <a:ext cx="319254" cy="319254"/>
          </a:xfrm>
          <a:prstGeom xmlns:a="http://schemas.openxmlformats.org/drawingml/2006/main" prst="rect">
            <a:avLst/>
          </a:prstGeom>
        </p:spPr>
      </p:pic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0963C-F0FC-4604-8ED5-0C036727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400" y="4037586"/>
            <a:ext cx="1394643" cy="818462"/>
          </a:xfrm>
          <a:custGeom xmlns:a="http://schemas.openxmlformats.org/drawingml/2006/main">
            <a:pathLst>
              <a:path w="1394643" h="818462">
                <a:moveTo>
                  <a:pt x="0" y="61859"/>
                </a:moveTo>
                <a:cubicBezTo>
                  <a:pt x="351" y="27883"/>
                  <a:pt x="28118" y="117"/>
                  <a:pt x="61859" y="0"/>
                </a:cubicBezTo>
                <a:lnTo>
                  <a:pt x="1332784" y="0"/>
                </a:lnTo>
                <a:cubicBezTo>
                  <a:pt x="1366759" y="117"/>
                  <a:pt x="1394526" y="27883"/>
                  <a:pt x="1394643" y="61859"/>
                </a:cubicBezTo>
                <a:lnTo>
                  <a:pt x="1394643" y="756369"/>
                </a:lnTo>
                <a:cubicBezTo>
                  <a:pt x="1394526" y="790696"/>
                  <a:pt x="1366759" y="818462"/>
                  <a:pt x="1332784" y="818228"/>
                </a:cubicBezTo>
                <a:lnTo>
                  <a:pt x="61859" y="818228"/>
                </a:lnTo>
                <a:cubicBezTo>
                  <a:pt x="28118" y="818462"/>
                  <a:pt x="351" y="790696"/>
                  <a:pt x="0" y="756369"/>
                </a:cubicBezTo>
                <a:lnTo>
                  <a:pt x="0" y="6185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71985-3682-484A-BA49-858136A1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894" y="4031845"/>
            <a:ext cx="1405890" cy="830061"/>
          </a:xfrm>
          <a:custGeom xmlns:a="http://schemas.openxmlformats.org/drawingml/2006/main">
            <a:pathLst>
              <a:path w="1405890" h="830061">
                <a:moveTo>
                  <a:pt x="2132" y="779144"/>
                </a:moveTo>
                <a:lnTo>
                  <a:pt x="3046" y="782366"/>
                </a:lnTo>
                <a:lnTo>
                  <a:pt x="4124" y="785518"/>
                </a:lnTo>
                <a:lnTo>
                  <a:pt x="5331" y="788599"/>
                </a:lnTo>
                <a:lnTo>
                  <a:pt x="6690" y="791610"/>
                </a:lnTo>
                <a:lnTo>
                  <a:pt x="8224" y="794609"/>
                </a:lnTo>
                <a:lnTo>
                  <a:pt x="11587" y="800139"/>
                </a:lnTo>
                <a:lnTo>
                  <a:pt x="15500" y="805364"/>
                </a:lnTo>
                <a:lnTo>
                  <a:pt x="19882" y="810179"/>
                </a:lnTo>
                <a:lnTo>
                  <a:pt x="24697" y="814561"/>
                </a:lnTo>
                <a:lnTo>
                  <a:pt x="29922" y="818474"/>
                </a:lnTo>
                <a:lnTo>
                  <a:pt x="35452" y="821836"/>
                </a:lnTo>
                <a:lnTo>
                  <a:pt x="38451" y="823371"/>
                </a:lnTo>
                <a:lnTo>
                  <a:pt x="41462" y="824730"/>
                </a:lnTo>
                <a:lnTo>
                  <a:pt x="44543" y="825937"/>
                </a:lnTo>
                <a:lnTo>
                  <a:pt x="47695" y="827015"/>
                </a:lnTo>
                <a:lnTo>
                  <a:pt x="50917" y="827929"/>
                </a:lnTo>
                <a:lnTo>
                  <a:pt x="54209" y="828678"/>
                </a:lnTo>
                <a:lnTo>
                  <a:pt x="57548" y="829276"/>
                </a:lnTo>
                <a:lnTo>
                  <a:pt x="60945" y="829709"/>
                </a:lnTo>
                <a:lnTo>
                  <a:pt x="64390" y="829979"/>
                </a:lnTo>
                <a:lnTo>
                  <a:pt x="67811" y="830061"/>
                </a:lnTo>
                <a:lnTo>
                  <a:pt x="1338079" y="830061"/>
                </a:lnTo>
                <a:lnTo>
                  <a:pt x="1341500" y="829979"/>
                </a:lnTo>
                <a:lnTo>
                  <a:pt x="1344945" y="829709"/>
                </a:lnTo>
                <a:lnTo>
                  <a:pt x="1348342" y="829276"/>
                </a:lnTo>
                <a:lnTo>
                  <a:pt x="1351681" y="828678"/>
                </a:lnTo>
                <a:lnTo>
                  <a:pt x="1354973" y="827929"/>
                </a:lnTo>
                <a:lnTo>
                  <a:pt x="1358195" y="827015"/>
                </a:lnTo>
                <a:lnTo>
                  <a:pt x="1361347" y="825937"/>
                </a:lnTo>
                <a:lnTo>
                  <a:pt x="1364428" y="824730"/>
                </a:lnTo>
                <a:lnTo>
                  <a:pt x="1367439" y="823371"/>
                </a:lnTo>
                <a:lnTo>
                  <a:pt x="1370438" y="821836"/>
                </a:lnTo>
                <a:lnTo>
                  <a:pt x="1375968" y="818474"/>
                </a:lnTo>
                <a:lnTo>
                  <a:pt x="1381193" y="814561"/>
                </a:lnTo>
                <a:lnTo>
                  <a:pt x="1386008" y="810179"/>
                </a:lnTo>
                <a:lnTo>
                  <a:pt x="1390390" y="805364"/>
                </a:lnTo>
                <a:lnTo>
                  <a:pt x="1394303" y="800139"/>
                </a:lnTo>
                <a:lnTo>
                  <a:pt x="1397666" y="794609"/>
                </a:lnTo>
                <a:lnTo>
                  <a:pt x="1399200" y="791610"/>
                </a:lnTo>
                <a:lnTo>
                  <a:pt x="1400559" y="788599"/>
                </a:lnTo>
                <a:lnTo>
                  <a:pt x="1401766" y="785518"/>
                </a:lnTo>
                <a:lnTo>
                  <a:pt x="1402844" y="782366"/>
                </a:lnTo>
                <a:lnTo>
                  <a:pt x="1403758" y="779144"/>
                </a:lnTo>
                <a:lnTo>
                  <a:pt x="1404508" y="775852"/>
                </a:lnTo>
                <a:lnTo>
                  <a:pt x="1405105" y="772513"/>
                </a:lnTo>
                <a:lnTo>
                  <a:pt x="1405539" y="769116"/>
                </a:lnTo>
                <a:lnTo>
                  <a:pt x="1405808" y="765671"/>
                </a:lnTo>
                <a:lnTo>
                  <a:pt x="1405890" y="762250"/>
                </a:lnTo>
                <a:lnTo>
                  <a:pt x="1405890" y="67811"/>
                </a:lnTo>
                <a:lnTo>
                  <a:pt x="1405808" y="64390"/>
                </a:lnTo>
                <a:lnTo>
                  <a:pt x="1405539" y="60945"/>
                </a:lnTo>
                <a:lnTo>
                  <a:pt x="1405105" y="57548"/>
                </a:lnTo>
                <a:lnTo>
                  <a:pt x="1404508" y="54209"/>
                </a:lnTo>
                <a:lnTo>
                  <a:pt x="1403758" y="50917"/>
                </a:lnTo>
                <a:lnTo>
                  <a:pt x="1402844" y="47695"/>
                </a:lnTo>
                <a:lnTo>
                  <a:pt x="1401766" y="44543"/>
                </a:lnTo>
                <a:lnTo>
                  <a:pt x="1400559" y="41450"/>
                </a:lnTo>
                <a:lnTo>
                  <a:pt x="1399200" y="38451"/>
                </a:lnTo>
                <a:lnTo>
                  <a:pt x="1397666" y="35452"/>
                </a:lnTo>
                <a:lnTo>
                  <a:pt x="1394303" y="29922"/>
                </a:lnTo>
                <a:lnTo>
                  <a:pt x="1390390" y="24697"/>
                </a:lnTo>
                <a:lnTo>
                  <a:pt x="1386008" y="19882"/>
                </a:lnTo>
                <a:lnTo>
                  <a:pt x="1381193" y="15500"/>
                </a:lnTo>
                <a:lnTo>
                  <a:pt x="1375968" y="11587"/>
                </a:lnTo>
                <a:lnTo>
                  <a:pt x="1370438" y="8224"/>
                </a:lnTo>
                <a:lnTo>
                  <a:pt x="1367439" y="6690"/>
                </a:lnTo>
                <a:lnTo>
                  <a:pt x="1364428" y="5331"/>
                </a:lnTo>
                <a:lnTo>
                  <a:pt x="1361347" y="4124"/>
                </a:lnTo>
                <a:lnTo>
                  <a:pt x="1358195" y="3046"/>
                </a:lnTo>
                <a:lnTo>
                  <a:pt x="1354973" y="2132"/>
                </a:lnTo>
                <a:lnTo>
                  <a:pt x="1351681" y="1382"/>
                </a:lnTo>
                <a:lnTo>
                  <a:pt x="1348342" y="785"/>
                </a:lnTo>
                <a:lnTo>
                  <a:pt x="1344945" y="351"/>
                </a:lnTo>
                <a:lnTo>
                  <a:pt x="1341500" y="82"/>
                </a:lnTo>
                <a:lnTo>
                  <a:pt x="1338079" y="0"/>
                </a:lnTo>
                <a:lnTo>
                  <a:pt x="67811" y="0"/>
                </a:lnTo>
                <a:lnTo>
                  <a:pt x="64390" y="82"/>
                </a:lnTo>
                <a:lnTo>
                  <a:pt x="60945" y="351"/>
                </a:lnTo>
                <a:lnTo>
                  <a:pt x="57548" y="785"/>
                </a:lnTo>
                <a:lnTo>
                  <a:pt x="54209" y="1382"/>
                </a:lnTo>
                <a:lnTo>
                  <a:pt x="50917" y="2132"/>
                </a:lnTo>
                <a:lnTo>
                  <a:pt x="47695" y="3046"/>
                </a:lnTo>
                <a:lnTo>
                  <a:pt x="44543" y="4124"/>
                </a:lnTo>
                <a:lnTo>
                  <a:pt x="41462" y="5331"/>
                </a:lnTo>
                <a:lnTo>
                  <a:pt x="38451" y="6690"/>
                </a:lnTo>
                <a:lnTo>
                  <a:pt x="35452" y="8224"/>
                </a:lnTo>
                <a:lnTo>
                  <a:pt x="29922" y="11587"/>
                </a:lnTo>
                <a:lnTo>
                  <a:pt x="24697" y="15500"/>
                </a:lnTo>
                <a:lnTo>
                  <a:pt x="19882" y="19882"/>
                </a:lnTo>
                <a:lnTo>
                  <a:pt x="15500" y="24697"/>
                </a:lnTo>
                <a:lnTo>
                  <a:pt x="11587" y="29922"/>
                </a:lnTo>
                <a:lnTo>
                  <a:pt x="8224" y="35452"/>
                </a:lnTo>
                <a:lnTo>
                  <a:pt x="6690" y="38451"/>
                </a:lnTo>
                <a:lnTo>
                  <a:pt x="5331" y="41450"/>
                </a:lnTo>
                <a:lnTo>
                  <a:pt x="4124" y="44543"/>
                </a:lnTo>
                <a:lnTo>
                  <a:pt x="3046" y="47695"/>
                </a:lnTo>
                <a:lnTo>
                  <a:pt x="2132" y="50917"/>
                </a:lnTo>
                <a:lnTo>
                  <a:pt x="1382" y="54209"/>
                </a:lnTo>
                <a:lnTo>
                  <a:pt x="785" y="57548"/>
                </a:lnTo>
                <a:lnTo>
                  <a:pt x="351" y="60945"/>
                </a:lnTo>
                <a:lnTo>
                  <a:pt x="82" y="64390"/>
                </a:lnTo>
                <a:lnTo>
                  <a:pt x="0" y="67811"/>
                </a:lnTo>
                <a:lnTo>
                  <a:pt x="0" y="762250"/>
                </a:lnTo>
                <a:lnTo>
                  <a:pt x="82" y="765671"/>
                </a:lnTo>
                <a:lnTo>
                  <a:pt x="351" y="769116"/>
                </a:lnTo>
                <a:lnTo>
                  <a:pt x="785" y="772513"/>
                </a:lnTo>
                <a:lnTo>
                  <a:pt x="1382" y="775852"/>
                </a:lnTo>
                <a:lnTo>
                  <a:pt x="2132" y="779144"/>
                </a:lnTo>
                <a:close/>
                <a:moveTo>
                  <a:pt x="13479" y="53870"/>
                </a:moveTo>
                <a:lnTo>
                  <a:pt x="14215" y="51270"/>
                </a:lnTo>
                <a:lnTo>
                  <a:pt x="15165" y="48454"/>
                </a:lnTo>
                <a:lnTo>
                  <a:pt x="16101" y="46089"/>
                </a:lnTo>
                <a:lnTo>
                  <a:pt x="17294" y="43455"/>
                </a:lnTo>
                <a:lnTo>
                  <a:pt x="18468" y="41157"/>
                </a:lnTo>
                <a:lnTo>
                  <a:pt x="21291" y="36512"/>
                </a:lnTo>
                <a:lnTo>
                  <a:pt x="24512" y="32200"/>
                </a:lnTo>
                <a:lnTo>
                  <a:pt x="28174" y="28174"/>
                </a:lnTo>
                <a:lnTo>
                  <a:pt x="32200" y="24512"/>
                </a:lnTo>
                <a:lnTo>
                  <a:pt x="36512" y="21291"/>
                </a:lnTo>
                <a:lnTo>
                  <a:pt x="41157" y="18468"/>
                </a:lnTo>
                <a:lnTo>
                  <a:pt x="43455" y="17294"/>
                </a:lnTo>
                <a:lnTo>
                  <a:pt x="46089" y="16101"/>
                </a:lnTo>
                <a:lnTo>
                  <a:pt x="48454" y="15165"/>
                </a:lnTo>
                <a:lnTo>
                  <a:pt x="51270" y="14215"/>
                </a:lnTo>
                <a:lnTo>
                  <a:pt x="53870" y="13479"/>
                </a:lnTo>
                <a:lnTo>
                  <a:pt x="56535" y="12865"/>
                </a:lnTo>
                <a:lnTo>
                  <a:pt x="59290" y="12369"/>
                </a:lnTo>
                <a:lnTo>
                  <a:pt x="62037" y="12017"/>
                </a:lnTo>
                <a:lnTo>
                  <a:pt x="65128" y="11774"/>
                </a:lnTo>
                <a:lnTo>
                  <a:pt x="64835" y="11798"/>
                </a:lnTo>
                <a:lnTo>
                  <a:pt x="68033" y="11716"/>
                </a:lnTo>
                <a:lnTo>
                  <a:pt x="1337857" y="11716"/>
                </a:lnTo>
                <a:lnTo>
                  <a:pt x="1341055" y="11798"/>
                </a:lnTo>
                <a:lnTo>
                  <a:pt x="1340762" y="11774"/>
                </a:lnTo>
                <a:lnTo>
                  <a:pt x="1343853" y="12017"/>
                </a:lnTo>
                <a:lnTo>
                  <a:pt x="1346600" y="12369"/>
                </a:lnTo>
                <a:lnTo>
                  <a:pt x="1349355" y="12865"/>
                </a:lnTo>
                <a:lnTo>
                  <a:pt x="1352020" y="13479"/>
                </a:lnTo>
                <a:lnTo>
                  <a:pt x="1354620" y="14215"/>
                </a:lnTo>
                <a:lnTo>
                  <a:pt x="1357436" y="15165"/>
                </a:lnTo>
                <a:lnTo>
                  <a:pt x="1359801" y="16101"/>
                </a:lnTo>
                <a:lnTo>
                  <a:pt x="1362435" y="17294"/>
                </a:lnTo>
                <a:lnTo>
                  <a:pt x="1364733" y="18468"/>
                </a:lnTo>
                <a:lnTo>
                  <a:pt x="1369378" y="21291"/>
                </a:lnTo>
                <a:lnTo>
                  <a:pt x="1373690" y="24512"/>
                </a:lnTo>
                <a:lnTo>
                  <a:pt x="1377716" y="28174"/>
                </a:lnTo>
                <a:lnTo>
                  <a:pt x="1381378" y="32200"/>
                </a:lnTo>
                <a:lnTo>
                  <a:pt x="1384599" y="36512"/>
                </a:lnTo>
                <a:lnTo>
                  <a:pt x="1387422" y="41157"/>
                </a:lnTo>
                <a:lnTo>
                  <a:pt x="1388596" y="43455"/>
                </a:lnTo>
                <a:lnTo>
                  <a:pt x="1389789" y="46089"/>
                </a:lnTo>
                <a:lnTo>
                  <a:pt x="1390725" y="48454"/>
                </a:lnTo>
                <a:lnTo>
                  <a:pt x="1391675" y="51270"/>
                </a:lnTo>
                <a:lnTo>
                  <a:pt x="1392411" y="53870"/>
                </a:lnTo>
                <a:lnTo>
                  <a:pt x="1393025" y="56535"/>
                </a:lnTo>
                <a:lnTo>
                  <a:pt x="1393521" y="59290"/>
                </a:lnTo>
                <a:lnTo>
                  <a:pt x="1393873" y="62037"/>
                </a:lnTo>
                <a:lnTo>
                  <a:pt x="1394116" y="65128"/>
                </a:lnTo>
                <a:lnTo>
                  <a:pt x="1394092" y="64835"/>
                </a:lnTo>
                <a:lnTo>
                  <a:pt x="1394174" y="68033"/>
                </a:lnTo>
                <a:lnTo>
                  <a:pt x="1394174" y="762028"/>
                </a:lnTo>
                <a:lnTo>
                  <a:pt x="1394092" y="765226"/>
                </a:lnTo>
                <a:lnTo>
                  <a:pt x="1394116" y="764933"/>
                </a:lnTo>
                <a:lnTo>
                  <a:pt x="1393873" y="768024"/>
                </a:lnTo>
                <a:lnTo>
                  <a:pt x="1393521" y="770771"/>
                </a:lnTo>
                <a:lnTo>
                  <a:pt x="1393025" y="773526"/>
                </a:lnTo>
                <a:lnTo>
                  <a:pt x="1392411" y="776191"/>
                </a:lnTo>
                <a:lnTo>
                  <a:pt x="1391675" y="778791"/>
                </a:lnTo>
                <a:lnTo>
                  <a:pt x="1390725" y="781607"/>
                </a:lnTo>
                <a:lnTo>
                  <a:pt x="1389789" y="783972"/>
                </a:lnTo>
                <a:lnTo>
                  <a:pt x="1388596" y="786605"/>
                </a:lnTo>
                <a:lnTo>
                  <a:pt x="1387422" y="788904"/>
                </a:lnTo>
                <a:lnTo>
                  <a:pt x="1384599" y="793549"/>
                </a:lnTo>
                <a:lnTo>
                  <a:pt x="1381378" y="797861"/>
                </a:lnTo>
                <a:lnTo>
                  <a:pt x="1377716" y="801887"/>
                </a:lnTo>
                <a:lnTo>
                  <a:pt x="1373690" y="805549"/>
                </a:lnTo>
                <a:lnTo>
                  <a:pt x="1369378" y="808770"/>
                </a:lnTo>
                <a:lnTo>
                  <a:pt x="1364733" y="811593"/>
                </a:lnTo>
                <a:lnTo>
                  <a:pt x="1362435" y="812767"/>
                </a:lnTo>
                <a:lnTo>
                  <a:pt x="1359801" y="813960"/>
                </a:lnTo>
                <a:lnTo>
                  <a:pt x="1357436" y="814896"/>
                </a:lnTo>
                <a:lnTo>
                  <a:pt x="1354620" y="815846"/>
                </a:lnTo>
                <a:lnTo>
                  <a:pt x="1352020" y="816582"/>
                </a:lnTo>
                <a:lnTo>
                  <a:pt x="1349355" y="817196"/>
                </a:lnTo>
                <a:lnTo>
                  <a:pt x="1346600" y="817692"/>
                </a:lnTo>
                <a:lnTo>
                  <a:pt x="1343853" y="818044"/>
                </a:lnTo>
                <a:lnTo>
                  <a:pt x="1340762" y="818287"/>
                </a:lnTo>
                <a:lnTo>
                  <a:pt x="1341055" y="818263"/>
                </a:lnTo>
                <a:lnTo>
                  <a:pt x="1337857" y="818345"/>
                </a:lnTo>
                <a:lnTo>
                  <a:pt x="68033" y="818345"/>
                </a:lnTo>
                <a:lnTo>
                  <a:pt x="64835" y="818263"/>
                </a:lnTo>
                <a:lnTo>
                  <a:pt x="65128" y="818287"/>
                </a:lnTo>
                <a:lnTo>
                  <a:pt x="62037" y="818044"/>
                </a:lnTo>
                <a:lnTo>
                  <a:pt x="59290" y="817692"/>
                </a:lnTo>
                <a:lnTo>
                  <a:pt x="56535" y="817196"/>
                </a:lnTo>
                <a:lnTo>
                  <a:pt x="53870" y="816582"/>
                </a:lnTo>
                <a:lnTo>
                  <a:pt x="51270" y="815846"/>
                </a:lnTo>
                <a:lnTo>
                  <a:pt x="48454" y="814896"/>
                </a:lnTo>
                <a:lnTo>
                  <a:pt x="46089" y="813960"/>
                </a:lnTo>
                <a:lnTo>
                  <a:pt x="43455" y="812767"/>
                </a:lnTo>
                <a:lnTo>
                  <a:pt x="41157" y="811593"/>
                </a:lnTo>
                <a:lnTo>
                  <a:pt x="36512" y="808770"/>
                </a:lnTo>
                <a:lnTo>
                  <a:pt x="32200" y="805549"/>
                </a:lnTo>
                <a:lnTo>
                  <a:pt x="28174" y="801887"/>
                </a:lnTo>
                <a:lnTo>
                  <a:pt x="24512" y="797861"/>
                </a:lnTo>
                <a:lnTo>
                  <a:pt x="21291" y="793549"/>
                </a:lnTo>
                <a:lnTo>
                  <a:pt x="18468" y="788904"/>
                </a:lnTo>
                <a:lnTo>
                  <a:pt x="17294" y="786605"/>
                </a:lnTo>
                <a:lnTo>
                  <a:pt x="16101" y="783972"/>
                </a:lnTo>
                <a:lnTo>
                  <a:pt x="15165" y="781607"/>
                </a:lnTo>
                <a:lnTo>
                  <a:pt x="14215" y="778791"/>
                </a:lnTo>
                <a:lnTo>
                  <a:pt x="13479" y="776191"/>
                </a:lnTo>
                <a:lnTo>
                  <a:pt x="12865" y="773526"/>
                </a:lnTo>
                <a:lnTo>
                  <a:pt x="12369" y="770771"/>
                </a:lnTo>
                <a:lnTo>
                  <a:pt x="12017" y="768024"/>
                </a:lnTo>
                <a:lnTo>
                  <a:pt x="11774" y="764933"/>
                </a:lnTo>
                <a:lnTo>
                  <a:pt x="11798" y="765226"/>
                </a:lnTo>
                <a:lnTo>
                  <a:pt x="11716" y="762028"/>
                </a:lnTo>
                <a:lnTo>
                  <a:pt x="11716" y="68033"/>
                </a:lnTo>
                <a:lnTo>
                  <a:pt x="11798" y="64835"/>
                </a:lnTo>
                <a:lnTo>
                  <a:pt x="11774" y="65128"/>
                </a:lnTo>
                <a:lnTo>
                  <a:pt x="12017" y="62037"/>
                </a:lnTo>
                <a:lnTo>
                  <a:pt x="12369" y="59290"/>
                </a:lnTo>
                <a:lnTo>
                  <a:pt x="12865" y="56535"/>
                </a:lnTo>
                <a:lnTo>
                  <a:pt x="13479" y="5387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SubmittedPatch">
            <a:extLst xmlns:a="http://schemas.openxmlformats.org/drawingml/2006/main">
              <a:ext uri="{FF2B5EF4-FFF2-40B4-BE49-F238E27FC236}">
                <a16:creationId xmlns:a16="http://schemas.microsoft.com/office/drawing/2014/main" id="{36689F9E-6CE1-4ED2-8761-CC94B1F2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352" y="4129827"/>
            <a:ext cx="1084120" cy="118485"/>
          </a:xfrm>
          <a:custGeom xmlns:a="http://schemas.openxmlformats.org/drawingml/2006/main">
            <a:pathLst>
              <a:path w="1084120" h="118485">
                <a:moveTo>
                  <a:pt x="46" y="92897"/>
                </a:moveTo>
                <a:cubicBezTo>
                  <a:pt x="0" y="90969"/>
                  <a:pt x="652" y="89397"/>
                  <a:pt x="2002" y="88181"/>
                </a:cubicBezTo>
                <a:cubicBezTo>
                  <a:pt x="3352" y="86966"/>
                  <a:pt x="5011" y="86358"/>
                  <a:pt x="6979" y="86358"/>
                </a:cubicBezTo>
                <a:cubicBezTo>
                  <a:pt x="9222" y="86358"/>
                  <a:pt x="11189" y="87645"/>
                  <a:pt x="12883" y="90219"/>
                </a:cubicBezTo>
                <a:cubicBezTo>
                  <a:pt x="15217" y="93715"/>
                  <a:pt x="17299" y="96083"/>
                  <a:pt x="19130" y="97324"/>
                </a:cubicBezTo>
                <a:cubicBezTo>
                  <a:pt x="23020" y="99899"/>
                  <a:pt x="28672" y="101186"/>
                  <a:pt x="36085" y="101186"/>
                </a:cubicBezTo>
                <a:cubicBezTo>
                  <a:pt x="43179" y="101186"/>
                  <a:pt x="49769" y="99650"/>
                  <a:pt x="55856" y="96578"/>
                </a:cubicBezTo>
                <a:cubicBezTo>
                  <a:pt x="63636" y="92635"/>
                  <a:pt x="67526" y="87157"/>
                  <a:pt x="67526" y="80143"/>
                </a:cubicBezTo>
                <a:cubicBezTo>
                  <a:pt x="67526" y="74367"/>
                  <a:pt x="64254" y="69805"/>
                  <a:pt x="57709" y="66459"/>
                </a:cubicBezTo>
                <a:cubicBezTo>
                  <a:pt x="52172" y="63570"/>
                  <a:pt x="45330" y="62011"/>
                  <a:pt x="37184" y="61782"/>
                </a:cubicBezTo>
                <a:cubicBezTo>
                  <a:pt x="29953" y="61508"/>
                  <a:pt x="23798" y="59927"/>
                  <a:pt x="18718" y="57039"/>
                </a:cubicBezTo>
                <a:cubicBezTo>
                  <a:pt x="12219" y="53328"/>
                  <a:pt x="8970" y="48012"/>
                  <a:pt x="8970" y="41092"/>
                </a:cubicBezTo>
                <a:cubicBezTo>
                  <a:pt x="8970" y="32936"/>
                  <a:pt x="13592" y="25489"/>
                  <a:pt x="22837" y="18754"/>
                </a:cubicBezTo>
                <a:cubicBezTo>
                  <a:pt x="31669" y="12384"/>
                  <a:pt x="40799" y="9199"/>
                  <a:pt x="50227" y="9199"/>
                </a:cubicBezTo>
                <a:cubicBezTo>
                  <a:pt x="54666" y="9199"/>
                  <a:pt x="59677" y="9957"/>
                  <a:pt x="65260" y="11475"/>
                </a:cubicBezTo>
                <a:cubicBezTo>
                  <a:pt x="72674" y="13451"/>
                  <a:pt x="76381" y="15979"/>
                  <a:pt x="76381" y="19058"/>
                </a:cubicBezTo>
                <a:cubicBezTo>
                  <a:pt x="76381" y="23103"/>
                  <a:pt x="74322" y="25125"/>
                  <a:pt x="70203" y="25125"/>
                </a:cubicBezTo>
                <a:cubicBezTo>
                  <a:pt x="68372" y="25125"/>
                  <a:pt x="65169" y="24633"/>
                  <a:pt x="60592" y="23649"/>
                </a:cubicBezTo>
                <a:cubicBezTo>
                  <a:pt x="56016" y="22665"/>
                  <a:pt x="52469" y="22196"/>
                  <a:pt x="49952" y="22242"/>
                </a:cubicBezTo>
                <a:cubicBezTo>
                  <a:pt x="42813" y="22333"/>
                  <a:pt x="36749" y="24091"/>
                  <a:pt x="31761" y="27515"/>
                </a:cubicBezTo>
                <a:cubicBezTo>
                  <a:pt x="26635" y="31030"/>
                  <a:pt x="24072" y="35298"/>
                  <a:pt x="24072" y="40319"/>
                </a:cubicBezTo>
                <a:cubicBezTo>
                  <a:pt x="24072" y="44109"/>
                  <a:pt x="27459" y="46780"/>
                  <a:pt x="34232" y="48332"/>
                </a:cubicBezTo>
                <a:cubicBezTo>
                  <a:pt x="36749" y="48925"/>
                  <a:pt x="41623" y="49473"/>
                  <a:pt x="48854" y="49975"/>
                </a:cubicBezTo>
                <a:cubicBezTo>
                  <a:pt x="59334" y="50754"/>
                  <a:pt x="67526" y="54057"/>
                  <a:pt x="73429" y="59882"/>
                </a:cubicBezTo>
                <a:cubicBezTo>
                  <a:pt x="78830" y="65202"/>
                  <a:pt x="81530" y="71691"/>
                  <a:pt x="81530" y="79349"/>
                </a:cubicBezTo>
                <a:cubicBezTo>
                  <a:pt x="81530" y="90266"/>
                  <a:pt x="76496" y="98980"/>
                  <a:pt x="66427" y="105493"/>
                </a:cubicBezTo>
                <a:cubicBezTo>
                  <a:pt x="57686" y="111134"/>
                  <a:pt x="47549" y="113954"/>
                  <a:pt x="36017" y="113954"/>
                </a:cubicBezTo>
                <a:cubicBezTo>
                  <a:pt x="27642" y="113954"/>
                  <a:pt x="19976" y="112348"/>
                  <a:pt x="13020" y="109136"/>
                </a:cubicBezTo>
                <a:cubicBezTo>
                  <a:pt x="4508" y="105191"/>
                  <a:pt x="183" y="99778"/>
                  <a:pt x="46" y="92897"/>
                </a:cubicBezTo>
                <a:close/>
                <a:moveTo>
                  <a:pt x="153646" y="69883"/>
                </a:moveTo>
                <a:cubicBezTo>
                  <a:pt x="153646" y="73178"/>
                  <a:pt x="153669" y="78120"/>
                  <a:pt x="153715" y="84710"/>
                </a:cubicBezTo>
                <a:cubicBezTo>
                  <a:pt x="153760" y="91300"/>
                  <a:pt x="153783" y="96243"/>
                  <a:pt x="153783" y="99538"/>
                </a:cubicBezTo>
                <a:cubicBezTo>
                  <a:pt x="153783" y="100545"/>
                  <a:pt x="153863" y="102078"/>
                  <a:pt x="154023" y="104137"/>
                </a:cubicBezTo>
                <a:cubicBezTo>
                  <a:pt x="154184" y="106197"/>
                  <a:pt x="154264" y="107730"/>
                  <a:pt x="154264" y="108737"/>
                </a:cubicBezTo>
                <a:cubicBezTo>
                  <a:pt x="154264" y="110705"/>
                  <a:pt x="153600" y="112318"/>
                  <a:pt x="152273" y="113576"/>
                </a:cubicBezTo>
                <a:cubicBezTo>
                  <a:pt x="150946" y="114835"/>
                  <a:pt x="149321" y="115464"/>
                  <a:pt x="147399" y="115464"/>
                </a:cubicBezTo>
                <a:cubicBezTo>
                  <a:pt x="143875" y="115464"/>
                  <a:pt x="141633" y="113290"/>
                  <a:pt x="140672" y="108943"/>
                </a:cubicBezTo>
                <a:cubicBezTo>
                  <a:pt x="134951" y="111917"/>
                  <a:pt x="128361" y="113405"/>
                  <a:pt x="120901" y="113405"/>
                </a:cubicBezTo>
                <a:cubicBezTo>
                  <a:pt x="114906" y="113405"/>
                  <a:pt x="109941" y="112078"/>
                  <a:pt x="106005" y="109423"/>
                </a:cubicBezTo>
                <a:cubicBezTo>
                  <a:pt x="101657" y="106494"/>
                  <a:pt x="99072" y="102215"/>
                  <a:pt x="98248" y="96586"/>
                </a:cubicBezTo>
                <a:cubicBezTo>
                  <a:pt x="96463" y="84459"/>
                  <a:pt x="95571" y="73658"/>
                  <a:pt x="95571" y="64185"/>
                </a:cubicBezTo>
                <a:cubicBezTo>
                  <a:pt x="95571" y="57915"/>
                  <a:pt x="96257" y="50776"/>
                  <a:pt x="97630" y="42767"/>
                </a:cubicBezTo>
                <a:cubicBezTo>
                  <a:pt x="98271" y="38786"/>
                  <a:pt x="100445" y="36795"/>
                  <a:pt x="104151" y="36795"/>
                </a:cubicBezTo>
                <a:cubicBezTo>
                  <a:pt x="106119" y="36795"/>
                  <a:pt x="107767" y="37423"/>
                  <a:pt x="109094" y="38680"/>
                </a:cubicBezTo>
                <a:cubicBezTo>
                  <a:pt x="110421" y="39938"/>
                  <a:pt x="111085" y="41549"/>
                  <a:pt x="111085" y="43516"/>
                </a:cubicBezTo>
                <a:cubicBezTo>
                  <a:pt x="111085" y="45618"/>
                  <a:pt x="110753" y="48978"/>
                  <a:pt x="110089" y="53596"/>
                </a:cubicBezTo>
                <a:cubicBezTo>
                  <a:pt x="109426" y="58213"/>
                  <a:pt x="109094" y="61732"/>
                  <a:pt x="109094" y="64155"/>
                </a:cubicBezTo>
                <a:cubicBezTo>
                  <a:pt x="109094" y="71789"/>
                  <a:pt x="109346" y="78326"/>
                  <a:pt x="109849" y="83766"/>
                </a:cubicBezTo>
                <a:cubicBezTo>
                  <a:pt x="110353" y="89207"/>
                  <a:pt x="111108" y="93572"/>
                  <a:pt x="112115" y="96863"/>
                </a:cubicBezTo>
                <a:cubicBezTo>
                  <a:pt x="113625" y="97687"/>
                  <a:pt x="115112" y="98316"/>
                  <a:pt x="116577" y="98751"/>
                </a:cubicBezTo>
                <a:cubicBezTo>
                  <a:pt x="118041" y="99184"/>
                  <a:pt x="119483" y="99401"/>
                  <a:pt x="120901" y="99401"/>
                </a:cubicBezTo>
                <a:cubicBezTo>
                  <a:pt x="127034" y="99401"/>
                  <a:pt x="133509" y="98418"/>
                  <a:pt x="140328" y="96453"/>
                </a:cubicBezTo>
                <a:lnTo>
                  <a:pt x="140260" y="82533"/>
                </a:lnTo>
                <a:lnTo>
                  <a:pt x="140122" y="69230"/>
                </a:lnTo>
                <a:cubicBezTo>
                  <a:pt x="140122" y="59355"/>
                  <a:pt x="140557" y="50784"/>
                  <a:pt x="141427" y="43516"/>
                </a:cubicBezTo>
                <a:cubicBezTo>
                  <a:pt x="141930" y="39310"/>
                  <a:pt x="144150" y="37207"/>
                  <a:pt x="148086" y="37207"/>
                </a:cubicBezTo>
                <a:cubicBezTo>
                  <a:pt x="150053" y="37207"/>
                  <a:pt x="151701" y="37847"/>
                  <a:pt x="153028" y="39129"/>
                </a:cubicBezTo>
                <a:cubicBezTo>
                  <a:pt x="154355" y="40410"/>
                  <a:pt x="154973" y="42012"/>
                  <a:pt x="154882" y="43934"/>
                </a:cubicBezTo>
                <a:lnTo>
                  <a:pt x="153646" y="69883"/>
                </a:lnTo>
                <a:close/>
                <a:moveTo>
                  <a:pt x="202912" y="112856"/>
                </a:moveTo>
                <a:cubicBezTo>
                  <a:pt x="195910" y="112856"/>
                  <a:pt x="189548" y="111483"/>
                  <a:pt x="183828" y="108737"/>
                </a:cubicBezTo>
                <a:cubicBezTo>
                  <a:pt x="182363" y="110934"/>
                  <a:pt x="180578" y="112032"/>
                  <a:pt x="178473" y="112032"/>
                </a:cubicBezTo>
                <a:cubicBezTo>
                  <a:pt x="176734" y="112032"/>
                  <a:pt x="175258" y="111425"/>
                  <a:pt x="174046" y="110211"/>
                </a:cubicBezTo>
                <a:cubicBezTo>
                  <a:pt x="172833" y="108998"/>
                  <a:pt x="172226" y="107475"/>
                  <a:pt x="172226" y="105643"/>
                </a:cubicBezTo>
                <a:cubicBezTo>
                  <a:pt x="172226" y="104454"/>
                  <a:pt x="172284" y="102691"/>
                  <a:pt x="172398" y="100355"/>
                </a:cubicBezTo>
                <a:cubicBezTo>
                  <a:pt x="172512" y="98020"/>
                  <a:pt x="172570" y="96257"/>
                  <a:pt x="172570" y="95065"/>
                </a:cubicBezTo>
                <a:cubicBezTo>
                  <a:pt x="172570" y="90211"/>
                  <a:pt x="172444" y="82942"/>
                  <a:pt x="172192" y="73257"/>
                </a:cubicBezTo>
                <a:cubicBezTo>
                  <a:pt x="171940" y="63572"/>
                  <a:pt x="171815" y="56302"/>
                  <a:pt x="171815" y="51447"/>
                </a:cubicBezTo>
                <a:cubicBezTo>
                  <a:pt x="171815" y="48104"/>
                  <a:pt x="171837" y="41774"/>
                  <a:pt x="171883" y="32455"/>
                </a:cubicBezTo>
                <a:cubicBezTo>
                  <a:pt x="171929" y="23136"/>
                  <a:pt x="171952" y="16782"/>
                  <a:pt x="171952" y="13393"/>
                </a:cubicBezTo>
                <a:cubicBezTo>
                  <a:pt x="171952" y="10645"/>
                  <a:pt x="172524" y="8173"/>
                  <a:pt x="173668" y="5974"/>
                </a:cubicBezTo>
                <a:cubicBezTo>
                  <a:pt x="175178" y="3181"/>
                  <a:pt x="177260" y="1785"/>
                  <a:pt x="179915" y="1785"/>
                </a:cubicBezTo>
                <a:cubicBezTo>
                  <a:pt x="183347" y="1785"/>
                  <a:pt x="185063" y="3779"/>
                  <a:pt x="185063" y="7768"/>
                </a:cubicBezTo>
                <a:cubicBezTo>
                  <a:pt x="185063" y="8410"/>
                  <a:pt x="184949" y="9350"/>
                  <a:pt x="184720" y="10589"/>
                </a:cubicBezTo>
                <a:cubicBezTo>
                  <a:pt x="184491" y="11826"/>
                  <a:pt x="184377" y="12765"/>
                  <a:pt x="184377" y="13408"/>
                </a:cubicBezTo>
                <a:lnTo>
                  <a:pt x="184171" y="28471"/>
                </a:lnTo>
                <a:lnTo>
                  <a:pt x="184034" y="45993"/>
                </a:lnTo>
                <a:cubicBezTo>
                  <a:pt x="188015" y="43293"/>
                  <a:pt x="191802" y="41268"/>
                  <a:pt x="195395" y="39918"/>
                </a:cubicBezTo>
                <a:cubicBezTo>
                  <a:pt x="198987" y="38568"/>
                  <a:pt x="202362" y="37893"/>
                  <a:pt x="205520" y="37893"/>
                </a:cubicBezTo>
                <a:cubicBezTo>
                  <a:pt x="215360" y="37893"/>
                  <a:pt x="223346" y="41669"/>
                  <a:pt x="229478" y="49220"/>
                </a:cubicBezTo>
                <a:cubicBezTo>
                  <a:pt x="235244" y="56313"/>
                  <a:pt x="238127" y="65032"/>
                  <a:pt x="238127" y="75374"/>
                </a:cubicBezTo>
                <a:cubicBezTo>
                  <a:pt x="238127" y="85809"/>
                  <a:pt x="234764" y="94664"/>
                  <a:pt x="228036" y="101941"/>
                </a:cubicBezTo>
                <a:cubicBezTo>
                  <a:pt x="221309" y="109217"/>
                  <a:pt x="212934" y="112856"/>
                  <a:pt x="202912" y="112856"/>
                </a:cubicBezTo>
                <a:moveTo>
                  <a:pt x="205520" y="50936"/>
                </a:moveTo>
                <a:cubicBezTo>
                  <a:pt x="201767" y="50936"/>
                  <a:pt x="197923" y="51987"/>
                  <a:pt x="193987" y="54090"/>
                </a:cubicBezTo>
                <a:cubicBezTo>
                  <a:pt x="192065" y="55141"/>
                  <a:pt x="188770" y="57402"/>
                  <a:pt x="184102" y="60875"/>
                </a:cubicBezTo>
                <a:lnTo>
                  <a:pt x="183965" y="72736"/>
                </a:lnTo>
                <a:lnTo>
                  <a:pt x="184034" y="83430"/>
                </a:lnTo>
                <a:lnTo>
                  <a:pt x="184102" y="94671"/>
                </a:lnTo>
                <a:cubicBezTo>
                  <a:pt x="186299" y="95676"/>
                  <a:pt x="189388" y="96956"/>
                  <a:pt x="193370" y="98511"/>
                </a:cubicBezTo>
                <a:cubicBezTo>
                  <a:pt x="196207" y="99379"/>
                  <a:pt x="199388" y="99813"/>
                  <a:pt x="202912" y="99813"/>
                </a:cubicBezTo>
                <a:cubicBezTo>
                  <a:pt x="209547" y="99813"/>
                  <a:pt x="214993" y="97482"/>
                  <a:pt x="219250" y="92821"/>
                </a:cubicBezTo>
                <a:cubicBezTo>
                  <a:pt x="223506" y="88159"/>
                  <a:pt x="225634" y="82355"/>
                  <a:pt x="225634" y="75409"/>
                </a:cubicBezTo>
                <a:cubicBezTo>
                  <a:pt x="225634" y="68600"/>
                  <a:pt x="223918" y="62910"/>
                  <a:pt x="220485" y="58339"/>
                </a:cubicBezTo>
                <a:cubicBezTo>
                  <a:pt x="216778" y="53404"/>
                  <a:pt x="211790" y="50936"/>
                  <a:pt x="205520" y="50936"/>
                </a:cubicBezTo>
                <a:close/>
                <a:moveTo>
                  <a:pt x="341217" y="115739"/>
                </a:moveTo>
                <a:cubicBezTo>
                  <a:pt x="337464" y="115739"/>
                  <a:pt x="335267" y="113744"/>
                  <a:pt x="334627" y="109754"/>
                </a:cubicBezTo>
                <a:cubicBezTo>
                  <a:pt x="333803" y="104708"/>
                  <a:pt x="332979" y="97600"/>
                  <a:pt x="332155" y="88428"/>
                </a:cubicBezTo>
                <a:lnTo>
                  <a:pt x="329821" y="67100"/>
                </a:lnTo>
                <a:cubicBezTo>
                  <a:pt x="329364" y="63937"/>
                  <a:pt x="328586" y="60841"/>
                  <a:pt x="327487" y="57814"/>
                </a:cubicBezTo>
                <a:cubicBezTo>
                  <a:pt x="325931" y="53686"/>
                  <a:pt x="324238" y="51623"/>
                  <a:pt x="322407" y="51623"/>
                </a:cubicBezTo>
                <a:cubicBezTo>
                  <a:pt x="320714" y="51623"/>
                  <a:pt x="317556" y="53066"/>
                  <a:pt x="312934" y="55952"/>
                </a:cubicBezTo>
                <a:cubicBezTo>
                  <a:pt x="308541" y="58609"/>
                  <a:pt x="305658" y="60739"/>
                  <a:pt x="304285" y="62342"/>
                </a:cubicBezTo>
                <a:cubicBezTo>
                  <a:pt x="304239" y="66648"/>
                  <a:pt x="304353" y="70955"/>
                  <a:pt x="304628" y="75261"/>
                </a:cubicBezTo>
                <a:lnTo>
                  <a:pt x="306687" y="93609"/>
                </a:lnTo>
                <a:cubicBezTo>
                  <a:pt x="307557" y="100847"/>
                  <a:pt x="307992" y="106825"/>
                  <a:pt x="307992" y="111545"/>
                </a:cubicBezTo>
                <a:cubicBezTo>
                  <a:pt x="307992" y="113560"/>
                  <a:pt x="307362" y="115220"/>
                  <a:pt x="306104" y="116526"/>
                </a:cubicBezTo>
                <a:cubicBezTo>
                  <a:pt x="304845" y="117832"/>
                  <a:pt x="303232" y="118485"/>
                  <a:pt x="301264" y="118485"/>
                </a:cubicBezTo>
                <a:cubicBezTo>
                  <a:pt x="299296" y="118485"/>
                  <a:pt x="297683" y="117832"/>
                  <a:pt x="296424" y="116526"/>
                </a:cubicBezTo>
                <a:cubicBezTo>
                  <a:pt x="295166" y="115220"/>
                  <a:pt x="294537" y="113560"/>
                  <a:pt x="294537" y="111545"/>
                </a:cubicBezTo>
                <a:cubicBezTo>
                  <a:pt x="294537" y="106002"/>
                  <a:pt x="293976" y="97813"/>
                  <a:pt x="292855" y="86978"/>
                </a:cubicBezTo>
                <a:cubicBezTo>
                  <a:pt x="291734" y="76143"/>
                  <a:pt x="291173" y="67954"/>
                  <a:pt x="291173" y="62411"/>
                </a:cubicBezTo>
                <a:cubicBezTo>
                  <a:pt x="291173" y="57555"/>
                  <a:pt x="290487" y="53776"/>
                  <a:pt x="289114" y="51073"/>
                </a:cubicBezTo>
                <a:cubicBezTo>
                  <a:pt x="285910" y="52541"/>
                  <a:pt x="282661" y="54925"/>
                  <a:pt x="279366" y="58228"/>
                </a:cubicBezTo>
                <a:lnTo>
                  <a:pt x="271265" y="67311"/>
                </a:lnTo>
                <a:cubicBezTo>
                  <a:pt x="270533" y="68410"/>
                  <a:pt x="269366" y="69855"/>
                  <a:pt x="267764" y="71644"/>
                </a:cubicBezTo>
                <a:cubicBezTo>
                  <a:pt x="267764" y="74395"/>
                  <a:pt x="267513" y="78455"/>
                  <a:pt x="267009" y="83822"/>
                </a:cubicBezTo>
                <a:cubicBezTo>
                  <a:pt x="266506" y="89188"/>
                  <a:pt x="266254" y="93155"/>
                  <a:pt x="266254" y="95724"/>
                </a:cubicBezTo>
                <a:cubicBezTo>
                  <a:pt x="266254" y="97100"/>
                  <a:pt x="266472" y="99026"/>
                  <a:pt x="266906" y="101503"/>
                </a:cubicBezTo>
                <a:cubicBezTo>
                  <a:pt x="267341" y="103979"/>
                  <a:pt x="267558" y="105767"/>
                  <a:pt x="267558" y="106868"/>
                </a:cubicBezTo>
                <a:cubicBezTo>
                  <a:pt x="267558" y="108749"/>
                  <a:pt x="266861" y="110331"/>
                  <a:pt x="265465" y="111616"/>
                </a:cubicBezTo>
                <a:cubicBezTo>
                  <a:pt x="264069" y="112900"/>
                  <a:pt x="262433" y="113542"/>
                  <a:pt x="260556" y="113542"/>
                </a:cubicBezTo>
                <a:cubicBezTo>
                  <a:pt x="255385" y="113542"/>
                  <a:pt x="252799" y="107656"/>
                  <a:pt x="252799" y="95885"/>
                </a:cubicBezTo>
                <a:cubicBezTo>
                  <a:pt x="252799" y="93136"/>
                  <a:pt x="253051" y="89037"/>
                  <a:pt x="253554" y="83586"/>
                </a:cubicBezTo>
                <a:cubicBezTo>
                  <a:pt x="254058" y="78136"/>
                  <a:pt x="254310" y="74036"/>
                  <a:pt x="254310" y="71288"/>
                </a:cubicBezTo>
                <a:cubicBezTo>
                  <a:pt x="254310" y="68861"/>
                  <a:pt x="254092" y="65220"/>
                  <a:pt x="253657" y="60364"/>
                </a:cubicBezTo>
                <a:cubicBezTo>
                  <a:pt x="253223" y="55509"/>
                  <a:pt x="253005" y="51844"/>
                  <a:pt x="253005" y="49370"/>
                </a:cubicBezTo>
                <a:cubicBezTo>
                  <a:pt x="253005" y="38973"/>
                  <a:pt x="255339" y="33774"/>
                  <a:pt x="260007" y="33774"/>
                </a:cubicBezTo>
                <a:cubicBezTo>
                  <a:pt x="261792" y="33774"/>
                  <a:pt x="263428" y="34541"/>
                  <a:pt x="264916" y="36074"/>
                </a:cubicBezTo>
                <a:cubicBezTo>
                  <a:pt x="266403" y="37607"/>
                  <a:pt x="267147" y="39289"/>
                  <a:pt x="267147" y="41120"/>
                </a:cubicBezTo>
                <a:cubicBezTo>
                  <a:pt x="267147" y="41989"/>
                  <a:pt x="267032" y="43339"/>
                  <a:pt x="266803" y="45170"/>
                </a:cubicBezTo>
                <a:cubicBezTo>
                  <a:pt x="266575" y="47000"/>
                  <a:pt x="266460" y="48396"/>
                  <a:pt x="266460" y="49357"/>
                </a:cubicBezTo>
                <a:lnTo>
                  <a:pt x="266597" y="56565"/>
                </a:lnTo>
                <a:cubicBezTo>
                  <a:pt x="268977" y="51668"/>
                  <a:pt x="272478" y="47241"/>
                  <a:pt x="277100" y="43282"/>
                </a:cubicBezTo>
                <a:cubicBezTo>
                  <a:pt x="281723" y="39323"/>
                  <a:pt x="285658" y="37344"/>
                  <a:pt x="288908" y="37344"/>
                </a:cubicBezTo>
                <a:cubicBezTo>
                  <a:pt x="296093" y="37344"/>
                  <a:pt x="301035" y="40914"/>
                  <a:pt x="303735" y="48053"/>
                </a:cubicBezTo>
                <a:cubicBezTo>
                  <a:pt x="306252" y="44712"/>
                  <a:pt x="309250" y="42206"/>
                  <a:pt x="312728" y="40536"/>
                </a:cubicBezTo>
                <a:cubicBezTo>
                  <a:pt x="316206" y="38866"/>
                  <a:pt x="320188" y="38030"/>
                  <a:pt x="324673" y="38030"/>
                </a:cubicBezTo>
                <a:cubicBezTo>
                  <a:pt x="332315" y="38030"/>
                  <a:pt x="337533" y="42156"/>
                  <a:pt x="340324" y="50408"/>
                </a:cubicBezTo>
                <a:cubicBezTo>
                  <a:pt x="340873" y="52059"/>
                  <a:pt x="341812" y="58500"/>
                  <a:pt x="343139" y="69732"/>
                </a:cubicBezTo>
                <a:cubicBezTo>
                  <a:pt x="344420" y="77618"/>
                  <a:pt x="346068" y="90753"/>
                  <a:pt x="348081" y="109138"/>
                </a:cubicBezTo>
                <a:cubicBezTo>
                  <a:pt x="348219" y="110971"/>
                  <a:pt x="347601" y="112530"/>
                  <a:pt x="346228" y="113812"/>
                </a:cubicBezTo>
                <a:cubicBezTo>
                  <a:pt x="344855" y="115097"/>
                  <a:pt x="343185" y="115739"/>
                  <a:pt x="341217" y="115739"/>
                </a:cubicBezTo>
                <a:close/>
                <a:moveTo>
                  <a:pt x="376103" y="23065"/>
                </a:moveTo>
                <a:cubicBezTo>
                  <a:pt x="373906" y="23065"/>
                  <a:pt x="372007" y="22287"/>
                  <a:pt x="370405" y="20731"/>
                </a:cubicBezTo>
                <a:cubicBezTo>
                  <a:pt x="368803" y="19175"/>
                  <a:pt x="368002" y="17299"/>
                  <a:pt x="368002" y="15102"/>
                </a:cubicBezTo>
                <a:cubicBezTo>
                  <a:pt x="368002" y="12906"/>
                  <a:pt x="368803" y="11029"/>
                  <a:pt x="370405" y="9473"/>
                </a:cubicBezTo>
                <a:cubicBezTo>
                  <a:pt x="372007" y="7917"/>
                  <a:pt x="373906" y="7139"/>
                  <a:pt x="376103" y="7139"/>
                </a:cubicBezTo>
                <a:cubicBezTo>
                  <a:pt x="378299" y="7139"/>
                  <a:pt x="380187" y="7917"/>
                  <a:pt x="381766" y="9473"/>
                </a:cubicBezTo>
                <a:cubicBezTo>
                  <a:pt x="383345" y="11029"/>
                  <a:pt x="384134" y="12906"/>
                  <a:pt x="384134" y="15102"/>
                </a:cubicBezTo>
                <a:cubicBezTo>
                  <a:pt x="384134" y="17299"/>
                  <a:pt x="383345" y="19175"/>
                  <a:pt x="381766" y="20731"/>
                </a:cubicBezTo>
                <a:cubicBezTo>
                  <a:pt x="380187" y="22287"/>
                  <a:pt x="378299" y="23065"/>
                  <a:pt x="376103" y="23065"/>
                </a:cubicBezTo>
                <a:moveTo>
                  <a:pt x="379192" y="78845"/>
                </a:moveTo>
                <a:cubicBezTo>
                  <a:pt x="379192" y="81594"/>
                  <a:pt x="379272" y="85706"/>
                  <a:pt x="379432" y="91180"/>
                </a:cubicBezTo>
                <a:cubicBezTo>
                  <a:pt x="379592" y="96654"/>
                  <a:pt x="379672" y="100764"/>
                  <a:pt x="379672" y="103513"/>
                </a:cubicBezTo>
                <a:cubicBezTo>
                  <a:pt x="379672" y="105528"/>
                  <a:pt x="379055" y="107177"/>
                  <a:pt x="377819" y="108460"/>
                </a:cubicBezTo>
                <a:cubicBezTo>
                  <a:pt x="376583" y="109743"/>
                  <a:pt x="374959" y="110384"/>
                  <a:pt x="372945" y="110384"/>
                </a:cubicBezTo>
                <a:cubicBezTo>
                  <a:pt x="370977" y="110384"/>
                  <a:pt x="369364" y="109743"/>
                  <a:pt x="368105" y="108460"/>
                </a:cubicBezTo>
                <a:cubicBezTo>
                  <a:pt x="366847" y="107177"/>
                  <a:pt x="366218" y="105528"/>
                  <a:pt x="366218" y="103513"/>
                </a:cubicBezTo>
                <a:cubicBezTo>
                  <a:pt x="366218" y="100764"/>
                  <a:pt x="366137" y="96654"/>
                  <a:pt x="365977" y="91180"/>
                </a:cubicBezTo>
                <a:cubicBezTo>
                  <a:pt x="365817" y="85706"/>
                  <a:pt x="365737" y="81594"/>
                  <a:pt x="365737" y="78845"/>
                </a:cubicBezTo>
                <a:cubicBezTo>
                  <a:pt x="365737" y="74539"/>
                  <a:pt x="365966" y="69168"/>
                  <a:pt x="366424" y="62733"/>
                </a:cubicBezTo>
                <a:cubicBezTo>
                  <a:pt x="366881" y="56296"/>
                  <a:pt x="367110" y="50924"/>
                  <a:pt x="367110" y="46618"/>
                </a:cubicBezTo>
                <a:cubicBezTo>
                  <a:pt x="367110" y="44557"/>
                  <a:pt x="367739" y="42885"/>
                  <a:pt x="368998" y="41602"/>
                </a:cubicBezTo>
                <a:cubicBezTo>
                  <a:pt x="370256" y="40319"/>
                  <a:pt x="371870" y="39678"/>
                  <a:pt x="373837" y="39678"/>
                </a:cubicBezTo>
                <a:cubicBezTo>
                  <a:pt x="375805" y="39678"/>
                  <a:pt x="377418" y="40319"/>
                  <a:pt x="378677" y="41602"/>
                </a:cubicBezTo>
                <a:cubicBezTo>
                  <a:pt x="379936" y="42885"/>
                  <a:pt x="380565" y="44557"/>
                  <a:pt x="380565" y="46618"/>
                </a:cubicBezTo>
                <a:cubicBezTo>
                  <a:pt x="380565" y="50924"/>
                  <a:pt x="380336" y="56296"/>
                  <a:pt x="379878" y="62733"/>
                </a:cubicBezTo>
                <a:cubicBezTo>
                  <a:pt x="379421" y="69168"/>
                  <a:pt x="379192" y="74539"/>
                  <a:pt x="379192" y="78845"/>
                </a:cubicBezTo>
                <a:close/>
                <a:moveTo>
                  <a:pt x="448164" y="51545"/>
                </a:moveTo>
                <a:cubicBezTo>
                  <a:pt x="447203" y="51545"/>
                  <a:pt x="446070" y="51500"/>
                  <a:pt x="444766" y="51408"/>
                </a:cubicBezTo>
                <a:cubicBezTo>
                  <a:pt x="443461" y="51315"/>
                  <a:pt x="442329" y="51269"/>
                  <a:pt x="441368" y="51269"/>
                </a:cubicBezTo>
                <a:cubicBezTo>
                  <a:pt x="440315" y="51269"/>
                  <a:pt x="437203" y="51615"/>
                  <a:pt x="432032" y="52309"/>
                </a:cubicBezTo>
                <a:lnTo>
                  <a:pt x="433336" y="92834"/>
                </a:lnTo>
                <a:lnTo>
                  <a:pt x="433405" y="95853"/>
                </a:lnTo>
                <a:lnTo>
                  <a:pt x="433473" y="99349"/>
                </a:lnTo>
                <a:cubicBezTo>
                  <a:pt x="433656" y="109360"/>
                  <a:pt x="431254" y="114366"/>
                  <a:pt x="426265" y="114366"/>
                </a:cubicBezTo>
                <a:cubicBezTo>
                  <a:pt x="424435" y="114366"/>
                  <a:pt x="422844" y="113772"/>
                  <a:pt x="421494" y="112583"/>
                </a:cubicBezTo>
                <a:cubicBezTo>
                  <a:pt x="420144" y="111395"/>
                  <a:pt x="419469" y="109909"/>
                  <a:pt x="419469" y="108125"/>
                </a:cubicBezTo>
                <a:cubicBezTo>
                  <a:pt x="419469" y="106389"/>
                  <a:pt x="419538" y="103784"/>
                  <a:pt x="419675" y="100310"/>
                </a:cubicBezTo>
                <a:cubicBezTo>
                  <a:pt x="419813" y="96835"/>
                  <a:pt x="419881" y="94229"/>
                  <a:pt x="419881" y="92491"/>
                </a:cubicBezTo>
                <a:lnTo>
                  <a:pt x="418508" y="52446"/>
                </a:lnTo>
                <a:cubicBezTo>
                  <a:pt x="415167" y="52309"/>
                  <a:pt x="410088" y="51918"/>
                  <a:pt x="403269" y="51273"/>
                </a:cubicBezTo>
                <a:cubicBezTo>
                  <a:pt x="399196" y="50721"/>
                  <a:pt x="397159" y="48445"/>
                  <a:pt x="397159" y="44445"/>
                </a:cubicBezTo>
                <a:cubicBezTo>
                  <a:pt x="397159" y="42421"/>
                  <a:pt x="397777" y="40743"/>
                  <a:pt x="399013" y="39412"/>
                </a:cubicBezTo>
                <a:cubicBezTo>
                  <a:pt x="400248" y="38079"/>
                  <a:pt x="401827" y="37413"/>
                  <a:pt x="403749" y="37413"/>
                </a:cubicBezTo>
                <a:lnTo>
                  <a:pt x="418165" y="38580"/>
                </a:lnTo>
                <a:cubicBezTo>
                  <a:pt x="418165" y="36238"/>
                  <a:pt x="418062" y="33106"/>
                  <a:pt x="417856" y="29184"/>
                </a:cubicBezTo>
                <a:cubicBezTo>
                  <a:pt x="417650" y="25259"/>
                  <a:pt x="417547" y="22425"/>
                  <a:pt x="417547" y="20682"/>
                </a:cubicBezTo>
                <a:cubicBezTo>
                  <a:pt x="417547" y="18754"/>
                  <a:pt x="418211" y="17160"/>
                  <a:pt x="419538" y="15898"/>
                </a:cubicBezTo>
                <a:cubicBezTo>
                  <a:pt x="420865" y="14635"/>
                  <a:pt x="422490" y="14004"/>
                  <a:pt x="424412" y="14004"/>
                </a:cubicBezTo>
                <a:cubicBezTo>
                  <a:pt x="428531" y="14004"/>
                  <a:pt x="430933" y="17368"/>
                  <a:pt x="431620" y="24095"/>
                </a:cubicBezTo>
                <a:cubicBezTo>
                  <a:pt x="431757" y="25788"/>
                  <a:pt x="431826" y="27825"/>
                  <a:pt x="431826" y="30205"/>
                </a:cubicBezTo>
                <a:lnTo>
                  <a:pt x="431688" y="34186"/>
                </a:lnTo>
                <a:lnTo>
                  <a:pt x="431620" y="38442"/>
                </a:lnTo>
                <a:cubicBezTo>
                  <a:pt x="437295" y="37710"/>
                  <a:pt x="440544" y="37344"/>
                  <a:pt x="441368" y="37344"/>
                </a:cubicBezTo>
                <a:cubicBezTo>
                  <a:pt x="446127" y="37344"/>
                  <a:pt x="449239" y="37573"/>
                  <a:pt x="450704" y="38030"/>
                </a:cubicBezTo>
                <a:cubicBezTo>
                  <a:pt x="453495" y="38951"/>
                  <a:pt x="454891" y="41122"/>
                  <a:pt x="454891" y="44543"/>
                </a:cubicBezTo>
                <a:cubicBezTo>
                  <a:pt x="454891" y="46577"/>
                  <a:pt x="454262" y="48252"/>
                  <a:pt x="453003" y="49570"/>
                </a:cubicBezTo>
                <a:cubicBezTo>
                  <a:pt x="451745" y="50887"/>
                  <a:pt x="450132" y="51545"/>
                  <a:pt x="448164" y="51545"/>
                </a:cubicBezTo>
                <a:close/>
                <a:moveTo>
                  <a:pt x="514358" y="51545"/>
                </a:moveTo>
                <a:cubicBezTo>
                  <a:pt x="513397" y="51545"/>
                  <a:pt x="512264" y="51500"/>
                  <a:pt x="510960" y="51408"/>
                </a:cubicBezTo>
                <a:cubicBezTo>
                  <a:pt x="509655" y="51315"/>
                  <a:pt x="508523" y="51269"/>
                  <a:pt x="507562" y="51269"/>
                </a:cubicBezTo>
                <a:cubicBezTo>
                  <a:pt x="506509" y="51269"/>
                  <a:pt x="503397" y="51615"/>
                  <a:pt x="498226" y="52309"/>
                </a:cubicBezTo>
                <a:lnTo>
                  <a:pt x="499530" y="92834"/>
                </a:lnTo>
                <a:lnTo>
                  <a:pt x="499599" y="95853"/>
                </a:lnTo>
                <a:lnTo>
                  <a:pt x="499667" y="99349"/>
                </a:lnTo>
                <a:cubicBezTo>
                  <a:pt x="499850" y="109360"/>
                  <a:pt x="497448" y="114366"/>
                  <a:pt x="492459" y="114366"/>
                </a:cubicBezTo>
                <a:cubicBezTo>
                  <a:pt x="490629" y="114366"/>
                  <a:pt x="489038" y="113772"/>
                  <a:pt x="487688" y="112583"/>
                </a:cubicBezTo>
                <a:cubicBezTo>
                  <a:pt x="486338" y="111395"/>
                  <a:pt x="485663" y="109909"/>
                  <a:pt x="485663" y="108125"/>
                </a:cubicBezTo>
                <a:cubicBezTo>
                  <a:pt x="485663" y="106389"/>
                  <a:pt x="485732" y="103784"/>
                  <a:pt x="485869" y="100310"/>
                </a:cubicBezTo>
                <a:cubicBezTo>
                  <a:pt x="486007" y="96835"/>
                  <a:pt x="486075" y="94229"/>
                  <a:pt x="486075" y="92491"/>
                </a:cubicBezTo>
                <a:lnTo>
                  <a:pt x="484702" y="52446"/>
                </a:lnTo>
                <a:cubicBezTo>
                  <a:pt x="481361" y="52309"/>
                  <a:pt x="476282" y="51918"/>
                  <a:pt x="469463" y="51273"/>
                </a:cubicBezTo>
                <a:cubicBezTo>
                  <a:pt x="465390" y="50721"/>
                  <a:pt x="463353" y="48445"/>
                  <a:pt x="463353" y="44445"/>
                </a:cubicBezTo>
                <a:cubicBezTo>
                  <a:pt x="463353" y="42421"/>
                  <a:pt x="463971" y="40743"/>
                  <a:pt x="465207" y="39412"/>
                </a:cubicBezTo>
                <a:cubicBezTo>
                  <a:pt x="466442" y="38079"/>
                  <a:pt x="468021" y="37413"/>
                  <a:pt x="469943" y="37413"/>
                </a:cubicBezTo>
                <a:lnTo>
                  <a:pt x="484359" y="38580"/>
                </a:lnTo>
                <a:cubicBezTo>
                  <a:pt x="484359" y="36238"/>
                  <a:pt x="484256" y="33106"/>
                  <a:pt x="484050" y="29184"/>
                </a:cubicBezTo>
                <a:cubicBezTo>
                  <a:pt x="483844" y="25259"/>
                  <a:pt x="483741" y="22425"/>
                  <a:pt x="483741" y="20682"/>
                </a:cubicBezTo>
                <a:cubicBezTo>
                  <a:pt x="483741" y="18754"/>
                  <a:pt x="484405" y="17160"/>
                  <a:pt x="485732" y="15898"/>
                </a:cubicBezTo>
                <a:cubicBezTo>
                  <a:pt x="487059" y="14635"/>
                  <a:pt x="488684" y="14004"/>
                  <a:pt x="490606" y="14004"/>
                </a:cubicBezTo>
                <a:cubicBezTo>
                  <a:pt x="494725" y="14004"/>
                  <a:pt x="497127" y="17368"/>
                  <a:pt x="497814" y="24095"/>
                </a:cubicBezTo>
                <a:cubicBezTo>
                  <a:pt x="497951" y="25788"/>
                  <a:pt x="498020" y="27825"/>
                  <a:pt x="498020" y="30205"/>
                </a:cubicBezTo>
                <a:lnTo>
                  <a:pt x="497882" y="34186"/>
                </a:lnTo>
                <a:lnTo>
                  <a:pt x="497814" y="38442"/>
                </a:lnTo>
                <a:cubicBezTo>
                  <a:pt x="503489" y="37710"/>
                  <a:pt x="506738" y="37344"/>
                  <a:pt x="507562" y="37344"/>
                </a:cubicBezTo>
                <a:cubicBezTo>
                  <a:pt x="512321" y="37344"/>
                  <a:pt x="515433" y="37573"/>
                  <a:pt x="516898" y="38030"/>
                </a:cubicBezTo>
                <a:cubicBezTo>
                  <a:pt x="519689" y="38951"/>
                  <a:pt x="521085" y="41122"/>
                  <a:pt x="521085" y="44543"/>
                </a:cubicBezTo>
                <a:cubicBezTo>
                  <a:pt x="521085" y="46577"/>
                  <a:pt x="520456" y="48252"/>
                  <a:pt x="519197" y="49570"/>
                </a:cubicBezTo>
                <a:cubicBezTo>
                  <a:pt x="517939" y="50887"/>
                  <a:pt x="516326" y="51545"/>
                  <a:pt x="514358" y="51545"/>
                </a:cubicBezTo>
                <a:close/>
                <a:moveTo>
                  <a:pt x="566685" y="113130"/>
                </a:moveTo>
                <a:cubicBezTo>
                  <a:pt x="556342" y="113130"/>
                  <a:pt x="547967" y="110542"/>
                  <a:pt x="541560" y="105367"/>
                </a:cubicBezTo>
                <a:cubicBezTo>
                  <a:pt x="534558" y="99640"/>
                  <a:pt x="531057" y="91624"/>
                  <a:pt x="531057" y="81317"/>
                </a:cubicBezTo>
                <a:cubicBezTo>
                  <a:pt x="531057" y="69408"/>
                  <a:pt x="533940" y="59423"/>
                  <a:pt x="539707" y="51361"/>
                </a:cubicBezTo>
                <a:cubicBezTo>
                  <a:pt x="545977" y="42565"/>
                  <a:pt x="554351" y="38168"/>
                  <a:pt x="564832" y="38168"/>
                </a:cubicBezTo>
                <a:cubicBezTo>
                  <a:pt x="572429" y="38168"/>
                  <a:pt x="578630" y="39449"/>
                  <a:pt x="583435" y="42012"/>
                </a:cubicBezTo>
                <a:cubicBezTo>
                  <a:pt x="589339" y="45170"/>
                  <a:pt x="592290" y="50021"/>
                  <a:pt x="592290" y="56565"/>
                </a:cubicBezTo>
                <a:cubicBezTo>
                  <a:pt x="592290" y="61142"/>
                  <a:pt x="589705" y="65306"/>
                  <a:pt x="584533" y="69059"/>
                </a:cubicBezTo>
                <a:cubicBezTo>
                  <a:pt x="582245" y="70706"/>
                  <a:pt x="577394" y="73269"/>
                  <a:pt x="569980" y="76747"/>
                </a:cubicBezTo>
                <a:lnTo>
                  <a:pt x="543757" y="89172"/>
                </a:lnTo>
                <a:cubicBezTo>
                  <a:pt x="546320" y="92971"/>
                  <a:pt x="549512" y="95831"/>
                  <a:pt x="553333" y="97753"/>
                </a:cubicBezTo>
                <a:cubicBezTo>
                  <a:pt x="557155" y="99675"/>
                  <a:pt x="561605" y="100636"/>
                  <a:pt x="566685" y="100636"/>
                </a:cubicBezTo>
                <a:cubicBezTo>
                  <a:pt x="569843" y="100636"/>
                  <a:pt x="573550" y="100042"/>
                  <a:pt x="577806" y="98852"/>
                </a:cubicBezTo>
                <a:cubicBezTo>
                  <a:pt x="583206" y="97341"/>
                  <a:pt x="586684" y="95362"/>
                  <a:pt x="588240" y="92914"/>
                </a:cubicBezTo>
                <a:cubicBezTo>
                  <a:pt x="589796" y="90465"/>
                  <a:pt x="591467" y="89241"/>
                  <a:pt x="593251" y="89241"/>
                </a:cubicBezTo>
                <a:cubicBezTo>
                  <a:pt x="594853" y="89241"/>
                  <a:pt x="596283" y="89850"/>
                  <a:pt x="597542" y="91067"/>
                </a:cubicBezTo>
                <a:cubicBezTo>
                  <a:pt x="598800" y="92282"/>
                  <a:pt x="599430" y="93693"/>
                  <a:pt x="599430" y="95299"/>
                </a:cubicBezTo>
                <a:cubicBezTo>
                  <a:pt x="599430" y="100393"/>
                  <a:pt x="595334" y="104777"/>
                  <a:pt x="587142" y="108449"/>
                </a:cubicBezTo>
                <a:cubicBezTo>
                  <a:pt x="580140" y="111570"/>
                  <a:pt x="573321" y="113130"/>
                  <a:pt x="566685" y="113130"/>
                </a:cubicBezTo>
                <a:moveTo>
                  <a:pt x="564832" y="50524"/>
                </a:moveTo>
                <a:cubicBezTo>
                  <a:pt x="559248" y="50524"/>
                  <a:pt x="554603" y="52687"/>
                  <a:pt x="550896" y="57011"/>
                </a:cubicBezTo>
                <a:cubicBezTo>
                  <a:pt x="547189" y="61336"/>
                  <a:pt x="544421" y="67846"/>
                  <a:pt x="542590" y="76541"/>
                </a:cubicBezTo>
                <a:lnTo>
                  <a:pt x="563665" y="66519"/>
                </a:lnTo>
                <a:cubicBezTo>
                  <a:pt x="571948" y="62492"/>
                  <a:pt x="577852" y="58991"/>
                  <a:pt x="581376" y="56016"/>
                </a:cubicBezTo>
                <a:cubicBezTo>
                  <a:pt x="577440" y="52355"/>
                  <a:pt x="571925" y="50524"/>
                  <a:pt x="564832" y="50524"/>
                </a:cubicBezTo>
                <a:close/>
                <a:moveTo>
                  <a:pt x="674589" y="49327"/>
                </a:moveTo>
                <a:cubicBezTo>
                  <a:pt x="674040" y="56050"/>
                  <a:pt x="673765" y="62773"/>
                  <a:pt x="673765" y="69496"/>
                </a:cubicBezTo>
                <a:cubicBezTo>
                  <a:pt x="673765" y="84728"/>
                  <a:pt x="674475" y="96230"/>
                  <a:pt x="675894" y="104004"/>
                </a:cubicBezTo>
                <a:cubicBezTo>
                  <a:pt x="675985" y="104645"/>
                  <a:pt x="676031" y="105171"/>
                  <a:pt x="676031" y="105583"/>
                </a:cubicBezTo>
                <a:cubicBezTo>
                  <a:pt x="676031" y="107412"/>
                  <a:pt x="675390" y="108921"/>
                  <a:pt x="674109" y="110110"/>
                </a:cubicBezTo>
                <a:cubicBezTo>
                  <a:pt x="672827" y="111300"/>
                  <a:pt x="671340" y="111895"/>
                  <a:pt x="669647" y="111895"/>
                </a:cubicBezTo>
                <a:cubicBezTo>
                  <a:pt x="666809" y="111895"/>
                  <a:pt x="664727" y="109835"/>
                  <a:pt x="663400" y="105716"/>
                </a:cubicBezTo>
                <a:cubicBezTo>
                  <a:pt x="660105" y="108142"/>
                  <a:pt x="656684" y="109984"/>
                  <a:pt x="653137" y="111242"/>
                </a:cubicBezTo>
                <a:cubicBezTo>
                  <a:pt x="649590" y="112501"/>
                  <a:pt x="645895" y="113130"/>
                  <a:pt x="642051" y="113130"/>
                </a:cubicBezTo>
                <a:cubicBezTo>
                  <a:pt x="632577" y="113130"/>
                  <a:pt x="624729" y="109970"/>
                  <a:pt x="618505" y="103648"/>
                </a:cubicBezTo>
                <a:cubicBezTo>
                  <a:pt x="612098" y="97190"/>
                  <a:pt x="608894" y="88899"/>
                  <a:pt x="608894" y="78775"/>
                </a:cubicBezTo>
                <a:cubicBezTo>
                  <a:pt x="608894" y="66544"/>
                  <a:pt x="612132" y="56742"/>
                  <a:pt x="618608" y="49368"/>
                </a:cubicBezTo>
                <a:cubicBezTo>
                  <a:pt x="625083" y="41993"/>
                  <a:pt x="633493" y="38305"/>
                  <a:pt x="643835" y="38305"/>
                </a:cubicBezTo>
                <a:cubicBezTo>
                  <a:pt x="649144" y="38305"/>
                  <a:pt x="653240" y="39129"/>
                  <a:pt x="656123" y="40776"/>
                </a:cubicBezTo>
                <a:lnTo>
                  <a:pt x="662576" y="45513"/>
                </a:lnTo>
                <a:cubicBezTo>
                  <a:pt x="663217" y="26272"/>
                  <a:pt x="663972" y="13317"/>
                  <a:pt x="664841" y="6648"/>
                </a:cubicBezTo>
                <a:cubicBezTo>
                  <a:pt x="665436" y="2582"/>
                  <a:pt x="667519" y="549"/>
                  <a:pt x="671088" y="549"/>
                </a:cubicBezTo>
                <a:cubicBezTo>
                  <a:pt x="675253" y="549"/>
                  <a:pt x="677335" y="2767"/>
                  <a:pt x="677335" y="7204"/>
                </a:cubicBezTo>
                <a:cubicBezTo>
                  <a:pt x="677335" y="13561"/>
                  <a:pt x="676420" y="27602"/>
                  <a:pt x="674589" y="49327"/>
                </a:cubicBezTo>
                <a:moveTo>
                  <a:pt x="644110" y="51073"/>
                </a:moveTo>
                <a:cubicBezTo>
                  <a:pt x="636422" y="51073"/>
                  <a:pt x="630655" y="53350"/>
                  <a:pt x="626811" y="57904"/>
                </a:cubicBezTo>
                <a:cubicBezTo>
                  <a:pt x="622967" y="62457"/>
                  <a:pt x="621045" y="69311"/>
                  <a:pt x="621045" y="78463"/>
                </a:cubicBezTo>
                <a:cubicBezTo>
                  <a:pt x="621045" y="84367"/>
                  <a:pt x="623138" y="89447"/>
                  <a:pt x="627326" y="93703"/>
                </a:cubicBezTo>
                <a:cubicBezTo>
                  <a:pt x="631513" y="97959"/>
                  <a:pt x="636422" y="100087"/>
                  <a:pt x="642051" y="100087"/>
                </a:cubicBezTo>
                <a:cubicBezTo>
                  <a:pt x="645895" y="100087"/>
                  <a:pt x="649144" y="99378"/>
                  <a:pt x="651798" y="97959"/>
                </a:cubicBezTo>
                <a:cubicBezTo>
                  <a:pt x="653354" y="97135"/>
                  <a:pt x="655894" y="95236"/>
                  <a:pt x="659418" y="92262"/>
                </a:cubicBezTo>
                <a:cubicBezTo>
                  <a:pt x="660105" y="91667"/>
                  <a:pt x="660768" y="90957"/>
                  <a:pt x="661409" y="90133"/>
                </a:cubicBezTo>
                <a:lnTo>
                  <a:pt x="661203" y="78258"/>
                </a:lnTo>
                <a:lnTo>
                  <a:pt x="661272" y="70295"/>
                </a:lnTo>
                <a:lnTo>
                  <a:pt x="661409" y="62194"/>
                </a:lnTo>
                <a:cubicBezTo>
                  <a:pt x="659670" y="58487"/>
                  <a:pt x="657359" y="55707"/>
                  <a:pt x="654476" y="53854"/>
                </a:cubicBezTo>
                <a:cubicBezTo>
                  <a:pt x="651592" y="52000"/>
                  <a:pt x="648137" y="51073"/>
                  <a:pt x="644110" y="51073"/>
                </a:cubicBezTo>
                <a:close/>
                <a:moveTo>
                  <a:pt x="754948" y="69608"/>
                </a:moveTo>
                <a:cubicBezTo>
                  <a:pt x="753666" y="69608"/>
                  <a:pt x="750875" y="69311"/>
                  <a:pt x="746573" y="68716"/>
                </a:cubicBezTo>
                <a:cubicBezTo>
                  <a:pt x="746207" y="75636"/>
                  <a:pt x="746024" y="87760"/>
                  <a:pt x="746024" y="105088"/>
                </a:cubicBezTo>
                <a:cubicBezTo>
                  <a:pt x="746024" y="106921"/>
                  <a:pt x="745429" y="108469"/>
                  <a:pt x="744239" y="109730"/>
                </a:cubicBezTo>
                <a:cubicBezTo>
                  <a:pt x="743049" y="110990"/>
                  <a:pt x="741561" y="111620"/>
                  <a:pt x="739777" y="111620"/>
                </a:cubicBezTo>
                <a:cubicBezTo>
                  <a:pt x="737946" y="111620"/>
                  <a:pt x="736436" y="110991"/>
                  <a:pt x="735246" y="109732"/>
                </a:cubicBezTo>
                <a:cubicBezTo>
                  <a:pt x="734056" y="108472"/>
                  <a:pt x="733461" y="106926"/>
                  <a:pt x="733461" y="105094"/>
                </a:cubicBezTo>
                <a:lnTo>
                  <a:pt x="733461" y="84899"/>
                </a:lnTo>
                <a:cubicBezTo>
                  <a:pt x="733461" y="78167"/>
                  <a:pt x="733873" y="68688"/>
                  <a:pt x="734697" y="56462"/>
                </a:cubicBezTo>
                <a:cubicBezTo>
                  <a:pt x="735612" y="43228"/>
                  <a:pt x="736116" y="33749"/>
                  <a:pt x="736207" y="28025"/>
                </a:cubicBezTo>
                <a:lnTo>
                  <a:pt x="736207" y="18545"/>
                </a:lnTo>
                <a:cubicBezTo>
                  <a:pt x="736207" y="14012"/>
                  <a:pt x="736482" y="10715"/>
                  <a:pt x="737031" y="8654"/>
                </a:cubicBezTo>
                <a:cubicBezTo>
                  <a:pt x="738083" y="4624"/>
                  <a:pt x="740326" y="2883"/>
                  <a:pt x="743758" y="3432"/>
                </a:cubicBezTo>
                <a:cubicBezTo>
                  <a:pt x="745223" y="2975"/>
                  <a:pt x="747305" y="2631"/>
                  <a:pt x="750005" y="2403"/>
                </a:cubicBezTo>
                <a:cubicBezTo>
                  <a:pt x="752705" y="2174"/>
                  <a:pt x="756023" y="2059"/>
                  <a:pt x="759959" y="2059"/>
                </a:cubicBezTo>
                <a:cubicBezTo>
                  <a:pt x="768334" y="2059"/>
                  <a:pt x="776182" y="4920"/>
                  <a:pt x="783505" y="10640"/>
                </a:cubicBezTo>
                <a:cubicBezTo>
                  <a:pt x="791559" y="16956"/>
                  <a:pt x="795587" y="24553"/>
                  <a:pt x="795587" y="33431"/>
                </a:cubicBezTo>
                <a:cubicBezTo>
                  <a:pt x="795587" y="44781"/>
                  <a:pt x="791285" y="53819"/>
                  <a:pt x="782681" y="60547"/>
                </a:cubicBezTo>
                <a:cubicBezTo>
                  <a:pt x="774993" y="66588"/>
                  <a:pt x="765748" y="69608"/>
                  <a:pt x="754948" y="69608"/>
                </a:cubicBezTo>
                <a:moveTo>
                  <a:pt x="758380" y="15102"/>
                </a:moveTo>
                <a:cubicBezTo>
                  <a:pt x="756366" y="15102"/>
                  <a:pt x="754570" y="15148"/>
                  <a:pt x="752991" y="15240"/>
                </a:cubicBezTo>
                <a:cubicBezTo>
                  <a:pt x="751412" y="15331"/>
                  <a:pt x="750074" y="15468"/>
                  <a:pt x="748975" y="15652"/>
                </a:cubicBezTo>
                <a:lnTo>
                  <a:pt x="748838" y="28261"/>
                </a:lnTo>
                <a:lnTo>
                  <a:pt x="747396" y="55538"/>
                </a:lnTo>
                <a:lnTo>
                  <a:pt x="754948" y="56428"/>
                </a:lnTo>
                <a:cubicBezTo>
                  <a:pt x="762636" y="56428"/>
                  <a:pt x="769112" y="54486"/>
                  <a:pt x="774375" y="50604"/>
                </a:cubicBezTo>
                <a:cubicBezTo>
                  <a:pt x="780141" y="46353"/>
                  <a:pt x="783024" y="40619"/>
                  <a:pt x="783024" y="33401"/>
                </a:cubicBezTo>
                <a:cubicBezTo>
                  <a:pt x="783024" y="28284"/>
                  <a:pt x="780278" y="23875"/>
                  <a:pt x="774787" y="20174"/>
                </a:cubicBezTo>
                <a:cubicBezTo>
                  <a:pt x="769707" y="16793"/>
                  <a:pt x="764238" y="15102"/>
                  <a:pt x="758380" y="15102"/>
                </a:cubicBezTo>
                <a:close/>
                <a:moveTo>
                  <a:pt x="862975" y="114503"/>
                </a:moveTo>
                <a:cubicBezTo>
                  <a:pt x="862106" y="114503"/>
                  <a:pt x="860527" y="113488"/>
                  <a:pt x="858238" y="111457"/>
                </a:cubicBezTo>
                <a:cubicBezTo>
                  <a:pt x="856179" y="109565"/>
                  <a:pt x="854646" y="107880"/>
                  <a:pt x="853639" y="106403"/>
                </a:cubicBezTo>
                <a:cubicBezTo>
                  <a:pt x="849246" y="108805"/>
                  <a:pt x="845379" y="110619"/>
                  <a:pt x="842038" y="111843"/>
                </a:cubicBezTo>
                <a:cubicBezTo>
                  <a:pt x="838697" y="113067"/>
                  <a:pt x="835905" y="113679"/>
                  <a:pt x="833663" y="113679"/>
                </a:cubicBezTo>
                <a:cubicBezTo>
                  <a:pt x="822954" y="113679"/>
                  <a:pt x="815151" y="110659"/>
                  <a:pt x="810254" y="104618"/>
                </a:cubicBezTo>
                <a:cubicBezTo>
                  <a:pt x="805632" y="98943"/>
                  <a:pt x="803321" y="90248"/>
                  <a:pt x="803321" y="78532"/>
                </a:cubicBezTo>
                <a:cubicBezTo>
                  <a:pt x="803321" y="67457"/>
                  <a:pt x="807131" y="57984"/>
                  <a:pt x="814751" y="50112"/>
                </a:cubicBezTo>
                <a:cubicBezTo>
                  <a:pt x="822370" y="42241"/>
                  <a:pt x="831466" y="38305"/>
                  <a:pt x="842038" y="38305"/>
                </a:cubicBezTo>
                <a:cubicBezTo>
                  <a:pt x="846019" y="38305"/>
                  <a:pt x="850481" y="39335"/>
                  <a:pt x="855424" y="41394"/>
                </a:cubicBezTo>
                <a:cubicBezTo>
                  <a:pt x="861648" y="43957"/>
                  <a:pt x="864760" y="47046"/>
                  <a:pt x="864760" y="50661"/>
                </a:cubicBezTo>
                <a:cubicBezTo>
                  <a:pt x="864760" y="51897"/>
                  <a:pt x="864302" y="52995"/>
                  <a:pt x="863387" y="53957"/>
                </a:cubicBezTo>
                <a:cubicBezTo>
                  <a:pt x="862929" y="55696"/>
                  <a:pt x="862575" y="58556"/>
                  <a:pt x="862323" y="62537"/>
                </a:cubicBezTo>
                <a:cubicBezTo>
                  <a:pt x="862071" y="66519"/>
                  <a:pt x="861923" y="71622"/>
                  <a:pt x="861877" y="77846"/>
                </a:cubicBezTo>
                <a:cubicBezTo>
                  <a:pt x="861831" y="83520"/>
                  <a:pt x="862220" y="88005"/>
                  <a:pt x="863044" y="91300"/>
                </a:cubicBezTo>
                <a:cubicBezTo>
                  <a:pt x="863501" y="93314"/>
                  <a:pt x="864943" y="97341"/>
                  <a:pt x="867369" y="103382"/>
                </a:cubicBezTo>
                <a:cubicBezTo>
                  <a:pt x="867689" y="104206"/>
                  <a:pt x="868215" y="105419"/>
                  <a:pt x="868947" y="107021"/>
                </a:cubicBezTo>
                <a:lnTo>
                  <a:pt x="869359" y="108188"/>
                </a:lnTo>
                <a:cubicBezTo>
                  <a:pt x="869359" y="110018"/>
                  <a:pt x="868719" y="111528"/>
                  <a:pt x="867437" y="112718"/>
                </a:cubicBezTo>
                <a:cubicBezTo>
                  <a:pt x="866156" y="113908"/>
                  <a:pt x="864668" y="114503"/>
                  <a:pt x="862975" y="114503"/>
                </a:cubicBezTo>
                <a:moveTo>
                  <a:pt x="848697" y="66819"/>
                </a:moveTo>
                <a:cubicBezTo>
                  <a:pt x="848697" y="64856"/>
                  <a:pt x="848822" y="62722"/>
                  <a:pt x="849074" y="60418"/>
                </a:cubicBezTo>
                <a:cubicBezTo>
                  <a:pt x="849326" y="58113"/>
                  <a:pt x="849703" y="55659"/>
                  <a:pt x="850207" y="53058"/>
                </a:cubicBezTo>
                <a:cubicBezTo>
                  <a:pt x="848513" y="52190"/>
                  <a:pt x="847060" y="51550"/>
                  <a:pt x="845848" y="51140"/>
                </a:cubicBezTo>
                <a:cubicBezTo>
                  <a:pt x="844635" y="50729"/>
                  <a:pt x="843662" y="50524"/>
                  <a:pt x="842930" y="50524"/>
                </a:cubicBezTo>
                <a:cubicBezTo>
                  <a:pt x="835837" y="50524"/>
                  <a:pt x="829716" y="53411"/>
                  <a:pt x="824567" y="59184"/>
                </a:cubicBezTo>
                <a:cubicBezTo>
                  <a:pt x="819419" y="64958"/>
                  <a:pt x="816844" y="71610"/>
                  <a:pt x="816844" y="79141"/>
                </a:cubicBezTo>
                <a:cubicBezTo>
                  <a:pt x="816844" y="86627"/>
                  <a:pt x="818172" y="92241"/>
                  <a:pt x="820826" y="95983"/>
                </a:cubicBezTo>
                <a:cubicBezTo>
                  <a:pt x="823480" y="99726"/>
                  <a:pt x="827462" y="101598"/>
                  <a:pt x="832770" y="101598"/>
                </a:cubicBezTo>
                <a:cubicBezTo>
                  <a:pt x="837164" y="101598"/>
                  <a:pt x="840894" y="100799"/>
                  <a:pt x="843960" y="99201"/>
                </a:cubicBezTo>
                <a:cubicBezTo>
                  <a:pt x="845607" y="98335"/>
                  <a:pt x="847919" y="96601"/>
                  <a:pt x="850893" y="93999"/>
                </a:cubicBezTo>
                <a:cubicBezTo>
                  <a:pt x="849429" y="81903"/>
                  <a:pt x="848697" y="72843"/>
                  <a:pt x="848697" y="66819"/>
                </a:cubicBezTo>
                <a:close/>
                <a:moveTo>
                  <a:pt x="927338" y="51545"/>
                </a:moveTo>
                <a:cubicBezTo>
                  <a:pt x="926377" y="51545"/>
                  <a:pt x="925244" y="51500"/>
                  <a:pt x="923940" y="51408"/>
                </a:cubicBezTo>
                <a:cubicBezTo>
                  <a:pt x="922636" y="51315"/>
                  <a:pt x="921503" y="51269"/>
                  <a:pt x="920542" y="51269"/>
                </a:cubicBezTo>
                <a:cubicBezTo>
                  <a:pt x="919490" y="51269"/>
                  <a:pt x="916378" y="51615"/>
                  <a:pt x="911206" y="52309"/>
                </a:cubicBezTo>
                <a:lnTo>
                  <a:pt x="912510" y="92834"/>
                </a:lnTo>
                <a:lnTo>
                  <a:pt x="912579" y="95853"/>
                </a:lnTo>
                <a:lnTo>
                  <a:pt x="912648" y="99349"/>
                </a:lnTo>
                <a:cubicBezTo>
                  <a:pt x="912831" y="109360"/>
                  <a:pt x="910428" y="114366"/>
                  <a:pt x="905440" y="114366"/>
                </a:cubicBezTo>
                <a:cubicBezTo>
                  <a:pt x="903609" y="114366"/>
                  <a:pt x="902019" y="113772"/>
                  <a:pt x="900669" y="112583"/>
                </a:cubicBezTo>
                <a:cubicBezTo>
                  <a:pt x="899319" y="111395"/>
                  <a:pt x="898644" y="109909"/>
                  <a:pt x="898644" y="108125"/>
                </a:cubicBezTo>
                <a:cubicBezTo>
                  <a:pt x="898644" y="106389"/>
                  <a:pt x="898712" y="103784"/>
                  <a:pt x="898850" y="100310"/>
                </a:cubicBezTo>
                <a:cubicBezTo>
                  <a:pt x="898987" y="96835"/>
                  <a:pt x="899056" y="94229"/>
                  <a:pt x="899056" y="92491"/>
                </a:cubicBezTo>
                <a:lnTo>
                  <a:pt x="897683" y="52446"/>
                </a:lnTo>
                <a:cubicBezTo>
                  <a:pt x="894342" y="52309"/>
                  <a:pt x="889262" y="51918"/>
                  <a:pt x="882443" y="51273"/>
                </a:cubicBezTo>
                <a:cubicBezTo>
                  <a:pt x="878370" y="50721"/>
                  <a:pt x="876334" y="48445"/>
                  <a:pt x="876334" y="44445"/>
                </a:cubicBezTo>
                <a:cubicBezTo>
                  <a:pt x="876334" y="42421"/>
                  <a:pt x="876951" y="40743"/>
                  <a:pt x="878187" y="39412"/>
                </a:cubicBezTo>
                <a:cubicBezTo>
                  <a:pt x="879423" y="38079"/>
                  <a:pt x="881002" y="37413"/>
                  <a:pt x="882924" y="37413"/>
                </a:cubicBezTo>
                <a:lnTo>
                  <a:pt x="897339" y="38580"/>
                </a:lnTo>
                <a:cubicBezTo>
                  <a:pt x="897339" y="36238"/>
                  <a:pt x="897237" y="33106"/>
                  <a:pt x="897031" y="29184"/>
                </a:cubicBezTo>
                <a:cubicBezTo>
                  <a:pt x="896825" y="25259"/>
                  <a:pt x="896722" y="22425"/>
                  <a:pt x="896722" y="20682"/>
                </a:cubicBezTo>
                <a:cubicBezTo>
                  <a:pt x="896722" y="18754"/>
                  <a:pt x="897385" y="17160"/>
                  <a:pt x="898712" y="15898"/>
                </a:cubicBezTo>
                <a:cubicBezTo>
                  <a:pt x="900040" y="14635"/>
                  <a:pt x="901664" y="14004"/>
                  <a:pt x="903586" y="14004"/>
                </a:cubicBezTo>
                <a:cubicBezTo>
                  <a:pt x="907705" y="14004"/>
                  <a:pt x="910108" y="17368"/>
                  <a:pt x="910794" y="24095"/>
                </a:cubicBezTo>
                <a:cubicBezTo>
                  <a:pt x="910932" y="25788"/>
                  <a:pt x="911000" y="27825"/>
                  <a:pt x="911000" y="30205"/>
                </a:cubicBezTo>
                <a:lnTo>
                  <a:pt x="910863" y="34186"/>
                </a:lnTo>
                <a:lnTo>
                  <a:pt x="910794" y="38442"/>
                </a:lnTo>
                <a:cubicBezTo>
                  <a:pt x="916469" y="37710"/>
                  <a:pt x="919718" y="37344"/>
                  <a:pt x="920542" y="37344"/>
                </a:cubicBezTo>
                <a:cubicBezTo>
                  <a:pt x="925302" y="37344"/>
                  <a:pt x="928414" y="37573"/>
                  <a:pt x="929878" y="38030"/>
                </a:cubicBezTo>
                <a:cubicBezTo>
                  <a:pt x="932670" y="38951"/>
                  <a:pt x="934066" y="41122"/>
                  <a:pt x="934066" y="44543"/>
                </a:cubicBezTo>
                <a:cubicBezTo>
                  <a:pt x="934066" y="46577"/>
                  <a:pt x="933436" y="48252"/>
                  <a:pt x="932178" y="49570"/>
                </a:cubicBezTo>
                <a:cubicBezTo>
                  <a:pt x="930919" y="50887"/>
                  <a:pt x="929306" y="51545"/>
                  <a:pt x="927338" y="51545"/>
                </a:cubicBezTo>
                <a:close/>
                <a:moveTo>
                  <a:pt x="978636" y="114366"/>
                </a:moveTo>
                <a:cubicBezTo>
                  <a:pt x="969254" y="114366"/>
                  <a:pt x="961429" y="111523"/>
                  <a:pt x="955159" y="105839"/>
                </a:cubicBezTo>
                <a:cubicBezTo>
                  <a:pt x="948569" y="99879"/>
                  <a:pt x="945274" y="92016"/>
                  <a:pt x="945274" y="82250"/>
                </a:cubicBezTo>
                <a:cubicBezTo>
                  <a:pt x="945274" y="72944"/>
                  <a:pt x="948363" y="63340"/>
                  <a:pt x="954541" y="53437"/>
                </a:cubicBezTo>
                <a:cubicBezTo>
                  <a:pt x="961406" y="42434"/>
                  <a:pt x="969140" y="36932"/>
                  <a:pt x="977744" y="36932"/>
                </a:cubicBezTo>
                <a:cubicBezTo>
                  <a:pt x="982229" y="36932"/>
                  <a:pt x="987240" y="37988"/>
                  <a:pt x="992777" y="40101"/>
                </a:cubicBezTo>
                <a:cubicBezTo>
                  <a:pt x="999779" y="42811"/>
                  <a:pt x="1003280" y="46117"/>
                  <a:pt x="1003280" y="50020"/>
                </a:cubicBezTo>
                <a:cubicBezTo>
                  <a:pt x="1003280" y="51765"/>
                  <a:pt x="1002708" y="53315"/>
                  <a:pt x="1001564" y="54671"/>
                </a:cubicBezTo>
                <a:cubicBezTo>
                  <a:pt x="1000420" y="56025"/>
                  <a:pt x="999001" y="56702"/>
                  <a:pt x="997308" y="56702"/>
                </a:cubicBezTo>
                <a:cubicBezTo>
                  <a:pt x="995981" y="56702"/>
                  <a:pt x="994825" y="56298"/>
                  <a:pt x="993841" y="55490"/>
                </a:cubicBezTo>
                <a:cubicBezTo>
                  <a:pt x="992857" y="54681"/>
                  <a:pt x="991908" y="53883"/>
                  <a:pt x="990993" y="53096"/>
                </a:cubicBezTo>
                <a:cubicBezTo>
                  <a:pt x="988292" y="50924"/>
                  <a:pt x="983876" y="49838"/>
                  <a:pt x="977744" y="49838"/>
                </a:cubicBezTo>
                <a:cubicBezTo>
                  <a:pt x="973076" y="49838"/>
                  <a:pt x="968453" y="54014"/>
                  <a:pt x="963877" y="62366"/>
                </a:cubicBezTo>
                <a:cubicBezTo>
                  <a:pt x="959712" y="70028"/>
                  <a:pt x="957630" y="76659"/>
                  <a:pt x="957630" y="82256"/>
                </a:cubicBezTo>
                <a:cubicBezTo>
                  <a:pt x="957630" y="88313"/>
                  <a:pt x="959690" y="93085"/>
                  <a:pt x="963808" y="96573"/>
                </a:cubicBezTo>
                <a:cubicBezTo>
                  <a:pt x="967653" y="99831"/>
                  <a:pt x="972595" y="101460"/>
                  <a:pt x="978636" y="101460"/>
                </a:cubicBezTo>
                <a:cubicBezTo>
                  <a:pt x="981382" y="101460"/>
                  <a:pt x="984311" y="100728"/>
                  <a:pt x="987423" y="99264"/>
                </a:cubicBezTo>
                <a:lnTo>
                  <a:pt x="995386" y="95007"/>
                </a:lnTo>
                <a:cubicBezTo>
                  <a:pt x="996759" y="94275"/>
                  <a:pt x="997743" y="93909"/>
                  <a:pt x="998338" y="93909"/>
                </a:cubicBezTo>
                <a:cubicBezTo>
                  <a:pt x="1000031" y="93909"/>
                  <a:pt x="1001496" y="94584"/>
                  <a:pt x="1002731" y="95934"/>
                </a:cubicBezTo>
                <a:cubicBezTo>
                  <a:pt x="1003967" y="97284"/>
                  <a:pt x="1004585" y="98829"/>
                  <a:pt x="1004585" y="100568"/>
                </a:cubicBezTo>
                <a:cubicBezTo>
                  <a:pt x="1004585" y="103909"/>
                  <a:pt x="1001061" y="107135"/>
                  <a:pt x="994013" y="110247"/>
                </a:cubicBezTo>
                <a:cubicBezTo>
                  <a:pt x="987835" y="112993"/>
                  <a:pt x="982709" y="114366"/>
                  <a:pt x="978636" y="114366"/>
                </a:cubicBezTo>
                <a:close/>
                <a:moveTo>
                  <a:pt x="1077118" y="114229"/>
                </a:moveTo>
                <a:cubicBezTo>
                  <a:pt x="1073869" y="114229"/>
                  <a:pt x="1071741" y="112492"/>
                  <a:pt x="1070734" y="109018"/>
                </a:cubicBezTo>
                <a:cubicBezTo>
                  <a:pt x="1069681" y="105269"/>
                  <a:pt x="1068720" y="99944"/>
                  <a:pt x="1067851" y="93040"/>
                </a:cubicBezTo>
                <a:cubicBezTo>
                  <a:pt x="1067027" y="86412"/>
                  <a:pt x="1066615" y="80972"/>
                  <a:pt x="1066615" y="76722"/>
                </a:cubicBezTo>
                <a:cubicBezTo>
                  <a:pt x="1066615" y="75533"/>
                  <a:pt x="1066672" y="73728"/>
                  <a:pt x="1066787" y="71305"/>
                </a:cubicBezTo>
                <a:cubicBezTo>
                  <a:pt x="1066901" y="68881"/>
                  <a:pt x="1066958" y="67075"/>
                  <a:pt x="1066958" y="65886"/>
                </a:cubicBezTo>
                <a:cubicBezTo>
                  <a:pt x="1066958" y="57292"/>
                  <a:pt x="1064808" y="52995"/>
                  <a:pt x="1060506" y="52995"/>
                </a:cubicBezTo>
                <a:cubicBezTo>
                  <a:pt x="1054694" y="52995"/>
                  <a:pt x="1049499" y="55627"/>
                  <a:pt x="1044923" y="60890"/>
                </a:cubicBezTo>
                <a:cubicBezTo>
                  <a:pt x="1042589" y="63590"/>
                  <a:pt x="1039385" y="68739"/>
                  <a:pt x="1035312" y="76335"/>
                </a:cubicBezTo>
                <a:cubicBezTo>
                  <a:pt x="1035312" y="93737"/>
                  <a:pt x="1034580" y="104037"/>
                  <a:pt x="1033115" y="107235"/>
                </a:cubicBezTo>
                <a:cubicBezTo>
                  <a:pt x="1031834" y="110067"/>
                  <a:pt x="1029843" y="111483"/>
                  <a:pt x="1027143" y="111483"/>
                </a:cubicBezTo>
                <a:cubicBezTo>
                  <a:pt x="1025267" y="111483"/>
                  <a:pt x="1023619" y="110842"/>
                  <a:pt x="1022201" y="109561"/>
                </a:cubicBezTo>
                <a:cubicBezTo>
                  <a:pt x="1020782" y="108279"/>
                  <a:pt x="1020073" y="106723"/>
                  <a:pt x="1020073" y="104893"/>
                </a:cubicBezTo>
                <a:cubicBezTo>
                  <a:pt x="1020073" y="104252"/>
                  <a:pt x="1020279" y="103245"/>
                  <a:pt x="1020690" y="101872"/>
                </a:cubicBezTo>
                <a:cubicBezTo>
                  <a:pt x="1021057" y="100728"/>
                  <a:pt x="1021308" y="97387"/>
                  <a:pt x="1021445" y="91850"/>
                </a:cubicBezTo>
                <a:lnTo>
                  <a:pt x="1021651" y="81690"/>
                </a:lnTo>
                <a:lnTo>
                  <a:pt x="1021857" y="31234"/>
                </a:lnTo>
                <a:cubicBezTo>
                  <a:pt x="1022178" y="25560"/>
                  <a:pt x="1022338" y="21738"/>
                  <a:pt x="1022338" y="19770"/>
                </a:cubicBezTo>
                <a:cubicBezTo>
                  <a:pt x="1022338" y="17436"/>
                  <a:pt x="1022121" y="15228"/>
                  <a:pt x="1021686" y="13146"/>
                </a:cubicBezTo>
                <a:cubicBezTo>
                  <a:pt x="1021251" y="11064"/>
                  <a:pt x="1021034" y="8901"/>
                  <a:pt x="1021034" y="6659"/>
                </a:cubicBezTo>
                <a:cubicBezTo>
                  <a:pt x="1021034" y="4737"/>
                  <a:pt x="1021697" y="3146"/>
                  <a:pt x="1023024" y="1888"/>
                </a:cubicBezTo>
                <a:cubicBezTo>
                  <a:pt x="1024352" y="629"/>
                  <a:pt x="1025976" y="0"/>
                  <a:pt x="1027898" y="0"/>
                </a:cubicBezTo>
                <a:cubicBezTo>
                  <a:pt x="1031651" y="0"/>
                  <a:pt x="1033848" y="2014"/>
                  <a:pt x="1034488" y="6041"/>
                </a:cubicBezTo>
                <a:cubicBezTo>
                  <a:pt x="1035221" y="10480"/>
                  <a:pt x="1035587" y="14485"/>
                  <a:pt x="1035587" y="18054"/>
                </a:cubicBezTo>
                <a:cubicBezTo>
                  <a:pt x="1035587" y="22859"/>
                  <a:pt x="1035427" y="27871"/>
                  <a:pt x="1035106" y="33088"/>
                </a:cubicBezTo>
                <a:cubicBezTo>
                  <a:pt x="1034832" y="38076"/>
                  <a:pt x="1034717" y="43087"/>
                  <a:pt x="1034763" y="48122"/>
                </a:cubicBezTo>
                <a:lnTo>
                  <a:pt x="1034832" y="54162"/>
                </a:lnTo>
                <a:cubicBezTo>
                  <a:pt x="1038584" y="49128"/>
                  <a:pt x="1042600" y="45364"/>
                  <a:pt x="1046879" y="42870"/>
                </a:cubicBezTo>
                <a:cubicBezTo>
                  <a:pt x="1051158" y="40376"/>
                  <a:pt x="1055700" y="39129"/>
                  <a:pt x="1060506" y="39129"/>
                </a:cubicBezTo>
                <a:cubicBezTo>
                  <a:pt x="1068103" y="39129"/>
                  <a:pt x="1073320" y="41600"/>
                  <a:pt x="1076157" y="46543"/>
                </a:cubicBezTo>
                <a:cubicBezTo>
                  <a:pt x="1078171" y="50021"/>
                  <a:pt x="1079315" y="55879"/>
                  <a:pt x="1079589" y="64116"/>
                </a:cubicBezTo>
                <a:lnTo>
                  <a:pt x="1080139" y="77228"/>
                </a:lnTo>
                <a:lnTo>
                  <a:pt x="1081512" y="91506"/>
                </a:lnTo>
                <a:cubicBezTo>
                  <a:pt x="1082152" y="96861"/>
                  <a:pt x="1082930" y="101575"/>
                  <a:pt x="1083846" y="105648"/>
                </a:cubicBezTo>
                <a:cubicBezTo>
                  <a:pt x="1084029" y="106426"/>
                  <a:pt x="1084120" y="107089"/>
                  <a:pt x="1084120" y="107638"/>
                </a:cubicBezTo>
                <a:cubicBezTo>
                  <a:pt x="1084120" y="109515"/>
                  <a:pt x="1083434" y="111082"/>
                  <a:pt x="1082061" y="112341"/>
                </a:cubicBezTo>
                <a:cubicBezTo>
                  <a:pt x="1080688" y="113599"/>
                  <a:pt x="1079040" y="114229"/>
                  <a:pt x="1077118" y="114229"/>
                </a:cubicBezTo>
                <a:close/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2D08B-5A7B-4805-9A65-10FB3352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168" y="4315952"/>
            <a:ext cx="123718" cy="123718"/>
          </a:xfrm>
          <a:custGeom xmlns:a="http://schemas.openxmlformats.org/drawingml/2006/main">
            <a:pathLst>
              <a:path w="123718" h="123718">
                <a:moveTo>
                  <a:pt x="0" y="0"/>
                </a:moveTo>
                <a:lnTo>
                  <a:pt x="123718" y="0"/>
                </a:lnTo>
                <a:lnTo>
                  <a:pt x="123718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7D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C0F72-92EE-4EF7-B2BB-616407A0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540" y="4317358"/>
            <a:ext cx="122312" cy="123718"/>
          </a:xfrm>
          <a:custGeom xmlns:a="http://schemas.openxmlformats.org/drawingml/2006/main">
            <a:pathLst>
              <a:path w="122312" h="123718">
                <a:moveTo>
                  <a:pt x="0" y="0"/>
                </a:moveTo>
                <a:lnTo>
                  <a:pt x="122312" y="0"/>
                </a:lnTo>
                <a:lnTo>
                  <a:pt x="122312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29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39717-E059-446A-8244-E5D78E1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505" y="4317358"/>
            <a:ext cx="122313" cy="122312"/>
          </a:xfrm>
          <a:custGeom xmlns:a="http://schemas.openxmlformats.org/drawingml/2006/main">
            <a:pathLst>
              <a:path w="122313" h="122312">
                <a:moveTo>
                  <a:pt x="0" y="0"/>
                </a:moveTo>
                <a:lnTo>
                  <a:pt x="122313" y="0"/>
                </a:lnTo>
                <a:lnTo>
                  <a:pt x="122313" y="122312"/>
                </a:lnTo>
                <a:lnTo>
                  <a:pt x="0" y="1223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4E8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83F49-3F6A-4616-BABF-B4F6F85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282" y="4315952"/>
            <a:ext cx="123718" cy="123718"/>
          </a:xfrm>
          <a:custGeom xmlns:a="http://schemas.openxmlformats.org/drawingml/2006/main">
            <a:pathLst>
              <a:path w="123718" h="123718">
                <a:moveTo>
                  <a:pt x="0" y="0"/>
                </a:moveTo>
                <a:lnTo>
                  <a:pt x="123718" y="0"/>
                </a:lnTo>
                <a:lnTo>
                  <a:pt x="123718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4E8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-5,2+5,2">
            <a:extLst xmlns:a="http://schemas.openxmlformats.org/drawingml/2006/main">
              <a:ext uri="{FF2B5EF4-FFF2-40B4-BE49-F238E27FC236}">
                <a16:creationId xmlns:a16="http://schemas.microsoft.com/office/drawing/2014/main" id="{490BCFB4-69B4-490E-B5F8-C69DEF81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166" y="4333507"/>
            <a:ext cx="456248" cy="100293"/>
          </a:xfrm>
          <a:custGeom xmlns:a="http://schemas.openxmlformats.org/drawingml/2006/main">
            <a:pathLst>
              <a:path w="456248" h="100293">
                <a:moveTo>
                  <a:pt x="0" y="58741"/>
                </a:moveTo>
                <a:lnTo>
                  <a:pt x="0" y="48382"/>
                </a:lnTo>
                <a:lnTo>
                  <a:pt x="31477" y="48382"/>
                </a:lnTo>
                <a:lnTo>
                  <a:pt x="31477" y="58741"/>
                </a:lnTo>
                <a:lnTo>
                  <a:pt x="0" y="58741"/>
                </a:lnTo>
                <a:close/>
                <a:moveTo>
                  <a:pt x="40386" y="61815"/>
                </a:moveTo>
                <a:lnTo>
                  <a:pt x="51144" y="61018"/>
                </a:lnTo>
                <a:cubicBezTo>
                  <a:pt x="51941" y="66236"/>
                  <a:pt x="53791" y="70158"/>
                  <a:pt x="56694" y="72786"/>
                </a:cubicBezTo>
                <a:cubicBezTo>
                  <a:pt x="59597" y="75414"/>
                  <a:pt x="63097" y="76728"/>
                  <a:pt x="67195" y="76728"/>
                </a:cubicBezTo>
                <a:cubicBezTo>
                  <a:pt x="72128" y="76728"/>
                  <a:pt x="76303" y="74868"/>
                  <a:pt x="79718" y="71150"/>
                </a:cubicBezTo>
                <a:cubicBezTo>
                  <a:pt x="83133" y="67431"/>
                  <a:pt x="84841" y="62498"/>
                  <a:pt x="84841" y="56351"/>
                </a:cubicBezTo>
                <a:cubicBezTo>
                  <a:pt x="84841" y="50507"/>
                  <a:pt x="83199" y="45896"/>
                  <a:pt x="79917" y="42519"/>
                </a:cubicBezTo>
                <a:cubicBezTo>
                  <a:pt x="76635" y="39142"/>
                  <a:pt x="72337" y="37453"/>
                  <a:pt x="67025" y="37453"/>
                </a:cubicBezTo>
                <a:cubicBezTo>
                  <a:pt x="63723" y="37453"/>
                  <a:pt x="60744" y="38213"/>
                  <a:pt x="58088" y="39734"/>
                </a:cubicBezTo>
                <a:cubicBezTo>
                  <a:pt x="55432" y="41254"/>
                  <a:pt x="53345" y="43226"/>
                  <a:pt x="51827" y="45650"/>
                </a:cubicBezTo>
                <a:lnTo>
                  <a:pt x="42208" y="44284"/>
                </a:lnTo>
                <a:lnTo>
                  <a:pt x="50290" y="1366"/>
                </a:lnTo>
                <a:lnTo>
                  <a:pt x="91785" y="1366"/>
                </a:lnTo>
                <a:lnTo>
                  <a:pt x="91785" y="11156"/>
                </a:lnTo>
                <a:lnTo>
                  <a:pt x="58487" y="11156"/>
                </a:lnTo>
                <a:lnTo>
                  <a:pt x="53990" y="33616"/>
                </a:lnTo>
                <a:cubicBezTo>
                  <a:pt x="58999" y="30103"/>
                  <a:pt x="64255" y="28346"/>
                  <a:pt x="69757" y="28346"/>
                </a:cubicBezTo>
                <a:cubicBezTo>
                  <a:pt x="77042" y="28346"/>
                  <a:pt x="83190" y="30872"/>
                  <a:pt x="88199" y="35925"/>
                </a:cubicBezTo>
                <a:cubicBezTo>
                  <a:pt x="93208" y="40977"/>
                  <a:pt x="95712" y="47472"/>
                  <a:pt x="95712" y="55410"/>
                </a:cubicBezTo>
                <a:cubicBezTo>
                  <a:pt x="95712" y="62969"/>
                  <a:pt x="93511" y="69503"/>
                  <a:pt x="89109" y="75010"/>
                </a:cubicBezTo>
                <a:cubicBezTo>
                  <a:pt x="83759" y="81771"/>
                  <a:pt x="76454" y="85152"/>
                  <a:pt x="67195" y="85152"/>
                </a:cubicBezTo>
                <a:cubicBezTo>
                  <a:pt x="59606" y="85152"/>
                  <a:pt x="53411" y="83022"/>
                  <a:pt x="48611" y="78761"/>
                </a:cubicBezTo>
                <a:cubicBezTo>
                  <a:pt x="43811" y="74500"/>
                  <a:pt x="41069" y="68852"/>
                  <a:pt x="40386" y="61815"/>
                </a:cubicBezTo>
                <a:close/>
                <a:moveTo>
                  <a:pt x="110930" y="83786"/>
                </a:moveTo>
                <a:lnTo>
                  <a:pt x="110930" y="72060"/>
                </a:lnTo>
                <a:lnTo>
                  <a:pt x="122598" y="72060"/>
                </a:lnTo>
                <a:lnTo>
                  <a:pt x="122598" y="83786"/>
                </a:lnTo>
                <a:cubicBezTo>
                  <a:pt x="122598" y="88074"/>
                  <a:pt x="121839" y="91536"/>
                  <a:pt x="120321" y="94174"/>
                </a:cubicBezTo>
                <a:cubicBezTo>
                  <a:pt x="118803" y="96811"/>
                  <a:pt x="116394" y="98851"/>
                  <a:pt x="113092" y="100293"/>
                </a:cubicBezTo>
                <a:lnTo>
                  <a:pt x="110246" y="95853"/>
                </a:lnTo>
                <a:cubicBezTo>
                  <a:pt x="112409" y="94909"/>
                  <a:pt x="114003" y="93521"/>
                  <a:pt x="115028" y="91689"/>
                </a:cubicBezTo>
                <a:cubicBezTo>
                  <a:pt x="116052" y="89857"/>
                  <a:pt x="116621" y="87222"/>
                  <a:pt x="116735" y="83786"/>
                </a:cubicBezTo>
                <a:lnTo>
                  <a:pt x="110930" y="83786"/>
                </a:lnTo>
                <a:close/>
                <a:moveTo>
                  <a:pt x="192058" y="73882"/>
                </a:moveTo>
                <a:lnTo>
                  <a:pt x="192058" y="83786"/>
                </a:lnTo>
                <a:lnTo>
                  <a:pt x="136903" y="83786"/>
                </a:lnTo>
                <a:cubicBezTo>
                  <a:pt x="136827" y="81317"/>
                  <a:pt x="137225" y="78942"/>
                  <a:pt x="138098" y="76662"/>
                </a:cubicBezTo>
                <a:cubicBezTo>
                  <a:pt x="139502" y="72902"/>
                  <a:pt x="141750" y="69198"/>
                  <a:pt x="144843" y="65552"/>
                </a:cubicBezTo>
                <a:cubicBezTo>
                  <a:pt x="147936" y="61904"/>
                  <a:pt x="152404" y="57688"/>
                  <a:pt x="158248" y="52903"/>
                </a:cubicBezTo>
                <a:cubicBezTo>
                  <a:pt x="167317" y="45460"/>
                  <a:pt x="173445" y="39572"/>
                  <a:pt x="176633" y="35240"/>
                </a:cubicBezTo>
                <a:cubicBezTo>
                  <a:pt x="179820" y="30909"/>
                  <a:pt x="181414" y="26813"/>
                  <a:pt x="181414" y="22953"/>
                </a:cubicBezTo>
                <a:cubicBezTo>
                  <a:pt x="181414" y="18904"/>
                  <a:pt x="179962" y="15490"/>
                  <a:pt x="177060" y="12709"/>
                </a:cubicBezTo>
                <a:cubicBezTo>
                  <a:pt x="174157" y="9928"/>
                  <a:pt x="170371" y="8538"/>
                  <a:pt x="165704" y="8538"/>
                </a:cubicBezTo>
                <a:cubicBezTo>
                  <a:pt x="160771" y="8538"/>
                  <a:pt x="156825" y="10018"/>
                  <a:pt x="153865" y="12978"/>
                </a:cubicBezTo>
                <a:cubicBezTo>
                  <a:pt x="150905" y="15938"/>
                  <a:pt x="149406" y="20036"/>
                  <a:pt x="149368" y="25272"/>
                </a:cubicBezTo>
                <a:lnTo>
                  <a:pt x="138838" y="24134"/>
                </a:lnTo>
                <a:cubicBezTo>
                  <a:pt x="139559" y="16279"/>
                  <a:pt x="142272" y="10293"/>
                  <a:pt x="146977" y="6176"/>
                </a:cubicBezTo>
                <a:cubicBezTo>
                  <a:pt x="151683" y="2059"/>
                  <a:pt x="158001" y="0"/>
                  <a:pt x="165932" y="0"/>
                </a:cubicBezTo>
                <a:cubicBezTo>
                  <a:pt x="173938" y="0"/>
                  <a:pt x="180276" y="2219"/>
                  <a:pt x="184943" y="6658"/>
                </a:cubicBezTo>
                <a:cubicBezTo>
                  <a:pt x="189610" y="11096"/>
                  <a:pt x="191944" y="16597"/>
                  <a:pt x="191944" y="23161"/>
                </a:cubicBezTo>
                <a:cubicBezTo>
                  <a:pt x="191944" y="26499"/>
                  <a:pt x="191261" y="29781"/>
                  <a:pt x="189895" y="33006"/>
                </a:cubicBezTo>
                <a:cubicBezTo>
                  <a:pt x="188529" y="36231"/>
                  <a:pt x="186262" y="39626"/>
                  <a:pt x="183093" y="43191"/>
                </a:cubicBezTo>
                <a:cubicBezTo>
                  <a:pt x="179925" y="46757"/>
                  <a:pt x="174659" y="51646"/>
                  <a:pt x="167298" y="57859"/>
                </a:cubicBezTo>
                <a:cubicBezTo>
                  <a:pt x="161150" y="63010"/>
                  <a:pt x="157204" y="66505"/>
                  <a:pt x="155459" y="68343"/>
                </a:cubicBezTo>
                <a:cubicBezTo>
                  <a:pt x="153713" y="70180"/>
                  <a:pt x="152271" y="72026"/>
                  <a:pt x="151133" y="73882"/>
                </a:cubicBezTo>
                <a:lnTo>
                  <a:pt x="192058" y="73882"/>
                </a:lnTo>
                <a:close/>
                <a:moveTo>
                  <a:pt x="260400" y="70353"/>
                </a:moveTo>
                <a:lnTo>
                  <a:pt x="260400" y="47471"/>
                </a:lnTo>
                <a:lnTo>
                  <a:pt x="237689" y="47471"/>
                </a:lnTo>
                <a:lnTo>
                  <a:pt x="237689" y="37909"/>
                </a:lnTo>
                <a:lnTo>
                  <a:pt x="260400" y="37909"/>
                </a:lnTo>
                <a:lnTo>
                  <a:pt x="260400" y="15141"/>
                </a:lnTo>
                <a:lnTo>
                  <a:pt x="270076" y="15141"/>
                </a:lnTo>
                <a:lnTo>
                  <a:pt x="270076" y="37909"/>
                </a:lnTo>
                <a:lnTo>
                  <a:pt x="292787" y="37909"/>
                </a:lnTo>
                <a:lnTo>
                  <a:pt x="292787" y="47471"/>
                </a:lnTo>
                <a:lnTo>
                  <a:pt x="270076" y="47471"/>
                </a:lnTo>
                <a:lnTo>
                  <a:pt x="270076" y="70353"/>
                </a:lnTo>
                <a:lnTo>
                  <a:pt x="260400" y="70353"/>
                </a:lnTo>
                <a:close/>
                <a:moveTo>
                  <a:pt x="304575" y="61815"/>
                </a:moveTo>
                <a:lnTo>
                  <a:pt x="315333" y="61018"/>
                </a:lnTo>
                <a:cubicBezTo>
                  <a:pt x="316130" y="66236"/>
                  <a:pt x="317980" y="70158"/>
                  <a:pt x="320883" y="72786"/>
                </a:cubicBezTo>
                <a:cubicBezTo>
                  <a:pt x="323786" y="75414"/>
                  <a:pt x="327286" y="76728"/>
                  <a:pt x="331384" y="76728"/>
                </a:cubicBezTo>
                <a:cubicBezTo>
                  <a:pt x="336317" y="76728"/>
                  <a:pt x="340492" y="74868"/>
                  <a:pt x="343907" y="71150"/>
                </a:cubicBezTo>
                <a:cubicBezTo>
                  <a:pt x="347322" y="67431"/>
                  <a:pt x="349030" y="62498"/>
                  <a:pt x="349030" y="56351"/>
                </a:cubicBezTo>
                <a:cubicBezTo>
                  <a:pt x="349030" y="50507"/>
                  <a:pt x="347388" y="45896"/>
                  <a:pt x="344106" y="42519"/>
                </a:cubicBezTo>
                <a:cubicBezTo>
                  <a:pt x="340824" y="39142"/>
                  <a:pt x="336526" y="37453"/>
                  <a:pt x="331214" y="37453"/>
                </a:cubicBezTo>
                <a:cubicBezTo>
                  <a:pt x="327912" y="37453"/>
                  <a:pt x="324933" y="38213"/>
                  <a:pt x="322277" y="39734"/>
                </a:cubicBezTo>
                <a:cubicBezTo>
                  <a:pt x="319621" y="41254"/>
                  <a:pt x="317534" y="43226"/>
                  <a:pt x="316016" y="45650"/>
                </a:cubicBezTo>
                <a:lnTo>
                  <a:pt x="306397" y="44284"/>
                </a:lnTo>
                <a:lnTo>
                  <a:pt x="314479" y="1366"/>
                </a:lnTo>
                <a:lnTo>
                  <a:pt x="355974" y="1366"/>
                </a:lnTo>
                <a:lnTo>
                  <a:pt x="355974" y="11156"/>
                </a:lnTo>
                <a:lnTo>
                  <a:pt x="322676" y="11156"/>
                </a:lnTo>
                <a:lnTo>
                  <a:pt x="318179" y="33616"/>
                </a:lnTo>
                <a:cubicBezTo>
                  <a:pt x="323188" y="30103"/>
                  <a:pt x="328444" y="28346"/>
                  <a:pt x="333946" y="28346"/>
                </a:cubicBezTo>
                <a:cubicBezTo>
                  <a:pt x="341232" y="28346"/>
                  <a:pt x="347379" y="30872"/>
                  <a:pt x="352388" y="35925"/>
                </a:cubicBezTo>
                <a:cubicBezTo>
                  <a:pt x="357397" y="40977"/>
                  <a:pt x="359901" y="47472"/>
                  <a:pt x="359901" y="55410"/>
                </a:cubicBezTo>
                <a:cubicBezTo>
                  <a:pt x="359901" y="62969"/>
                  <a:pt x="357700" y="69503"/>
                  <a:pt x="353299" y="75010"/>
                </a:cubicBezTo>
                <a:cubicBezTo>
                  <a:pt x="347948" y="81771"/>
                  <a:pt x="340643" y="85152"/>
                  <a:pt x="331384" y="85152"/>
                </a:cubicBezTo>
                <a:cubicBezTo>
                  <a:pt x="323795" y="85152"/>
                  <a:pt x="317600" y="83022"/>
                  <a:pt x="312800" y="78761"/>
                </a:cubicBezTo>
                <a:cubicBezTo>
                  <a:pt x="308000" y="74500"/>
                  <a:pt x="305258" y="68852"/>
                  <a:pt x="304575" y="61815"/>
                </a:cubicBezTo>
                <a:close/>
                <a:moveTo>
                  <a:pt x="375119" y="83786"/>
                </a:moveTo>
                <a:lnTo>
                  <a:pt x="375119" y="72060"/>
                </a:lnTo>
                <a:lnTo>
                  <a:pt x="386788" y="72060"/>
                </a:lnTo>
                <a:lnTo>
                  <a:pt x="386788" y="83786"/>
                </a:lnTo>
                <a:cubicBezTo>
                  <a:pt x="386788" y="88074"/>
                  <a:pt x="386029" y="91536"/>
                  <a:pt x="384511" y="94174"/>
                </a:cubicBezTo>
                <a:cubicBezTo>
                  <a:pt x="382993" y="96811"/>
                  <a:pt x="380583" y="98851"/>
                  <a:pt x="377282" y="100293"/>
                </a:cubicBezTo>
                <a:lnTo>
                  <a:pt x="374436" y="95853"/>
                </a:lnTo>
                <a:cubicBezTo>
                  <a:pt x="376599" y="94909"/>
                  <a:pt x="378193" y="93521"/>
                  <a:pt x="379217" y="91689"/>
                </a:cubicBezTo>
                <a:cubicBezTo>
                  <a:pt x="380242" y="89857"/>
                  <a:pt x="380811" y="87222"/>
                  <a:pt x="380925" y="83786"/>
                </a:cubicBezTo>
                <a:lnTo>
                  <a:pt x="375119" y="83786"/>
                </a:lnTo>
                <a:close/>
                <a:moveTo>
                  <a:pt x="456248" y="73882"/>
                </a:moveTo>
                <a:lnTo>
                  <a:pt x="456248" y="83786"/>
                </a:lnTo>
                <a:lnTo>
                  <a:pt x="401092" y="83786"/>
                </a:lnTo>
                <a:cubicBezTo>
                  <a:pt x="401016" y="81317"/>
                  <a:pt x="401415" y="78942"/>
                  <a:pt x="402288" y="76662"/>
                </a:cubicBezTo>
                <a:cubicBezTo>
                  <a:pt x="403692" y="72902"/>
                  <a:pt x="405940" y="69198"/>
                  <a:pt x="409033" y="65552"/>
                </a:cubicBezTo>
                <a:cubicBezTo>
                  <a:pt x="412125" y="61904"/>
                  <a:pt x="416593" y="57688"/>
                  <a:pt x="422437" y="52903"/>
                </a:cubicBezTo>
                <a:cubicBezTo>
                  <a:pt x="431506" y="45460"/>
                  <a:pt x="437635" y="39572"/>
                  <a:pt x="440822" y="35240"/>
                </a:cubicBezTo>
                <a:cubicBezTo>
                  <a:pt x="444010" y="30909"/>
                  <a:pt x="445604" y="26813"/>
                  <a:pt x="445604" y="22953"/>
                </a:cubicBezTo>
                <a:cubicBezTo>
                  <a:pt x="445604" y="18904"/>
                  <a:pt x="444152" y="15490"/>
                  <a:pt x="441249" y="12709"/>
                </a:cubicBezTo>
                <a:cubicBezTo>
                  <a:pt x="438346" y="9928"/>
                  <a:pt x="434561" y="8538"/>
                  <a:pt x="429894" y="8538"/>
                </a:cubicBezTo>
                <a:cubicBezTo>
                  <a:pt x="424961" y="8538"/>
                  <a:pt x="421014" y="10018"/>
                  <a:pt x="418054" y="12978"/>
                </a:cubicBezTo>
                <a:cubicBezTo>
                  <a:pt x="415095" y="15938"/>
                  <a:pt x="413596" y="20036"/>
                  <a:pt x="413558" y="25272"/>
                </a:cubicBezTo>
                <a:lnTo>
                  <a:pt x="403028" y="24134"/>
                </a:lnTo>
                <a:cubicBezTo>
                  <a:pt x="403749" y="16279"/>
                  <a:pt x="406462" y="10293"/>
                  <a:pt x="411167" y="6176"/>
                </a:cubicBezTo>
                <a:cubicBezTo>
                  <a:pt x="415872" y="2059"/>
                  <a:pt x="422191" y="0"/>
                  <a:pt x="430121" y="0"/>
                </a:cubicBezTo>
                <a:cubicBezTo>
                  <a:pt x="438128" y="0"/>
                  <a:pt x="444465" y="2219"/>
                  <a:pt x="449133" y="6658"/>
                </a:cubicBezTo>
                <a:cubicBezTo>
                  <a:pt x="453800" y="11096"/>
                  <a:pt x="456134" y="16597"/>
                  <a:pt x="456134" y="23161"/>
                </a:cubicBezTo>
                <a:cubicBezTo>
                  <a:pt x="456134" y="26499"/>
                  <a:pt x="455451" y="29781"/>
                  <a:pt x="454085" y="33006"/>
                </a:cubicBezTo>
                <a:cubicBezTo>
                  <a:pt x="452718" y="36231"/>
                  <a:pt x="450451" y="39626"/>
                  <a:pt x="447283" y="43191"/>
                </a:cubicBezTo>
                <a:cubicBezTo>
                  <a:pt x="444114" y="46757"/>
                  <a:pt x="438849" y="51646"/>
                  <a:pt x="431487" y="57859"/>
                </a:cubicBezTo>
                <a:cubicBezTo>
                  <a:pt x="425340" y="63010"/>
                  <a:pt x="421394" y="66505"/>
                  <a:pt x="419648" y="68343"/>
                </a:cubicBezTo>
                <a:cubicBezTo>
                  <a:pt x="417903" y="70180"/>
                  <a:pt x="416461" y="72026"/>
                  <a:pt x="415322" y="73882"/>
                </a:cubicBezTo>
                <a:lnTo>
                  <a:pt x="456248" y="73882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91172-AED1-4014-8647-A349EC0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365" y="4651960"/>
            <a:ext cx="122312" cy="123718"/>
          </a:xfrm>
          <a:custGeom xmlns:a="http://schemas.openxmlformats.org/drawingml/2006/main">
            <a:pathLst>
              <a:path w="122312" h="123718">
                <a:moveTo>
                  <a:pt x="0" y="0"/>
                </a:moveTo>
                <a:lnTo>
                  <a:pt x="122312" y="0"/>
                </a:lnTo>
                <a:lnTo>
                  <a:pt x="122312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F6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09598-2587-4439-A23B-41405F74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365" y="4519806"/>
            <a:ext cx="122312" cy="125124"/>
          </a:xfrm>
          <a:custGeom xmlns:a="http://schemas.openxmlformats.org/drawingml/2006/main">
            <a:pathLst>
              <a:path w="122312" h="125124">
                <a:moveTo>
                  <a:pt x="0" y="0"/>
                </a:moveTo>
                <a:lnTo>
                  <a:pt x="122312" y="0"/>
                </a:lnTo>
                <a:lnTo>
                  <a:pt x="122312" y="125124"/>
                </a:lnTo>
                <a:lnTo>
                  <a:pt x="0" y="1251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C8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65FED-192F-4CDC-88D7-0E6F8151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054" y="4521212"/>
            <a:ext cx="1019270" cy="125124"/>
          </a:xfrm>
          <a:custGeom xmlns:a="http://schemas.openxmlformats.org/drawingml/2006/main">
            <a:pathLst>
              <a:path w="1019270" h="125124">
                <a:moveTo>
                  <a:pt x="0" y="0"/>
                </a:moveTo>
                <a:lnTo>
                  <a:pt x="1019270" y="0"/>
                </a:lnTo>
                <a:lnTo>
                  <a:pt x="1019270" y="125124"/>
                </a:lnTo>
                <a:lnTo>
                  <a:pt x="0" y="1251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EE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21B80-F53B-4F51-AF78-810369D4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78" y="4651960"/>
            <a:ext cx="1013647" cy="123718"/>
          </a:xfrm>
          <a:custGeom xmlns:a="http://schemas.openxmlformats.org/drawingml/2006/main">
            <a:pathLst>
              <a:path w="1013647" h="123718">
                <a:moveTo>
                  <a:pt x="0" y="0"/>
                </a:moveTo>
                <a:lnTo>
                  <a:pt x="1013647" y="0"/>
                </a:lnTo>
                <a:lnTo>
                  <a:pt x="1013647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F9DD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A365B-D175-408C-94C3-4579757C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201" y="1570366"/>
            <a:ext cx="106028" cy="29289"/>
          </a:xfrm>
          <a:custGeom xmlns:a="http://schemas.openxmlformats.org/drawingml/2006/main">
            <a:pathLst>
              <a:path w="106028" h="29289">
                <a:moveTo>
                  <a:pt x="0" y="0"/>
                </a:moveTo>
                <a:lnTo>
                  <a:pt x="106028" y="0"/>
                </a:lnTo>
                <a:lnTo>
                  <a:pt x="106028" y="29289"/>
                </a:lnTo>
                <a:lnTo>
                  <a:pt x="0" y="29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B8D86-8AA1-4F58-A32D-E6FC7564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584" y="1578567"/>
            <a:ext cx="29289" cy="565285"/>
          </a:xfrm>
          <a:custGeom xmlns:a="http://schemas.openxmlformats.org/drawingml/2006/main">
            <a:pathLst>
              <a:path w="29289" h="565285">
                <a:moveTo>
                  <a:pt x="29289" y="565285"/>
                </a:moveTo>
                <a:lnTo>
                  <a:pt x="29289" y="0"/>
                </a:lnTo>
                <a:lnTo>
                  <a:pt x="0" y="0"/>
                </a:lnTo>
                <a:lnTo>
                  <a:pt x="0" y="565285"/>
                </a:lnTo>
                <a:lnTo>
                  <a:pt x="29289" y="56528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09BB6-8A66-4DE6-96C5-902ED1A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858" y="2093474"/>
            <a:ext cx="106028" cy="87868"/>
          </a:xfrm>
          <a:custGeom xmlns:a="http://schemas.openxmlformats.org/drawingml/2006/main">
            <a:pathLst>
              <a:path w="106028" h="87868">
                <a:moveTo>
                  <a:pt x="87868" y="0"/>
                </a:moveTo>
                <a:lnTo>
                  <a:pt x="0" y="43934"/>
                </a:lnTo>
                <a:lnTo>
                  <a:pt x="87868" y="87868"/>
                </a:lnTo>
                <a:lnTo>
                  <a:pt x="87868" y="58579"/>
                </a:lnTo>
                <a:lnTo>
                  <a:pt x="106028" y="58579"/>
                </a:lnTo>
                <a:lnTo>
                  <a:pt x="106028" y="29289"/>
                </a:lnTo>
                <a:lnTo>
                  <a:pt x="87868" y="29289"/>
                </a:lnTo>
                <a:lnTo>
                  <a:pt x="87868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A1F18-3CF3-406D-A1A5-553403F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757" y="3283795"/>
            <a:ext cx="106027" cy="29289"/>
          </a:xfrm>
          <a:custGeom xmlns:a="http://schemas.openxmlformats.org/drawingml/2006/main">
            <a:pathLst>
              <a:path w="106027" h="29289">
                <a:moveTo>
                  <a:pt x="0" y="0"/>
                </a:moveTo>
                <a:lnTo>
                  <a:pt x="106027" y="0"/>
                </a:lnTo>
                <a:lnTo>
                  <a:pt x="106027" y="29289"/>
                </a:lnTo>
                <a:lnTo>
                  <a:pt x="0" y="29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EEFAA-6912-40B5-9842-7BE615C6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140" y="3291996"/>
            <a:ext cx="29289" cy="565285"/>
          </a:xfrm>
          <a:custGeom xmlns:a="http://schemas.openxmlformats.org/drawingml/2006/main">
            <a:pathLst>
              <a:path w="29289" h="565285">
                <a:moveTo>
                  <a:pt x="29289" y="565285"/>
                </a:moveTo>
                <a:lnTo>
                  <a:pt x="29289" y="0"/>
                </a:lnTo>
                <a:lnTo>
                  <a:pt x="0" y="0"/>
                </a:lnTo>
                <a:lnTo>
                  <a:pt x="0" y="565285"/>
                </a:lnTo>
                <a:lnTo>
                  <a:pt x="29289" y="565285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4B0B3-764B-481A-BD16-23342598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414" y="3806903"/>
            <a:ext cx="106028" cy="87868"/>
          </a:xfrm>
          <a:custGeom xmlns:a="http://schemas.openxmlformats.org/drawingml/2006/main">
            <a:pathLst>
              <a:path w="106028" h="87868">
                <a:moveTo>
                  <a:pt x="87868" y="0"/>
                </a:moveTo>
                <a:lnTo>
                  <a:pt x="0" y="43934"/>
                </a:lnTo>
                <a:lnTo>
                  <a:pt x="87868" y="87868"/>
                </a:lnTo>
                <a:lnTo>
                  <a:pt x="87868" y="58579"/>
                </a:lnTo>
                <a:lnTo>
                  <a:pt x="106028" y="58579"/>
                </a:lnTo>
                <a:lnTo>
                  <a:pt x="106028" y="29289"/>
                </a:lnTo>
                <a:lnTo>
                  <a:pt x="87868" y="29289"/>
                </a:lnTo>
                <a:lnTo>
                  <a:pt x="87868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RepositoryUnderstanding">
            <a:extLst xmlns:a="http://schemas.openxmlformats.org/drawingml/2006/main">
              <a:ext uri="{FF2B5EF4-FFF2-40B4-BE49-F238E27FC236}">
                <a16:creationId xmlns:a16="http://schemas.microsoft.com/office/drawing/2014/main" id="{2431D7AE-AAF0-49D6-9885-4E42E6F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51" y="1580825"/>
            <a:ext cx="1874162" cy="152550"/>
          </a:xfrm>
          <a:custGeom xmlns:a="http://schemas.openxmlformats.org/drawingml/2006/main">
            <a:pathLst>
              <a:path w="1874162" h="152550">
                <a:moveTo>
                  <a:pt x="0" y="117829"/>
                </a:moveTo>
                <a:lnTo>
                  <a:pt x="0" y="0"/>
                </a:lnTo>
                <a:lnTo>
                  <a:pt x="52243" y="0"/>
                </a:lnTo>
                <a:cubicBezTo>
                  <a:pt x="62745" y="0"/>
                  <a:pt x="70729" y="1057"/>
                  <a:pt x="76195" y="3172"/>
                </a:cubicBezTo>
                <a:cubicBezTo>
                  <a:pt x="81660" y="5285"/>
                  <a:pt x="86027" y="9018"/>
                  <a:pt x="89296" y="14369"/>
                </a:cubicBezTo>
                <a:cubicBezTo>
                  <a:pt x="92564" y="19721"/>
                  <a:pt x="94199" y="25634"/>
                  <a:pt x="94199" y="32109"/>
                </a:cubicBezTo>
                <a:cubicBezTo>
                  <a:pt x="94199" y="40458"/>
                  <a:pt x="91493" y="47496"/>
                  <a:pt x="86081" y="53223"/>
                </a:cubicBezTo>
                <a:cubicBezTo>
                  <a:pt x="80669" y="58948"/>
                  <a:pt x="72310" y="62586"/>
                  <a:pt x="61004" y="64139"/>
                </a:cubicBezTo>
                <a:cubicBezTo>
                  <a:pt x="65130" y="66124"/>
                  <a:pt x="68264" y="68084"/>
                  <a:pt x="70408" y="70016"/>
                </a:cubicBezTo>
                <a:cubicBezTo>
                  <a:pt x="74962" y="74204"/>
                  <a:pt x="79276" y="79436"/>
                  <a:pt x="83348" y="85712"/>
                </a:cubicBezTo>
                <a:lnTo>
                  <a:pt x="103843" y="117829"/>
                </a:lnTo>
                <a:lnTo>
                  <a:pt x="84232" y="117829"/>
                </a:lnTo>
                <a:lnTo>
                  <a:pt x="68640" y="93277"/>
                </a:lnTo>
                <a:cubicBezTo>
                  <a:pt x="64085" y="86194"/>
                  <a:pt x="60334" y="80774"/>
                  <a:pt x="57387" y="77019"/>
                </a:cubicBezTo>
                <a:cubicBezTo>
                  <a:pt x="54440" y="73261"/>
                  <a:pt x="51801" y="70631"/>
                  <a:pt x="49470" y="69129"/>
                </a:cubicBezTo>
                <a:cubicBezTo>
                  <a:pt x="47139" y="67626"/>
                  <a:pt x="44768" y="66578"/>
                  <a:pt x="42357" y="65987"/>
                </a:cubicBezTo>
                <a:cubicBezTo>
                  <a:pt x="40589" y="65612"/>
                  <a:pt x="37695" y="65425"/>
                  <a:pt x="33677" y="65425"/>
                </a:cubicBezTo>
                <a:lnTo>
                  <a:pt x="15593" y="65425"/>
                </a:lnTo>
                <a:lnTo>
                  <a:pt x="15593" y="117829"/>
                </a:lnTo>
                <a:lnTo>
                  <a:pt x="0" y="117829"/>
                </a:lnTo>
                <a:moveTo>
                  <a:pt x="15593" y="51922"/>
                </a:moveTo>
                <a:lnTo>
                  <a:pt x="49109" y="51922"/>
                </a:lnTo>
                <a:cubicBezTo>
                  <a:pt x="56235" y="51922"/>
                  <a:pt x="61808" y="51187"/>
                  <a:pt x="65826" y="49716"/>
                </a:cubicBezTo>
                <a:cubicBezTo>
                  <a:pt x="69845" y="48246"/>
                  <a:pt x="72899" y="45894"/>
                  <a:pt x="74989" y="42659"/>
                </a:cubicBezTo>
                <a:cubicBezTo>
                  <a:pt x="77079" y="39424"/>
                  <a:pt x="78124" y="35907"/>
                  <a:pt x="78124" y="32109"/>
                </a:cubicBezTo>
                <a:cubicBezTo>
                  <a:pt x="78124" y="26549"/>
                  <a:pt x="76101" y="21977"/>
                  <a:pt x="72055" y="18396"/>
                </a:cubicBezTo>
                <a:cubicBezTo>
                  <a:pt x="68010" y="14812"/>
                  <a:pt x="61620" y="13021"/>
                  <a:pt x="52886" y="13021"/>
                </a:cubicBezTo>
                <a:lnTo>
                  <a:pt x="15593" y="13021"/>
                </a:lnTo>
                <a:lnTo>
                  <a:pt x="15593" y="51922"/>
                </a:lnTo>
                <a:close/>
                <a:moveTo>
                  <a:pt x="174671" y="90180"/>
                </a:moveTo>
                <a:lnTo>
                  <a:pt x="189621" y="92109"/>
                </a:lnTo>
                <a:cubicBezTo>
                  <a:pt x="187263" y="100868"/>
                  <a:pt x="182896" y="107666"/>
                  <a:pt x="176520" y="112504"/>
                </a:cubicBezTo>
                <a:cubicBezTo>
                  <a:pt x="170144" y="117340"/>
                  <a:pt x="161999" y="119758"/>
                  <a:pt x="152086" y="119758"/>
                </a:cubicBezTo>
                <a:cubicBezTo>
                  <a:pt x="139601" y="119758"/>
                  <a:pt x="129702" y="115913"/>
                  <a:pt x="122388" y="108224"/>
                </a:cubicBezTo>
                <a:cubicBezTo>
                  <a:pt x="115074" y="100535"/>
                  <a:pt x="111417" y="89751"/>
                  <a:pt x="111417" y="75873"/>
                </a:cubicBezTo>
                <a:cubicBezTo>
                  <a:pt x="111417" y="61513"/>
                  <a:pt x="115114" y="50368"/>
                  <a:pt x="122509" y="42438"/>
                </a:cubicBezTo>
                <a:cubicBezTo>
                  <a:pt x="129903" y="34507"/>
                  <a:pt x="139494" y="30542"/>
                  <a:pt x="151282" y="30542"/>
                </a:cubicBezTo>
                <a:cubicBezTo>
                  <a:pt x="162696" y="30542"/>
                  <a:pt x="172019" y="34421"/>
                  <a:pt x="179253" y="42179"/>
                </a:cubicBezTo>
                <a:cubicBezTo>
                  <a:pt x="186486" y="49935"/>
                  <a:pt x="190103" y="60847"/>
                  <a:pt x="190103" y="74916"/>
                </a:cubicBezTo>
                <a:cubicBezTo>
                  <a:pt x="190103" y="75772"/>
                  <a:pt x="190076" y="77055"/>
                  <a:pt x="190023" y="78767"/>
                </a:cubicBezTo>
                <a:lnTo>
                  <a:pt x="126366" y="78767"/>
                </a:lnTo>
                <a:cubicBezTo>
                  <a:pt x="126902" y="88170"/>
                  <a:pt x="129555" y="95371"/>
                  <a:pt x="134324" y="100367"/>
                </a:cubicBezTo>
                <a:cubicBezTo>
                  <a:pt x="139092" y="105364"/>
                  <a:pt x="145040" y="107862"/>
                  <a:pt x="152167" y="107862"/>
                </a:cubicBezTo>
                <a:cubicBezTo>
                  <a:pt x="157471" y="107862"/>
                  <a:pt x="161999" y="106456"/>
                  <a:pt x="165750" y="103645"/>
                </a:cubicBezTo>
                <a:cubicBezTo>
                  <a:pt x="169501" y="100832"/>
                  <a:pt x="172474" y="96344"/>
                  <a:pt x="174671" y="90180"/>
                </a:cubicBezTo>
                <a:moveTo>
                  <a:pt x="127170" y="66871"/>
                </a:moveTo>
                <a:lnTo>
                  <a:pt x="174832" y="66871"/>
                </a:lnTo>
                <a:cubicBezTo>
                  <a:pt x="174189" y="59715"/>
                  <a:pt x="172367" y="54347"/>
                  <a:pt x="169367" y="50769"/>
                </a:cubicBezTo>
                <a:cubicBezTo>
                  <a:pt x="164759" y="45215"/>
                  <a:pt x="158784" y="42438"/>
                  <a:pt x="151443" y="42438"/>
                </a:cubicBezTo>
                <a:cubicBezTo>
                  <a:pt x="144799" y="42438"/>
                  <a:pt x="139213" y="44655"/>
                  <a:pt x="134685" y="49089"/>
                </a:cubicBezTo>
                <a:cubicBezTo>
                  <a:pt x="130157" y="53521"/>
                  <a:pt x="127652" y="59448"/>
                  <a:pt x="127170" y="66871"/>
                </a:cubicBezTo>
                <a:close/>
                <a:moveTo>
                  <a:pt x="207622" y="150621"/>
                </a:moveTo>
                <a:lnTo>
                  <a:pt x="207622" y="32471"/>
                </a:lnTo>
                <a:lnTo>
                  <a:pt x="220803" y="32471"/>
                </a:lnTo>
                <a:lnTo>
                  <a:pt x="220803" y="43641"/>
                </a:lnTo>
                <a:cubicBezTo>
                  <a:pt x="223911" y="39274"/>
                  <a:pt x="227421" y="35999"/>
                  <a:pt x="231332" y="33817"/>
                </a:cubicBezTo>
                <a:cubicBezTo>
                  <a:pt x="235244" y="31634"/>
                  <a:pt x="239986" y="30542"/>
                  <a:pt x="245559" y="30542"/>
                </a:cubicBezTo>
                <a:cubicBezTo>
                  <a:pt x="252846" y="30542"/>
                  <a:pt x="259276" y="32418"/>
                  <a:pt x="264848" y="36168"/>
                </a:cubicBezTo>
                <a:cubicBezTo>
                  <a:pt x="270421" y="39919"/>
                  <a:pt x="274627" y="45210"/>
                  <a:pt x="277467" y="52042"/>
                </a:cubicBezTo>
                <a:cubicBezTo>
                  <a:pt x="280307" y="58874"/>
                  <a:pt x="281727" y="66362"/>
                  <a:pt x="281727" y="74507"/>
                </a:cubicBezTo>
                <a:cubicBezTo>
                  <a:pt x="281727" y="83241"/>
                  <a:pt x="280160" y="91104"/>
                  <a:pt x="277025" y="98097"/>
                </a:cubicBezTo>
                <a:cubicBezTo>
                  <a:pt x="273890" y="105089"/>
                  <a:pt x="269336" y="110447"/>
                  <a:pt x="263361" y="114171"/>
                </a:cubicBezTo>
                <a:cubicBezTo>
                  <a:pt x="257387" y="117896"/>
                  <a:pt x="251104" y="119758"/>
                  <a:pt x="244514" y="119758"/>
                </a:cubicBezTo>
                <a:cubicBezTo>
                  <a:pt x="239691" y="119758"/>
                  <a:pt x="235364" y="118739"/>
                  <a:pt x="231533" y="116703"/>
                </a:cubicBezTo>
                <a:cubicBezTo>
                  <a:pt x="227702" y="114667"/>
                  <a:pt x="224554" y="112095"/>
                  <a:pt x="222089" y="108987"/>
                </a:cubicBezTo>
                <a:lnTo>
                  <a:pt x="222089" y="150621"/>
                </a:lnTo>
                <a:lnTo>
                  <a:pt x="207622" y="150621"/>
                </a:lnTo>
                <a:moveTo>
                  <a:pt x="220723" y="75672"/>
                </a:moveTo>
                <a:cubicBezTo>
                  <a:pt x="220723" y="86643"/>
                  <a:pt x="222947" y="94751"/>
                  <a:pt x="227394" y="99996"/>
                </a:cubicBezTo>
                <a:cubicBezTo>
                  <a:pt x="231841" y="105240"/>
                  <a:pt x="237226" y="107862"/>
                  <a:pt x="243549" y="107862"/>
                </a:cubicBezTo>
                <a:cubicBezTo>
                  <a:pt x="249979" y="107862"/>
                  <a:pt x="255485" y="105146"/>
                  <a:pt x="260066" y="99714"/>
                </a:cubicBezTo>
                <a:cubicBezTo>
                  <a:pt x="264647" y="94282"/>
                  <a:pt x="266938" y="85866"/>
                  <a:pt x="266938" y="74467"/>
                </a:cubicBezTo>
                <a:cubicBezTo>
                  <a:pt x="266938" y="63603"/>
                  <a:pt x="264701" y="55468"/>
                  <a:pt x="260227" y="50063"/>
                </a:cubicBezTo>
                <a:cubicBezTo>
                  <a:pt x="255753" y="44658"/>
                  <a:pt x="250408" y="41955"/>
                  <a:pt x="244192" y="41955"/>
                </a:cubicBezTo>
                <a:cubicBezTo>
                  <a:pt x="238030" y="41955"/>
                  <a:pt x="232578" y="44832"/>
                  <a:pt x="227836" y="50585"/>
                </a:cubicBezTo>
                <a:cubicBezTo>
                  <a:pt x="223094" y="56339"/>
                  <a:pt x="220723" y="64701"/>
                  <a:pt x="220723" y="75672"/>
                </a:cubicBezTo>
                <a:close/>
                <a:moveTo>
                  <a:pt x="293619" y="75150"/>
                </a:moveTo>
                <a:cubicBezTo>
                  <a:pt x="293619" y="59343"/>
                  <a:pt x="298013" y="47635"/>
                  <a:pt x="306801" y="40026"/>
                </a:cubicBezTo>
                <a:cubicBezTo>
                  <a:pt x="314142" y="33704"/>
                  <a:pt x="323090" y="30542"/>
                  <a:pt x="333646" y="30542"/>
                </a:cubicBezTo>
                <a:cubicBezTo>
                  <a:pt x="345380" y="30542"/>
                  <a:pt x="354972" y="34387"/>
                  <a:pt x="362420" y="42076"/>
                </a:cubicBezTo>
                <a:cubicBezTo>
                  <a:pt x="369868" y="49765"/>
                  <a:pt x="373592" y="60388"/>
                  <a:pt x="373592" y="73944"/>
                </a:cubicBezTo>
                <a:cubicBezTo>
                  <a:pt x="373592" y="84929"/>
                  <a:pt x="371944" y="93569"/>
                  <a:pt x="368649" y="99865"/>
                </a:cubicBezTo>
                <a:cubicBezTo>
                  <a:pt x="365353" y="106161"/>
                  <a:pt x="360558" y="111050"/>
                  <a:pt x="354262" y="114533"/>
                </a:cubicBezTo>
                <a:cubicBezTo>
                  <a:pt x="347966" y="118016"/>
                  <a:pt x="341094" y="119758"/>
                  <a:pt x="333646" y="119758"/>
                </a:cubicBezTo>
                <a:cubicBezTo>
                  <a:pt x="321697" y="119758"/>
                  <a:pt x="312038" y="115926"/>
                  <a:pt x="304671" y="108264"/>
                </a:cubicBezTo>
                <a:cubicBezTo>
                  <a:pt x="297303" y="100602"/>
                  <a:pt x="293619" y="89564"/>
                  <a:pt x="293619" y="75150"/>
                </a:cubicBezTo>
                <a:moveTo>
                  <a:pt x="308489" y="75190"/>
                </a:moveTo>
                <a:cubicBezTo>
                  <a:pt x="308489" y="86108"/>
                  <a:pt x="310873" y="94282"/>
                  <a:pt x="315642" y="99714"/>
                </a:cubicBezTo>
                <a:cubicBezTo>
                  <a:pt x="320411" y="105146"/>
                  <a:pt x="326412" y="107862"/>
                  <a:pt x="333646" y="107862"/>
                </a:cubicBezTo>
                <a:cubicBezTo>
                  <a:pt x="340826" y="107862"/>
                  <a:pt x="346800" y="105133"/>
                  <a:pt x="351569" y="99674"/>
                </a:cubicBezTo>
                <a:cubicBezTo>
                  <a:pt x="356338" y="94215"/>
                  <a:pt x="358722" y="85893"/>
                  <a:pt x="358722" y="74708"/>
                </a:cubicBezTo>
                <a:cubicBezTo>
                  <a:pt x="358722" y="64165"/>
                  <a:pt x="356325" y="56178"/>
                  <a:pt x="351529" y="50746"/>
                </a:cubicBezTo>
                <a:cubicBezTo>
                  <a:pt x="346733" y="45314"/>
                  <a:pt x="340772" y="42598"/>
                  <a:pt x="333646" y="42598"/>
                </a:cubicBezTo>
                <a:cubicBezTo>
                  <a:pt x="326412" y="42598"/>
                  <a:pt x="320411" y="45301"/>
                  <a:pt x="315642" y="50706"/>
                </a:cubicBezTo>
                <a:cubicBezTo>
                  <a:pt x="310873" y="56111"/>
                  <a:pt x="308489" y="64273"/>
                  <a:pt x="308489" y="75190"/>
                </a:cubicBezTo>
                <a:close/>
                <a:moveTo>
                  <a:pt x="384600" y="92270"/>
                </a:moveTo>
                <a:lnTo>
                  <a:pt x="398907" y="90019"/>
                </a:lnTo>
                <a:cubicBezTo>
                  <a:pt x="399711" y="95778"/>
                  <a:pt x="401948" y="100191"/>
                  <a:pt x="405618" y="103261"/>
                </a:cubicBezTo>
                <a:cubicBezTo>
                  <a:pt x="409289" y="106328"/>
                  <a:pt x="414419" y="107862"/>
                  <a:pt x="421010" y="107862"/>
                </a:cubicBezTo>
                <a:cubicBezTo>
                  <a:pt x="427654" y="107862"/>
                  <a:pt x="432584" y="106509"/>
                  <a:pt x="435799" y="103803"/>
                </a:cubicBezTo>
                <a:cubicBezTo>
                  <a:pt x="439014" y="101097"/>
                  <a:pt x="440621" y="97923"/>
                  <a:pt x="440621" y="94279"/>
                </a:cubicBezTo>
                <a:cubicBezTo>
                  <a:pt x="440621" y="91010"/>
                  <a:pt x="439201" y="88438"/>
                  <a:pt x="436361" y="86563"/>
                </a:cubicBezTo>
                <a:cubicBezTo>
                  <a:pt x="434379" y="85277"/>
                  <a:pt x="429449" y="83643"/>
                  <a:pt x="421573" y="81660"/>
                </a:cubicBezTo>
                <a:cubicBezTo>
                  <a:pt x="410963" y="78981"/>
                  <a:pt x="403609" y="76664"/>
                  <a:pt x="399510" y="74708"/>
                </a:cubicBezTo>
                <a:cubicBezTo>
                  <a:pt x="395411" y="72752"/>
                  <a:pt x="392303" y="70046"/>
                  <a:pt x="390186" y="66590"/>
                </a:cubicBezTo>
                <a:cubicBezTo>
                  <a:pt x="388070" y="63134"/>
                  <a:pt x="387012" y="59316"/>
                  <a:pt x="387012" y="55137"/>
                </a:cubicBezTo>
                <a:cubicBezTo>
                  <a:pt x="387012" y="51332"/>
                  <a:pt x="387882" y="47809"/>
                  <a:pt x="389624" y="44567"/>
                </a:cubicBezTo>
                <a:cubicBezTo>
                  <a:pt x="391365" y="41326"/>
                  <a:pt x="393736" y="38633"/>
                  <a:pt x="396737" y="36490"/>
                </a:cubicBezTo>
                <a:cubicBezTo>
                  <a:pt x="398987" y="34829"/>
                  <a:pt x="402055" y="33422"/>
                  <a:pt x="405940" y="32270"/>
                </a:cubicBezTo>
                <a:cubicBezTo>
                  <a:pt x="409824" y="31118"/>
                  <a:pt x="413991" y="30542"/>
                  <a:pt x="418438" y="30542"/>
                </a:cubicBezTo>
                <a:cubicBezTo>
                  <a:pt x="425136" y="30542"/>
                  <a:pt x="431016" y="31507"/>
                  <a:pt x="436080" y="33436"/>
                </a:cubicBezTo>
                <a:cubicBezTo>
                  <a:pt x="441144" y="35365"/>
                  <a:pt x="444881" y="37977"/>
                  <a:pt x="447292" y="41272"/>
                </a:cubicBezTo>
                <a:cubicBezTo>
                  <a:pt x="449703" y="44567"/>
                  <a:pt x="451365" y="48975"/>
                  <a:pt x="452275" y="54494"/>
                </a:cubicBezTo>
                <a:lnTo>
                  <a:pt x="438130" y="56423"/>
                </a:lnTo>
                <a:cubicBezTo>
                  <a:pt x="437487" y="52029"/>
                  <a:pt x="435625" y="48600"/>
                  <a:pt x="432544" y="46135"/>
                </a:cubicBezTo>
                <a:cubicBezTo>
                  <a:pt x="429463" y="43670"/>
                  <a:pt x="425109" y="42438"/>
                  <a:pt x="419483" y="42438"/>
                </a:cubicBezTo>
                <a:cubicBezTo>
                  <a:pt x="412839" y="42438"/>
                  <a:pt x="408096" y="43536"/>
                  <a:pt x="405257" y="45733"/>
                </a:cubicBezTo>
                <a:cubicBezTo>
                  <a:pt x="402417" y="47930"/>
                  <a:pt x="400997" y="50502"/>
                  <a:pt x="400997" y="53449"/>
                </a:cubicBezTo>
                <a:cubicBezTo>
                  <a:pt x="400997" y="55324"/>
                  <a:pt x="401586" y="57012"/>
                  <a:pt x="402765" y="58512"/>
                </a:cubicBezTo>
                <a:cubicBezTo>
                  <a:pt x="403944" y="60066"/>
                  <a:pt x="405792" y="61352"/>
                  <a:pt x="408311" y="62370"/>
                </a:cubicBezTo>
                <a:cubicBezTo>
                  <a:pt x="409757" y="62906"/>
                  <a:pt x="414017" y="64139"/>
                  <a:pt x="421090" y="66068"/>
                </a:cubicBezTo>
                <a:cubicBezTo>
                  <a:pt x="431325" y="68800"/>
                  <a:pt x="438464" y="71037"/>
                  <a:pt x="442510" y="72779"/>
                </a:cubicBezTo>
                <a:cubicBezTo>
                  <a:pt x="446555" y="74520"/>
                  <a:pt x="449730" y="77052"/>
                  <a:pt x="452034" y="80374"/>
                </a:cubicBezTo>
                <a:cubicBezTo>
                  <a:pt x="454338" y="83696"/>
                  <a:pt x="455490" y="87822"/>
                  <a:pt x="455490" y="92752"/>
                </a:cubicBezTo>
                <a:cubicBezTo>
                  <a:pt x="455490" y="97574"/>
                  <a:pt x="454084" y="102115"/>
                  <a:pt x="451271" y="106375"/>
                </a:cubicBezTo>
                <a:cubicBezTo>
                  <a:pt x="448458" y="110635"/>
                  <a:pt x="444399" y="113930"/>
                  <a:pt x="439094" y="116261"/>
                </a:cubicBezTo>
                <a:cubicBezTo>
                  <a:pt x="433789" y="118592"/>
                  <a:pt x="427788" y="119758"/>
                  <a:pt x="421090" y="119758"/>
                </a:cubicBezTo>
                <a:cubicBezTo>
                  <a:pt x="409999" y="119758"/>
                  <a:pt x="401546" y="117447"/>
                  <a:pt x="395732" y="112825"/>
                </a:cubicBezTo>
                <a:cubicBezTo>
                  <a:pt x="389918" y="108204"/>
                  <a:pt x="386208" y="101352"/>
                  <a:pt x="384600" y="92270"/>
                </a:cubicBezTo>
                <a:close/>
                <a:moveTo>
                  <a:pt x="472478" y="16557"/>
                </a:moveTo>
                <a:lnTo>
                  <a:pt x="472478" y="0"/>
                </a:lnTo>
                <a:lnTo>
                  <a:pt x="486945" y="0"/>
                </a:lnTo>
                <a:lnTo>
                  <a:pt x="486945" y="16557"/>
                </a:lnTo>
                <a:lnTo>
                  <a:pt x="472478" y="16557"/>
                </a:lnTo>
                <a:moveTo>
                  <a:pt x="472478" y="117829"/>
                </a:moveTo>
                <a:lnTo>
                  <a:pt x="472478" y="32471"/>
                </a:lnTo>
                <a:lnTo>
                  <a:pt x="486945" y="32471"/>
                </a:lnTo>
                <a:lnTo>
                  <a:pt x="486945" y="117829"/>
                </a:lnTo>
                <a:lnTo>
                  <a:pt x="472478" y="117829"/>
                </a:lnTo>
                <a:close/>
                <a:moveTo>
                  <a:pt x="540304" y="104888"/>
                </a:moveTo>
                <a:lnTo>
                  <a:pt x="542393" y="117668"/>
                </a:lnTo>
                <a:cubicBezTo>
                  <a:pt x="538321" y="118525"/>
                  <a:pt x="534678" y="118954"/>
                  <a:pt x="531463" y="118954"/>
                </a:cubicBezTo>
                <a:cubicBezTo>
                  <a:pt x="526211" y="118954"/>
                  <a:pt x="522139" y="118123"/>
                  <a:pt x="519246" y="116462"/>
                </a:cubicBezTo>
                <a:cubicBezTo>
                  <a:pt x="516352" y="114801"/>
                  <a:pt x="514316" y="112618"/>
                  <a:pt x="513137" y="109912"/>
                </a:cubicBezTo>
                <a:cubicBezTo>
                  <a:pt x="511958" y="107206"/>
                  <a:pt x="511369" y="101513"/>
                  <a:pt x="511369" y="92832"/>
                </a:cubicBezTo>
                <a:lnTo>
                  <a:pt x="511369" y="43724"/>
                </a:lnTo>
                <a:lnTo>
                  <a:pt x="500760" y="43724"/>
                </a:lnTo>
                <a:lnTo>
                  <a:pt x="500760" y="32471"/>
                </a:lnTo>
                <a:lnTo>
                  <a:pt x="511369" y="32471"/>
                </a:lnTo>
                <a:lnTo>
                  <a:pt x="511369" y="11333"/>
                </a:lnTo>
                <a:lnTo>
                  <a:pt x="525756" y="2652"/>
                </a:lnTo>
                <a:lnTo>
                  <a:pt x="525756" y="32471"/>
                </a:lnTo>
                <a:lnTo>
                  <a:pt x="540304" y="32471"/>
                </a:lnTo>
                <a:lnTo>
                  <a:pt x="540304" y="43724"/>
                </a:lnTo>
                <a:lnTo>
                  <a:pt x="525756" y="43724"/>
                </a:lnTo>
                <a:lnTo>
                  <a:pt x="525756" y="93636"/>
                </a:lnTo>
                <a:cubicBezTo>
                  <a:pt x="525756" y="97762"/>
                  <a:pt x="526011" y="100414"/>
                  <a:pt x="526520" y="101593"/>
                </a:cubicBezTo>
                <a:cubicBezTo>
                  <a:pt x="527029" y="102772"/>
                  <a:pt x="527859" y="103709"/>
                  <a:pt x="529011" y="104406"/>
                </a:cubicBezTo>
                <a:cubicBezTo>
                  <a:pt x="530163" y="105103"/>
                  <a:pt x="531811" y="105451"/>
                  <a:pt x="533954" y="105451"/>
                </a:cubicBezTo>
                <a:cubicBezTo>
                  <a:pt x="535562" y="105451"/>
                  <a:pt x="537678" y="105263"/>
                  <a:pt x="540304" y="104888"/>
                </a:cubicBezTo>
                <a:close/>
                <a:moveTo>
                  <a:pt x="549023" y="75150"/>
                </a:moveTo>
                <a:cubicBezTo>
                  <a:pt x="549023" y="59343"/>
                  <a:pt x="553417" y="47635"/>
                  <a:pt x="562204" y="40026"/>
                </a:cubicBezTo>
                <a:cubicBezTo>
                  <a:pt x="569545" y="33704"/>
                  <a:pt x="578494" y="30542"/>
                  <a:pt x="589049" y="30542"/>
                </a:cubicBezTo>
                <a:cubicBezTo>
                  <a:pt x="600784" y="30542"/>
                  <a:pt x="610375" y="34387"/>
                  <a:pt x="617823" y="42076"/>
                </a:cubicBezTo>
                <a:cubicBezTo>
                  <a:pt x="625271" y="49765"/>
                  <a:pt x="628995" y="60388"/>
                  <a:pt x="628995" y="73944"/>
                </a:cubicBezTo>
                <a:cubicBezTo>
                  <a:pt x="628995" y="84929"/>
                  <a:pt x="627348" y="93569"/>
                  <a:pt x="624052" y="99865"/>
                </a:cubicBezTo>
                <a:cubicBezTo>
                  <a:pt x="620757" y="106161"/>
                  <a:pt x="615961" y="111050"/>
                  <a:pt x="609665" y="114533"/>
                </a:cubicBezTo>
                <a:cubicBezTo>
                  <a:pt x="603369" y="118016"/>
                  <a:pt x="596497" y="119758"/>
                  <a:pt x="589049" y="119758"/>
                </a:cubicBezTo>
                <a:cubicBezTo>
                  <a:pt x="577100" y="119758"/>
                  <a:pt x="567442" y="115926"/>
                  <a:pt x="560074" y="108264"/>
                </a:cubicBezTo>
                <a:cubicBezTo>
                  <a:pt x="552707" y="100602"/>
                  <a:pt x="549023" y="89564"/>
                  <a:pt x="549023" y="75150"/>
                </a:cubicBezTo>
                <a:moveTo>
                  <a:pt x="563892" y="75190"/>
                </a:moveTo>
                <a:cubicBezTo>
                  <a:pt x="563892" y="86108"/>
                  <a:pt x="566277" y="94282"/>
                  <a:pt x="571046" y="99714"/>
                </a:cubicBezTo>
                <a:cubicBezTo>
                  <a:pt x="575814" y="105146"/>
                  <a:pt x="581816" y="107862"/>
                  <a:pt x="589049" y="107862"/>
                </a:cubicBezTo>
                <a:cubicBezTo>
                  <a:pt x="596229" y="107862"/>
                  <a:pt x="602204" y="105133"/>
                  <a:pt x="606973" y="99674"/>
                </a:cubicBezTo>
                <a:cubicBezTo>
                  <a:pt x="611742" y="94215"/>
                  <a:pt x="614126" y="85893"/>
                  <a:pt x="614126" y="74708"/>
                </a:cubicBezTo>
                <a:cubicBezTo>
                  <a:pt x="614126" y="64165"/>
                  <a:pt x="611728" y="56178"/>
                  <a:pt x="606933" y="50746"/>
                </a:cubicBezTo>
                <a:cubicBezTo>
                  <a:pt x="602137" y="45314"/>
                  <a:pt x="596176" y="42598"/>
                  <a:pt x="589049" y="42598"/>
                </a:cubicBezTo>
                <a:cubicBezTo>
                  <a:pt x="581816" y="42598"/>
                  <a:pt x="575814" y="45301"/>
                  <a:pt x="571046" y="50706"/>
                </a:cubicBezTo>
                <a:cubicBezTo>
                  <a:pt x="566277" y="56111"/>
                  <a:pt x="563892" y="64273"/>
                  <a:pt x="563892" y="75190"/>
                </a:cubicBezTo>
                <a:close/>
                <a:moveTo>
                  <a:pt x="645630" y="117829"/>
                </a:moveTo>
                <a:lnTo>
                  <a:pt x="645630" y="32471"/>
                </a:lnTo>
                <a:lnTo>
                  <a:pt x="658650" y="32471"/>
                </a:lnTo>
                <a:lnTo>
                  <a:pt x="658650" y="45411"/>
                </a:lnTo>
                <a:cubicBezTo>
                  <a:pt x="661972" y="39357"/>
                  <a:pt x="665040" y="35365"/>
                  <a:pt x="667853" y="33436"/>
                </a:cubicBezTo>
                <a:cubicBezTo>
                  <a:pt x="670666" y="31507"/>
                  <a:pt x="673761" y="30542"/>
                  <a:pt x="677136" y="30542"/>
                </a:cubicBezTo>
                <a:cubicBezTo>
                  <a:pt x="682012" y="30542"/>
                  <a:pt x="686969" y="32096"/>
                  <a:pt x="692006" y="35204"/>
                </a:cubicBezTo>
                <a:lnTo>
                  <a:pt x="687022" y="48616"/>
                </a:lnTo>
                <a:cubicBezTo>
                  <a:pt x="683486" y="46533"/>
                  <a:pt x="679949" y="45492"/>
                  <a:pt x="676413" y="45492"/>
                </a:cubicBezTo>
                <a:cubicBezTo>
                  <a:pt x="673252" y="45492"/>
                  <a:pt x="670412" y="46443"/>
                  <a:pt x="667893" y="48345"/>
                </a:cubicBezTo>
                <a:cubicBezTo>
                  <a:pt x="665375" y="50247"/>
                  <a:pt x="663580" y="52886"/>
                  <a:pt x="662508" y="56262"/>
                </a:cubicBezTo>
                <a:cubicBezTo>
                  <a:pt x="660901" y="61406"/>
                  <a:pt x="660097" y="67032"/>
                  <a:pt x="660097" y="73140"/>
                </a:cubicBezTo>
                <a:lnTo>
                  <a:pt x="660097" y="117829"/>
                </a:lnTo>
                <a:lnTo>
                  <a:pt x="645630" y="117829"/>
                </a:lnTo>
                <a:close/>
                <a:moveTo>
                  <a:pt x="699626" y="150792"/>
                </a:moveTo>
                <a:lnTo>
                  <a:pt x="698018" y="137279"/>
                </a:lnTo>
                <a:cubicBezTo>
                  <a:pt x="701180" y="138136"/>
                  <a:pt x="703939" y="138565"/>
                  <a:pt x="706297" y="138565"/>
                </a:cubicBezTo>
                <a:cubicBezTo>
                  <a:pt x="709512" y="138565"/>
                  <a:pt x="712084" y="138028"/>
                  <a:pt x="714013" y="136955"/>
                </a:cubicBezTo>
                <a:cubicBezTo>
                  <a:pt x="715942" y="135882"/>
                  <a:pt x="717523" y="134379"/>
                  <a:pt x="718755" y="132447"/>
                </a:cubicBezTo>
                <a:cubicBezTo>
                  <a:pt x="719666" y="130998"/>
                  <a:pt x="721139" y="127403"/>
                  <a:pt x="723176" y="121661"/>
                </a:cubicBezTo>
                <a:cubicBezTo>
                  <a:pt x="723443" y="120856"/>
                  <a:pt x="723872" y="119675"/>
                  <a:pt x="724462" y="118120"/>
                </a:cubicBezTo>
                <a:lnTo>
                  <a:pt x="692071" y="32471"/>
                </a:lnTo>
                <a:lnTo>
                  <a:pt x="707663" y="32471"/>
                </a:lnTo>
                <a:lnTo>
                  <a:pt x="725426" y="81916"/>
                </a:lnTo>
                <a:cubicBezTo>
                  <a:pt x="727730" y="88187"/>
                  <a:pt x="729793" y="94780"/>
                  <a:pt x="731615" y="101693"/>
                </a:cubicBezTo>
                <a:cubicBezTo>
                  <a:pt x="733276" y="95034"/>
                  <a:pt x="735258" y="88545"/>
                  <a:pt x="737563" y="82225"/>
                </a:cubicBezTo>
                <a:lnTo>
                  <a:pt x="755807" y="32471"/>
                </a:lnTo>
                <a:lnTo>
                  <a:pt x="770275" y="32471"/>
                </a:lnTo>
                <a:lnTo>
                  <a:pt x="737804" y="119265"/>
                </a:lnTo>
                <a:cubicBezTo>
                  <a:pt x="734321" y="128667"/>
                  <a:pt x="731615" y="135142"/>
                  <a:pt x="729686" y="138688"/>
                </a:cubicBezTo>
                <a:cubicBezTo>
                  <a:pt x="727114" y="143470"/>
                  <a:pt x="724167" y="146976"/>
                  <a:pt x="720845" y="149205"/>
                </a:cubicBezTo>
                <a:cubicBezTo>
                  <a:pt x="717523" y="151435"/>
                  <a:pt x="713557" y="152550"/>
                  <a:pt x="708949" y="152550"/>
                </a:cubicBezTo>
                <a:cubicBezTo>
                  <a:pt x="706163" y="152550"/>
                  <a:pt x="703055" y="151964"/>
                  <a:pt x="699626" y="150792"/>
                </a:cubicBezTo>
                <a:close/>
                <a:moveTo>
                  <a:pt x="907139" y="0"/>
                </a:moveTo>
                <a:lnTo>
                  <a:pt x="922731" y="0"/>
                </a:lnTo>
                <a:lnTo>
                  <a:pt x="922731" y="68032"/>
                </a:lnTo>
                <a:cubicBezTo>
                  <a:pt x="922731" y="79865"/>
                  <a:pt x="921392" y="89262"/>
                  <a:pt x="918713" y="96223"/>
                </a:cubicBezTo>
                <a:cubicBezTo>
                  <a:pt x="916034" y="103184"/>
                  <a:pt x="911198" y="108847"/>
                  <a:pt x="904205" y="113212"/>
                </a:cubicBezTo>
                <a:cubicBezTo>
                  <a:pt x="897213" y="117576"/>
                  <a:pt x="888037" y="119758"/>
                  <a:pt x="876677" y="119758"/>
                </a:cubicBezTo>
                <a:cubicBezTo>
                  <a:pt x="865639" y="119758"/>
                  <a:pt x="856610" y="117857"/>
                  <a:pt x="849591" y="114056"/>
                </a:cubicBezTo>
                <a:cubicBezTo>
                  <a:pt x="842572" y="110253"/>
                  <a:pt x="837562" y="104751"/>
                  <a:pt x="834561" y="97549"/>
                </a:cubicBezTo>
                <a:cubicBezTo>
                  <a:pt x="831560" y="90347"/>
                  <a:pt x="830060" y="80508"/>
                  <a:pt x="830060" y="68032"/>
                </a:cubicBezTo>
                <a:lnTo>
                  <a:pt x="830060" y="0"/>
                </a:lnTo>
                <a:lnTo>
                  <a:pt x="845653" y="0"/>
                </a:lnTo>
                <a:lnTo>
                  <a:pt x="845653" y="67894"/>
                </a:lnTo>
                <a:cubicBezTo>
                  <a:pt x="845653" y="78113"/>
                  <a:pt x="846604" y="85644"/>
                  <a:pt x="848506" y="90486"/>
                </a:cubicBezTo>
                <a:cubicBezTo>
                  <a:pt x="850408" y="95327"/>
                  <a:pt x="853677" y="99059"/>
                  <a:pt x="858312" y="101681"/>
                </a:cubicBezTo>
                <a:cubicBezTo>
                  <a:pt x="862946" y="104301"/>
                  <a:pt x="868613" y="105612"/>
                  <a:pt x="875311" y="105612"/>
                </a:cubicBezTo>
                <a:cubicBezTo>
                  <a:pt x="886777" y="105612"/>
                  <a:pt x="894949" y="103017"/>
                  <a:pt x="899825" y="97828"/>
                </a:cubicBezTo>
                <a:cubicBezTo>
                  <a:pt x="904701" y="92637"/>
                  <a:pt x="907139" y="82659"/>
                  <a:pt x="907139" y="67894"/>
                </a:cubicBezTo>
                <a:lnTo>
                  <a:pt x="907139" y="0"/>
                </a:lnTo>
                <a:close/>
                <a:moveTo>
                  <a:pt x="946300" y="117829"/>
                </a:moveTo>
                <a:lnTo>
                  <a:pt x="946300" y="32471"/>
                </a:lnTo>
                <a:lnTo>
                  <a:pt x="959320" y="32471"/>
                </a:lnTo>
                <a:lnTo>
                  <a:pt x="959320" y="44608"/>
                </a:lnTo>
                <a:cubicBezTo>
                  <a:pt x="965589" y="35231"/>
                  <a:pt x="974645" y="30542"/>
                  <a:pt x="986487" y="30542"/>
                </a:cubicBezTo>
                <a:cubicBezTo>
                  <a:pt x="991631" y="30542"/>
                  <a:pt x="996359" y="31466"/>
                  <a:pt x="1000673" y="33315"/>
                </a:cubicBezTo>
                <a:cubicBezTo>
                  <a:pt x="1004986" y="35164"/>
                  <a:pt x="1008215" y="37588"/>
                  <a:pt x="1010358" y="40589"/>
                </a:cubicBezTo>
                <a:cubicBezTo>
                  <a:pt x="1012501" y="43590"/>
                  <a:pt x="1014001" y="47153"/>
                  <a:pt x="1014859" y="51279"/>
                </a:cubicBezTo>
                <a:cubicBezTo>
                  <a:pt x="1015395" y="53958"/>
                  <a:pt x="1015663" y="58646"/>
                  <a:pt x="1015663" y="65344"/>
                </a:cubicBezTo>
                <a:lnTo>
                  <a:pt x="1015663" y="117829"/>
                </a:lnTo>
                <a:lnTo>
                  <a:pt x="1001195" y="117829"/>
                </a:lnTo>
                <a:lnTo>
                  <a:pt x="1001195" y="65907"/>
                </a:lnTo>
                <a:cubicBezTo>
                  <a:pt x="1001195" y="60013"/>
                  <a:pt x="1000633" y="55606"/>
                  <a:pt x="999507" y="52685"/>
                </a:cubicBezTo>
                <a:cubicBezTo>
                  <a:pt x="998382" y="49765"/>
                  <a:pt x="996386" y="47434"/>
                  <a:pt x="993519" y="45693"/>
                </a:cubicBezTo>
                <a:cubicBezTo>
                  <a:pt x="990653" y="43951"/>
                  <a:pt x="987290" y="43081"/>
                  <a:pt x="983433" y="43081"/>
                </a:cubicBezTo>
                <a:cubicBezTo>
                  <a:pt x="977271" y="43081"/>
                  <a:pt x="971952" y="45036"/>
                  <a:pt x="967478" y="48948"/>
                </a:cubicBezTo>
                <a:cubicBezTo>
                  <a:pt x="963004" y="52859"/>
                  <a:pt x="960767" y="60281"/>
                  <a:pt x="960767" y="71212"/>
                </a:cubicBezTo>
                <a:lnTo>
                  <a:pt x="960767" y="117829"/>
                </a:lnTo>
                <a:lnTo>
                  <a:pt x="946300" y="117829"/>
                </a:lnTo>
                <a:close/>
                <a:moveTo>
                  <a:pt x="1093060" y="117829"/>
                </a:moveTo>
                <a:lnTo>
                  <a:pt x="1093060" y="107058"/>
                </a:lnTo>
                <a:cubicBezTo>
                  <a:pt x="1087648" y="115524"/>
                  <a:pt x="1079691" y="119758"/>
                  <a:pt x="1069189" y="119758"/>
                </a:cubicBezTo>
                <a:cubicBezTo>
                  <a:pt x="1062384" y="119758"/>
                  <a:pt x="1056128" y="117882"/>
                  <a:pt x="1050421" y="114131"/>
                </a:cubicBezTo>
                <a:cubicBezTo>
                  <a:pt x="1044715" y="110381"/>
                  <a:pt x="1040294" y="105143"/>
                  <a:pt x="1037160" y="98418"/>
                </a:cubicBezTo>
                <a:cubicBezTo>
                  <a:pt x="1034025" y="91694"/>
                  <a:pt x="1032458" y="83964"/>
                  <a:pt x="1032458" y="75230"/>
                </a:cubicBezTo>
                <a:cubicBezTo>
                  <a:pt x="1032458" y="66711"/>
                  <a:pt x="1033878" y="58981"/>
                  <a:pt x="1036717" y="52042"/>
                </a:cubicBezTo>
                <a:cubicBezTo>
                  <a:pt x="1039557" y="45103"/>
                  <a:pt x="1043817" y="39785"/>
                  <a:pt x="1049497" y="36088"/>
                </a:cubicBezTo>
                <a:cubicBezTo>
                  <a:pt x="1055177" y="32391"/>
                  <a:pt x="1061526" y="30542"/>
                  <a:pt x="1068546" y="30542"/>
                </a:cubicBezTo>
                <a:cubicBezTo>
                  <a:pt x="1073690" y="30542"/>
                  <a:pt x="1078271" y="31635"/>
                  <a:pt x="1082290" y="33820"/>
                </a:cubicBezTo>
                <a:cubicBezTo>
                  <a:pt x="1086308" y="36003"/>
                  <a:pt x="1089577" y="38848"/>
                  <a:pt x="1092095" y="42355"/>
                </a:cubicBezTo>
                <a:lnTo>
                  <a:pt x="1092095" y="0"/>
                </a:lnTo>
                <a:lnTo>
                  <a:pt x="1106482" y="0"/>
                </a:lnTo>
                <a:lnTo>
                  <a:pt x="1106482" y="117829"/>
                </a:lnTo>
                <a:lnTo>
                  <a:pt x="1093060" y="117829"/>
                </a:lnTo>
                <a:moveTo>
                  <a:pt x="1047327" y="75270"/>
                </a:moveTo>
                <a:cubicBezTo>
                  <a:pt x="1047327" y="86188"/>
                  <a:pt x="1049631" y="94349"/>
                  <a:pt x="1054239" y="99754"/>
                </a:cubicBezTo>
                <a:cubicBezTo>
                  <a:pt x="1058847" y="105160"/>
                  <a:pt x="1064286" y="107862"/>
                  <a:pt x="1070555" y="107862"/>
                </a:cubicBezTo>
                <a:cubicBezTo>
                  <a:pt x="1076878" y="107862"/>
                  <a:pt x="1082249" y="105280"/>
                  <a:pt x="1086670" y="100116"/>
                </a:cubicBezTo>
                <a:cubicBezTo>
                  <a:pt x="1091091" y="94952"/>
                  <a:pt x="1093301" y="87071"/>
                  <a:pt x="1093301" y="76474"/>
                </a:cubicBezTo>
                <a:cubicBezTo>
                  <a:pt x="1093301" y="64808"/>
                  <a:pt x="1091050" y="56245"/>
                  <a:pt x="1086549" y="50786"/>
                </a:cubicBezTo>
                <a:cubicBezTo>
                  <a:pt x="1082048" y="45328"/>
                  <a:pt x="1076503" y="42598"/>
                  <a:pt x="1069912" y="42598"/>
                </a:cubicBezTo>
                <a:cubicBezTo>
                  <a:pt x="1063482" y="42598"/>
                  <a:pt x="1058110" y="45221"/>
                  <a:pt x="1053797" y="50465"/>
                </a:cubicBezTo>
                <a:cubicBezTo>
                  <a:pt x="1049484" y="55709"/>
                  <a:pt x="1047327" y="63978"/>
                  <a:pt x="1047327" y="75270"/>
                </a:cubicBezTo>
                <a:close/>
                <a:moveTo>
                  <a:pt x="1187497" y="90180"/>
                </a:moveTo>
                <a:lnTo>
                  <a:pt x="1202446" y="92109"/>
                </a:lnTo>
                <a:cubicBezTo>
                  <a:pt x="1200089" y="100868"/>
                  <a:pt x="1195722" y="107666"/>
                  <a:pt x="1189345" y="112504"/>
                </a:cubicBezTo>
                <a:cubicBezTo>
                  <a:pt x="1182969" y="117340"/>
                  <a:pt x="1174824" y="119758"/>
                  <a:pt x="1164912" y="119758"/>
                </a:cubicBezTo>
                <a:cubicBezTo>
                  <a:pt x="1152427" y="119758"/>
                  <a:pt x="1142527" y="115913"/>
                  <a:pt x="1135213" y="108224"/>
                </a:cubicBezTo>
                <a:cubicBezTo>
                  <a:pt x="1127899" y="100535"/>
                  <a:pt x="1124242" y="89751"/>
                  <a:pt x="1124242" y="75873"/>
                </a:cubicBezTo>
                <a:cubicBezTo>
                  <a:pt x="1124242" y="61513"/>
                  <a:pt x="1127940" y="50368"/>
                  <a:pt x="1135334" y="42438"/>
                </a:cubicBezTo>
                <a:cubicBezTo>
                  <a:pt x="1142728" y="34507"/>
                  <a:pt x="1152320" y="30542"/>
                  <a:pt x="1164108" y="30542"/>
                </a:cubicBezTo>
                <a:cubicBezTo>
                  <a:pt x="1175521" y="30542"/>
                  <a:pt x="1184844" y="34421"/>
                  <a:pt x="1192078" y="42179"/>
                </a:cubicBezTo>
                <a:cubicBezTo>
                  <a:pt x="1199312" y="49935"/>
                  <a:pt x="1202929" y="60847"/>
                  <a:pt x="1202929" y="74916"/>
                </a:cubicBezTo>
                <a:cubicBezTo>
                  <a:pt x="1202929" y="75772"/>
                  <a:pt x="1202902" y="77055"/>
                  <a:pt x="1202848" y="78767"/>
                </a:cubicBezTo>
                <a:lnTo>
                  <a:pt x="1139192" y="78767"/>
                </a:lnTo>
                <a:cubicBezTo>
                  <a:pt x="1139728" y="88170"/>
                  <a:pt x="1142380" y="95371"/>
                  <a:pt x="1147149" y="100367"/>
                </a:cubicBezTo>
                <a:cubicBezTo>
                  <a:pt x="1151918" y="105364"/>
                  <a:pt x="1157866" y="107862"/>
                  <a:pt x="1164992" y="107862"/>
                </a:cubicBezTo>
                <a:cubicBezTo>
                  <a:pt x="1170297" y="107862"/>
                  <a:pt x="1174824" y="106456"/>
                  <a:pt x="1178575" y="103645"/>
                </a:cubicBezTo>
                <a:cubicBezTo>
                  <a:pt x="1182326" y="100832"/>
                  <a:pt x="1185300" y="96344"/>
                  <a:pt x="1187497" y="90180"/>
                </a:cubicBezTo>
                <a:moveTo>
                  <a:pt x="1139996" y="66871"/>
                </a:moveTo>
                <a:lnTo>
                  <a:pt x="1187658" y="66871"/>
                </a:lnTo>
                <a:cubicBezTo>
                  <a:pt x="1187015" y="59715"/>
                  <a:pt x="1185193" y="54347"/>
                  <a:pt x="1182192" y="50769"/>
                </a:cubicBezTo>
                <a:cubicBezTo>
                  <a:pt x="1177584" y="45215"/>
                  <a:pt x="1171610" y="42438"/>
                  <a:pt x="1164269" y="42438"/>
                </a:cubicBezTo>
                <a:cubicBezTo>
                  <a:pt x="1157624" y="42438"/>
                  <a:pt x="1152038" y="44655"/>
                  <a:pt x="1147511" y="49089"/>
                </a:cubicBezTo>
                <a:cubicBezTo>
                  <a:pt x="1142983" y="53521"/>
                  <a:pt x="1140478" y="59448"/>
                  <a:pt x="1139996" y="66871"/>
                </a:cubicBezTo>
                <a:close/>
                <a:moveTo>
                  <a:pt x="1220287" y="117829"/>
                </a:moveTo>
                <a:lnTo>
                  <a:pt x="1220287" y="32471"/>
                </a:lnTo>
                <a:lnTo>
                  <a:pt x="1233308" y="32471"/>
                </a:lnTo>
                <a:lnTo>
                  <a:pt x="1233308" y="45411"/>
                </a:lnTo>
                <a:cubicBezTo>
                  <a:pt x="1236630" y="39357"/>
                  <a:pt x="1239697" y="35365"/>
                  <a:pt x="1242510" y="33436"/>
                </a:cubicBezTo>
                <a:cubicBezTo>
                  <a:pt x="1245323" y="31507"/>
                  <a:pt x="1248418" y="30542"/>
                  <a:pt x="1251794" y="30542"/>
                </a:cubicBezTo>
                <a:cubicBezTo>
                  <a:pt x="1256670" y="30542"/>
                  <a:pt x="1261626" y="32096"/>
                  <a:pt x="1266663" y="35204"/>
                </a:cubicBezTo>
                <a:lnTo>
                  <a:pt x="1261680" y="48616"/>
                </a:lnTo>
                <a:cubicBezTo>
                  <a:pt x="1258143" y="46533"/>
                  <a:pt x="1254607" y="45492"/>
                  <a:pt x="1251070" y="45492"/>
                </a:cubicBezTo>
                <a:cubicBezTo>
                  <a:pt x="1247909" y="45492"/>
                  <a:pt x="1245069" y="46443"/>
                  <a:pt x="1242551" y="48345"/>
                </a:cubicBezTo>
                <a:cubicBezTo>
                  <a:pt x="1240032" y="50247"/>
                  <a:pt x="1238237" y="52886"/>
                  <a:pt x="1237165" y="56262"/>
                </a:cubicBezTo>
                <a:cubicBezTo>
                  <a:pt x="1235558" y="61406"/>
                  <a:pt x="1234754" y="67032"/>
                  <a:pt x="1234754" y="73140"/>
                </a:cubicBezTo>
                <a:lnTo>
                  <a:pt x="1234754" y="117829"/>
                </a:lnTo>
                <a:lnTo>
                  <a:pt x="1220287" y="117829"/>
                </a:lnTo>
                <a:close/>
                <a:moveTo>
                  <a:pt x="1269139" y="92270"/>
                </a:moveTo>
                <a:lnTo>
                  <a:pt x="1283445" y="90019"/>
                </a:lnTo>
                <a:cubicBezTo>
                  <a:pt x="1284249" y="95778"/>
                  <a:pt x="1286486" y="100191"/>
                  <a:pt x="1290156" y="103261"/>
                </a:cubicBezTo>
                <a:cubicBezTo>
                  <a:pt x="1293827" y="106328"/>
                  <a:pt x="1298957" y="107862"/>
                  <a:pt x="1305548" y="107862"/>
                </a:cubicBezTo>
                <a:cubicBezTo>
                  <a:pt x="1312192" y="107862"/>
                  <a:pt x="1317122" y="106509"/>
                  <a:pt x="1320337" y="103803"/>
                </a:cubicBezTo>
                <a:cubicBezTo>
                  <a:pt x="1323552" y="101097"/>
                  <a:pt x="1325159" y="97923"/>
                  <a:pt x="1325159" y="94279"/>
                </a:cubicBezTo>
                <a:cubicBezTo>
                  <a:pt x="1325159" y="91010"/>
                  <a:pt x="1323740" y="88438"/>
                  <a:pt x="1320900" y="86563"/>
                </a:cubicBezTo>
                <a:cubicBezTo>
                  <a:pt x="1318917" y="85277"/>
                  <a:pt x="1313987" y="83643"/>
                  <a:pt x="1306111" y="81660"/>
                </a:cubicBezTo>
                <a:cubicBezTo>
                  <a:pt x="1295501" y="78981"/>
                  <a:pt x="1288147" y="76664"/>
                  <a:pt x="1284048" y="74708"/>
                </a:cubicBezTo>
                <a:cubicBezTo>
                  <a:pt x="1279949" y="72752"/>
                  <a:pt x="1276841" y="70046"/>
                  <a:pt x="1274725" y="66590"/>
                </a:cubicBezTo>
                <a:cubicBezTo>
                  <a:pt x="1272608" y="63134"/>
                  <a:pt x="1271550" y="59316"/>
                  <a:pt x="1271550" y="55137"/>
                </a:cubicBezTo>
                <a:cubicBezTo>
                  <a:pt x="1271550" y="51332"/>
                  <a:pt x="1272421" y="47809"/>
                  <a:pt x="1274162" y="44567"/>
                </a:cubicBezTo>
                <a:cubicBezTo>
                  <a:pt x="1275903" y="41326"/>
                  <a:pt x="1278275" y="38633"/>
                  <a:pt x="1281275" y="36490"/>
                </a:cubicBezTo>
                <a:cubicBezTo>
                  <a:pt x="1283526" y="34829"/>
                  <a:pt x="1286593" y="33422"/>
                  <a:pt x="1290478" y="32270"/>
                </a:cubicBezTo>
                <a:cubicBezTo>
                  <a:pt x="1294363" y="31118"/>
                  <a:pt x="1298529" y="30542"/>
                  <a:pt x="1302976" y="30542"/>
                </a:cubicBezTo>
                <a:cubicBezTo>
                  <a:pt x="1309674" y="30542"/>
                  <a:pt x="1315555" y="31507"/>
                  <a:pt x="1320618" y="33436"/>
                </a:cubicBezTo>
                <a:cubicBezTo>
                  <a:pt x="1325682" y="35365"/>
                  <a:pt x="1329419" y="37977"/>
                  <a:pt x="1331831" y="41272"/>
                </a:cubicBezTo>
                <a:cubicBezTo>
                  <a:pt x="1334242" y="44567"/>
                  <a:pt x="1335903" y="48975"/>
                  <a:pt x="1336814" y="54494"/>
                </a:cubicBezTo>
                <a:lnTo>
                  <a:pt x="1322668" y="56423"/>
                </a:lnTo>
                <a:cubicBezTo>
                  <a:pt x="1322025" y="52029"/>
                  <a:pt x="1320163" y="48600"/>
                  <a:pt x="1317082" y="46135"/>
                </a:cubicBezTo>
                <a:cubicBezTo>
                  <a:pt x="1314001" y="43670"/>
                  <a:pt x="1309647" y="42438"/>
                  <a:pt x="1304021" y="42438"/>
                </a:cubicBezTo>
                <a:cubicBezTo>
                  <a:pt x="1297377" y="42438"/>
                  <a:pt x="1292635" y="43536"/>
                  <a:pt x="1289795" y="45733"/>
                </a:cubicBezTo>
                <a:cubicBezTo>
                  <a:pt x="1286955" y="47930"/>
                  <a:pt x="1285535" y="50502"/>
                  <a:pt x="1285535" y="53449"/>
                </a:cubicBezTo>
                <a:cubicBezTo>
                  <a:pt x="1285535" y="55324"/>
                  <a:pt x="1286124" y="57012"/>
                  <a:pt x="1287303" y="58512"/>
                </a:cubicBezTo>
                <a:cubicBezTo>
                  <a:pt x="1288482" y="60066"/>
                  <a:pt x="1290331" y="61352"/>
                  <a:pt x="1292849" y="62370"/>
                </a:cubicBezTo>
                <a:cubicBezTo>
                  <a:pt x="1294296" y="62906"/>
                  <a:pt x="1298556" y="64139"/>
                  <a:pt x="1305629" y="66068"/>
                </a:cubicBezTo>
                <a:cubicBezTo>
                  <a:pt x="1315863" y="68800"/>
                  <a:pt x="1323003" y="71037"/>
                  <a:pt x="1327048" y="72779"/>
                </a:cubicBezTo>
                <a:cubicBezTo>
                  <a:pt x="1331094" y="74520"/>
                  <a:pt x="1334269" y="77052"/>
                  <a:pt x="1336573" y="80374"/>
                </a:cubicBezTo>
                <a:cubicBezTo>
                  <a:pt x="1338877" y="83696"/>
                  <a:pt x="1340029" y="87822"/>
                  <a:pt x="1340029" y="92752"/>
                </a:cubicBezTo>
                <a:cubicBezTo>
                  <a:pt x="1340029" y="97574"/>
                  <a:pt x="1338622" y="102115"/>
                  <a:pt x="1335809" y="106375"/>
                </a:cubicBezTo>
                <a:cubicBezTo>
                  <a:pt x="1332996" y="110635"/>
                  <a:pt x="1328937" y="113930"/>
                  <a:pt x="1323632" y="116261"/>
                </a:cubicBezTo>
                <a:cubicBezTo>
                  <a:pt x="1318328" y="118592"/>
                  <a:pt x="1312326" y="119758"/>
                  <a:pt x="1305629" y="119758"/>
                </a:cubicBezTo>
                <a:cubicBezTo>
                  <a:pt x="1294537" y="119758"/>
                  <a:pt x="1286084" y="117447"/>
                  <a:pt x="1280270" y="112825"/>
                </a:cubicBezTo>
                <a:cubicBezTo>
                  <a:pt x="1274457" y="108204"/>
                  <a:pt x="1270746" y="101352"/>
                  <a:pt x="1269139" y="92270"/>
                </a:cubicBezTo>
                <a:close/>
                <a:moveTo>
                  <a:pt x="1388523" y="104888"/>
                </a:moveTo>
                <a:lnTo>
                  <a:pt x="1390613" y="117668"/>
                </a:lnTo>
                <a:cubicBezTo>
                  <a:pt x="1386541" y="118525"/>
                  <a:pt x="1382897" y="118954"/>
                  <a:pt x="1379682" y="118954"/>
                </a:cubicBezTo>
                <a:cubicBezTo>
                  <a:pt x="1374431" y="118954"/>
                  <a:pt x="1370359" y="118123"/>
                  <a:pt x="1367465" y="116462"/>
                </a:cubicBezTo>
                <a:cubicBezTo>
                  <a:pt x="1364572" y="114801"/>
                  <a:pt x="1362536" y="112618"/>
                  <a:pt x="1361357" y="109912"/>
                </a:cubicBezTo>
                <a:cubicBezTo>
                  <a:pt x="1360178" y="107206"/>
                  <a:pt x="1359588" y="101513"/>
                  <a:pt x="1359588" y="92832"/>
                </a:cubicBezTo>
                <a:lnTo>
                  <a:pt x="1359588" y="43724"/>
                </a:lnTo>
                <a:lnTo>
                  <a:pt x="1348979" y="43724"/>
                </a:lnTo>
                <a:lnTo>
                  <a:pt x="1348979" y="32471"/>
                </a:lnTo>
                <a:lnTo>
                  <a:pt x="1359588" y="32471"/>
                </a:lnTo>
                <a:lnTo>
                  <a:pt x="1359588" y="11333"/>
                </a:lnTo>
                <a:lnTo>
                  <a:pt x="1373975" y="2652"/>
                </a:lnTo>
                <a:lnTo>
                  <a:pt x="1373975" y="32471"/>
                </a:lnTo>
                <a:lnTo>
                  <a:pt x="1388523" y="32471"/>
                </a:lnTo>
                <a:lnTo>
                  <a:pt x="1388523" y="43724"/>
                </a:lnTo>
                <a:lnTo>
                  <a:pt x="1373975" y="43724"/>
                </a:lnTo>
                <a:lnTo>
                  <a:pt x="1373975" y="93636"/>
                </a:lnTo>
                <a:cubicBezTo>
                  <a:pt x="1373975" y="97762"/>
                  <a:pt x="1374230" y="100414"/>
                  <a:pt x="1374739" y="101593"/>
                </a:cubicBezTo>
                <a:cubicBezTo>
                  <a:pt x="1375248" y="102772"/>
                  <a:pt x="1376079" y="103709"/>
                  <a:pt x="1377231" y="104406"/>
                </a:cubicBezTo>
                <a:cubicBezTo>
                  <a:pt x="1378383" y="105103"/>
                  <a:pt x="1380030" y="105451"/>
                  <a:pt x="1382174" y="105451"/>
                </a:cubicBezTo>
                <a:cubicBezTo>
                  <a:pt x="1383781" y="105451"/>
                  <a:pt x="1385898" y="105263"/>
                  <a:pt x="1388523" y="104888"/>
                </a:cubicBezTo>
                <a:close/>
                <a:moveTo>
                  <a:pt x="1458327" y="107058"/>
                </a:moveTo>
                <a:cubicBezTo>
                  <a:pt x="1452969" y="111702"/>
                  <a:pt x="1447811" y="114979"/>
                  <a:pt x="1442855" y="116892"/>
                </a:cubicBezTo>
                <a:cubicBezTo>
                  <a:pt x="1437898" y="118802"/>
                  <a:pt x="1432580" y="119758"/>
                  <a:pt x="1426901" y="119758"/>
                </a:cubicBezTo>
                <a:cubicBezTo>
                  <a:pt x="1417524" y="119758"/>
                  <a:pt x="1410317" y="117467"/>
                  <a:pt x="1405280" y="112886"/>
                </a:cubicBezTo>
                <a:cubicBezTo>
                  <a:pt x="1400243" y="108304"/>
                  <a:pt x="1397725" y="102450"/>
                  <a:pt x="1397725" y="95324"/>
                </a:cubicBezTo>
                <a:cubicBezTo>
                  <a:pt x="1397725" y="91144"/>
                  <a:pt x="1398676" y="87327"/>
                  <a:pt x="1400578" y="83870"/>
                </a:cubicBezTo>
                <a:cubicBezTo>
                  <a:pt x="1402480" y="80414"/>
                  <a:pt x="1404972" y="77641"/>
                  <a:pt x="1408053" y="75552"/>
                </a:cubicBezTo>
                <a:cubicBezTo>
                  <a:pt x="1411134" y="73462"/>
                  <a:pt x="1414603" y="71881"/>
                  <a:pt x="1418461" y="70810"/>
                </a:cubicBezTo>
                <a:cubicBezTo>
                  <a:pt x="1421301" y="70059"/>
                  <a:pt x="1425588" y="69336"/>
                  <a:pt x="1431321" y="68640"/>
                </a:cubicBezTo>
                <a:cubicBezTo>
                  <a:pt x="1443002" y="67246"/>
                  <a:pt x="1451602" y="65585"/>
                  <a:pt x="1457121" y="63656"/>
                </a:cubicBezTo>
                <a:cubicBezTo>
                  <a:pt x="1457175" y="61682"/>
                  <a:pt x="1457202" y="60428"/>
                  <a:pt x="1457202" y="59894"/>
                </a:cubicBezTo>
                <a:cubicBezTo>
                  <a:pt x="1457202" y="54021"/>
                  <a:pt x="1455835" y="49885"/>
                  <a:pt x="1453103" y="47484"/>
                </a:cubicBezTo>
                <a:cubicBezTo>
                  <a:pt x="1449405" y="44227"/>
                  <a:pt x="1443913" y="42598"/>
                  <a:pt x="1436626" y="42598"/>
                </a:cubicBezTo>
                <a:cubicBezTo>
                  <a:pt x="1429821" y="42598"/>
                  <a:pt x="1424797" y="43791"/>
                  <a:pt x="1421556" y="46175"/>
                </a:cubicBezTo>
                <a:cubicBezTo>
                  <a:pt x="1418314" y="48559"/>
                  <a:pt x="1415916" y="52779"/>
                  <a:pt x="1414362" y="58834"/>
                </a:cubicBezTo>
                <a:lnTo>
                  <a:pt x="1400216" y="56905"/>
                </a:lnTo>
                <a:cubicBezTo>
                  <a:pt x="1401502" y="50832"/>
                  <a:pt x="1403619" y="45927"/>
                  <a:pt x="1406566" y="42191"/>
                </a:cubicBezTo>
                <a:cubicBezTo>
                  <a:pt x="1409513" y="38456"/>
                  <a:pt x="1413773" y="35581"/>
                  <a:pt x="1419345" y="33566"/>
                </a:cubicBezTo>
                <a:cubicBezTo>
                  <a:pt x="1424918" y="31550"/>
                  <a:pt x="1431375" y="30542"/>
                  <a:pt x="1438716" y="30542"/>
                </a:cubicBezTo>
                <a:cubicBezTo>
                  <a:pt x="1446003" y="30542"/>
                  <a:pt x="1451924" y="31403"/>
                  <a:pt x="1456478" y="33124"/>
                </a:cubicBezTo>
                <a:cubicBezTo>
                  <a:pt x="1461033" y="34844"/>
                  <a:pt x="1464382" y="37008"/>
                  <a:pt x="1466525" y="39617"/>
                </a:cubicBezTo>
                <a:cubicBezTo>
                  <a:pt x="1468668" y="42224"/>
                  <a:pt x="1470169" y="45518"/>
                  <a:pt x="1471026" y="49498"/>
                </a:cubicBezTo>
                <a:cubicBezTo>
                  <a:pt x="1471508" y="51971"/>
                  <a:pt x="1471749" y="56413"/>
                  <a:pt x="1471749" y="62825"/>
                </a:cubicBezTo>
                <a:lnTo>
                  <a:pt x="1471749" y="82060"/>
                </a:lnTo>
                <a:cubicBezTo>
                  <a:pt x="1471749" y="95470"/>
                  <a:pt x="1472057" y="103964"/>
                  <a:pt x="1472674" y="107541"/>
                </a:cubicBezTo>
                <a:cubicBezTo>
                  <a:pt x="1473290" y="111117"/>
                  <a:pt x="1474509" y="114547"/>
                  <a:pt x="1476331" y="117829"/>
                </a:cubicBezTo>
                <a:lnTo>
                  <a:pt x="1461220" y="117829"/>
                </a:lnTo>
                <a:cubicBezTo>
                  <a:pt x="1459720" y="114759"/>
                  <a:pt x="1458756" y="111169"/>
                  <a:pt x="1458327" y="107058"/>
                </a:cubicBezTo>
                <a:moveTo>
                  <a:pt x="1457121" y="75069"/>
                </a:moveTo>
                <a:cubicBezTo>
                  <a:pt x="1451870" y="77203"/>
                  <a:pt x="1443993" y="79016"/>
                  <a:pt x="1433491" y="80510"/>
                </a:cubicBezTo>
                <a:cubicBezTo>
                  <a:pt x="1427544" y="81362"/>
                  <a:pt x="1423337" y="82322"/>
                  <a:pt x="1420872" y="83388"/>
                </a:cubicBezTo>
                <a:cubicBezTo>
                  <a:pt x="1418408" y="84455"/>
                  <a:pt x="1416505" y="86015"/>
                  <a:pt x="1415166" y="88067"/>
                </a:cubicBezTo>
                <a:cubicBezTo>
                  <a:pt x="1413826" y="90120"/>
                  <a:pt x="1413157" y="92400"/>
                  <a:pt x="1413157" y="94907"/>
                </a:cubicBezTo>
                <a:cubicBezTo>
                  <a:pt x="1413157" y="98746"/>
                  <a:pt x="1414617" y="101946"/>
                  <a:pt x="1417537" y="104507"/>
                </a:cubicBezTo>
                <a:cubicBezTo>
                  <a:pt x="1420457" y="107065"/>
                  <a:pt x="1424730" y="108344"/>
                  <a:pt x="1430357" y="108344"/>
                </a:cubicBezTo>
                <a:cubicBezTo>
                  <a:pt x="1435929" y="108344"/>
                  <a:pt x="1440886" y="107130"/>
                  <a:pt x="1445226" y="104700"/>
                </a:cubicBezTo>
                <a:cubicBezTo>
                  <a:pt x="1449566" y="102269"/>
                  <a:pt x="1452754" y="98947"/>
                  <a:pt x="1454790" y="94736"/>
                </a:cubicBezTo>
                <a:cubicBezTo>
                  <a:pt x="1456344" y="91486"/>
                  <a:pt x="1457121" y="86689"/>
                  <a:pt x="1457121" y="80347"/>
                </a:cubicBezTo>
                <a:lnTo>
                  <a:pt x="1457121" y="75069"/>
                </a:lnTo>
                <a:close/>
                <a:moveTo>
                  <a:pt x="1494010" y="117829"/>
                </a:moveTo>
                <a:lnTo>
                  <a:pt x="1494010" y="32471"/>
                </a:lnTo>
                <a:lnTo>
                  <a:pt x="1507031" y="32471"/>
                </a:lnTo>
                <a:lnTo>
                  <a:pt x="1507031" y="44608"/>
                </a:lnTo>
                <a:cubicBezTo>
                  <a:pt x="1513300" y="35231"/>
                  <a:pt x="1522356" y="30542"/>
                  <a:pt x="1534197" y="30542"/>
                </a:cubicBezTo>
                <a:cubicBezTo>
                  <a:pt x="1539341" y="30542"/>
                  <a:pt x="1544070" y="31466"/>
                  <a:pt x="1548384" y="33315"/>
                </a:cubicBezTo>
                <a:cubicBezTo>
                  <a:pt x="1552697" y="35164"/>
                  <a:pt x="1555925" y="37588"/>
                  <a:pt x="1558069" y="40589"/>
                </a:cubicBezTo>
                <a:cubicBezTo>
                  <a:pt x="1560212" y="43590"/>
                  <a:pt x="1561712" y="47153"/>
                  <a:pt x="1562570" y="51279"/>
                </a:cubicBezTo>
                <a:cubicBezTo>
                  <a:pt x="1563105" y="53958"/>
                  <a:pt x="1563373" y="58646"/>
                  <a:pt x="1563373" y="65344"/>
                </a:cubicBezTo>
                <a:lnTo>
                  <a:pt x="1563373" y="117829"/>
                </a:lnTo>
                <a:lnTo>
                  <a:pt x="1548906" y="117829"/>
                </a:lnTo>
                <a:lnTo>
                  <a:pt x="1548906" y="65907"/>
                </a:lnTo>
                <a:cubicBezTo>
                  <a:pt x="1548906" y="60013"/>
                  <a:pt x="1548343" y="55606"/>
                  <a:pt x="1547218" y="52685"/>
                </a:cubicBezTo>
                <a:cubicBezTo>
                  <a:pt x="1546093" y="49765"/>
                  <a:pt x="1544097" y="47434"/>
                  <a:pt x="1541230" y="45693"/>
                </a:cubicBezTo>
                <a:cubicBezTo>
                  <a:pt x="1538364" y="43951"/>
                  <a:pt x="1535001" y="43081"/>
                  <a:pt x="1531143" y="43081"/>
                </a:cubicBezTo>
                <a:cubicBezTo>
                  <a:pt x="1524981" y="43081"/>
                  <a:pt x="1519663" y="45036"/>
                  <a:pt x="1515189" y="48948"/>
                </a:cubicBezTo>
                <a:cubicBezTo>
                  <a:pt x="1510715" y="52859"/>
                  <a:pt x="1508478" y="60281"/>
                  <a:pt x="1508478" y="71212"/>
                </a:cubicBezTo>
                <a:lnTo>
                  <a:pt x="1508478" y="117829"/>
                </a:lnTo>
                <a:lnTo>
                  <a:pt x="1494010" y="117829"/>
                </a:lnTo>
                <a:close/>
                <a:moveTo>
                  <a:pt x="1640771" y="117829"/>
                </a:moveTo>
                <a:lnTo>
                  <a:pt x="1640771" y="107058"/>
                </a:lnTo>
                <a:cubicBezTo>
                  <a:pt x="1635359" y="115524"/>
                  <a:pt x="1627402" y="119758"/>
                  <a:pt x="1616900" y="119758"/>
                </a:cubicBezTo>
                <a:cubicBezTo>
                  <a:pt x="1610095" y="119758"/>
                  <a:pt x="1603839" y="117882"/>
                  <a:pt x="1598133" y="114131"/>
                </a:cubicBezTo>
                <a:cubicBezTo>
                  <a:pt x="1592426" y="110381"/>
                  <a:pt x="1588005" y="105143"/>
                  <a:pt x="1584871" y="98418"/>
                </a:cubicBezTo>
                <a:cubicBezTo>
                  <a:pt x="1581736" y="91694"/>
                  <a:pt x="1580169" y="83964"/>
                  <a:pt x="1580169" y="75230"/>
                </a:cubicBezTo>
                <a:cubicBezTo>
                  <a:pt x="1580169" y="66711"/>
                  <a:pt x="1581589" y="58981"/>
                  <a:pt x="1584429" y="52042"/>
                </a:cubicBezTo>
                <a:cubicBezTo>
                  <a:pt x="1587269" y="45103"/>
                  <a:pt x="1591528" y="39785"/>
                  <a:pt x="1597208" y="36088"/>
                </a:cubicBezTo>
                <a:cubicBezTo>
                  <a:pt x="1602888" y="32391"/>
                  <a:pt x="1609238" y="30542"/>
                  <a:pt x="1616257" y="30542"/>
                </a:cubicBezTo>
                <a:cubicBezTo>
                  <a:pt x="1621401" y="30542"/>
                  <a:pt x="1625982" y="31635"/>
                  <a:pt x="1630001" y="33820"/>
                </a:cubicBezTo>
                <a:cubicBezTo>
                  <a:pt x="1634020" y="36003"/>
                  <a:pt x="1637288" y="38848"/>
                  <a:pt x="1639807" y="42355"/>
                </a:cubicBezTo>
                <a:lnTo>
                  <a:pt x="1639807" y="0"/>
                </a:lnTo>
                <a:lnTo>
                  <a:pt x="1654194" y="0"/>
                </a:lnTo>
                <a:lnTo>
                  <a:pt x="1654194" y="117829"/>
                </a:lnTo>
                <a:lnTo>
                  <a:pt x="1640771" y="117829"/>
                </a:lnTo>
                <a:moveTo>
                  <a:pt x="1595038" y="75270"/>
                </a:moveTo>
                <a:cubicBezTo>
                  <a:pt x="1595038" y="86188"/>
                  <a:pt x="1597342" y="94349"/>
                  <a:pt x="1601950" y="99754"/>
                </a:cubicBezTo>
                <a:cubicBezTo>
                  <a:pt x="1606558" y="105160"/>
                  <a:pt x="1611997" y="107862"/>
                  <a:pt x="1618266" y="107862"/>
                </a:cubicBezTo>
                <a:cubicBezTo>
                  <a:pt x="1624589" y="107862"/>
                  <a:pt x="1629961" y="105280"/>
                  <a:pt x="1634381" y="100116"/>
                </a:cubicBezTo>
                <a:cubicBezTo>
                  <a:pt x="1638802" y="94952"/>
                  <a:pt x="1641012" y="87071"/>
                  <a:pt x="1641012" y="76474"/>
                </a:cubicBezTo>
                <a:cubicBezTo>
                  <a:pt x="1641012" y="64808"/>
                  <a:pt x="1638762" y="56245"/>
                  <a:pt x="1634261" y="50786"/>
                </a:cubicBezTo>
                <a:cubicBezTo>
                  <a:pt x="1629760" y="45328"/>
                  <a:pt x="1624214" y="42598"/>
                  <a:pt x="1617623" y="42598"/>
                </a:cubicBezTo>
                <a:cubicBezTo>
                  <a:pt x="1611193" y="42598"/>
                  <a:pt x="1605822" y="45221"/>
                  <a:pt x="1601508" y="50465"/>
                </a:cubicBezTo>
                <a:cubicBezTo>
                  <a:pt x="1597195" y="55709"/>
                  <a:pt x="1595038" y="63978"/>
                  <a:pt x="1595038" y="75270"/>
                </a:cubicBezTo>
                <a:close/>
                <a:moveTo>
                  <a:pt x="1676856" y="16557"/>
                </a:moveTo>
                <a:lnTo>
                  <a:pt x="1676856" y="0"/>
                </a:lnTo>
                <a:lnTo>
                  <a:pt x="1691324" y="0"/>
                </a:lnTo>
                <a:lnTo>
                  <a:pt x="1691324" y="16557"/>
                </a:lnTo>
                <a:lnTo>
                  <a:pt x="1676856" y="16557"/>
                </a:lnTo>
                <a:moveTo>
                  <a:pt x="1676856" y="117829"/>
                </a:moveTo>
                <a:lnTo>
                  <a:pt x="1676856" y="32471"/>
                </a:lnTo>
                <a:lnTo>
                  <a:pt x="1691324" y="32471"/>
                </a:lnTo>
                <a:lnTo>
                  <a:pt x="1691324" y="117829"/>
                </a:lnTo>
                <a:lnTo>
                  <a:pt x="1676856" y="117829"/>
                </a:lnTo>
                <a:close/>
                <a:moveTo>
                  <a:pt x="1713094" y="117829"/>
                </a:moveTo>
                <a:lnTo>
                  <a:pt x="1713094" y="32471"/>
                </a:lnTo>
                <a:lnTo>
                  <a:pt x="1726115" y="32471"/>
                </a:lnTo>
                <a:lnTo>
                  <a:pt x="1726115" y="44608"/>
                </a:lnTo>
                <a:cubicBezTo>
                  <a:pt x="1732384" y="35231"/>
                  <a:pt x="1741440" y="30542"/>
                  <a:pt x="1753281" y="30542"/>
                </a:cubicBezTo>
                <a:cubicBezTo>
                  <a:pt x="1758425" y="30542"/>
                  <a:pt x="1763154" y="31466"/>
                  <a:pt x="1767467" y="33315"/>
                </a:cubicBezTo>
                <a:cubicBezTo>
                  <a:pt x="1771781" y="35164"/>
                  <a:pt x="1775009" y="37588"/>
                  <a:pt x="1777153" y="40589"/>
                </a:cubicBezTo>
                <a:cubicBezTo>
                  <a:pt x="1779296" y="43590"/>
                  <a:pt x="1780796" y="47153"/>
                  <a:pt x="1781654" y="51279"/>
                </a:cubicBezTo>
                <a:cubicBezTo>
                  <a:pt x="1782189" y="53958"/>
                  <a:pt x="1782457" y="58646"/>
                  <a:pt x="1782457" y="65344"/>
                </a:cubicBezTo>
                <a:lnTo>
                  <a:pt x="1782457" y="117829"/>
                </a:lnTo>
                <a:lnTo>
                  <a:pt x="1767990" y="117829"/>
                </a:lnTo>
                <a:lnTo>
                  <a:pt x="1767990" y="65907"/>
                </a:lnTo>
                <a:cubicBezTo>
                  <a:pt x="1767990" y="60013"/>
                  <a:pt x="1767427" y="55606"/>
                  <a:pt x="1766302" y="52685"/>
                </a:cubicBezTo>
                <a:cubicBezTo>
                  <a:pt x="1765177" y="49765"/>
                  <a:pt x="1763181" y="47434"/>
                  <a:pt x="1760314" y="45693"/>
                </a:cubicBezTo>
                <a:cubicBezTo>
                  <a:pt x="1757448" y="43951"/>
                  <a:pt x="1754085" y="43081"/>
                  <a:pt x="1750227" y="43081"/>
                </a:cubicBezTo>
                <a:cubicBezTo>
                  <a:pt x="1744065" y="43081"/>
                  <a:pt x="1738747" y="45036"/>
                  <a:pt x="1734273" y="48948"/>
                </a:cubicBezTo>
                <a:cubicBezTo>
                  <a:pt x="1729799" y="52859"/>
                  <a:pt x="1727562" y="60281"/>
                  <a:pt x="1727562" y="71212"/>
                </a:cubicBezTo>
                <a:lnTo>
                  <a:pt x="1727562" y="117829"/>
                </a:lnTo>
                <a:lnTo>
                  <a:pt x="1713094" y="117829"/>
                </a:lnTo>
                <a:close/>
                <a:moveTo>
                  <a:pt x="1801825" y="124901"/>
                </a:moveTo>
                <a:lnTo>
                  <a:pt x="1815890" y="126830"/>
                </a:lnTo>
                <a:cubicBezTo>
                  <a:pt x="1816480" y="131223"/>
                  <a:pt x="1818114" y="134422"/>
                  <a:pt x="1820793" y="136428"/>
                </a:cubicBezTo>
                <a:cubicBezTo>
                  <a:pt x="1824383" y="139139"/>
                  <a:pt x="1829286" y="140494"/>
                  <a:pt x="1835502" y="140494"/>
                </a:cubicBezTo>
                <a:cubicBezTo>
                  <a:pt x="1842199" y="140494"/>
                  <a:pt x="1847370" y="139151"/>
                  <a:pt x="1851014" y="136465"/>
                </a:cubicBezTo>
                <a:cubicBezTo>
                  <a:pt x="1854657" y="133779"/>
                  <a:pt x="1857122" y="130020"/>
                  <a:pt x="1858408" y="125188"/>
                </a:cubicBezTo>
                <a:cubicBezTo>
                  <a:pt x="1859158" y="122232"/>
                  <a:pt x="1859507" y="116028"/>
                  <a:pt x="1859453" y="106576"/>
                </a:cubicBezTo>
                <a:cubicBezTo>
                  <a:pt x="1853130" y="114078"/>
                  <a:pt x="1845254" y="117829"/>
                  <a:pt x="1835823" y="117829"/>
                </a:cubicBezTo>
                <a:cubicBezTo>
                  <a:pt x="1824089" y="117829"/>
                  <a:pt x="1815006" y="113595"/>
                  <a:pt x="1808576" y="105129"/>
                </a:cubicBezTo>
                <a:cubicBezTo>
                  <a:pt x="1802146" y="96663"/>
                  <a:pt x="1798931" y="86509"/>
                  <a:pt x="1798931" y="74668"/>
                </a:cubicBezTo>
                <a:cubicBezTo>
                  <a:pt x="1798931" y="66523"/>
                  <a:pt x="1800405" y="59008"/>
                  <a:pt x="1803352" y="52123"/>
                </a:cubicBezTo>
                <a:cubicBezTo>
                  <a:pt x="1806299" y="45237"/>
                  <a:pt x="1810572" y="39919"/>
                  <a:pt x="1816172" y="36168"/>
                </a:cubicBezTo>
                <a:cubicBezTo>
                  <a:pt x="1821771" y="32418"/>
                  <a:pt x="1828348" y="30542"/>
                  <a:pt x="1835904" y="30542"/>
                </a:cubicBezTo>
                <a:cubicBezTo>
                  <a:pt x="1845977" y="30542"/>
                  <a:pt x="1854282" y="34668"/>
                  <a:pt x="1860819" y="42920"/>
                </a:cubicBezTo>
                <a:lnTo>
                  <a:pt x="1860819" y="32471"/>
                </a:lnTo>
                <a:lnTo>
                  <a:pt x="1874162" y="32471"/>
                </a:lnTo>
                <a:lnTo>
                  <a:pt x="1874162" y="106305"/>
                </a:lnTo>
                <a:cubicBezTo>
                  <a:pt x="1874162" y="119602"/>
                  <a:pt x="1872809" y="129025"/>
                  <a:pt x="1870103" y="134574"/>
                </a:cubicBezTo>
                <a:cubicBezTo>
                  <a:pt x="1867397" y="140123"/>
                  <a:pt x="1863110" y="144506"/>
                  <a:pt x="1857243" y="147723"/>
                </a:cubicBezTo>
                <a:cubicBezTo>
                  <a:pt x="1851376" y="150941"/>
                  <a:pt x="1844155" y="152550"/>
                  <a:pt x="1835582" y="152550"/>
                </a:cubicBezTo>
                <a:cubicBezTo>
                  <a:pt x="1825401" y="152550"/>
                  <a:pt x="1817176" y="150253"/>
                  <a:pt x="1810907" y="145658"/>
                </a:cubicBezTo>
                <a:cubicBezTo>
                  <a:pt x="1804638" y="141063"/>
                  <a:pt x="1801611" y="134144"/>
                  <a:pt x="1801825" y="124901"/>
                </a:cubicBezTo>
                <a:moveTo>
                  <a:pt x="1813801" y="73625"/>
                </a:moveTo>
                <a:cubicBezTo>
                  <a:pt x="1813801" y="84796"/>
                  <a:pt x="1816024" y="92946"/>
                  <a:pt x="1820472" y="98077"/>
                </a:cubicBezTo>
                <a:cubicBezTo>
                  <a:pt x="1824919" y="103207"/>
                  <a:pt x="1830492" y="105772"/>
                  <a:pt x="1837189" y="105772"/>
                </a:cubicBezTo>
                <a:cubicBezTo>
                  <a:pt x="1843834" y="105772"/>
                  <a:pt x="1849406" y="103221"/>
                  <a:pt x="1853907" y="98117"/>
                </a:cubicBezTo>
                <a:cubicBezTo>
                  <a:pt x="1858408" y="93013"/>
                  <a:pt x="1860659" y="85009"/>
                  <a:pt x="1860659" y="74105"/>
                </a:cubicBezTo>
                <a:cubicBezTo>
                  <a:pt x="1860659" y="63683"/>
                  <a:pt x="1858341" y="55827"/>
                  <a:pt x="1853706" y="50535"/>
                </a:cubicBezTo>
                <a:cubicBezTo>
                  <a:pt x="1849071" y="45244"/>
                  <a:pt x="1843485" y="42598"/>
                  <a:pt x="1836948" y="42598"/>
                </a:cubicBezTo>
                <a:cubicBezTo>
                  <a:pt x="1830518" y="42598"/>
                  <a:pt x="1825053" y="45204"/>
                  <a:pt x="1820552" y="50415"/>
                </a:cubicBezTo>
                <a:cubicBezTo>
                  <a:pt x="1816051" y="55626"/>
                  <a:pt x="1813801" y="63362"/>
                  <a:pt x="1813801" y="736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FaultLocalization">
            <a:extLst xmlns:a="http://schemas.openxmlformats.org/drawingml/2006/main">
              <a:ext uri="{FF2B5EF4-FFF2-40B4-BE49-F238E27FC236}">
                <a16:creationId xmlns:a16="http://schemas.microsoft.com/office/drawing/2014/main" id="{2F02F20B-5BAC-4894-A2CB-AF60B252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54" y="3343460"/>
            <a:ext cx="1252929" cy="119758"/>
          </a:xfrm>
          <a:custGeom xmlns:a="http://schemas.openxmlformats.org/drawingml/2006/main">
            <a:pathLst>
              <a:path w="1252929" h="119758">
                <a:moveTo>
                  <a:pt x="0" y="117829"/>
                </a:moveTo>
                <a:lnTo>
                  <a:pt x="0" y="0"/>
                </a:lnTo>
                <a:lnTo>
                  <a:pt x="79490" y="0"/>
                </a:lnTo>
                <a:lnTo>
                  <a:pt x="79490" y="13985"/>
                </a:lnTo>
                <a:lnTo>
                  <a:pt x="15593" y="13985"/>
                </a:lnTo>
                <a:lnTo>
                  <a:pt x="15593" y="50314"/>
                </a:lnTo>
                <a:lnTo>
                  <a:pt x="70890" y="50314"/>
                </a:lnTo>
                <a:lnTo>
                  <a:pt x="70890" y="64299"/>
                </a:lnTo>
                <a:lnTo>
                  <a:pt x="15593" y="64299"/>
                </a:lnTo>
                <a:lnTo>
                  <a:pt x="15593" y="117829"/>
                </a:lnTo>
                <a:lnTo>
                  <a:pt x="0" y="117829"/>
                </a:lnTo>
                <a:close/>
                <a:moveTo>
                  <a:pt x="153216" y="107058"/>
                </a:moveTo>
                <a:cubicBezTo>
                  <a:pt x="147858" y="111702"/>
                  <a:pt x="142701" y="114979"/>
                  <a:pt x="137744" y="116892"/>
                </a:cubicBezTo>
                <a:cubicBezTo>
                  <a:pt x="132788" y="118802"/>
                  <a:pt x="127470" y="119758"/>
                  <a:pt x="121790" y="119758"/>
                </a:cubicBezTo>
                <a:cubicBezTo>
                  <a:pt x="112413" y="119758"/>
                  <a:pt x="105206" y="117467"/>
                  <a:pt x="100169" y="112886"/>
                </a:cubicBezTo>
                <a:cubicBezTo>
                  <a:pt x="95133" y="108304"/>
                  <a:pt x="92614" y="102450"/>
                  <a:pt x="92614" y="95324"/>
                </a:cubicBezTo>
                <a:cubicBezTo>
                  <a:pt x="92614" y="91144"/>
                  <a:pt x="93565" y="87327"/>
                  <a:pt x="95467" y="83870"/>
                </a:cubicBezTo>
                <a:cubicBezTo>
                  <a:pt x="97370" y="80414"/>
                  <a:pt x="99861" y="77641"/>
                  <a:pt x="102942" y="75552"/>
                </a:cubicBezTo>
                <a:cubicBezTo>
                  <a:pt x="106023" y="73462"/>
                  <a:pt x="109493" y="71881"/>
                  <a:pt x="113351" y="70810"/>
                </a:cubicBezTo>
                <a:cubicBezTo>
                  <a:pt x="116191" y="70059"/>
                  <a:pt x="120477" y="69336"/>
                  <a:pt x="126211" y="68640"/>
                </a:cubicBezTo>
                <a:cubicBezTo>
                  <a:pt x="137892" y="67246"/>
                  <a:pt x="146492" y="65585"/>
                  <a:pt x="152011" y="63656"/>
                </a:cubicBezTo>
                <a:cubicBezTo>
                  <a:pt x="152064" y="61682"/>
                  <a:pt x="152091" y="60428"/>
                  <a:pt x="152091" y="59894"/>
                </a:cubicBezTo>
                <a:cubicBezTo>
                  <a:pt x="152091" y="54021"/>
                  <a:pt x="150725" y="49885"/>
                  <a:pt x="147992" y="47484"/>
                </a:cubicBezTo>
                <a:cubicBezTo>
                  <a:pt x="144295" y="44227"/>
                  <a:pt x="138803" y="42598"/>
                  <a:pt x="131515" y="42598"/>
                </a:cubicBezTo>
                <a:cubicBezTo>
                  <a:pt x="124710" y="42598"/>
                  <a:pt x="119687" y="43791"/>
                  <a:pt x="116445" y="46175"/>
                </a:cubicBezTo>
                <a:cubicBezTo>
                  <a:pt x="113203" y="48559"/>
                  <a:pt x="110806" y="52779"/>
                  <a:pt x="109252" y="58834"/>
                </a:cubicBezTo>
                <a:lnTo>
                  <a:pt x="95106" y="56905"/>
                </a:lnTo>
                <a:cubicBezTo>
                  <a:pt x="96392" y="50832"/>
                  <a:pt x="98508" y="45927"/>
                  <a:pt x="101455" y="42191"/>
                </a:cubicBezTo>
                <a:cubicBezTo>
                  <a:pt x="104402" y="38456"/>
                  <a:pt x="108662" y="35581"/>
                  <a:pt x="114235" y="33566"/>
                </a:cubicBezTo>
                <a:cubicBezTo>
                  <a:pt x="119807" y="31550"/>
                  <a:pt x="126264" y="30542"/>
                  <a:pt x="133605" y="30542"/>
                </a:cubicBezTo>
                <a:cubicBezTo>
                  <a:pt x="140892" y="30542"/>
                  <a:pt x="146813" y="31403"/>
                  <a:pt x="151368" y="33124"/>
                </a:cubicBezTo>
                <a:cubicBezTo>
                  <a:pt x="155922" y="34844"/>
                  <a:pt x="159271" y="37008"/>
                  <a:pt x="161414" y="39617"/>
                </a:cubicBezTo>
                <a:cubicBezTo>
                  <a:pt x="163558" y="42224"/>
                  <a:pt x="165058" y="45518"/>
                  <a:pt x="165915" y="49498"/>
                </a:cubicBezTo>
                <a:cubicBezTo>
                  <a:pt x="166398" y="51971"/>
                  <a:pt x="166639" y="56413"/>
                  <a:pt x="166639" y="62825"/>
                </a:cubicBezTo>
                <a:lnTo>
                  <a:pt x="166639" y="82060"/>
                </a:lnTo>
                <a:cubicBezTo>
                  <a:pt x="166639" y="95470"/>
                  <a:pt x="166947" y="103964"/>
                  <a:pt x="167563" y="107541"/>
                </a:cubicBezTo>
                <a:cubicBezTo>
                  <a:pt x="168179" y="111117"/>
                  <a:pt x="169398" y="114547"/>
                  <a:pt x="171220" y="117829"/>
                </a:cubicBezTo>
                <a:lnTo>
                  <a:pt x="156110" y="117829"/>
                </a:lnTo>
                <a:cubicBezTo>
                  <a:pt x="154609" y="114759"/>
                  <a:pt x="153645" y="111169"/>
                  <a:pt x="153216" y="107058"/>
                </a:cubicBezTo>
                <a:moveTo>
                  <a:pt x="152011" y="75069"/>
                </a:moveTo>
                <a:cubicBezTo>
                  <a:pt x="146760" y="77203"/>
                  <a:pt x="138883" y="79016"/>
                  <a:pt x="128381" y="80510"/>
                </a:cubicBezTo>
                <a:cubicBezTo>
                  <a:pt x="122433" y="81362"/>
                  <a:pt x="118227" y="82322"/>
                  <a:pt x="115762" y="83388"/>
                </a:cubicBezTo>
                <a:cubicBezTo>
                  <a:pt x="113297" y="84455"/>
                  <a:pt x="111395" y="86015"/>
                  <a:pt x="110055" y="88067"/>
                </a:cubicBezTo>
                <a:cubicBezTo>
                  <a:pt x="108716" y="90120"/>
                  <a:pt x="108046" y="92400"/>
                  <a:pt x="108046" y="94907"/>
                </a:cubicBezTo>
                <a:cubicBezTo>
                  <a:pt x="108046" y="98746"/>
                  <a:pt x="109506" y="101946"/>
                  <a:pt x="112426" y="104507"/>
                </a:cubicBezTo>
                <a:cubicBezTo>
                  <a:pt x="115347" y="107065"/>
                  <a:pt x="119620" y="108344"/>
                  <a:pt x="125246" y="108344"/>
                </a:cubicBezTo>
                <a:cubicBezTo>
                  <a:pt x="130819" y="108344"/>
                  <a:pt x="135775" y="107130"/>
                  <a:pt x="140115" y="104700"/>
                </a:cubicBezTo>
                <a:cubicBezTo>
                  <a:pt x="144456" y="102269"/>
                  <a:pt x="147644" y="98947"/>
                  <a:pt x="149680" y="94736"/>
                </a:cubicBezTo>
                <a:cubicBezTo>
                  <a:pt x="151234" y="91486"/>
                  <a:pt x="152011" y="86689"/>
                  <a:pt x="152011" y="80347"/>
                </a:cubicBezTo>
                <a:lnTo>
                  <a:pt x="152011" y="75069"/>
                </a:lnTo>
                <a:close/>
                <a:moveTo>
                  <a:pt x="244840" y="117829"/>
                </a:moveTo>
                <a:lnTo>
                  <a:pt x="244840" y="105212"/>
                </a:lnTo>
                <a:cubicBezTo>
                  <a:pt x="238196" y="114909"/>
                  <a:pt x="229167" y="119758"/>
                  <a:pt x="217754" y="119758"/>
                </a:cubicBezTo>
                <a:cubicBezTo>
                  <a:pt x="212717" y="119758"/>
                  <a:pt x="208016" y="118793"/>
                  <a:pt x="203649" y="116864"/>
                </a:cubicBezTo>
                <a:cubicBezTo>
                  <a:pt x="199282" y="114935"/>
                  <a:pt x="196040" y="112510"/>
                  <a:pt x="193923" y="109590"/>
                </a:cubicBezTo>
                <a:cubicBezTo>
                  <a:pt x="191807" y="106670"/>
                  <a:pt x="190320" y="103093"/>
                  <a:pt x="189462" y="98860"/>
                </a:cubicBezTo>
                <a:cubicBezTo>
                  <a:pt x="188873" y="96020"/>
                  <a:pt x="188578" y="91519"/>
                  <a:pt x="188578" y="85357"/>
                </a:cubicBezTo>
                <a:lnTo>
                  <a:pt x="188578" y="32471"/>
                </a:lnTo>
                <a:lnTo>
                  <a:pt x="203046" y="32471"/>
                </a:lnTo>
                <a:lnTo>
                  <a:pt x="203046" y="79761"/>
                </a:lnTo>
                <a:cubicBezTo>
                  <a:pt x="203046" y="87308"/>
                  <a:pt x="203340" y="92393"/>
                  <a:pt x="203930" y="95015"/>
                </a:cubicBezTo>
                <a:cubicBezTo>
                  <a:pt x="204841" y="98816"/>
                  <a:pt x="206770" y="101801"/>
                  <a:pt x="209717" y="103969"/>
                </a:cubicBezTo>
                <a:cubicBezTo>
                  <a:pt x="212664" y="106136"/>
                  <a:pt x="216307" y="107219"/>
                  <a:pt x="220648" y="107219"/>
                </a:cubicBezTo>
                <a:cubicBezTo>
                  <a:pt x="224988" y="107219"/>
                  <a:pt x="229060" y="106109"/>
                  <a:pt x="232865" y="103889"/>
                </a:cubicBezTo>
                <a:cubicBezTo>
                  <a:pt x="236669" y="101667"/>
                  <a:pt x="239361" y="98643"/>
                  <a:pt x="240942" y="94816"/>
                </a:cubicBezTo>
                <a:cubicBezTo>
                  <a:pt x="242523" y="90989"/>
                  <a:pt x="243313" y="85435"/>
                  <a:pt x="243313" y="78156"/>
                </a:cubicBezTo>
                <a:lnTo>
                  <a:pt x="243313" y="32471"/>
                </a:lnTo>
                <a:lnTo>
                  <a:pt x="257781" y="32471"/>
                </a:lnTo>
                <a:lnTo>
                  <a:pt x="257781" y="117829"/>
                </a:lnTo>
                <a:lnTo>
                  <a:pt x="244840" y="117829"/>
                </a:lnTo>
                <a:close/>
                <a:moveTo>
                  <a:pt x="279961" y="117829"/>
                </a:moveTo>
                <a:lnTo>
                  <a:pt x="279961" y="0"/>
                </a:lnTo>
                <a:lnTo>
                  <a:pt x="294429" y="0"/>
                </a:lnTo>
                <a:lnTo>
                  <a:pt x="294429" y="117829"/>
                </a:lnTo>
                <a:lnTo>
                  <a:pt x="279961" y="117829"/>
                </a:lnTo>
                <a:close/>
                <a:moveTo>
                  <a:pt x="348189" y="104888"/>
                </a:moveTo>
                <a:lnTo>
                  <a:pt x="350278" y="117668"/>
                </a:lnTo>
                <a:cubicBezTo>
                  <a:pt x="346206" y="118525"/>
                  <a:pt x="342562" y="118954"/>
                  <a:pt x="339347" y="118954"/>
                </a:cubicBezTo>
                <a:cubicBezTo>
                  <a:pt x="334096" y="118954"/>
                  <a:pt x="330024" y="118123"/>
                  <a:pt x="327131" y="116462"/>
                </a:cubicBezTo>
                <a:cubicBezTo>
                  <a:pt x="324237" y="114801"/>
                  <a:pt x="322201" y="112618"/>
                  <a:pt x="321022" y="109912"/>
                </a:cubicBezTo>
                <a:cubicBezTo>
                  <a:pt x="319843" y="107206"/>
                  <a:pt x="319254" y="101513"/>
                  <a:pt x="319254" y="92832"/>
                </a:cubicBezTo>
                <a:lnTo>
                  <a:pt x="319254" y="43724"/>
                </a:lnTo>
                <a:lnTo>
                  <a:pt x="308645" y="43724"/>
                </a:lnTo>
                <a:lnTo>
                  <a:pt x="308645" y="32471"/>
                </a:lnTo>
                <a:lnTo>
                  <a:pt x="319254" y="32471"/>
                </a:lnTo>
                <a:lnTo>
                  <a:pt x="319254" y="11333"/>
                </a:lnTo>
                <a:lnTo>
                  <a:pt x="333641" y="2652"/>
                </a:lnTo>
                <a:lnTo>
                  <a:pt x="333641" y="32471"/>
                </a:lnTo>
                <a:lnTo>
                  <a:pt x="348189" y="32471"/>
                </a:lnTo>
                <a:lnTo>
                  <a:pt x="348189" y="43724"/>
                </a:lnTo>
                <a:lnTo>
                  <a:pt x="333641" y="43724"/>
                </a:lnTo>
                <a:lnTo>
                  <a:pt x="333641" y="93636"/>
                </a:lnTo>
                <a:cubicBezTo>
                  <a:pt x="333641" y="97762"/>
                  <a:pt x="333895" y="100414"/>
                  <a:pt x="334404" y="101593"/>
                </a:cubicBezTo>
                <a:cubicBezTo>
                  <a:pt x="334913" y="102772"/>
                  <a:pt x="335744" y="103709"/>
                  <a:pt x="336896" y="104406"/>
                </a:cubicBezTo>
                <a:cubicBezTo>
                  <a:pt x="338048" y="105103"/>
                  <a:pt x="339696" y="105451"/>
                  <a:pt x="341839" y="105451"/>
                </a:cubicBezTo>
                <a:cubicBezTo>
                  <a:pt x="343447" y="105451"/>
                  <a:pt x="345563" y="105263"/>
                  <a:pt x="348189" y="104888"/>
                </a:cubicBezTo>
                <a:close/>
                <a:moveTo>
                  <a:pt x="409190" y="117829"/>
                </a:moveTo>
                <a:lnTo>
                  <a:pt x="409190" y="0"/>
                </a:lnTo>
                <a:lnTo>
                  <a:pt x="424782" y="0"/>
                </a:lnTo>
                <a:lnTo>
                  <a:pt x="424782" y="103843"/>
                </a:lnTo>
                <a:lnTo>
                  <a:pt x="482812" y="103843"/>
                </a:lnTo>
                <a:lnTo>
                  <a:pt x="482812" y="117829"/>
                </a:lnTo>
                <a:lnTo>
                  <a:pt x="409190" y="117829"/>
                </a:lnTo>
                <a:close/>
                <a:moveTo>
                  <a:pt x="493982" y="75150"/>
                </a:moveTo>
                <a:cubicBezTo>
                  <a:pt x="493982" y="59343"/>
                  <a:pt x="498376" y="47635"/>
                  <a:pt x="507163" y="40026"/>
                </a:cubicBezTo>
                <a:cubicBezTo>
                  <a:pt x="514504" y="33704"/>
                  <a:pt x="523452" y="30542"/>
                  <a:pt x="534008" y="30542"/>
                </a:cubicBezTo>
                <a:cubicBezTo>
                  <a:pt x="545743" y="30542"/>
                  <a:pt x="555334" y="34387"/>
                  <a:pt x="562782" y="42076"/>
                </a:cubicBezTo>
                <a:cubicBezTo>
                  <a:pt x="570230" y="49765"/>
                  <a:pt x="573954" y="60388"/>
                  <a:pt x="573954" y="73944"/>
                </a:cubicBezTo>
                <a:cubicBezTo>
                  <a:pt x="573954" y="84929"/>
                  <a:pt x="572307" y="93569"/>
                  <a:pt x="569011" y="99865"/>
                </a:cubicBezTo>
                <a:cubicBezTo>
                  <a:pt x="565716" y="106161"/>
                  <a:pt x="560920" y="111050"/>
                  <a:pt x="554624" y="114533"/>
                </a:cubicBezTo>
                <a:cubicBezTo>
                  <a:pt x="548328" y="118016"/>
                  <a:pt x="541456" y="119758"/>
                  <a:pt x="534008" y="119758"/>
                </a:cubicBezTo>
                <a:cubicBezTo>
                  <a:pt x="522059" y="119758"/>
                  <a:pt x="512401" y="115926"/>
                  <a:pt x="505033" y="108264"/>
                </a:cubicBezTo>
                <a:cubicBezTo>
                  <a:pt x="497666" y="100602"/>
                  <a:pt x="493982" y="89564"/>
                  <a:pt x="493982" y="75150"/>
                </a:cubicBezTo>
                <a:moveTo>
                  <a:pt x="508851" y="75190"/>
                </a:moveTo>
                <a:cubicBezTo>
                  <a:pt x="508851" y="86108"/>
                  <a:pt x="511236" y="94282"/>
                  <a:pt x="516004" y="99714"/>
                </a:cubicBezTo>
                <a:cubicBezTo>
                  <a:pt x="520773" y="105146"/>
                  <a:pt x="526775" y="107862"/>
                  <a:pt x="534008" y="107862"/>
                </a:cubicBezTo>
                <a:cubicBezTo>
                  <a:pt x="541188" y="107862"/>
                  <a:pt x="547163" y="105133"/>
                  <a:pt x="551932" y="99674"/>
                </a:cubicBezTo>
                <a:cubicBezTo>
                  <a:pt x="556701" y="94215"/>
                  <a:pt x="559085" y="85893"/>
                  <a:pt x="559085" y="74708"/>
                </a:cubicBezTo>
                <a:cubicBezTo>
                  <a:pt x="559085" y="64165"/>
                  <a:pt x="556687" y="56178"/>
                  <a:pt x="551891" y="50746"/>
                </a:cubicBezTo>
                <a:cubicBezTo>
                  <a:pt x="547096" y="45314"/>
                  <a:pt x="541135" y="42598"/>
                  <a:pt x="534008" y="42598"/>
                </a:cubicBezTo>
                <a:cubicBezTo>
                  <a:pt x="526775" y="42598"/>
                  <a:pt x="520773" y="45301"/>
                  <a:pt x="516004" y="50706"/>
                </a:cubicBezTo>
                <a:cubicBezTo>
                  <a:pt x="511236" y="56111"/>
                  <a:pt x="508851" y="64273"/>
                  <a:pt x="508851" y="75190"/>
                </a:cubicBezTo>
                <a:close/>
                <a:moveTo>
                  <a:pt x="646449" y="86483"/>
                </a:moveTo>
                <a:lnTo>
                  <a:pt x="660675" y="88412"/>
                </a:lnTo>
                <a:cubicBezTo>
                  <a:pt x="659121" y="98217"/>
                  <a:pt x="655143" y="105893"/>
                  <a:pt x="648740" y="111439"/>
                </a:cubicBezTo>
                <a:cubicBezTo>
                  <a:pt x="642337" y="116985"/>
                  <a:pt x="634473" y="119758"/>
                  <a:pt x="625150" y="119758"/>
                </a:cubicBezTo>
                <a:cubicBezTo>
                  <a:pt x="613469" y="119758"/>
                  <a:pt x="604079" y="115940"/>
                  <a:pt x="596979" y="108304"/>
                </a:cubicBezTo>
                <a:cubicBezTo>
                  <a:pt x="589879" y="100669"/>
                  <a:pt x="586329" y="89724"/>
                  <a:pt x="586329" y="75471"/>
                </a:cubicBezTo>
                <a:cubicBezTo>
                  <a:pt x="586329" y="66255"/>
                  <a:pt x="587856" y="58191"/>
                  <a:pt x="590911" y="51279"/>
                </a:cubicBezTo>
                <a:cubicBezTo>
                  <a:pt x="593965" y="44367"/>
                  <a:pt x="598613" y="39182"/>
                  <a:pt x="604855" y="35726"/>
                </a:cubicBezTo>
                <a:cubicBezTo>
                  <a:pt x="611098" y="32270"/>
                  <a:pt x="617889" y="30542"/>
                  <a:pt x="625230" y="30542"/>
                </a:cubicBezTo>
                <a:cubicBezTo>
                  <a:pt x="634500" y="30542"/>
                  <a:pt x="642082" y="32873"/>
                  <a:pt x="647976" y="37535"/>
                </a:cubicBezTo>
                <a:cubicBezTo>
                  <a:pt x="653870" y="42195"/>
                  <a:pt x="657648" y="48812"/>
                  <a:pt x="659309" y="57387"/>
                </a:cubicBezTo>
                <a:lnTo>
                  <a:pt x="645244" y="59638"/>
                </a:lnTo>
                <a:cubicBezTo>
                  <a:pt x="643904" y="53931"/>
                  <a:pt x="641533" y="49638"/>
                  <a:pt x="638130" y="46758"/>
                </a:cubicBezTo>
                <a:cubicBezTo>
                  <a:pt x="634728" y="43878"/>
                  <a:pt x="630615" y="42438"/>
                  <a:pt x="625793" y="42438"/>
                </a:cubicBezTo>
                <a:cubicBezTo>
                  <a:pt x="618506" y="42438"/>
                  <a:pt x="612585" y="45050"/>
                  <a:pt x="608030" y="50274"/>
                </a:cubicBezTo>
                <a:cubicBezTo>
                  <a:pt x="603476" y="55498"/>
                  <a:pt x="601198" y="63763"/>
                  <a:pt x="601198" y="75069"/>
                </a:cubicBezTo>
                <a:cubicBezTo>
                  <a:pt x="601198" y="86536"/>
                  <a:pt x="603395" y="94868"/>
                  <a:pt x="607789" y="100066"/>
                </a:cubicBezTo>
                <a:cubicBezTo>
                  <a:pt x="612183" y="105263"/>
                  <a:pt x="617916" y="107862"/>
                  <a:pt x="624989" y="107862"/>
                </a:cubicBezTo>
                <a:cubicBezTo>
                  <a:pt x="630669" y="107862"/>
                  <a:pt x="635411" y="106114"/>
                  <a:pt x="639215" y="102618"/>
                </a:cubicBezTo>
                <a:cubicBezTo>
                  <a:pt x="643020" y="99121"/>
                  <a:pt x="645431" y="93743"/>
                  <a:pt x="646449" y="86483"/>
                </a:cubicBezTo>
                <a:close/>
                <a:moveTo>
                  <a:pt x="728459" y="107058"/>
                </a:moveTo>
                <a:cubicBezTo>
                  <a:pt x="723101" y="111702"/>
                  <a:pt x="717944" y="114979"/>
                  <a:pt x="712987" y="116892"/>
                </a:cubicBezTo>
                <a:cubicBezTo>
                  <a:pt x="708031" y="118802"/>
                  <a:pt x="702713" y="119758"/>
                  <a:pt x="697033" y="119758"/>
                </a:cubicBezTo>
                <a:cubicBezTo>
                  <a:pt x="687656" y="119758"/>
                  <a:pt x="680449" y="117467"/>
                  <a:pt x="675412" y="112886"/>
                </a:cubicBezTo>
                <a:cubicBezTo>
                  <a:pt x="670376" y="108304"/>
                  <a:pt x="667857" y="102450"/>
                  <a:pt x="667857" y="95324"/>
                </a:cubicBezTo>
                <a:cubicBezTo>
                  <a:pt x="667857" y="91144"/>
                  <a:pt x="668808" y="87327"/>
                  <a:pt x="670711" y="83870"/>
                </a:cubicBezTo>
                <a:cubicBezTo>
                  <a:pt x="672613" y="80414"/>
                  <a:pt x="675104" y="77641"/>
                  <a:pt x="678185" y="75552"/>
                </a:cubicBezTo>
                <a:cubicBezTo>
                  <a:pt x="681266" y="73462"/>
                  <a:pt x="684736" y="71881"/>
                  <a:pt x="688594" y="70810"/>
                </a:cubicBezTo>
                <a:cubicBezTo>
                  <a:pt x="691434" y="70059"/>
                  <a:pt x="695720" y="69336"/>
                  <a:pt x="701454" y="68640"/>
                </a:cubicBezTo>
                <a:cubicBezTo>
                  <a:pt x="713135" y="67246"/>
                  <a:pt x="721735" y="65585"/>
                  <a:pt x="727254" y="63656"/>
                </a:cubicBezTo>
                <a:cubicBezTo>
                  <a:pt x="727307" y="61682"/>
                  <a:pt x="727334" y="60428"/>
                  <a:pt x="727334" y="59894"/>
                </a:cubicBezTo>
                <a:cubicBezTo>
                  <a:pt x="727334" y="54021"/>
                  <a:pt x="725968" y="49885"/>
                  <a:pt x="723235" y="47484"/>
                </a:cubicBezTo>
                <a:cubicBezTo>
                  <a:pt x="719538" y="44227"/>
                  <a:pt x="714046" y="42598"/>
                  <a:pt x="706758" y="42598"/>
                </a:cubicBezTo>
                <a:cubicBezTo>
                  <a:pt x="699953" y="42598"/>
                  <a:pt x="694930" y="43791"/>
                  <a:pt x="691688" y="46175"/>
                </a:cubicBezTo>
                <a:cubicBezTo>
                  <a:pt x="688446" y="48559"/>
                  <a:pt x="686049" y="52779"/>
                  <a:pt x="684495" y="58834"/>
                </a:cubicBezTo>
                <a:lnTo>
                  <a:pt x="670349" y="56905"/>
                </a:lnTo>
                <a:cubicBezTo>
                  <a:pt x="671635" y="50832"/>
                  <a:pt x="673751" y="45927"/>
                  <a:pt x="676698" y="42191"/>
                </a:cubicBezTo>
                <a:cubicBezTo>
                  <a:pt x="679645" y="38456"/>
                  <a:pt x="683905" y="35581"/>
                  <a:pt x="689478" y="33566"/>
                </a:cubicBezTo>
                <a:cubicBezTo>
                  <a:pt x="695051" y="31550"/>
                  <a:pt x="701507" y="30542"/>
                  <a:pt x="708848" y="30542"/>
                </a:cubicBezTo>
                <a:cubicBezTo>
                  <a:pt x="716135" y="30542"/>
                  <a:pt x="722056" y="31403"/>
                  <a:pt x="726611" y="33124"/>
                </a:cubicBezTo>
                <a:cubicBezTo>
                  <a:pt x="731165" y="34844"/>
                  <a:pt x="734514" y="37008"/>
                  <a:pt x="736658" y="39617"/>
                </a:cubicBezTo>
                <a:cubicBezTo>
                  <a:pt x="738801" y="42224"/>
                  <a:pt x="740301" y="45518"/>
                  <a:pt x="741158" y="49498"/>
                </a:cubicBezTo>
                <a:cubicBezTo>
                  <a:pt x="741641" y="51971"/>
                  <a:pt x="741882" y="56413"/>
                  <a:pt x="741882" y="62825"/>
                </a:cubicBezTo>
                <a:lnTo>
                  <a:pt x="741882" y="82060"/>
                </a:lnTo>
                <a:cubicBezTo>
                  <a:pt x="741882" y="95470"/>
                  <a:pt x="742190" y="103964"/>
                  <a:pt x="742806" y="107541"/>
                </a:cubicBezTo>
                <a:cubicBezTo>
                  <a:pt x="743422" y="111117"/>
                  <a:pt x="744641" y="114547"/>
                  <a:pt x="746463" y="117829"/>
                </a:cubicBezTo>
                <a:lnTo>
                  <a:pt x="731353" y="117829"/>
                </a:lnTo>
                <a:cubicBezTo>
                  <a:pt x="729853" y="114759"/>
                  <a:pt x="728888" y="111169"/>
                  <a:pt x="728459" y="107058"/>
                </a:cubicBezTo>
                <a:moveTo>
                  <a:pt x="727254" y="75069"/>
                </a:moveTo>
                <a:cubicBezTo>
                  <a:pt x="722003" y="77203"/>
                  <a:pt x="714126" y="79016"/>
                  <a:pt x="703624" y="80510"/>
                </a:cubicBezTo>
                <a:cubicBezTo>
                  <a:pt x="697676" y="81362"/>
                  <a:pt x="693470" y="82322"/>
                  <a:pt x="691005" y="83388"/>
                </a:cubicBezTo>
                <a:cubicBezTo>
                  <a:pt x="688540" y="84455"/>
                  <a:pt x="686638" y="86015"/>
                  <a:pt x="685298" y="88067"/>
                </a:cubicBezTo>
                <a:cubicBezTo>
                  <a:pt x="683959" y="90120"/>
                  <a:pt x="683289" y="92400"/>
                  <a:pt x="683289" y="94907"/>
                </a:cubicBezTo>
                <a:cubicBezTo>
                  <a:pt x="683289" y="98746"/>
                  <a:pt x="684749" y="101946"/>
                  <a:pt x="687669" y="104507"/>
                </a:cubicBezTo>
                <a:cubicBezTo>
                  <a:pt x="690590" y="107065"/>
                  <a:pt x="694863" y="108344"/>
                  <a:pt x="700489" y="108344"/>
                </a:cubicBezTo>
                <a:cubicBezTo>
                  <a:pt x="706062" y="108344"/>
                  <a:pt x="711018" y="107130"/>
                  <a:pt x="715358" y="104700"/>
                </a:cubicBezTo>
                <a:cubicBezTo>
                  <a:pt x="719699" y="102269"/>
                  <a:pt x="722887" y="98947"/>
                  <a:pt x="724923" y="94736"/>
                </a:cubicBezTo>
                <a:cubicBezTo>
                  <a:pt x="726477" y="91486"/>
                  <a:pt x="727254" y="86689"/>
                  <a:pt x="727254" y="80347"/>
                </a:cubicBezTo>
                <a:lnTo>
                  <a:pt x="727254" y="75069"/>
                </a:lnTo>
                <a:close/>
                <a:moveTo>
                  <a:pt x="763821" y="117829"/>
                </a:moveTo>
                <a:lnTo>
                  <a:pt x="763821" y="0"/>
                </a:lnTo>
                <a:lnTo>
                  <a:pt x="778288" y="0"/>
                </a:lnTo>
                <a:lnTo>
                  <a:pt x="778288" y="117829"/>
                </a:lnTo>
                <a:lnTo>
                  <a:pt x="763821" y="117829"/>
                </a:lnTo>
                <a:close/>
                <a:moveTo>
                  <a:pt x="800542" y="16557"/>
                </a:moveTo>
                <a:lnTo>
                  <a:pt x="800542" y="0"/>
                </a:lnTo>
                <a:lnTo>
                  <a:pt x="815009" y="0"/>
                </a:lnTo>
                <a:lnTo>
                  <a:pt x="815009" y="16557"/>
                </a:lnTo>
                <a:lnTo>
                  <a:pt x="800542" y="16557"/>
                </a:lnTo>
                <a:moveTo>
                  <a:pt x="800542" y="117829"/>
                </a:moveTo>
                <a:lnTo>
                  <a:pt x="800542" y="32471"/>
                </a:lnTo>
                <a:lnTo>
                  <a:pt x="815009" y="32471"/>
                </a:lnTo>
                <a:lnTo>
                  <a:pt x="815009" y="117829"/>
                </a:lnTo>
                <a:lnTo>
                  <a:pt x="800542" y="117829"/>
                </a:lnTo>
                <a:close/>
                <a:moveTo>
                  <a:pt x="829145" y="117829"/>
                </a:moveTo>
                <a:lnTo>
                  <a:pt x="829145" y="106019"/>
                </a:lnTo>
                <a:lnTo>
                  <a:pt x="883478" y="43724"/>
                </a:lnTo>
                <a:cubicBezTo>
                  <a:pt x="877316" y="44045"/>
                  <a:pt x="871877" y="44206"/>
                  <a:pt x="867162" y="44206"/>
                </a:cubicBezTo>
                <a:lnTo>
                  <a:pt x="832360" y="44206"/>
                </a:lnTo>
                <a:lnTo>
                  <a:pt x="832360" y="32471"/>
                </a:lnTo>
                <a:lnTo>
                  <a:pt x="902125" y="32471"/>
                </a:lnTo>
                <a:lnTo>
                  <a:pt x="902125" y="42036"/>
                </a:lnTo>
                <a:lnTo>
                  <a:pt x="855910" y="96271"/>
                </a:lnTo>
                <a:lnTo>
                  <a:pt x="846988" y="106255"/>
                </a:lnTo>
                <a:cubicBezTo>
                  <a:pt x="853472" y="105612"/>
                  <a:pt x="859553" y="105290"/>
                  <a:pt x="865233" y="105290"/>
                </a:cubicBezTo>
                <a:lnTo>
                  <a:pt x="904697" y="105290"/>
                </a:lnTo>
                <a:lnTo>
                  <a:pt x="904697" y="117829"/>
                </a:lnTo>
                <a:lnTo>
                  <a:pt x="829145" y="117829"/>
                </a:lnTo>
                <a:close/>
                <a:moveTo>
                  <a:pt x="974490" y="107058"/>
                </a:moveTo>
                <a:cubicBezTo>
                  <a:pt x="969132" y="111702"/>
                  <a:pt x="963974" y="114979"/>
                  <a:pt x="959018" y="116892"/>
                </a:cubicBezTo>
                <a:cubicBezTo>
                  <a:pt x="954062" y="118802"/>
                  <a:pt x="948744" y="119758"/>
                  <a:pt x="943064" y="119758"/>
                </a:cubicBezTo>
                <a:cubicBezTo>
                  <a:pt x="933687" y="119758"/>
                  <a:pt x="926480" y="117467"/>
                  <a:pt x="921443" y="112886"/>
                </a:cubicBezTo>
                <a:cubicBezTo>
                  <a:pt x="916406" y="108304"/>
                  <a:pt x="913888" y="102450"/>
                  <a:pt x="913888" y="95324"/>
                </a:cubicBezTo>
                <a:cubicBezTo>
                  <a:pt x="913888" y="91144"/>
                  <a:pt x="914839" y="87327"/>
                  <a:pt x="916741" y="83870"/>
                </a:cubicBezTo>
                <a:cubicBezTo>
                  <a:pt x="918643" y="80414"/>
                  <a:pt x="921135" y="77641"/>
                  <a:pt x="924216" y="75552"/>
                </a:cubicBezTo>
                <a:cubicBezTo>
                  <a:pt x="927297" y="73462"/>
                  <a:pt x="930767" y="71881"/>
                  <a:pt x="934625" y="70810"/>
                </a:cubicBezTo>
                <a:cubicBezTo>
                  <a:pt x="937464" y="70059"/>
                  <a:pt x="941751" y="69336"/>
                  <a:pt x="947484" y="68640"/>
                </a:cubicBezTo>
                <a:cubicBezTo>
                  <a:pt x="959165" y="67246"/>
                  <a:pt x="967765" y="65585"/>
                  <a:pt x="973285" y="63656"/>
                </a:cubicBezTo>
                <a:cubicBezTo>
                  <a:pt x="973338" y="61682"/>
                  <a:pt x="973365" y="60428"/>
                  <a:pt x="973365" y="59894"/>
                </a:cubicBezTo>
                <a:cubicBezTo>
                  <a:pt x="973365" y="54021"/>
                  <a:pt x="971999" y="49885"/>
                  <a:pt x="969266" y="47484"/>
                </a:cubicBezTo>
                <a:cubicBezTo>
                  <a:pt x="965569" y="44227"/>
                  <a:pt x="960076" y="42598"/>
                  <a:pt x="952789" y="42598"/>
                </a:cubicBezTo>
                <a:cubicBezTo>
                  <a:pt x="945984" y="42598"/>
                  <a:pt x="940961" y="43791"/>
                  <a:pt x="937719" y="46175"/>
                </a:cubicBezTo>
                <a:cubicBezTo>
                  <a:pt x="934477" y="48559"/>
                  <a:pt x="932079" y="52779"/>
                  <a:pt x="930525" y="58834"/>
                </a:cubicBezTo>
                <a:lnTo>
                  <a:pt x="916380" y="56905"/>
                </a:lnTo>
                <a:cubicBezTo>
                  <a:pt x="917666" y="50832"/>
                  <a:pt x="919782" y="45927"/>
                  <a:pt x="922729" y="42191"/>
                </a:cubicBezTo>
                <a:cubicBezTo>
                  <a:pt x="925676" y="38456"/>
                  <a:pt x="929936" y="35581"/>
                  <a:pt x="935509" y="33566"/>
                </a:cubicBezTo>
                <a:cubicBezTo>
                  <a:pt x="941081" y="31550"/>
                  <a:pt x="947538" y="30542"/>
                  <a:pt x="954879" y="30542"/>
                </a:cubicBezTo>
                <a:cubicBezTo>
                  <a:pt x="962166" y="30542"/>
                  <a:pt x="968087" y="31403"/>
                  <a:pt x="972642" y="33124"/>
                </a:cubicBezTo>
                <a:cubicBezTo>
                  <a:pt x="977196" y="34844"/>
                  <a:pt x="980545" y="37008"/>
                  <a:pt x="982688" y="39617"/>
                </a:cubicBezTo>
                <a:cubicBezTo>
                  <a:pt x="984832" y="42224"/>
                  <a:pt x="986332" y="45518"/>
                  <a:pt x="987189" y="49498"/>
                </a:cubicBezTo>
                <a:cubicBezTo>
                  <a:pt x="987671" y="51971"/>
                  <a:pt x="987913" y="56413"/>
                  <a:pt x="987913" y="62825"/>
                </a:cubicBezTo>
                <a:lnTo>
                  <a:pt x="987913" y="82060"/>
                </a:lnTo>
                <a:cubicBezTo>
                  <a:pt x="987913" y="95470"/>
                  <a:pt x="988221" y="103964"/>
                  <a:pt x="988837" y="107541"/>
                </a:cubicBezTo>
                <a:cubicBezTo>
                  <a:pt x="989453" y="111117"/>
                  <a:pt x="990672" y="114547"/>
                  <a:pt x="992494" y="117829"/>
                </a:cubicBezTo>
                <a:lnTo>
                  <a:pt x="977384" y="117829"/>
                </a:lnTo>
                <a:cubicBezTo>
                  <a:pt x="975883" y="114759"/>
                  <a:pt x="974919" y="111169"/>
                  <a:pt x="974490" y="107058"/>
                </a:cubicBezTo>
                <a:moveTo>
                  <a:pt x="973285" y="75069"/>
                </a:moveTo>
                <a:cubicBezTo>
                  <a:pt x="968033" y="77203"/>
                  <a:pt x="960157" y="79016"/>
                  <a:pt x="949654" y="80510"/>
                </a:cubicBezTo>
                <a:cubicBezTo>
                  <a:pt x="943707" y="81362"/>
                  <a:pt x="939501" y="82322"/>
                  <a:pt x="937036" y="83388"/>
                </a:cubicBezTo>
                <a:cubicBezTo>
                  <a:pt x="934571" y="84455"/>
                  <a:pt x="932669" y="86015"/>
                  <a:pt x="931329" y="88067"/>
                </a:cubicBezTo>
                <a:cubicBezTo>
                  <a:pt x="929990" y="90120"/>
                  <a:pt x="929320" y="92400"/>
                  <a:pt x="929320" y="94907"/>
                </a:cubicBezTo>
                <a:cubicBezTo>
                  <a:pt x="929320" y="98746"/>
                  <a:pt x="930780" y="101946"/>
                  <a:pt x="933700" y="104507"/>
                </a:cubicBezTo>
                <a:cubicBezTo>
                  <a:pt x="936620" y="107065"/>
                  <a:pt x="940894" y="108344"/>
                  <a:pt x="946520" y="108344"/>
                </a:cubicBezTo>
                <a:cubicBezTo>
                  <a:pt x="952093" y="108344"/>
                  <a:pt x="957049" y="107130"/>
                  <a:pt x="961389" y="104700"/>
                </a:cubicBezTo>
                <a:cubicBezTo>
                  <a:pt x="965729" y="102269"/>
                  <a:pt x="968918" y="98947"/>
                  <a:pt x="970954" y="94736"/>
                </a:cubicBezTo>
                <a:cubicBezTo>
                  <a:pt x="972508" y="91486"/>
                  <a:pt x="973285" y="86689"/>
                  <a:pt x="973285" y="80347"/>
                </a:cubicBezTo>
                <a:lnTo>
                  <a:pt x="973285" y="75069"/>
                </a:lnTo>
                <a:close/>
                <a:moveTo>
                  <a:pt x="1041760" y="104888"/>
                </a:moveTo>
                <a:lnTo>
                  <a:pt x="1043850" y="117668"/>
                </a:lnTo>
                <a:cubicBezTo>
                  <a:pt x="1039778" y="118525"/>
                  <a:pt x="1036134" y="118954"/>
                  <a:pt x="1032919" y="118954"/>
                </a:cubicBezTo>
                <a:cubicBezTo>
                  <a:pt x="1027668" y="118954"/>
                  <a:pt x="1023596" y="118123"/>
                  <a:pt x="1020702" y="116462"/>
                </a:cubicBezTo>
                <a:cubicBezTo>
                  <a:pt x="1017809" y="114801"/>
                  <a:pt x="1015773" y="112618"/>
                  <a:pt x="1014594" y="109912"/>
                </a:cubicBezTo>
                <a:cubicBezTo>
                  <a:pt x="1013415" y="107206"/>
                  <a:pt x="1012826" y="101513"/>
                  <a:pt x="1012826" y="92832"/>
                </a:cubicBezTo>
                <a:lnTo>
                  <a:pt x="1012826" y="43724"/>
                </a:lnTo>
                <a:lnTo>
                  <a:pt x="1002216" y="43724"/>
                </a:lnTo>
                <a:lnTo>
                  <a:pt x="1002216" y="32471"/>
                </a:lnTo>
                <a:lnTo>
                  <a:pt x="1012826" y="32471"/>
                </a:lnTo>
                <a:lnTo>
                  <a:pt x="1012826" y="11333"/>
                </a:lnTo>
                <a:lnTo>
                  <a:pt x="1027213" y="2652"/>
                </a:lnTo>
                <a:lnTo>
                  <a:pt x="1027213" y="32471"/>
                </a:lnTo>
                <a:lnTo>
                  <a:pt x="1041760" y="32471"/>
                </a:lnTo>
                <a:lnTo>
                  <a:pt x="1041760" y="43724"/>
                </a:lnTo>
                <a:lnTo>
                  <a:pt x="1027213" y="43724"/>
                </a:lnTo>
                <a:lnTo>
                  <a:pt x="1027213" y="93636"/>
                </a:lnTo>
                <a:cubicBezTo>
                  <a:pt x="1027213" y="97762"/>
                  <a:pt x="1027467" y="100414"/>
                  <a:pt x="1027976" y="101593"/>
                </a:cubicBezTo>
                <a:cubicBezTo>
                  <a:pt x="1028485" y="102772"/>
                  <a:pt x="1029316" y="103709"/>
                  <a:pt x="1030468" y="104406"/>
                </a:cubicBezTo>
                <a:cubicBezTo>
                  <a:pt x="1031620" y="105103"/>
                  <a:pt x="1033268" y="105451"/>
                  <a:pt x="1035411" y="105451"/>
                </a:cubicBezTo>
                <a:cubicBezTo>
                  <a:pt x="1037018" y="105451"/>
                  <a:pt x="1039135" y="105263"/>
                  <a:pt x="1041760" y="104888"/>
                </a:cubicBezTo>
                <a:close/>
                <a:moveTo>
                  <a:pt x="1055945" y="16557"/>
                </a:moveTo>
                <a:lnTo>
                  <a:pt x="1055945" y="0"/>
                </a:lnTo>
                <a:lnTo>
                  <a:pt x="1070413" y="0"/>
                </a:lnTo>
                <a:lnTo>
                  <a:pt x="1070413" y="16557"/>
                </a:lnTo>
                <a:lnTo>
                  <a:pt x="1055945" y="16557"/>
                </a:lnTo>
                <a:moveTo>
                  <a:pt x="1055945" y="117829"/>
                </a:moveTo>
                <a:lnTo>
                  <a:pt x="1055945" y="32471"/>
                </a:lnTo>
                <a:lnTo>
                  <a:pt x="1070413" y="32471"/>
                </a:lnTo>
                <a:lnTo>
                  <a:pt x="1070413" y="117829"/>
                </a:lnTo>
                <a:lnTo>
                  <a:pt x="1055945" y="117829"/>
                </a:lnTo>
                <a:close/>
                <a:moveTo>
                  <a:pt x="1086798" y="75150"/>
                </a:moveTo>
                <a:cubicBezTo>
                  <a:pt x="1086798" y="59343"/>
                  <a:pt x="1091192" y="47635"/>
                  <a:pt x="1099979" y="40026"/>
                </a:cubicBezTo>
                <a:cubicBezTo>
                  <a:pt x="1107320" y="33704"/>
                  <a:pt x="1116269" y="30542"/>
                  <a:pt x="1126824" y="30542"/>
                </a:cubicBezTo>
                <a:cubicBezTo>
                  <a:pt x="1138559" y="30542"/>
                  <a:pt x="1148150" y="34387"/>
                  <a:pt x="1155598" y="42076"/>
                </a:cubicBezTo>
                <a:cubicBezTo>
                  <a:pt x="1163046" y="49765"/>
                  <a:pt x="1166770" y="60388"/>
                  <a:pt x="1166770" y="73944"/>
                </a:cubicBezTo>
                <a:cubicBezTo>
                  <a:pt x="1166770" y="84929"/>
                  <a:pt x="1165123" y="93569"/>
                  <a:pt x="1161827" y="99865"/>
                </a:cubicBezTo>
                <a:cubicBezTo>
                  <a:pt x="1158532" y="106161"/>
                  <a:pt x="1153736" y="111050"/>
                  <a:pt x="1147440" y="114533"/>
                </a:cubicBezTo>
                <a:cubicBezTo>
                  <a:pt x="1141144" y="118016"/>
                  <a:pt x="1134272" y="119758"/>
                  <a:pt x="1126824" y="119758"/>
                </a:cubicBezTo>
                <a:cubicBezTo>
                  <a:pt x="1114875" y="119758"/>
                  <a:pt x="1105217" y="115926"/>
                  <a:pt x="1097849" y="108264"/>
                </a:cubicBezTo>
                <a:cubicBezTo>
                  <a:pt x="1090482" y="100602"/>
                  <a:pt x="1086798" y="89564"/>
                  <a:pt x="1086798" y="75150"/>
                </a:cubicBezTo>
                <a:moveTo>
                  <a:pt x="1101667" y="75190"/>
                </a:moveTo>
                <a:cubicBezTo>
                  <a:pt x="1101667" y="86108"/>
                  <a:pt x="1104052" y="94282"/>
                  <a:pt x="1108821" y="99714"/>
                </a:cubicBezTo>
                <a:cubicBezTo>
                  <a:pt x="1113589" y="105146"/>
                  <a:pt x="1119591" y="107862"/>
                  <a:pt x="1126824" y="107862"/>
                </a:cubicBezTo>
                <a:cubicBezTo>
                  <a:pt x="1134004" y="107862"/>
                  <a:pt x="1139979" y="105133"/>
                  <a:pt x="1144748" y="99674"/>
                </a:cubicBezTo>
                <a:cubicBezTo>
                  <a:pt x="1149517" y="94215"/>
                  <a:pt x="1151901" y="85893"/>
                  <a:pt x="1151901" y="74708"/>
                </a:cubicBezTo>
                <a:cubicBezTo>
                  <a:pt x="1151901" y="64165"/>
                  <a:pt x="1149503" y="56178"/>
                  <a:pt x="1144708" y="50746"/>
                </a:cubicBezTo>
                <a:cubicBezTo>
                  <a:pt x="1139912" y="45314"/>
                  <a:pt x="1133951" y="42598"/>
                  <a:pt x="1126824" y="42598"/>
                </a:cubicBezTo>
                <a:cubicBezTo>
                  <a:pt x="1119591" y="42598"/>
                  <a:pt x="1113589" y="45301"/>
                  <a:pt x="1108821" y="50706"/>
                </a:cubicBezTo>
                <a:cubicBezTo>
                  <a:pt x="1104052" y="56111"/>
                  <a:pt x="1101667" y="64273"/>
                  <a:pt x="1101667" y="75190"/>
                </a:cubicBezTo>
                <a:close/>
                <a:moveTo>
                  <a:pt x="1183566" y="117829"/>
                </a:moveTo>
                <a:lnTo>
                  <a:pt x="1183566" y="32471"/>
                </a:lnTo>
                <a:lnTo>
                  <a:pt x="1196587" y="32471"/>
                </a:lnTo>
                <a:lnTo>
                  <a:pt x="1196587" y="44608"/>
                </a:lnTo>
                <a:cubicBezTo>
                  <a:pt x="1202856" y="35231"/>
                  <a:pt x="1211911" y="30542"/>
                  <a:pt x="1223753" y="30542"/>
                </a:cubicBezTo>
                <a:cubicBezTo>
                  <a:pt x="1228897" y="30542"/>
                  <a:pt x="1233626" y="31466"/>
                  <a:pt x="1237939" y="33315"/>
                </a:cubicBezTo>
                <a:cubicBezTo>
                  <a:pt x="1242252" y="35164"/>
                  <a:pt x="1245481" y="37588"/>
                  <a:pt x="1247624" y="40589"/>
                </a:cubicBezTo>
                <a:cubicBezTo>
                  <a:pt x="1249767" y="43590"/>
                  <a:pt x="1251268" y="47153"/>
                  <a:pt x="1252125" y="51279"/>
                </a:cubicBezTo>
                <a:cubicBezTo>
                  <a:pt x="1252661" y="53958"/>
                  <a:pt x="1252929" y="58646"/>
                  <a:pt x="1252929" y="65344"/>
                </a:cubicBezTo>
                <a:lnTo>
                  <a:pt x="1252929" y="117829"/>
                </a:lnTo>
                <a:lnTo>
                  <a:pt x="1238461" y="117829"/>
                </a:lnTo>
                <a:lnTo>
                  <a:pt x="1238461" y="65907"/>
                </a:lnTo>
                <a:cubicBezTo>
                  <a:pt x="1238461" y="60013"/>
                  <a:pt x="1237899" y="55606"/>
                  <a:pt x="1236774" y="52685"/>
                </a:cubicBezTo>
                <a:cubicBezTo>
                  <a:pt x="1235648" y="49765"/>
                  <a:pt x="1233652" y="47434"/>
                  <a:pt x="1230786" y="45693"/>
                </a:cubicBezTo>
                <a:cubicBezTo>
                  <a:pt x="1227919" y="43951"/>
                  <a:pt x="1224557" y="43081"/>
                  <a:pt x="1220699" y="43081"/>
                </a:cubicBezTo>
                <a:cubicBezTo>
                  <a:pt x="1214537" y="43081"/>
                  <a:pt x="1209219" y="45036"/>
                  <a:pt x="1204745" y="48948"/>
                </a:cubicBezTo>
                <a:cubicBezTo>
                  <a:pt x="1200270" y="52859"/>
                  <a:pt x="1198033" y="60281"/>
                  <a:pt x="1198033" y="71212"/>
                </a:cubicBezTo>
                <a:lnTo>
                  <a:pt x="1198033" y="117829"/>
                </a:lnTo>
                <a:lnTo>
                  <a:pt x="1183566" y="117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PatchGeneration">
            <a:extLst xmlns:a="http://schemas.openxmlformats.org/drawingml/2006/main">
              <a:ext uri="{FF2B5EF4-FFF2-40B4-BE49-F238E27FC236}">
                <a16:creationId xmlns:a16="http://schemas.microsoft.com/office/drawing/2014/main" id="{F1466BBD-E7E7-423B-BF0F-EF2E51B0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906" y="5019065"/>
            <a:ext cx="1254319" cy="121847"/>
          </a:xfrm>
          <a:custGeom xmlns:a="http://schemas.openxmlformats.org/drawingml/2006/main">
            <a:pathLst>
              <a:path w="1254319" h="121847">
                <a:moveTo>
                  <a:pt x="0" y="119918"/>
                </a:moveTo>
                <a:lnTo>
                  <a:pt x="0" y="2090"/>
                </a:lnTo>
                <a:lnTo>
                  <a:pt x="44447" y="2090"/>
                </a:lnTo>
                <a:cubicBezTo>
                  <a:pt x="52270" y="2090"/>
                  <a:pt x="58244" y="2465"/>
                  <a:pt x="62370" y="3215"/>
                </a:cubicBezTo>
                <a:cubicBezTo>
                  <a:pt x="68157" y="4179"/>
                  <a:pt x="73007" y="6015"/>
                  <a:pt x="76918" y="8721"/>
                </a:cubicBezTo>
                <a:cubicBezTo>
                  <a:pt x="80830" y="11427"/>
                  <a:pt x="83978" y="15218"/>
                  <a:pt x="86362" y="20094"/>
                </a:cubicBezTo>
                <a:cubicBezTo>
                  <a:pt x="88746" y="24970"/>
                  <a:pt x="89939" y="30328"/>
                  <a:pt x="89939" y="36168"/>
                </a:cubicBezTo>
                <a:cubicBezTo>
                  <a:pt x="89939" y="46188"/>
                  <a:pt x="86751" y="54668"/>
                  <a:pt x="80374" y="61607"/>
                </a:cubicBezTo>
                <a:cubicBezTo>
                  <a:pt x="73998" y="68546"/>
                  <a:pt x="62478" y="72015"/>
                  <a:pt x="45813" y="72015"/>
                </a:cubicBezTo>
                <a:lnTo>
                  <a:pt x="15593" y="72015"/>
                </a:lnTo>
                <a:lnTo>
                  <a:pt x="15593" y="119918"/>
                </a:lnTo>
                <a:lnTo>
                  <a:pt x="0" y="119918"/>
                </a:lnTo>
                <a:moveTo>
                  <a:pt x="15593" y="58030"/>
                </a:moveTo>
                <a:lnTo>
                  <a:pt x="46054" y="58030"/>
                </a:lnTo>
                <a:cubicBezTo>
                  <a:pt x="56128" y="58030"/>
                  <a:pt x="63281" y="56162"/>
                  <a:pt x="67514" y="52427"/>
                </a:cubicBezTo>
                <a:cubicBezTo>
                  <a:pt x="71747" y="48689"/>
                  <a:pt x="73864" y="43431"/>
                  <a:pt x="73864" y="36653"/>
                </a:cubicBezTo>
                <a:cubicBezTo>
                  <a:pt x="73864" y="31742"/>
                  <a:pt x="72618" y="27538"/>
                  <a:pt x="70126" y="24042"/>
                </a:cubicBezTo>
                <a:cubicBezTo>
                  <a:pt x="67635" y="20546"/>
                  <a:pt x="64353" y="18237"/>
                  <a:pt x="60281" y="17115"/>
                </a:cubicBezTo>
                <a:cubicBezTo>
                  <a:pt x="57655" y="16421"/>
                  <a:pt x="52806" y="16075"/>
                  <a:pt x="45733" y="16075"/>
                </a:cubicBezTo>
                <a:lnTo>
                  <a:pt x="15593" y="16075"/>
                </a:lnTo>
                <a:lnTo>
                  <a:pt x="15593" y="58030"/>
                </a:lnTo>
                <a:close/>
                <a:moveTo>
                  <a:pt x="163393" y="109148"/>
                </a:moveTo>
                <a:cubicBezTo>
                  <a:pt x="158034" y="113791"/>
                  <a:pt x="152877" y="117069"/>
                  <a:pt x="147921" y="118981"/>
                </a:cubicBezTo>
                <a:cubicBezTo>
                  <a:pt x="142964" y="120892"/>
                  <a:pt x="137646" y="121847"/>
                  <a:pt x="131966" y="121847"/>
                </a:cubicBezTo>
                <a:cubicBezTo>
                  <a:pt x="122589" y="121847"/>
                  <a:pt x="115382" y="119557"/>
                  <a:pt x="110346" y="114975"/>
                </a:cubicBezTo>
                <a:cubicBezTo>
                  <a:pt x="105309" y="110394"/>
                  <a:pt x="102791" y="104540"/>
                  <a:pt x="102791" y="97413"/>
                </a:cubicBezTo>
                <a:cubicBezTo>
                  <a:pt x="102791" y="93234"/>
                  <a:pt x="103742" y="89416"/>
                  <a:pt x="105644" y="85960"/>
                </a:cubicBezTo>
                <a:cubicBezTo>
                  <a:pt x="107546" y="82504"/>
                  <a:pt x="110038" y="79731"/>
                  <a:pt x="113119" y="77641"/>
                </a:cubicBezTo>
                <a:cubicBezTo>
                  <a:pt x="116200" y="75552"/>
                  <a:pt x="119669" y="73971"/>
                  <a:pt x="123527" y="72899"/>
                </a:cubicBezTo>
                <a:cubicBezTo>
                  <a:pt x="126367" y="72149"/>
                  <a:pt x="130654" y="71426"/>
                  <a:pt x="136387" y="70729"/>
                </a:cubicBezTo>
                <a:cubicBezTo>
                  <a:pt x="148068" y="69336"/>
                  <a:pt x="156668" y="67675"/>
                  <a:pt x="162187" y="65746"/>
                </a:cubicBezTo>
                <a:cubicBezTo>
                  <a:pt x="162241" y="63772"/>
                  <a:pt x="162267" y="62518"/>
                  <a:pt x="162267" y="61984"/>
                </a:cubicBezTo>
                <a:cubicBezTo>
                  <a:pt x="162267" y="56111"/>
                  <a:pt x="160901" y="51974"/>
                  <a:pt x="158168" y="49573"/>
                </a:cubicBezTo>
                <a:cubicBezTo>
                  <a:pt x="154471" y="46316"/>
                  <a:pt x="148979" y="44688"/>
                  <a:pt x="141692" y="44688"/>
                </a:cubicBezTo>
                <a:cubicBezTo>
                  <a:pt x="134887" y="44688"/>
                  <a:pt x="129863" y="45880"/>
                  <a:pt x="126621" y="48265"/>
                </a:cubicBezTo>
                <a:cubicBezTo>
                  <a:pt x="123380" y="50649"/>
                  <a:pt x="120982" y="54869"/>
                  <a:pt x="119428" y="60924"/>
                </a:cubicBezTo>
                <a:lnTo>
                  <a:pt x="105282" y="58995"/>
                </a:lnTo>
                <a:cubicBezTo>
                  <a:pt x="106568" y="52921"/>
                  <a:pt x="108685" y="48017"/>
                  <a:pt x="111632" y="44281"/>
                </a:cubicBezTo>
                <a:cubicBezTo>
                  <a:pt x="114579" y="40545"/>
                  <a:pt x="118839" y="37670"/>
                  <a:pt x="124411" y="35656"/>
                </a:cubicBezTo>
                <a:cubicBezTo>
                  <a:pt x="129984" y="33640"/>
                  <a:pt x="136441" y="32632"/>
                  <a:pt x="143781" y="32632"/>
                </a:cubicBezTo>
                <a:cubicBezTo>
                  <a:pt x="151069" y="32632"/>
                  <a:pt x="156990" y="33493"/>
                  <a:pt x="161544" y="35214"/>
                </a:cubicBezTo>
                <a:cubicBezTo>
                  <a:pt x="166099" y="36934"/>
                  <a:pt x="169448" y="39098"/>
                  <a:pt x="171591" y="41707"/>
                </a:cubicBezTo>
                <a:cubicBezTo>
                  <a:pt x="173734" y="44314"/>
                  <a:pt x="175234" y="47607"/>
                  <a:pt x="176092" y="51588"/>
                </a:cubicBezTo>
                <a:cubicBezTo>
                  <a:pt x="176574" y="54061"/>
                  <a:pt x="176815" y="58503"/>
                  <a:pt x="176815" y="64915"/>
                </a:cubicBezTo>
                <a:lnTo>
                  <a:pt x="176815" y="84149"/>
                </a:lnTo>
                <a:cubicBezTo>
                  <a:pt x="176815" y="97560"/>
                  <a:pt x="177123" y="106054"/>
                  <a:pt x="177739" y="109630"/>
                </a:cubicBezTo>
                <a:cubicBezTo>
                  <a:pt x="178356" y="113207"/>
                  <a:pt x="179575" y="116636"/>
                  <a:pt x="181396" y="119918"/>
                </a:cubicBezTo>
                <a:lnTo>
                  <a:pt x="166286" y="119918"/>
                </a:lnTo>
                <a:cubicBezTo>
                  <a:pt x="164786" y="116849"/>
                  <a:pt x="163821" y="113259"/>
                  <a:pt x="163393" y="109148"/>
                </a:cubicBezTo>
                <a:moveTo>
                  <a:pt x="162187" y="77159"/>
                </a:moveTo>
                <a:cubicBezTo>
                  <a:pt x="156936" y="79292"/>
                  <a:pt x="149059" y="81106"/>
                  <a:pt x="138557" y="82600"/>
                </a:cubicBezTo>
                <a:cubicBezTo>
                  <a:pt x="132609" y="83452"/>
                  <a:pt x="128403" y="84411"/>
                  <a:pt x="125938" y="85478"/>
                </a:cubicBezTo>
                <a:cubicBezTo>
                  <a:pt x="123473" y="86545"/>
                  <a:pt x="121571" y="88104"/>
                  <a:pt x="120232" y="90157"/>
                </a:cubicBezTo>
                <a:cubicBezTo>
                  <a:pt x="118892" y="92210"/>
                  <a:pt x="118222" y="94490"/>
                  <a:pt x="118222" y="96997"/>
                </a:cubicBezTo>
                <a:cubicBezTo>
                  <a:pt x="118222" y="100836"/>
                  <a:pt x="119683" y="104036"/>
                  <a:pt x="122603" y="106596"/>
                </a:cubicBezTo>
                <a:cubicBezTo>
                  <a:pt x="125523" y="109155"/>
                  <a:pt x="129796" y="110434"/>
                  <a:pt x="135422" y="110434"/>
                </a:cubicBezTo>
                <a:cubicBezTo>
                  <a:pt x="140995" y="110434"/>
                  <a:pt x="145951" y="109219"/>
                  <a:pt x="150292" y="106790"/>
                </a:cubicBezTo>
                <a:cubicBezTo>
                  <a:pt x="154632" y="104358"/>
                  <a:pt x="157820" y="101037"/>
                  <a:pt x="159856" y="96826"/>
                </a:cubicBezTo>
                <a:cubicBezTo>
                  <a:pt x="161410" y="93576"/>
                  <a:pt x="162187" y="88779"/>
                  <a:pt x="162187" y="82436"/>
                </a:cubicBezTo>
                <a:lnTo>
                  <a:pt x="162187" y="77159"/>
                </a:lnTo>
                <a:close/>
                <a:moveTo>
                  <a:pt x="230663" y="106978"/>
                </a:moveTo>
                <a:lnTo>
                  <a:pt x="232753" y="119757"/>
                </a:lnTo>
                <a:cubicBezTo>
                  <a:pt x="228681" y="120615"/>
                  <a:pt x="225037" y="121043"/>
                  <a:pt x="221822" y="121043"/>
                </a:cubicBezTo>
                <a:cubicBezTo>
                  <a:pt x="216571" y="121043"/>
                  <a:pt x="212499" y="120213"/>
                  <a:pt x="209605" y="118552"/>
                </a:cubicBezTo>
                <a:cubicBezTo>
                  <a:pt x="206712" y="116891"/>
                  <a:pt x="204676" y="114707"/>
                  <a:pt x="203497" y="112001"/>
                </a:cubicBezTo>
                <a:cubicBezTo>
                  <a:pt x="202318" y="109295"/>
                  <a:pt x="201729" y="103602"/>
                  <a:pt x="201729" y="94922"/>
                </a:cubicBezTo>
                <a:lnTo>
                  <a:pt x="201729" y="45813"/>
                </a:lnTo>
                <a:lnTo>
                  <a:pt x="191119" y="45813"/>
                </a:lnTo>
                <a:lnTo>
                  <a:pt x="191119" y="34561"/>
                </a:lnTo>
                <a:lnTo>
                  <a:pt x="201729" y="34561"/>
                </a:lnTo>
                <a:lnTo>
                  <a:pt x="201729" y="13422"/>
                </a:lnTo>
                <a:lnTo>
                  <a:pt x="216116" y="4742"/>
                </a:lnTo>
                <a:lnTo>
                  <a:pt x="216116" y="34561"/>
                </a:lnTo>
                <a:lnTo>
                  <a:pt x="230663" y="34561"/>
                </a:lnTo>
                <a:lnTo>
                  <a:pt x="230663" y="45813"/>
                </a:lnTo>
                <a:lnTo>
                  <a:pt x="216116" y="45813"/>
                </a:lnTo>
                <a:lnTo>
                  <a:pt x="216116" y="95726"/>
                </a:lnTo>
                <a:cubicBezTo>
                  <a:pt x="216116" y="99851"/>
                  <a:pt x="216370" y="102504"/>
                  <a:pt x="216879" y="103683"/>
                </a:cubicBezTo>
                <a:cubicBezTo>
                  <a:pt x="217388" y="104861"/>
                  <a:pt x="218219" y="105799"/>
                  <a:pt x="219371" y="106496"/>
                </a:cubicBezTo>
                <a:cubicBezTo>
                  <a:pt x="220523" y="107192"/>
                  <a:pt x="222170" y="107541"/>
                  <a:pt x="224314" y="107541"/>
                </a:cubicBezTo>
                <a:cubicBezTo>
                  <a:pt x="225921" y="107541"/>
                  <a:pt x="228038" y="107353"/>
                  <a:pt x="230663" y="106978"/>
                </a:cubicBezTo>
                <a:close/>
                <a:moveTo>
                  <a:pt x="300467" y="88572"/>
                </a:moveTo>
                <a:lnTo>
                  <a:pt x="314693" y="90501"/>
                </a:lnTo>
                <a:cubicBezTo>
                  <a:pt x="313139" y="100307"/>
                  <a:pt x="309161" y="107983"/>
                  <a:pt x="302758" y="113529"/>
                </a:cubicBezTo>
                <a:cubicBezTo>
                  <a:pt x="296354" y="119074"/>
                  <a:pt x="288491" y="121847"/>
                  <a:pt x="279168" y="121847"/>
                </a:cubicBezTo>
                <a:cubicBezTo>
                  <a:pt x="267487" y="121847"/>
                  <a:pt x="258096" y="118029"/>
                  <a:pt x="250997" y="110394"/>
                </a:cubicBezTo>
                <a:cubicBezTo>
                  <a:pt x="243897" y="102758"/>
                  <a:pt x="240347" y="91814"/>
                  <a:pt x="240347" y="77561"/>
                </a:cubicBezTo>
                <a:cubicBezTo>
                  <a:pt x="240347" y="68345"/>
                  <a:pt x="241874" y="60281"/>
                  <a:pt x="244928" y="53368"/>
                </a:cubicBezTo>
                <a:cubicBezTo>
                  <a:pt x="247983" y="46456"/>
                  <a:pt x="252631" y="41272"/>
                  <a:pt x="258873" y="37816"/>
                </a:cubicBezTo>
                <a:cubicBezTo>
                  <a:pt x="265116" y="34360"/>
                  <a:pt x="271907" y="32632"/>
                  <a:pt x="279248" y="32632"/>
                </a:cubicBezTo>
                <a:cubicBezTo>
                  <a:pt x="288518" y="32632"/>
                  <a:pt x="296100" y="34963"/>
                  <a:pt x="301994" y="39624"/>
                </a:cubicBezTo>
                <a:cubicBezTo>
                  <a:pt x="307888" y="44284"/>
                  <a:pt x="311666" y="50902"/>
                  <a:pt x="313327" y="59477"/>
                </a:cubicBezTo>
                <a:lnTo>
                  <a:pt x="299261" y="61727"/>
                </a:lnTo>
                <a:cubicBezTo>
                  <a:pt x="297922" y="56021"/>
                  <a:pt x="295551" y="51727"/>
                  <a:pt x="292148" y="48847"/>
                </a:cubicBezTo>
                <a:cubicBezTo>
                  <a:pt x="288746" y="45967"/>
                  <a:pt x="284633" y="44527"/>
                  <a:pt x="279811" y="44527"/>
                </a:cubicBezTo>
                <a:cubicBezTo>
                  <a:pt x="272524" y="44527"/>
                  <a:pt x="266603" y="47139"/>
                  <a:pt x="262048" y="52364"/>
                </a:cubicBezTo>
                <a:cubicBezTo>
                  <a:pt x="257494" y="57588"/>
                  <a:pt x="255216" y="65853"/>
                  <a:pt x="255216" y="77159"/>
                </a:cubicBezTo>
                <a:cubicBezTo>
                  <a:pt x="255216" y="88626"/>
                  <a:pt x="257413" y="96958"/>
                  <a:pt x="261807" y="102156"/>
                </a:cubicBezTo>
                <a:cubicBezTo>
                  <a:pt x="266201" y="107353"/>
                  <a:pt x="271934" y="109952"/>
                  <a:pt x="279007" y="109952"/>
                </a:cubicBezTo>
                <a:cubicBezTo>
                  <a:pt x="284687" y="109952"/>
                  <a:pt x="289429" y="108204"/>
                  <a:pt x="293233" y="104707"/>
                </a:cubicBezTo>
                <a:cubicBezTo>
                  <a:pt x="297038" y="101211"/>
                  <a:pt x="299449" y="95833"/>
                  <a:pt x="300467" y="88572"/>
                </a:cubicBezTo>
                <a:close/>
                <a:moveTo>
                  <a:pt x="326778" y="119918"/>
                </a:moveTo>
                <a:lnTo>
                  <a:pt x="326778" y="2090"/>
                </a:lnTo>
                <a:lnTo>
                  <a:pt x="341245" y="2090"/>
                </a:lnTo>
                <a:lnTo>
                  <a:pt x="341245" y="44442"/>
                </a:lnTo>
                <a:cubicBezTo>
                  <a:pt x="347997" y="36569"/>
                  <a:pt x="356516" y="32632"/>
                  <a:pt x="366804" y="32632"/>
                </a:cubicBezTo>
                <a:cubicBezTo>
                  <a:pt x="373127" y="32632"/>
                  <a:pt x="378619" y="33878"/>
                  <a:pt x="383281" y="36369"/>
                </a:cubicBezTo>
                <a:cubicBezTo>
                  <a:pt x="387943" y="38861"/>
                  <a:pt x="391278" y="42304"/>
                  <a:pt x="393288" y="46697"/>
                </a:cubicBezTo>
                <a:cubicBezTo>
                  <a:pt x="395297" y="51091"/>
                  <a:pt x="396302" y="57468"/>
                  <a:pt x="396302" y="65826"/>
                </a:cubicBezTo>
                <a:lnTo>
                  <a:pt x="396302" y="119918"/>
                </a:lnTo>
                <a:lnTo>
                  <a:pt x="381834" y="119918"/>
                </a:lnTo>
                <a:lnTo>
                  <a:pt x="381834" y="65884"/>
                </a:lnTo>
                <a:cubicBezTo>
                  <a:pt x="381834" y="58659"/>
                  <a:pt x="380267" y="53400"/>
                  <a:pt x="377132" y="50108"/>
                </a:cubicBezTo>
                <a:cubicBezTo>
                  <a:pt x="373998" y="46816"/>
                  <a:pt x="369564" y="45170"/>
                  <a:pt x="363830" y="45170"/>
                </a:cubicBezTo>
                <a:cubicBezTo>
                  <a:pt x="359544" y="45170"/>
                  <a:pt x="355512" y="46281"/>
                  <a:pt x="351734" y="48503"/>
                </a:cubicBezTo>
                <a:cubicBezTo>
                  <a:pt x="347956" y="50724"/>
                  <a:pt x="345264" y="53734"/>
                  <a:pt x="343656" y="57535"/>
                </a:cubicBezTo>
                <a:cubicBezTo>
                  <a:pt x="342049" y="61335"/>
                  <a:pt x="341245" y="66580"/>
                  <a:pt x="341245" y="73271"/>
                </a:cubicBezTo>
                <a:lnTo>
                  <a:pt x="341245" y="119918"/>
                </a:lnTo>
                <a:lnTo>
                  <a:pt x="326778" y="119918"/>
                </a:lnTo>
                <a:close/>
                <a:moveTo>
                  <a:pt x="520838" y="73783"/>
                </a:moveTo>
                <a:lnTo>
                  <a:pt x="520838" y="59798"/>
                </a:lnTo>
                <a:lnTo>
                  <a:pt x="570750" y="59798"/>
                </a:lnTo>
                <a:lnTo>
                  <a:pt x="570750" y="103464"/>
                </a:lnTo>
                <a:cubicBezTo>
                  <a:pt x="563088" y="109566"/>
                  <a:pt x="555184" y="114156"/>
                  <a:pt x="547040" y="117233"/>
                </a:cubicBezTo>
                <a:cubicBezTo>
                  <a:pt x="538895" y="120309"/>
                  <a:pt x="530536" y="121847"/>
                  <a:pt x="521963" y="121847"/>
                </a:cubicBezTo>
                <a:cubicBezTo>
                  <a:pt x="510389" y="121847"/>
                  <a:pt x="499873" y="119369"/>
                  <a:pt x="490416" y="114413"/>
                </a:cubicBezTo>
                <a:cubicBezTo>
                  <a:pt x="480959" y="109456"/>
                  <a:pt x="473819" y="102290"/>
                  <a:pt x="468996" y="92913"/>
                </a:cubicBezTo>
                <a:cubicBezTo>
                  <a:pt x="464174" y="83536"/>
                  <a:pt x="461763" y="73060"/>
                  <a:pt x="461763" y="61486"/>
                </a:cubicBezTo>
                <a:cubicBezTo>
                  <a:pt x="461763" y="50020"/>
                  <a:pt x="464161" y="39316"/>
                  <a:pt x="468956" y="29377"/>
                </a:cubicBezTo>
                <a:cubicBezTo>
                  <a:pt x="473752" y="19437"/>
                  <a:pt x="480651" y="12056"/>
                  <a:pt x="489653" y="7234"/>
                </a:cubicBezTo>
                <a:cubicBezTo>
                  <a:pt x="498654" y="2411"/>
                  <a:pt x="509023" y="0"/>
                  <a:pt x="520757" y="0"/>
                </a:cubicBezTo>
                <a:cubicBezTo>
                  <a:pt x="529277" y="0"/>
                  <a:pt x="536980" y="1381"/>
                  <a:pt x="543865" y="4144"/>
                </a:cubicBezTo>
                <a:cubicBezTo>
                  <a:pt x="550750" y="6907"/>
                  <a:pt x="556149" y="10756"/>
                  <a:pt x="560060" y="15691"/>
                </a:cubicBezTo>
                <a:cubicBezTo>
                  <a:pt x="563972" y="20625"/>
                  <a:pt x="566946" y="27062"/>
                  <a:pt x="568982" y="35000"/>
                </a:cubicBezTo>
                <a:lnTo>
                  <a:pt x="554916" y="38858"/>
                </a:lnTo>
                <a:cubicBezTo>
                  <a:pt x="553148" y="32850"/>
                  <a:pt x="550951" y="28129"/>
                  <a:pt x="548326" y="24695"/>
                </a:cubicBezTo>
                <a:cubicBezTo>
                  <a:pt x="545700" y="21259"/>
                  <a:pt x="541949" y="18508"/>
                  <a:pt x="537073" y="16442"/>
                </a:cubicBezTo>
                <a:cubicBezTo>
                  <a:pt x="532197" y="14375"/>
                  <a:pt x="526785" y="13342"/>
                  <a:pt x="520838" y="13342"/>
                </a:cubicBezTo>
                <a:cubicBezTo>
                  <a:pt x="513711" y="13342"/>
                  <a:pt x="507549" y="14428"/>
                  <a:pt x="502352" y="16600"/>
                </a:cubicBezTo>
                <a:cubicBezTo>
                  <a:pt x="497154" y="18772"/>
                  <a:pt x="492961" y="21627"/>
                  <a:pt x="489773" y="25167"/>
                </a:cubicBezTo>
                <a:cubicBezTo>
                  <a:pt x="486585" y="28707"/>
                  <a:pt x="484107" y="32595"/>
                  <a:pt x="482339" y="36831"/>
                </a:cubicBezTo>
                <a:cubicBezTo>
                  <a:pt x="479338" y="44125"/>
                  <a:pt x="477838" y="52036"/>
                  <a:pt x="477838" y="60562"/>
                </a:cubicBezTo>
                <a:cubicBezTo>
                  <a:pt x="477838" y="71073"/>
                  <a:pt x="479646" y="79868"/>
                  <a:pt x="483263" y="86947"/>
                </a:cubicBezTo>
                <a:cubicBezTo>
                  <a:pt x="486880" y="94027"/>
                  <a:pt x="492144" y="99283"/>
                  <a:pt x="499056" y="102716"/>
                </a:cubicBezTo>
                <a:cubicBezTo>
                  <a:pt x="505969" y="106147"/>
                  <a:pt x="513309" y="107862"/>
                  <a:pt x="521079" y="107862"/>
                </a:cubicBezTo>
                <a:cubicBezTo>
                  <a:pt x="527830" y="107862"/>
                  <a:pt x="534421" y="106566"/>
                  <a:pt x="540851" y="103974"/>
                </a:cubicBezTo>
                <a:cubicBezTo>
                  <a:pt x="547281" y="101380"/>
                  <a:pt x="552157" y="98613"/>
                  <a:pt x="555479" y="95673"/>
                </a:cubicBezTo>
                <a:lnTo>
                  <a:pt x="555479" y="73783"/>
                </a:lnTo>
                <a:lnTo>
                  <a:pt x="520838" y="73783"/>
                </a:lnTo>
                <a:close/>
                <a:moveTo>
                  <a:pt x="649986" y="92270"/>
                </a:moveTo>
                <a:lnTo>
                  <a:pt x="664935" y="94199"/>
                </a:lnTo>
                <a:cubicBezTo>
                  <a:pt x="662578" y="102958"/>
                  <a:pt x="658211" y="109756"/>
                  <a:pt x="651834" y="114593"/>
                </a:cubicBezTo>
                <a:cubicBezTo>
                  <a:pt x="645458" y="119429"/>
                  <a:pt x="637314" y="121847"/>
                  <a:pt x="627401" y="121847"/>
                </a:cubicBezTo>
                <a:cubicBezTo>
                  <a:pt x="614916" y="121847"/>
                  <a:pt x="605017" y="118003"/>
                  <a:pt x="597702" y="110314"/>
                </a:cubicBezTo>
                <a:cubicBezTo>
                  <a:pt x="590388" y="102624"/>
                  <a:pt x="586731" y="91841"/>
                  <a:pt x="586731" y="77963"/>
                </a:cubicBezTo>
                <a:cubicBezTo>
                  <a:pt x="586731" y="63603"/>
                  <a:pt x="590429" y="52458"/>
                  <a:pt x="597823" y="44527"/>
                </a:cubicBezTo>
                <a:cubicBezTo>
                  <a:pt x="605217" y="36597"/>
                  <a:pt x="614809" y="32632"/>
                  <a:pt x="626597" y="32632"/>
                </a:cubicBezTo>
                <a:cubicBezTo>
                  <a:pt x="638010" y="32632"/>
                  <a:pt x="647334" y="36511"/>
                  <a:pt x="654567" y="44269"/>
                </a:cubicBezTo>
                <a:cubicBezTo>
                  <a:pt x="661801" y="52025"/>
                  <a:pt x="665418" y="62937"/>
                  <a:pt x="665418" y="77006"/>
                </a:cubicBezTo>
                <a:cubicBezTo>
                  <a:pt x="665418" y="77862"/>
                  <a:pt x="665391" y="79145"/>
                  <a:pt x="665337" y="80856"/>
                </a:cubicBezTo>
                <a:lnTo>
                  <a:pt x="601681" y="80856"/>
                </a:lnTo>
                <a:cubicBezTo>
                  <a:pt x="602217" y="90260"/>
                  <a:pt x="604869" y="97460"/>
                  <a:pt x="609638" y="102457"/>
                </a:cubicBezTo>
                <a:cubicBezTo>
                  <a:pt x="614407" y="107454"/>
                  <a:pt x="620355" y="109952"/>
                  <a:pt x="627481" y="109952"/>
                </a:cubicBezTo>
                <a:cubicBezTo>
                  <a:pt x="632786" y="109952"/>
                  <a:pt x="637314" y="108546"/>
                  <a:pt x="641064" y="105735"/>
                </a:cubicBezTo>
                <a:cubicBezTo>
                  <a:pt x="644815" y="102922"/>
                  <a:pt x="647789" y="98433"/>
                  <a:pt x="649986" y="92270"/>
                </a:cubicBezTo>
                <a:moveTo>
                  <a:pt x="602485" y="68961"/>
                </a:moveTo>
                <a:lnTo>
                  <a:pt x="650147" y="68961"/>
                </a:lnTo>
                <a:cubicBezTo>
                  <a:pt x="649504" y="61804"/>
                  <a:pt x="647682" y="56437"/>
                  <a:pt x="644681" y="52859"/>
                </a:cubicBezTo>
                <a:cubicBezTo>
                  <a:pt x="640073" y="47304"/>
                  <a:pt x="634099" y="44527"/>
                  <a:pt x="626758" y="44527"/>
                </a:cubicBezTo>
                <a:cubicBezTo>
                  <a:pt x="620113" y="44527"/>
                  <a:pt x="614527" y="46744"/>
                  <a:pt x="610000" y="51178"/>
                </a:cubicBezTo>
                <a:cubicBezTo>
                  <a:pt x="605472" y="55611"/>
                  <a:pt x="602967" y="61538"/>
                  <a:pt x="602485" y="68961"/>
                </a:cubicBezTo>
                <a:close/>
                <a:moveTo>
                  <a:pt x="682937" y="119918"/>
                </a:moveTo>
                <a:lnTo>
                  <a:pt x="682937" y="34561"/>
                </a:lnTo>
                <a:lnTo>
                  <a:pt x="695957" y="34561"/>
                </a:lnTo>
                <a:lnTo>
                  <a:pt x="695957" y="46697"/>
                </a:lnTo>
                <a:cubicBezTo>
                  <a:pt x="702226" y="37320"/>
                  <a:pt x="711282" y="32632"/>
                  <a:pt x="723124" y="32632"/>
                </a:cubicBezTo>
                <a:cubicBezTo>
                  <a:pt x="728268" y="32632"/>
                  <a:pt x="732996" y="33556"/>
                  <a:pt x="737310" y="35405"/>
                </a:cubicBezTo>
                <a:cubicBezTo>
                  <a:pt x="741623" y="37253"/>
                  <a:pt x="744852" y="39678"/>
                  <a:pt x="746995" y="42679"/>
                </a:cubicBezTo>
                <a:cubicBezTo>
                  <a:pt x="749138" y="45679"/>
                  <a:pt x="750639" y="49243"/>
                  <a:pt x="751496" y="53368"/>
                </a:cubicBezTo>
                <a:cubicBezTo>
                  <a:pt x="752032" y="56048"/>
                  <a:pt x="752300" y="60736"/>
                  <a:pt x="752300" y="67434"/>
                </a:cubicBezTo>
                <a:lnTo>
                  <a:pt x="752300" y="119918"/>
                </a:lnTo>
                <a:lnTo>
                  <a:pt x="737832" y="119918"/>
                </a:lnTo>
                <a:lnTo>
                  <a:pt x="737832" y="67997"/>
                </a:lnTo>
                <a:cubicBezTo>
                  <a:pt x="737832" y="62102"/>
                  <a:pt x="737270" y="57695"/>
                  <a:pt x="736144" y="54775"/>
                </a:cubicBezTo>
                <a:cubicBezTo>
                  <a:pt x="735019" y="51855"/>
                  <a:pt x="733023" y="49524"/>
                  <a:pt x="730157" y="47782"/>
                </a:cubicBezTo>
                <a:cubicBezTo>
                  <a:pt x="727290" y="46041"/>
                  <a:pt x="723928" y="45170"/>
                  <a:pt x="720070" y="45170"/>
                </a:cubicBezTo>
                <a:cubicBezTo>
                  <a:pt x="713908" y="45170"/>
                  <a:pt x="708589" y="47126"/>
                  <a:pt x="704115" y="51038"/>
                </a:cubicBezTo>
                <a:cubicBezTo>
                  <a:pt x="699641" y="54949"/>
                  <a:pt x="697404" y="62370"/>
                  <a:pt x="697404" y="73301"/>
                </a:cubicBezTo>
                <a:lnTo>
                  <a:pt x="697404" y="119918"/>
                </a:lnTo>
                <a:lnTo>
                  <a:pt x="682937" y="119918"/>
                </a:lnTo>
                <a:close/>
                <a:moveTo>
                  <a:pt x="832751" y="92270"/>
                </a:moveTo>
                <a:lnTo>
                  <a:pt x="847701" y="94199"/>
                </a:lnTo>
                <a:cubicBezTo>
                  <a:pt x="845343" y="102958"/>
                  <a:pt x="840976" y="109756"/>
                  <a:pt x="834600" y="114593"/>
                </a:cubicBezTo>
                <a:cubicBezTo>
                  <a:pt x="828223" y="119429"/>
                  <a:pt x="820079" y="121847"/>
                  <a:pt x="810166" y="121847"/>
                </a:cubicBezTo>
                <a:cubicBezTo>
                  <a:pt x="797681" y="121847"/>
                  <a:pt x="787782" y="118003"/>
                  <a:pt x="780468" y="110314"/>
                </a:cubicBezTo>
                <a:cubicBezTo>
                  <a:pt x="773154" y="102624"/>
                  <a:pt x="769497" y="91841"/>
                  <a:pt x="769497" y="77963"/>
                </a:cubicBezTo>
                <a:cubicBezTo>
                  <a:pt x="769497" y="63603"/>
                  <a:pt x="773194" y="52458"/>
                  <a:pt x="780588" y="44527"/>
                </a:cubicBezTo>
                <a:cubicBezTo>
                  <a:pt x="787983" y="36597"/>
                  <a:pt x="797574" y="32632"/>
                  <a:pt x="809362" y="32632"/>
                </a:cubicBezTo>
                <a:cubicBezTo>
                  <a:pt x="820775" y="32632"/>
                  <a:pt x="830099" y="36511"/>
                  <a:pt x="837332" y="44269"/>
                </a:cubicBezTo>
                <a:cubicBezTo>
                  <a:pt x="844566" y="52025"/>
                  <a:pt x="848183" y="62937"/>
                  <a:pt x="848183" y="77006"/>
                </a:cubicBezTo>
                <a:cubicBezTo>
                  <a:pt x="848183" y="77862"/>
                  <a:pt x="848156" y="79145"/>
                  <a:pt x="848102" y="80856"/>
                </a:cubicBezTo>
                <a:lnTo>
                  <a:pt x="784446" y="80856"/>
                </a:lnTo>
                <a:cubicBezTo>
                  <a:pt x="784982" y="90260"/>
                  <a:pt x="787634" y="97460"/>
                  <a:pt x="792403" y="102457"/>
                </a:cubicBezTo>
                <a:cubicBezTo>
                  <a:pt x="797172" y="107454"/>
                  <a:pt x="803120" y="109952"/>
                  <a:pt x="810246" y="109952"/>
                </a:cubicBezTo>
                <a:cubicBezTo>
                  <a:pt x="815551" y="109952"/>
                  <a:pt x="820079" y="108546"/>
                  <a:pt x="823829" y="105735"/>
                </a:cubicBezTo>
                <a:cubicBezTo>
                  <a:pt x="827580" y="102922"/>
                  <a:pt x="830554" y="98433"/>
                  <a:pt x="832751" y="92270"/>
                </a:cubicBezTo>
                <a:moveTo>
                  <a:pt x="785250" y="68961"/>
                </a:moveTo>
                <a:lnTo>
                  <a:pt x="832912" y="68961"/>
                </a:lnTo>
                <a:cubicBezTo>
                  <a:pt x="832269" y="61804"/>
                  <a:pt x="830447" y="56437"/>
                  <a:pt x="827446" y="52859"/>
                </a:cubicBezTo>
                <a:cubicBezTo>
                  <a:pt x="822838" y="47304"/>
                  <a:pt x="816864" y="44527"/>
                  <a:pt x="809523" y="44527"/>
                </a:cubicBezTo>
                <a:cubicBezTo>
                  <a:pt x="802879" y="44527"/>
                  <a:pt x="797293" y="46744"/>
                  <a:pt x="792765" y="51178"/>
                </a:cubicBezTo>
                <a:cubicBezTo>
                  <a:pt x="788237" y="55611"/>
                  <a:pt x="785732" y="61538"/>
                  <a:pt x="785250" y="68961"/>
                </a:cubicBezTo>
                <a:close/>
                <a:moveTo>
                  <a:pt x="865541" y="119918"/>
                </a:moveTo>
                <a:lnTo>
                  <a:pt x="865541" y="34561"/>
                </a:lnTo>
                <a:lnTo>
                  <a:pt x="878562" y="34561"/>
                </a:lnTo>
                <a:lnTo>
                  <a:pt x="878562" y="47501"/>
                </a:lnTo>
                <a:cubicBezTo>
                  <a:pt x="881884" y="41446"/>
                  <a:pt x="884951" y="37454"/>
                  <a:pt x="887765" y="35525"/>
                </a:cubicBezTo>
                <a:cubicBezTo>
                  <a:pt x="890578" y="33596"/>
                  <a:pt x="893672" y="32632"/>
                  <a:pt x="897048" y="32632"/>
                </a:cubicBezTo>
                <a:cubicBezTo>
                  <a:pt x="901924" y="32632"/>
                  <a:pt x="906880" y="34186"/>
                  <a:pt x="911917" y="37294"/>
                </a:cubicBezTo>
                <a:lnTo>
                  <a:pt x="906934" y="50706"/>
                </a:lnTo>
                <a:cubicBezTo>
                  <a:pt x="903397" y="48623"/>
                  <a:pt x="899861" y="47582"/>
                  <a:pt x="896324" y="47582"/>
                </a:cubicBezTo>
                <a:cubicBezTo>
                  <a:pt x="893163" y="47582"/>
                  <a:pt x="890323" y="48533"/>
                  <a:pt x="887805" y="50435"/>
                </a:cubicBezTo>
                <a:cubicBezTo>
                  <a:pt x="885286" y="52337"/>
                  <a:pt x="883491" y="54976"/>
                  <a:pt x="882420" y="58352"/>
                </a:cubicBezTo>
                <a:cubicBezTo>
                  <a:pt x="880812" y="63496"/>
                  <a:pt x="880008" y="69122"/>
                  <a:pt x="880008" y="75230"/>
                </a:cubicBezTo>
                <a:lnTo>
                  <a:pt x="880008" y="119918"/>
                </a:lnTo>
                <a:lnTo>
                  <a:pt x="865541" y="119918"/>
                </a:lnTo>
                <a:close/>
                <a:moveTo>
                  <a:pt x="975879" y="109148"/>
                </a:moveTo>
                <a:cubicBezTo>
                  <a:pt x="970521" y="113791"/>
                  <a:pt x="965364" y="117069"/>
                  <a:pt x="960407" y="118981"/>
                </a:cubicBezTo>
                <a:cubicBezTo>
                  <a:pt x="955451" y="120892"/>
                  <a:pt x="950133" y="121847"/>
                  <a:pt x="944453" y="121847"/>
                </a:cubicBezTo>
                <a:cubicBezTo>
                  <a:pt x="935076" y="121847"/>
                  <a:pt x="927869" y="119557"/>
                  <a:pt x="922832" y="114975"/>
                </a:cubicBezTo>
                <a:cubicBezTo>
                  <a:pt x="917796" y="110394"/>
                  <a:pt x="915277" y="104540"/>
                  <a:pt x="915277" y="97413"/>
                </a:cubicBezTo>
                <a:cubicBezTo>
                  <a:pt x="915277" y="93234"/>
                  <a:pt x="916228" y="89416"/>
                  <a:pt x="918131" y="85960"/>
                </a:cubicBezTo>
                <a:cubicBezTo>
                  <a:pt x="920033" y="82504"/>
                  <a:pt x="922524" y="79731"/>
                  <a:pt x="925605" y="77641"/>
                </a:cubicBezTo>
                <a:cubicBezTo>
                  <a:pt x="928686" y="75552"/>
                  <a:pt x="932156" y="73971"/>
                  <a:pt x="936014" y="72899"/>
                </a:cubicBezTo>
                <a:cubicBezTo>
                  <a:pt x="938854" y="72149"/>
                  <a:pt x="943140" y="71426"/>
                  <a:pt x="948874" y="70729"/>
                </a:cubicBezTo>
                <a:cubicBezTo>
                  <a:pt x="960555" y="69336"/>
                  <a:pt x="969155" y="67675"/>
                  <a:pt x="974674" y="65746"/>
                </a:cubicBezTo>
                <a:cubicBezTo>
                  <a:pt x="974727" y="63772"/>
                  <a:pt x="974754" y="62518"/>
                  <a:pt x="974754" y="61984"/>
                </a:cubicBezTo>
                <a:cubicBezTo>
                  <a:pt x="974754" y="56111"/>
                  <a:pt x="973388" y="51974"/>
                  <a:pt x="970655" y="49573"/>
                </a:cubicBezTo>
                <a:cubicBezTo>
                  <a:pt x="966958" y="46316"/>
                  <a:pt x="961466" y="44688"/>
                  <a:pt x="954178" y="44688"/>
                </a:cubicBezTo>
                <a:cubicBezTo>
                  <a:pt x="947373" y="44688"/>
                  <a:pt x="942350" y="45880"/>
                  <a:pt x="939108" y="48265"/>
                </a:cubicBezTo>
                <a:cubicBezTo>
                  <a:pt x="935866" y="50649"/>
                  <a:pt x="933469" y="54869"/>
                  <a:pt x="931915" y="60924"/>
                </a:cubicBezTo>
                <a:lnTo>
                  <a:pt x="917769" y="58995"/>
                </a:lnTo>
                <a:cubicBezTo>
                  <a:pt x="919055" y="52921"/>
                  <a:pt x="921171" y="48017"/>
                  <a:pt x="924118" y="44281"/>
                </a:cubicBezTo>
                <a:cubicBezTo>
                  <a:pt x="927065" y="40545"/>
                  <a:pt x="931325" y="37670"/>
                  <a:pt x="936898" y="35656"/>
                </a:cubicBezTo>
                <a:cubicBezTo>
                  <a:pt x="942470" y="33640"/>
                  <a:pt x="948927" y="32632"/>
                  <a:pt x="956268" y="32632"/>
                </a:cubicBezTo>
                <a:cubicBezTo>
                  <a:pt x="963555" y="32632"/>
                  <a:pt x="969476" y="33493"/>
                  <a:pt x="974031" y="35214"/>
                </a:cubicBezTo>
                <a:cubicBezTo>
                  <a:pt x="978585" y="36934"/>
                  <a:pt x="981934" y="39098"/>
                  <a:pt x="984078" y="41707"/>
                </a:cubicBezTo>
                <a:cubicBezTo>
                  <a:pt x="986221" y="44314"/>
                  <a:pt x="987721" y="47607"/>
                  <a:pt x="988578" y="51588"/>
                </a:cubicBezTo>
                <a:cubicBezTo>
                  <a:pt x="989061" y="54061"/>
                  <a:pt x="989302" y="58503"/>
                  <a:pt x="989302" y="64915"/>
                </a:cubicBezTo>
                <a:lnTo>
                  <a:pt x="989302" y="84149"/>
                </a:lnTo>
                <a:cubicBezTo>
                  <a:pt x="989302" y="97560"/>
                  <a:pt x="989610" y="106054"/>
                  <a:pt x="990226" y="109630"/>
                </a:cubicBezTo>
                <a:cubicBezTo>
                  <a:pt x="990842" y="113207"/>
                  <a:pt x="992061" y="116636"/>
                  <a:pt x="993883" y="119918"/>
                </a:cubicBezTo>
                <a:lnTo>
                  <a:pt x="978773" y="119918"/>
                </a:lnTo>
                <a:cubicBezTo>
                  <a:pt x="977273" y="116849"/>
                  <a:pt x="976308" y="113259"/>
                  <a:pt x="975879" y="109148"/>
                </a:cubicBezTo>
                <a:moveTo>
                  <a:pt x="974674" y="77159"/>
                </a:moveTo>
                <a:cubicBezTo>
                  <a:pt x="969423" y="79292"/>
                  <a:pt x="961546" y="81106"/>
                  <a:pt x="951044" y="82600"/>
                </a:cubicBezTo>
                <a:cubicBezTo>
                  <a:pt x="945096" y="83452"/>
                  <a:pt x="940890" y="84411"/>
                  <a:pt x="938425" y="85478"/>
                </a:cubicBezTo>
                <a:cubicBezTo>
                  <a:pt x="935960" y="86545"/>
                  <a:pt x="934058" y="88104"/>
                  <a:pt x="932718" y="90157"/>
                </a:cubicBezTo>
                <a:cubicBezTo>
                  <a:pt x="931379" y="92210"/>
                  <a:pt x="930709" y="94490"/>
                  <a:pt x="930709" y="96997"/>
                </a:cubicBezTo>
                <a:cubicBezTo>
                  <a:pt x="930709" y="100836"/>
                  <a:pt x="932169" y="104036"/>
                  <a:pt x="935089" y="106596"/>
                </a:cubicBezTo>
                <a:cubicBezTo>
                  <a:pt x="938010" y="109155"/>
                  <a:pt x="942283" y="110434"/>
                  <a:pt x="947909" y="110434"/>
                </a:cubicBezTo>
                <a:cubicBezTo>
                  <a:pt x="953482" y="110434"/>
                  <a:pt x="958438" y="109219"/>
                  <a:pt x="962778" y="106790"/>
                </a:cubicBezTo>
                <a:cubicBezTo>
                  <a:pt x="967119" y="104358"/>
                  <a:pt x="970307" y="101037"/>
                  <a:pt x="972343" y="96826"/>
                </a:cubicBezTo>
                <a:cubicBezTo>
                  <a:pt x="973897" y="93576"/>
                  <a:pt x="974674" y="88779"/>
                  <a:pt x="974674" y="82436"/>
                </a:cubicBezTo>
                <a:lnTo>
                  <a:pt x="974674" y="77159"/>
                </a:lnTo>
                <a:close/>
                <a:moveTo>
                  <a:pt x="1043150" y="106978"/>
                </a:moveTo>
                <a:lnTo>
                  <a:pt x="1045239" y="119757"/>
                </a:lnTo>
                <a:cubicBezTo>
                  <a:pt x="1041167" y="120615"/>
                  <a:pt x="1037523" y="121043"/>
                  <a:pt x="1034309" y="121043"/>
                </a:cubicBezTo>
                <a:cubicBezTo>
                  <a:pt x="1029057" y="121043"/>
                  <a:pt x="1024985" y="120213"/>
                  <a:pt x="1022092" y="118552"/>
                </a:cubicBezTo>
                <a:cubicBezTo>
                  <a:pt x="1019198" y="116891"/>
                  <a:pt x="1017162" y="114707"/>
                  <a:pt x="1015983" y="112001"/>
                </a:cubicBezTo>
                <a:cubicBezTo>
                  <a:pt x="1014804" y="109295"/>
                  <a:pt x="1014215" y="103602"/>
                  <a:pt x="1014215" y="94922"/>
                </a:cubicBezTo>
                <a:lnTo>
                  <a:pt x="1014215" y="45813"/>
                </a:lnTo>
                <a:lnTo>
                  <a:pt x="1003606" y="45813"/>
                </a:lnTo>
                <a:lnTo>
                  <a:pt x="1003606" y="34561"/>
                </a:lnTo>
                <a:lnTo>
                  <a:pt x="1014215" y="34561"/>
                </a:lnTo>
                <a:lnTo>
                  <a:pt x="1014215" y="13422"/>
                </a:lnTo>
                <a:lnTo>
                  <a:pt x="1028602" y="4742"/>
                </a:lnTo>
                <a:lnTo>
                  <a:pt x="1028602" y="34561"/>
                </a:lnTo>
                <a:lnTo>
                  <a:pt x="1043150" y="34561"/>
                </a:lnTo>
                <a:lnTo>
                  <a:pt x="1043150" y="45813"/>
                </a:lnTo>
                <a:lnTo>
                  <a:pt x="1028602" y="45813"/>
                </a:lnTo>
                <a:lnTo>
                  <a:pt x="1028602" y="95726"/>
                </a:lnTo>
                <a:cubicBezTo>
                  <a:pt x="1028602" y="99851"/>
                  <a:pt x="1028856" y="102504"/>
                  <a:pt x="1029366" y="103683"/>
                </a:cubicBezTo>
                <a:cubicBezTo>
                  <a:pt x="1029875" y="104861"/>
                  <a:pt x="1030705" y="105799"/>
                  <a:pt x="1031857" y="106496"/>
                </a:cubicBezTo>
                <a:cubicBezTo>
                  <a:pt x="1033009" y="107192"/>
                  <a:pt x="1034657" y="107541"/>
                  <a:pt x="1036800" y="107541"/>
                </a:cubicBezTo>
                <a:cubicBezTo>
                  <a:pt x="1038408" y="107541"/>
                  <a:pt x="1040524" y="107353"/>
                  <a:pt x="1043150" y="106978"/>
                </a:cubicBezTo>
                <a:close/>
                <a:moveTo>
                  <a:pt x="1057335" y="18647"/>
                </a:moveTo>
                <a:lnTo>
                  <a:pt x="1057335" y="2090"/>
                </a:lnTo>
                <a:lnTo>
                  <a:pt x="1071802" y="2090"/>
                </a:lnTo>
                <a:lnTo>
                  <a:pt x="1071802" y="18647"/>
                </a:lnTo>
                <a:lnTo>
                  <a:pt x="1057335" y="18647"/>
                </a:lnTo>
                <a:moveTo>
                  <a:pt x="1057335" y="119918"/>
                </a:moveTo>
                <a:lnTo>
                  <a:pt x="1057335" y="34561"/>
                </a:lnTo>
                <a:lnTo>
                  <a:pt x="1071802" y="34561"/>
                </a:lnTo>
                <a:lnTo>
                  <a:pt x="1071802" y="119918"/>
                </a:lnTo>
                <a:lnTo>
                  <a:pt x="1057335" y="119918"/>
                </a:lnTo>
                <a:close/>
                <a:moveTo>
                  <a:pt x="1088188" y="77240"/>
                </a:moveTo>
                <a:cubicBezTo>
                  <a:pt x="1088188" y="61433"/>
                  <a:pt x="1092582" y="49725"/>
                  <a:pt x="1101369" y="42116"/>
                </a:cubicBezTo>
                <a:cubicBezTo>
                  <a:pt x="1108710" y="35793"/>
                  <a:pt x="1117659" y="32632"/>
                  <a:pt x="1128214" y="32632"/>
                </a:cubicBezTo>
                <a:cubicBezTo>
                  <a:pt x="1139949" y="32632"/>
                  <a:pt x="1149540" y="36476"/>
                  <a:pt x="1156988" y="44166"/>
                </a:cubicBezTo>
                <a:cubicBezTo>
                  <a:pt x="1164436" y="51855"/>
                  <a:pt x="1168160" y="62478"/>
                  <a:pt x="1168160" y="76034"/>
                </a:cubicBezTo>
                <a:cubicBezTo>
                  <a:pt x="1168160" y="87018"/>
                  <a:pt x="1166513" y="95659"/>
                  <a:pt x="1163217" y="101955"/>
                </a:cubicBezTo>
                <a:cubicBezTo>
                  <a:pt x="1159922" y="108251"/>
                  <a:pt x="1155126" y="113140"/>
                  <a:pt x="1148830" y="116623"/>
                </a:cubicBezTo>
                <a:cubicBezTo>
                  <a:pt x="1142534" y="120106"/>
                  <a:pt x="1135662" y="121847"/>
                  <a:pt x="1128214" y="121847"/>
                </a:cubicBezTo>
                <a:cubicBezTo>
                  <a:pt x="1116265" y="121847"/>
                  <a:pt x="1106607" y="118016"/>
                  <a:pt x="1099240" y="110354"/>
                </a:cubicBezTo>
                <a:cubicBezTo>
                  <a:pt x="1091872" y="102691"/>
                  <a:pt x="1088188" y="91653"/>
                  <a:pt x="1088188" y="77240"/>
                </a:cubicBezTo>
                <a:moveTo>
                  <a:pt x="1103057" y="77280"/>
                </a:moveTo>
                <a:cubicBezTo>
                  <a:pt x="1103057" y="88197"/>
                  <a:pt x="1105442" y="96372"/>
                  <a:pt x="1110211" y="101804"/>
                </a:cubicBezTo>
                <a:cubicBezTo>
                  <a:pt x="1114979" y="107236"/>
                  <a:pt x="1120981" y="109952"/>
                  <a:pt x="1128214" y="109952"/>
                </a:cubicBezTo>
                <a:cubicBezTo>
                  <a:pt x="1135395" y="109952"/>
                  <a:pt x="1141369" y="107222"/>
                  <a:pt x="1146138" y="101764"/>
                </a:cubicBezTo>
                <a:cubicBezTo>
                  <a:pt x="1150907" y="96305"/>
                  <a:pt x="1153291" y="87983"/>
                  <a:pt x="1153291" y="76798"/>
                </a:cubicBezTo>
                <a:cubicBezTo>
                  <a:pt x="1153291" y="66255"/>
                  <a:pt x="1150893" y="58268"/>
                  <a:pt x="1146098" y="52836"/>
                </a:cubicBezTo>
                <a:cubicBezTo>
                  <a:pt x="1141302" y="47404"/>
                  <a:pt x="1135341" y="44688"/>
                  <a:pt x="1128214" y="44688"/>
                </a:cubicBezTo>
                <a:cubicBezTo>
                  <a:pt x="1120981" y="44688"/>
                  <a:pt x="1114979" y="47391"/>
                  <a:pt x="1110211" y="52796"/>
                </a:cubicBezTo>
                <a:cubicBezTo>
                  <a:pt x="1105442" y="58201"/>
                  <a:pt x="1103057" y="66362"/>
                  <a:pt x="1103057" y="77280"/>
                </a:cubicBezTo>
                <a:close/>
                <a:moveTo>
                  <a:pt x="1184956" y="119918"/>
                </a:moveTo>
                <a:lnTo>
                  <a:pt x="1184956" y="34561"/>
                </a:lnTo>
                <a:lnTo>
                  <a:pt x="1197976" y="34561"/>
                </a:lnTo>
                <a:lnTo>
                  <a:pt x="1197976" y="46697"/>
                </a:lnTo>
                <a:cubicBezTo>
                  <a:pt x="1204246" y="37320"/>
                  <a:pt x="1213301" y="32632"/>
                  <a:pt x="1225143" y="32632"/>
                </a:cubicBezTo>
                <a:cubicBezTo>
                  <a:pt x="1230287" y="32632"/>
                  <a:pt x="1235015" y="33556"/>
                  <a:pt x="1239329" y="35405"/>
                </a:cubicBezTo>
                <a:cubicBezTo>
                  <a:pt x="1243642" y="37253"/>
                  <a:pt x="1246871" y="39678"/>
                  <a:pt x="1249014" y="42679"/>
                </a:cubicBezTo>
                <a:cubicBezTo>
                  <a:pt x="1251157" y="45679"/>
                  <a:pt x="1252658" y="49243"/>
                  <a:pt x="1253515" y="53368"/>
                </a:cubicBezTo>
                <a:cubicBezTo>
                  <a:pt x="1254051" y="56048"/>
                  <a:pt x="1254319" y="60736"/>
                  <a:pt x="1254319" y="67434"/>
                </a:cubicBezTo>
                <a:lnTo>
                  <a:pt x="1254319" y="119918"/>
                </a:lnTo>
                <a:lnTo>
                  <a:pt x="1239851" y="119918"/>
                </a:lnTo>
                <a:lnTo>
                  <a:pt x="1239851" y="67997"/>
                </a:lnTo>
                <a:cubicBezTo>
                  <a:pt x="1239851" y="62102"/>
                  <a:pt x="1239289" y="57695"/>
                  <a:pt x="1238163" y="54775"/>
                </a:cubicBezTo>
                <a:cubicBezTo>
                  <a:pt x="1237038" y="51855"/>
                  <a:pt x="1235042" y="49524"/>
                  <a:pt x="1232176" y="47782"/>
                </a:cubicBezTo>
                <a:cubicBezTo>
                  <a:pt x="1229309" y="46041"/>
                  <a:pt x="1225947" y="45170"/>
                  <a:pt x="1222089" y="45170"/>
                </a:cubicBezTo>
                <a:cubicBezTo>
                  <a:pt x="1215927" y="45170"/>
                  <a:pt x="1210608" y="47126"/>
                  <a:pt x="1206134" y="51038"/>
                </a:cubicBezTo>
                <a:cubicBezTo>
                  <a:pt x="1201660" y="54949"/>
                  <a:pt x="1199423" y="62370"/>
                  <a:pt x="1199423" y="73301"/>
                </a:cubicBezTo>
                <a:lnTo>
                  <a:pt x="1199423" y="119918"/>
                </a:lnTo>
                <a:lnTo>
                  <a:pt x="1184956" y="119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Navigate">
            <a:extLst xmlns:a="http://schemas.openxmlformats.org/drawingml/2006/main">
              <a:ext uri="{FF2B5EF4-FFF2-40B4-BE49-F238E27FC236}">
                <a16:creationId xmlns:a16="http://schemas.microsoft.com/office/drawing/2014/main" id="{5BFAC6C2-12CA-4A74-AE80-AE77F3F5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422" y="943107"/>
            <a:ext cx="537305" cy="130292"/>
          </a:xfrm>
          <a:custGeom xmlns:a="http://schemas.openxmlformats.org/drawingml/2006/main">
            <a:pathLst>
              <a:path w="537305" h="130292">
                <a:moveTo>
                  <a:pt x="0" y="100636"/>
                </a:moveTo>
                <a:lnTo>
                  <a:pt x="0" y="0"/>
                </a:lnTo>
                <a:lnTo>
                  <a:pt x="13661" y="0"/>
                </a:lnTo>
                <a:lnTo>
                  <a:pt x="66519" y="79013"/>
                </a:lnTo>
                <a:lnTo>
                  <a:pt x="66519" y="0"/>
                </a:lnTo>
                <a:lnTo>
                  <a:pt x="79287" y="0"/>
                </a:lnTo>
                <a:lnTo>
                  <a:pt x="79287" y="100636"/>
                </a:lnTo>
                <a:lnTo>
                  <a:pt x="65627" y="100636"/>
                </a:lnTo>
                <a:lnTo>
                  <a:pt x="12768" y="21628"/>
                </a:lnTo>
                <a:lnTo>
                  <a:pt x="12768" y="100636"/>
                </a:lnTo>
                <a:lnTo>
                  <a:pt x="0" y="100636"/>
                </a:lnTo>
                <a:close/>
                <a:moveTo>
                  <a:pt x="147472" y="91438"/>
                </a:moveTo>
                <a:cubicBezTo>
                  <a:pt x="142896" y="95404"/>
                  <a:pt x="138491" y="98203"/>
                  <a:pt x="134258" y="99836"/>
                </a:cubicBezTo>
                <a:cubicBezTo>
                  <a:pt x="130025" y="101468"/>
                  <a:pt x="125482" y="102284"/>
                  <a:pt x="120631" y="102284"/>
                </a:cubicBezTo>
                <a:cubicBezTo>
                  <a:pt x="112623" y="102284"/>
                  <a:pt x="106467" y="100328"/>
                  <a:pt x="102165" y="96415"/>
                </a:cubicBezTo>
                <a:cubicBezTo>
                  <a:pt x="97863" y="92502"/>
                  <a:pt x="95712" y="87502"/>
                  <a:pt x="95712" y="81415"/>
                </a:cubicBezTo>
                <a:cubicBezTo>
                  <a:pt x="95712" y="77846"/>
                  <a:pt x="96525" y="74585"/>
                  <a:pt x="98149" y="71633"/>
                </a:cubicBezTo>
                <a:cubicBezTo>
                  <a:pt x="99774" y="68681"/>
                  <a:pt x="101902" y="66313"/>
                  <a:pt x="104534" y="64528"/>
                </a:cubicBezTo>
                <a:cubicBezTo>
                  <a:pt x="107165" y="62743"/>
                  <a:pt x="110128" y="61393"/>
                  <a:pt x="113423" y="60478"/>
                </a:cubicBezTo>
                <a:cubicBezTo>
                  <a:pt x="115849" y="59837"/>
                  <a:pt x="119510" y="59219"/>
                  <a:pt x="124407" y="58625"/>
                </a:cubicBezTo>
                <a:cubicBezTo>
                  <a:pt x="134384" y="57435"/>
                  <a:pt x="141729" y="56016"/>
                  <a:pt x="146443" y="54368"/>
                </a:cubicBezTo>
                <a:cubicBezTo>
                  <a:pt x="146488" y="52682"/>
                  <a:pt x="146511" y="51611"/>
                  <a:pt x="146511" y="51155"/>
                </a:cubicBezTo>
                <a:cubicBezTo>
                  <a:pt x="146511" y="46139"/>
                  <a:pt x="145344" y="42606"/>
                  <a:pt x="143010" y="40555"/>
                </a:cubicBezTo>
                <a:cubicBezTo>
                  <a:pt x="139852" y="37774"/>
                  <a:pt x="135162" y="36383"/>
                  <a:pt x="128938" y="36383"/>
                </a:cubicBezTo>
                <a:cubicBezTo>
                  <a:pt x="123125" y="36383"/>
                  <a:pt x="118835" y="37401"/>
                  <a:pt x="116066" y="39438"/>
                </a:cubicBezTo>
                <a:cubicBezTo>
                  <a:pt x="113298" y="41474"/>
                  <a:pt x="111250" y="45078"/>
                  <a:pt x="109922" y="50250"/>
                </a:cubicBezTo>
                <a:lnTo>
                  <a:pt x="97841" y="48602"/>
                </a:lnTo>
                <a:cubicBezTo>
                  <a:pt x="98939" y="43415"/>
                  <a:pt x="100747" y="39226"/>
                  <a:pt x="103264" y="36035"/>
                </a:cubicBezTo>
                <a:cubicBezTo>
                  <a:pt x="105781" y="32845"/>
                  <a:pt x="109419" y="30389"/>
                  <a:pt x="114179" y="28669"/>
                </a:cubicBezTo>
                <a:cubicBezTo>
                  <a:pt x="118938" y="26947"/>
                  <a:pt x="124453" y="26086"/>
                  <a:pt x="130722" y="26086"/>
                </a:cubicBezTo>
                <a:cubicBezTo>
                  <a:pt x="136946" y="26086"/>
                  <a:pt x="142003" y="26821"/>
                  <a:pt x="145893" y="28291"/>
                </a:cubicBezTo>
                <a:cubicBezTo>
                  <a:pt x="149783" y="29760"/>
                  <a:pt x="152644" y="31608"/>
                  <a:pt x="154474" y="33837"/>
                </a:cubicBezTo>
                <a:cubicBezTo>
                  <a:pt x="156305" y="36063"/>
                  <a:pt x="157586" y="38876"/>
                  <a:pt x="158319" y="42276"/>
                </a:cubicBezTo>
                <a:cubicBezTo>
                  <a:pt x="158730" y="44388"/>
                  <a:pt x="158936" y="48182"/>
                  <a:pt x="158936" y="53658"/>
                </a:cubicBezTo>
                <a:lnTo>
                  <a:pt x="158936" y="70086"/>
                </a:lnTo>
                <a:cubicBezTo>
                  <a:pt x="158936" y="81540"/>
                  <a:pt x="159199" y="88795"/>
                  <a:pt x="159726" y="91850"/>
                </a:cubicBezTo>
                <a:cubicBezTo>
                  <a:pt x="160252" y="94904"/>
                  <a:pt x="161293" y="97833"/>
                  <a:pt x="162849" y="100636"/>
                </a:cubicBezTo>
                <a:lnTo>
                  <a:pt x="149944" y="100636"/>
                </a:lnTo>
                <a:cubicBezTo>
                  <a:pt x="148662" y="98015"/>
                  <a:pt x="147838" y="94949"/>
                  <a:pt x="147472" y="91438"/>
                </a:cubicBezTo>
                <a:moveTo>
                  <a:pt x="146443" y="64116"/>
                </a:moveTo>
                <a:cubicBezTo>
                  <a:pt x="141958" y="65938"/>
                  <a:pt x="135230" y="67487"/>
                  <a:pt x="126260" y="68763"/>
                </a:cubicBezTo>
                <a:cubicBezTo>
                  <a:pt x="121180" y="69491"/>
                  <a:pt x="117588" y="70310"/>
                  <a:pt x="115483" y="71221"/>
                </a:cubicBezTo>
                <a:cubicBezTo>
                  <a:pt x="113378" y="72132"/>
                  <a:pt x="111753" y="73464"/>
                  <a:pt x="110609" y="75218"/>
                </a:cubicBezTo>
                <a:cubicBezTo>
                  <a:pt x="109465" y="76971"/>
                  <a:pt x="108893" y="78918"/>
                  <a:pt x="108893" y="81059"/>
                </a:cubicBezTo>
                <a:cubicBezTo>
                  <a:pt x="108893" y="84339"/>
                  <a:pt x="110140" y="87072"/>
                  <a:pt x="112634" y="89258"/>
                </a:cubicBezTo>
                <a:cubicBezTo>
                  <a:pt x="115128" y="91443"/>
                  <a:pt x="118778" y="92536"/>
                  <a:pt x="123583" y="92536"/>
                </a:cubicBezTo>
                <a:cubicBezTo>
                  <a:pt x="128343" y="92536"/>
                  <a:pt x="132576" y="91499"/>
                  <a:pt x="136283" y="89423"/>
                </a:cubicBezTo>
                <a:cubicBezTo>
                  <a:pt x="139990" y="87347"/>
                  <a:pt x="142713" y="84510"/>
                  <a:pt x="144452" y="80913"/>
                </a:cubicBezTo>
                <a:cubicBezTo>
                  <a:pt x="145779" y="78137"/>
                  <a:pt x="146443" y="74041"/>
                  <a:pt x="146443" y="68623"/>
                </a:cubicBezTo>
                <a:lnTo>
                  <a:pt x="146443" y="64116"/>
                </a:lnTo>
                <a:close/>
                <a:moveTo>
                  <a:pt x="198061" y="100636"/>
                </a:moveTo>
                <a:lnTo>
                  <a:pt x="170327" y="27733"/>
                </a:lnTo>
                <a:lnTo>
                  <a:pt x="183370" y="27733"/>
                </a:lnTo>
                <a:lnTo>
                  <a:pt x="199022" y="71393"/>
                </a:lnTo>
                <a:cubicBezTo>
                  <a:pt x="200715" y="76107"/>
                  <a:pt x="202271" y="81003"/>
                  <a:pt x="203690" y="86083"/>
                </a:cubicBezTo>
                <a:cubicBezTo>
                  <a:pt x="204788" y="82239"/>
                  <a:pt x="206321" y="77617"/>
                  <a:pt x="208289" y="72217"/>
                </a:cubicBezTo>
                <a:lnTo>
                  <a:pt x="224490" y="27733"/>
                </a:lnTo>
                <a:lnTo>
                  <a:pt x="237189" y="27733"/>
                </a:lnTo>
                <a:lnTo>
                  <a:pt x="209593" y="100636"/>
                </a:lnTo>
                <a:lnTo>
                  <a:pt x="198061" y="100636"/>
                </a:lnTo>
                <a:close/>
                <a:moveTo>
                  <a:pt x="248173" y="14141"/>
                </a:moveTo>
                <a:lnTo>
                  <a:pt x="248173" y="0"/>
                </a:lnTo>
                <a:lnTo>
                  <a:pt x="260529" y="0"/>
                </a:lnTo>
                <a:lnTo>
                  <a:pt x="260529" y="14141"/>
                </a:lnTo>
                <a:lnTo>
                  <a:pt x="248173" y="14141"/>
                </a:lnTo>
                <a:moveTo>
                  <a:pt x="248173" y="100636"/>
                </a:moveTo>
                <a:lnTo>
                  <a:pt x="248173" y="27733"/>
                </a:lnTo>
                <a:lnTo>
                  <a:pt x="260529" y="27733"/>
                </a:lnTo>
                <a:lnTo>
                  <a:pt x="260529" y="100636"/>
                </a:lnTo>
                <a:lnTo>
                  <a:pt x="248173" y="100636"/>
                </a:lnTo>
                <a:close/>
                <a:moveTo>
                  <a:pt x="276886" y="106677"/>
                </a:moveTo>
                <a:lnTo>
                  <a:pt x="288899" y="108325"/>
                </a:lnTo>
                <a:cubicBezTo>
                  <a:pt x="289402" y="112076"/>
                  <a:pt x="290798" y="114808"/>
                  <a:pt x="293086" y="116522"/>
                </a:cubicBezTo>
                <a:cubicBezTo>
                  <a:pt x="296152" y="118837"/>
                  <a:pt x="300340" y="119995"/>
                  <a:pt x="305649" y="119995"/>
                </a:cubicBezTo>
                <a:cubicBezTo>
                  <a:pt x="311369" y="119995"/>
                  <a:pt x="315786" y="118848"/>
                  <a:pt x="318898" y="116554"/>
                </a:cubicBezTo>
                <a:cubicBezTo>
                  <a:pt x="322010" y="114260"/>
                  <a:pt x="324115" y="111049"/>
                  <a:pt x="325213" y="106922"/>
                </a:cubicBezTo>
                <a:cubicBezTo>
                  <a:pt x="325854" y="104398"/>
                  <a:pt x="326151" y="99099"/>
                  <a:pt x="326105" y="91026"/>
                </a:cubicBezTo>
                <a:cubicBezTo>
                  <a:pt x="320705" y="97433"/>
                  <a:pt x="313978" y="100636"/>
                  <a:pt x="305923" y="100636"/>
                </a:cubicBezTo>
                <a:cubicBezTo>
                  <a:pt x="295901" y="100636"/>
                  <a:pt x="288144" y="97021"/>
                  <a:pt x="282652" y="89790"/>
                </a:cubicBezTo>
                <a:cubicBezTo>
                  <a:pt x="277160" y="82559"/>
                  <a:pt x="274414" y="73887"/>
                  <a:pt x="274414" y="63773"/>
                </a:cubicBezTo>
                <a:cubicBezTo>
                  <a:pt x="274414" y="56817"/>
                  <a:pt x="275673" y="50398"/>
                  <a:pt x="278190" y="44518"/>
                </a:cubicBezTo>
                <a:cubicBezTo>
                  <a:pt x="280707" y="38637"/>
                  <a:pt x="284357" y="34095"/>
                  <a:pt x="289139" y="30891"/>
                </a:cubicBezTo>
                <a:cubicBezTo>
                  <a:pt x="293921" y="27688"/>
                  <a:pt x="299539" y="26086"/>
                  <a:pt x="305992" y="26086"/>
                </a:cubicBezTo>
                <a:cubicBezTo>
                  <a:pt x="314596" y="26086"/>
                  <a:pt x="321689" y="29610"/>
                  <a:pt x="327272" y="36657"/>
                </a:cubicBezTo>
                <a:lnTo>
                  <a:pt x="327272" y="27733"/>
                </a:lnTo>
                <a:lnTo>
                  <a:pt x="338668" y="27733"/>
                </a:lnTo>
                <a:lnTo>
                  <a:pt x="338668" y="90794"/>
                </a:lnTo>
                <a:cubicBezTo>
                  <a:pt x="338668" y="102151"/>
                  <a:pt x="337512" y="110199"/>
                  <a:pt x="335201" y="114939"/>
                </a:cubicBezTo>
                <a:cubicBezTo>
                  <a:pt x="332890" y="119678"/>
                  <a:pt x="329229" y="123422"/>
                  <a:pt x="324218" y="126169"/>
                </a:cubicBezTo>
                <a:cubicBezTo>
                  <a:pt x="319206" y="128918"/>
                  <a:pt x="313040" y="130292"/>
                  <a:pt x="305717" y="130292"/>
                </a:cubicBezTo>
                <a:cubicBezTo>
                  <a:pt x="297022" y="130292"/>
                  <a:pt x="289997" y="128330"/>
                  <a:pt x="284643" y="124405"/>
                </a:cubicBezTo>
                <a:cubicBezTo>
                  <a:pt x="279288" y="120481"/>
                  <a:pt x="276703" y="114572"/>
                  <a:pt x="276886" y="106677"/>
                </a:cubicBezTo>
                <a:moveTo>
                  <a:pt x="287114" y="62883"/>
                </a:moveTo>
                <a:cubicBezTo>
                  <a:pt x="287114" y="72423"/>
                  <a:pt x="289013" y="79385"/>
                  <a:pt x="292812" y="83766"/>
                </a:cubicBezTo>
                <a:cubicBezTo>
                  <a:pt x="296610" y="88148"/>
                  <a:pt x="301370" y="90339"/>
                  <a:pt x="307090" y="90339"/>
                </a:cubicBezTo>
                <a:cubicBezTo>
                  <a:pt x="312765" y="90339"/>
                  <a:pt x="317525" y="88160"/>
                  <a:pt x="321369" y="83801"/>
                </a:cubicBezTo>
                <a:cubicBezTo>
                  <a:pt x="325213" y="79442"/>
                  <a:pt x="327135" y="72606"/>
                  <a:pt x="327135" y="63293"/>
                </a:cubicBezTo>
                <a:cubicBezTo>
                  <a:pt x="327135" y="54391"/>
                  <a:pt x="325156" y="47681"/>
                  <a:pt x="321197" y="43162"/>
                </a:cubicBezTo>
                <a:cubicBezTo>
                  <a:pt x="317239" y="38643"/>
                  <a:pt x="312468" y="36383"/>
                  <a:pt x="306884" y="36383"/>
                </a:cubicBezTo>
                <a:cubicBezTo>
                  <a:pt x="301393" y="36383"/>
                  <a:pt x="296725" y="38608"/>
                  <a:pt x="292880" y="43059"/>
                </a:cubicBezTo>
                <a:cubicBezTo>
                  <a:pt x="289036" y="47509"/>
                  <a:pt x="287114" y="54117"/>
                  <a:pt x="287114" y="62883"/>
                </a:cubicBezTo>
                <a:close/>
                <a:moveTo>
                  <a:pt x="404634" y="91438"/>
                </a:moveTo>
                <a:cubicBezTo>
                  <a:pt x="400058" y="95404"/>
                  <a:pt x="395653" y="98203"/>
                  <a:pt x="391420" y="99836"/>
                </a:cubicBezTo>
                <a:cubicBezTo>
                  <a:pt x="387186" y="101468"/>
                  <a:pt x="382644" y="102284"/>
                  <a:pt x="377793" y="102284"/>
                </a:cubicBezTo>
                <a:cubicBezTo>
                  <a:pt x="369784" y="102284"/>
                  <a:pt x="363629" y="100328"/>
                  <a:pt x="359327" y="96415"/>
                </a:cubicBezTo>
                <a:cubicBezTo>
                  <a:pt x="355025" y="92502"/>
                  <a:pt x="352874" y="87502"/>
                  <a:pt x="352874" y="81415"/>
                </a:cubicBezTo>
                <a:cubicBezTo>
                  <a:pt x="352874" y="77846"/>
                  <a:pt x="353687" y="74585"/>
                  <a:pt x="355311" y="71633"/>
                </a:cubicBezTo>
                <a:cubicBezTo>
                  <a:pt x="356936" y="68681"/>
                  <a:pt x="359064" y="66313"/>
                  <a:pt x="361695" y="64528"/>
                </a:cubicBezTo>
                <a:cubicBezTo>
                  <a:pt x="364327" y="62743"/>
                  <a:pt x="367290" y="61393"/>
                  <a:pt x="370585" y="60478"/>
                </a:cubicBezTo>
                <a:cubicBezTo>
                  <a:pt x="373011" y="59837"/>
                  <a:pt x="376672" y="59219"/>
                  <a:pt x="381569" y="58625"/>
                </a:cubicBezTo>
                <a:cubicBezTo>
                  <a:pt x="391545" y="57435"/>
                  <a:pt x="398891" y="56016"/>
                  <a:pt x="403604" y="54368"/>
                </a:cubicBezTo>
                <a:cubicBezTo>
                  <a:pt x="403650" y="52682"/>
                  <a:pt x="403673" y="51611"/>
                  <a:pt x="403673" y="51155"/>
                </a:cubicBezTo>
                <a:cubicBezTo>
                  <a:pt x="403673" y="46139"/>
                  <a:pt x="402506" y="42606"/>
                  <a:pt x="400172" y="40555"/>
                </a:cubicBezTo>
                <a:cubicBezTo>
                  <a:pt x="397014" y="37774"/>
                  <a:pt x="392323" y="36383"/>
                  <a:pt x="386099" y="36383"/>
                </a:cubicBezTo>
                <a:cubicBezTo>
                  <a:pt x="380287" y="36383"/>
                  <a:pt x="375997" y="37401"/>
                  <a:pt x="373228" y="39438"/>
                </a:cubicBezTo>
                <a:cubicBezTo>
                  <a:pt x="370459" y="41474"/>
                  <a:pt x="368411" y="45078"/>
                  <a:pt x="367084" y="50250"/>
                </a:cubicBezTo>
                <a:lnTo>
                  <a:pt x="355002" y="48602"/>
                </a:lnTo>
                <a:cubicBezTo>
                  <a:pt x="356101" y="43415"/>
                  <a:pt x="357908" y="39226"/>
                  <a:pt x="360425" y="36035"/>
                </a:cubicBezTo>
                <a:cubicBezTo>
                  <a:pt x="362943" y="32845"/>
                  <a:pt x="366581" y="30389"/>
                  <a:pt x="371340" y="28669"/>
                </a:cubicBezTo>
                <a:cubicBezTo>
                  <a:pt x="376100" y="26947"/>
                  <a:pt x="381615" y="26086"/>
                  <a:pt x="387884" y="26086"/>
                </a:cubicBezTo>
                <a:cubicBezTo>
                  <a:pt x="394108" y="26086"/>
                  <a:pt x="399165" y="26821"/>
                  <a:pt x="403055" y="28291"/>
                </a:cubicBezTo>
                <a:cubicBezTo>
                  <a:pt x="406945" y="29760"/>
                  <a:pt x="409806" y="31608"/>
                  <a:pt x="411636" y="33837"/>
                </a:cubicBezTo>
                <a:cubicBezTo>
                  <a:pt x="413467" y="36063"/>
                  <a:pt x="414748" y="38876"/>
                  <a:pt x="415480" y="42276"/>
                </a:cubicBezTo>
                <a:cubicBezTo>
                  <a:pt x="415892" y="44388"/>
                  <a:pt x="416098" y="48182"/>
                  <a:pt x="416098" y="53658"/>
                </a:cubicBezTo>
                <a:lnTo>
                  <a:pt x="416098" y="70086"/>
                </a:lnTo>
                <a:cubicBezTo>
                  <a:pt x="416098" y="81540"/>
                  <a:pt x="416361" y="88795"/>
                  <a:pt x="416888" y="91850"/>
                </a:cubicBezTo>
                <a:cubicBezTo>
                  <a:pt x="417414" y="94904"/>
                  <a:pt x="418455" y="97833"/>
                  <a:pt x="420011" y="100636"/>
                </a:cubicBezTo>
                <a:lnTo>
                  <a:pt x="407105" y="100636"/>
                </a:lnTo>
                <a:cubicBezTo>
                  <a:pt x="405824" y="98015"/>
                  <a:pt x="405000" y="94949"/>
                  <a:pt x="404634" y="91438"/>
                </a:cubicBezTo>
                <a:moveTo>
                  <a:pt x="403604" y="64116"/>
                </a:moveTo>
                <a:cubicBezTo>
                  <a:pt x="399120" y="65938"/>
                  <a:pt x="392392" y="67487"/>
                  <a:pt x="383422" y="68763"/>
                </a:cubicBezTo>
                <a:cubicBezTo>
                  <a:pt x="378342" y="69491"/>
                  <a:pt x="374750" y="70310"/>
                  <a:pt x="372645" y="71221"/>
                </a:cubicBezTo>
                <a:cubicBezTo>
                  <a:pt x="370539" y="72132"/>
                  <a:pt x="368915" y="73464"/>
                  <a:pt x="367771" y="75218"/>
                </a:cubicBezTo>
                <a:cubicBezTo>
                  <a:pt x="366627" y="76971"/>
                  <a:pt x="366055" y="78918"/>
                  <a:pt x="366055" y="81059"/>
                </a:cubicBezTo>
                <a:cubicBezTo>
                  <a:pt x="366055" y="84339"/>
                  <a:pt x="367302" y="87072"/>
                  <a:pt x="369796" y="89258"/>
                </a:cubicBezTo>
                <a:cubicBezTo>
                  <a:pt x="372290" y="91443"/>
                  <a:pt x="375940" y="92536"/>
                  <a:pt x="380745" y="92536"/>
                </a:cubicBezTo>
                <a:cubicBezTo>
                  <a:pt x="385505" y="92536"/>
                  <a:pt x="389738" y="91499"/>
                  <a:pt x="393445" y="89423"/>
                </a:cubicBezTo>
                <a:cubicBezTo>
                  <a:pt x="397152" y="87347"/>
                  <a:pt x="399875" y="84510"/>
                  <a:pt x="401614" y="80913"/>
                </a:cubicBezTo>
                <a:cubicBezTo>
                  <a:pt x="402941" y="78137"/>
                  <a:pt x="403604" y="74041"/>
                  <a:pt x="403604" y="68623"/>
                </a:cubicBezTo>
                <a:lnTo>
                  <a:pt x="403604" y="64116"/>
                </a:lnTo>
                <a:close/>
                <a:moveTo>
                  <a:pt x="461950" y="89584"/>
                </a:moveTo>
                <a:lnTo>
                  <a:pt x="463735" y="100499"/>
                </a:lnTo>
                <a:cubicBezTo>
                  <a:pt x="460256" y="101231"/>
                  <a:pt x="457145" y="101598"/>
                  <a:pt x="454399" y="101598"/>
                </a:cubicBezTo>
                <a:cubicBezTo>
                  <a:pt x="449914" y="101598"/>
                  <a:pt x="446436" y="100888"/>
                  <a:pt x="443964" y="99469"/>
                </a:cubicBezTo>
                <a:cubicBezTo>
                  <a:pt x="441493" y="98051"/>
                  <a:pt x="439754" y="96186"/>
                  <a:pt x="438747" y="93875"/>
                </a:cubicBezTo>
                <a:cubicBezTo>
                  <a:pt x="437740" y="91564"/>
                  <a:pt x="437237" y="86701"/>
                  <a:pt x="437237" y="79287"/>
                </a:cubicBezTo>
                <a:lnTo>
                  <a:pt x="437237" y="37344"/>
                </a:lnTo>
                <a:lnTo>
                  <a:pt x="428175" y="37344"/>
                </a:lnTo>
                <a:lnTo>
                  <a:pt x="428175" y="27733"/>
                </a:lnTo>
                <a:lnTo>
                  <a:pt x="437237" y="27733"/>
                </a:lnTo>
                <a:lnTo>
                  <a:pt x="437237" y="9679"/>
                </a:lnTo>
                <a:lnTo>
                  <a:pt x="449525" y="2265"/>
                </a:lnTo>
                <a:lnTo>
                  <a:pt x="449525" y="27733"/>
                </a:lnTo>
                <a:lnTo>
                  <a:pt x="461950" y="27733"/>
                </a:lnTo>
                <a:lnTo>
                  <a:pt x="461950" y="37344"/>
                </a:lnTo>
                <a:lnTo>
                  <a:pt x="449525" y="37344"/>
                </a:lnTo>
                <a:lnTo>
                  <a:pt x="449525" y="79974"/>
                </a:lnTo>
                <a:cubicBezTo>
                  <a:pt x="449525" y="83498"/>
                  <a:pt x="449742" y="85763"/>
                  <a:pt x="450177" y="86770"/>
                </a:cubicBezTo>
                <a:cubicBezTo>
                  <a:pt x="450612" y="87777"/>
                  <a:pt x="451321" y="88577"/>
                  <a:pt x="452305" y="89172"/>
                </a:cubicBezTo>
                <a:cubicBezTo>
                  <a:pt x="453289" y="89767"/>
                  <a:pt x="454696" y="90065"/>
                  <a:pt x="456527" y="90065"/>
                </a:cubicBezTo>
                <a:cubicBezTo>
                  <a:pt x="457900" y="90065"/>
                  <a:pt x="459707" y="89905"/>
                  <a:pt x="461950" y="89584"/>
                </a:cubicBezTo>
                <a:close/>
                <a:moveTo>
                  <a:pt x="524124" y="77022"/>
                </a:moveTo>
                <a:lnTo>
                  <a:pt x="536893" y="78669"/>
                </a:lnTo>
                <a:cubicBezTo>
                  <a:pt x="534879" y="86151"/>
                  <a:pt x="531149" y="91957"/>
                  <a:pt x="525703" y="96089"/>
                </a:cubicBezTo>
                <a:cubicBezTo>
                  <a:pt x="520257" y="100219"/>
                  <a:pt x="513301" y="102284"/>
                  <a:pt x="504835" y="102284"/>
                </a:cubicBezTo>
                <a:cubicBezTo>
                  <a:pt x="494172" y="102284"/>
                  <a:pt x="485717" y="99000"/>
                  <a:pt x="479470" y="92433"/>
                </a:cubicBezTo>
                <a:cubicBezTo>
                  <a:pt x="473223" y="85866"/>
                  <a:pt x="470099" y="76656"/>
                  <a:pt x="470099" y="64803"/>
                </a:cubicBezTo>
                <a:cubicBezTo>
                  <a:pt x="470099" y="52538"/>
                  <a:pt x="473257" y="43019"/>
                  <a:pt x="479573" y="36246"/>
                </a:cubicBezTo>
                <a:cubicBezTo>
                  <a:pt x="485888" y="29472"/>
                  <a:pt x="494080" y="26086"/>
                  <a:pt x="504148" y="26086"/>
                </a:cubicBezTo>
                <a:cubicBezTo>
                  <a:pt x="513896" y="26086"/>
                  <a:pt x="521859" y="29399"/>
                  <a:pt x="528037" y="36025"/>
                </a:cubicBezTo>
                <a:cubicBezTo>
                  <a:pt x="534216" y="42649"/>
                  <a:pt x="537305" y="51969"/>
                  <a:pt x="537305" y="63985"/>
                </a:cubicBezTo>
                <a:cubicBezTo>
                  <a:pt x="537305" y="64716"/>
                  <a:pt x="537282" y="65812"/>
                  <a:pt x="537236" y="67274"/>
                </a:cubicBezTo>
                <a:lnTo>
                  <a:pt x="482868" y="67274"/>
                </a:lnTo>
                <a:cubicBezTo>
                  <a:pt x="483325" y="75306"/>
                  <a:pt x="485591" y="81455"/>
                  <a:pt x="489664" y="85723"/>
                </a:cubicBezTo>
                <a:cubicBezTo>
                  <a:pt x="493737" y="89990"/>
                  <a:pt x="498817" y="92124"/>
                  <a:pt x="504903" y="92124"/>
                </a:cubicBezTo>
                <a:cubicBezTo>
                  <a:pt x="509434" y="92124"/>
                  <a:pt x="513301" y="90924"/>
                  <a:pt x="516505" y="88522"/>
                </a:cubicBezTo>
                <a:cubicBezTo>
                  <a:pt x="519708" y="86120"/>
                  <a:pt x="522248" y="82286"/>
                  <a:pt x="524124" y="77022"/>
                </a:cubicBezTo>
                <a:moveTo>
                  <a:pt x="483554" y="57114"/>
                </a:moveTo>
                <a:lnTo>
                  <a:pt x="524262" y="57114"/>
                </a:lnTo>
                <a:cubicBezTo>
                  <a:pt x="523713" y="51002"/>
                  <a:pt x="522157" y="46418"/>
                  <a:pt x="519594" y="43361"/>
                </a:cubicBezTo>
                <a:cubicBezTo>
                  <a:pt x="515658" y="38617"/>
                  <a:pt x="510555" y="36246"/>
                  <a:pt x="504286" y="36246"/>
                </a:cubicBezTo>
                <a:cubicBezTo>
                  <a:pt x="498611" y="36246"/>
                  <a:pt x="493840" y="38139"/>
                  <a:pt x="489973" y="41926"/>
                </a:cubicBezTo>
                <a:cubicBezTo>
                  <a:pt x="486106" y="45712"/>
                  <a:pt x="483966" y="50774"/>
                  <a:pt x="483554" y="571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Repo">
            <a:extLst xmlns:a="http://schemas.openxmlformats.org/drawingml/2006/main">
              <a:ext uri="{FF2B5EF4-FFF2-40B4-BE49-F238E27FC236}">
                <a16:creationId xmlns:a16="http://schemas.microsoft.com/office/drawing/2014/main" id="{F72A644C-94EF-4D55-AE5F-62C131D5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765" y="1111813"/>
            <a:ext cx="319081" cy="128644"/>
          </a:xfrm>
          <a:custGeom xmlns:a="http://schemas.openxmlformats.org/drawingml/2006/main">
            <a:pathLst>
              <a:path w="319081" h="128644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8" y="86151"/>
                  <a:pt x="156488" y="91957"/>
                  <a:pt x="151042" y="96089"/>
                </a:cubicBezTo>
                <a:cubicBezTo>
                  <a:pt x="145596" y="100219"/>
                  <a:pt x="138640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8" y="76656"/>
                  <a:pt x="95438" y="64803"/>
                </a:cubicBezTo>
                <a:cubicBezTo>
                  <a:pt x="95438" y="52538"/>
                  <a:pt x="98596" y="43019"/>
                  <a:pt x="104911" y="36246"/>
                </a:cubicBezTo>
                <a:cubicBezTo>
                  <a:pt x="111227" y="29472"/>
                  <a:pt x="119419" y="26086"/>
                  <a:pt x="129487" y="26086"/>
                </a:cubicBezTo>
                <a:cubicBezTo>
                  <a:pt x="139235" y="26086"/>
                  <a:pt x="147198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5" y="67274"/>
                </a:cubicBezTo>
                <a:lnTo>
                  <a:pt x="108206" y="67274"/>
                </a:lnTo>
                <a:cubicBezTo>
                  <a:pt x="108664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2" y="92124"/>
                </a:cubicBezTo>
                <a:cubicBezTo>
                  <a:pt x="134773" y="92124"/>
                  <a:pt x="138640" y="90924"/>
                  <a:pt x="141843" y="88522"/>
                </a:cubicBezTo>
                <a:cubicBezTo>
                  <a:pt x="145047" y="86120"/>
                  <a:pt x="147587" y="82286"/>
                  <a:pt x="149463" y="77022"/>
                </a:cubicBezTo>
                <a:moveTo>
                  <a:pt x="108893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7" y="38617"/>
                  <a:pt x="135894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5" y="50774"/>
                  <a:pt x="108893" y="57114"/>
                </a:cubicBezTo>
                <a:close/>
                <a:moveTo>
                  <a:pt x="177466" y="128644"/>
                </a:moveTo>
                <a:lnTo>
                  <a:pt x="177466" y="27733"/>
                </a:lnTo>
                <a:lnTo>
                  <a:pt x="188725" y="27733"/>
                </a:lnTo>
                <a:lnTo>
                  <a:pt x="188725" y="37273"/>
                </a:lnTo>
                <a:cubicBezTo>
                  <a:pt x="191379" y="33543"/>
                  <a:pt x="194376" y="30747"/>
                  <a:pt x="197717" y="28883"/>
                </a:cubicBezTo>
                <a:cubicBezTo>
                  <a:pt x="201058" y="27018"/>
                  <a:pt x="205108" y="26086"/>
                  <a:pt x="209868" y="26086"/>
                </a:cubicBezTo>
                <a:cubicBezTo>
                  <a:pt x="216092" y="26086"/>
                  <a:pt x="221584" y="27688"/>
                  <a:pt x="226343" y="30891"/>
                </a:cubicBezTo>
                <a:cubicBezTo>
                  <a:pt x="231103" y="34095"/>
                  <a:pt x="234695" y="38614"/>
                  <a:pt x="237121" y="44449"/>
                </a:cubicBezTo>
                <a:cubicBezTo>
                  <a:pt x="239546" y="50284"/>
                  <a:pt x="240759" y="56680"/>
                  <a:pt x="240759" y="63636"/>
                </a:cubicBezTo>
                <a:cubicBezTo>
                  <a:pt x="240759" y="71095"/>
                  <a:pt x="239420" y="77811"/>
                  <a:pt x="236743" y="83784"/>
                </a:cubicBezTo>
                <a:cubicBezTo>
                  <a:pt x="234066" y="89756"/>
                  <a:pt x="230176" y="94332"/>
                  <a:pt x="225073" y="97513"/>
                </a:cubicBezTo>
                <a:cubicBezTo>
                  <a:pt x="219970" y="100694"/>
                  <a:pt x="214604" y="102284"/>
                  <a:pt x="208975" y="102284"/>
                </a:cubicBezTo>
                <a:cubicBezTo>
                  <a:pt x="204857" y="102284"/>
                  <a:pt x="201161" y="101414"/>
                  <a:pt x="197889" y="99675"/>
                </a:cubicBezTo>
                <a:cubicBezTo>
                  <a:pt x="194617" y="97936"/>
                  <a:pt x="191928" y="95740"/>
                  <a:pt x="189823" y="93085"/>
                </a:cubicBezTo>
                <a:lnTo>
                  <a:pt x="189823" y="128644"/>
                </a:lnTo>
                <a:lnTo>
                  <a:pt x="177466" y="128644"/>
                </a:lnTo>
                <a:moveTo>
                  <a:pt x="188656" y="64631"/>
                </a:moveTo>
                <a:cubicBezTo>
                  <a:pt x="188656" y="74001"/>
                  <a:pt x="190555" y="80926"/>
                  <a:pt x="194354" y="85405"/>
                </a:cubicBezTo>
                <a:cubicBezTo>
                  <a:pt x="198152" y="89885"/>
                  <a:pt x="202751" y="92124"/>
                  <a:pt x="208152" y="92124"/>
                </a:cubicBezTo>
                <a:cubicBezTo>
                  <a:pt x="213643" y="92124"/>
                  <a:pt x="218346" y="89805"/>
                  <a:pt x="222259" y="85165"/>
                </a:cubicBezTo>
                <a:cubicBezTo>
                  <a:pt x="226171" y="80526"/>
                  <a:pt x="228128" y="73338"/>
                  <a:pt x="228128" y="63601"/>
                </a:cubicBezTo>
                <a:cubicBezTo>
                  <a:pt x="228128" y="54323"/>
                  <a:pt x="226217" y="47375"/>
                  <a:pt x="222396" y="42758"/>
                </a:cubicBezTo>
                <a:cubicBezTo>
                  <a:pt x="218575" y="38142"/>
                  <a:pt x="214010" y="35834"/>
                  <a:pt x="208701" y="35834"/>
                </a:cubicBezTo>
                <a:cubicBezTo>
                  <a:pt x="203438" y="35834"/>
                  <a:pt x="198781" y="38291"/>
                  <a:pt x="194731" y="43205"/>
                </a:cubicBezTo>
                <a:cubicBezTo>
                  <a:pt x="190681" y="48119"/>
                  <a:pt x="188656" y="55261"/>
                  <a:pt x="188656" y="64631"/>
                </a:cubicBezTo>
                <a:close/>
                <a:moveTo>
                  <a:pt x="250777" y="64185"/>
                </a:moveTo>
                <a:cubicBezTo>
                  <a:pt x="250777" y="50684"/>
                  <a:pt x="254530" y="40685"/>
                  <a:pt x="262035" y="34186"/>
                </a:cubicBezTo>
                <a:cubicBezTo>
                  <a:pt x="268305" y="28786"/>
                  <a:pt x="275947" y="26086"/>
                  <a:pt x="284963" y="26086"/>
                </a:cubicBezTo>
                <a:cubicBezTo>
                  <a:pt x="294985" y="26086"/>
                  <a:pt x="303177" y="29369"/>
                  <a:pt x="309539" y="35937"/>
                </a:cubicBezTo>
                <a:cubicBezTo>
                  <a:pt x="315900" y="42504"/>
                  <a:pt x="319081" y="51577"/>
                  <a:pt x="319081" y="63155"/>
                </a:cubicBezTo>
                <a:cubicBezTo>
                  <a:pt x="319081" y="72537"/>
                  <a:pt x="317673" y="79917"/>
                  <a:pt x="314859" y="85294"/>
                </a:cubicBezTo>
                <a:cubicBezTo>
                  <a:pt x="312044" y="90671"/>
                  <a:pt x="307948" y="94847"/>
                  <a:pt x="302571" y="97822"/>
                </a:cubicBezTo>
                <a:cubicBezTo>
                  <a:pt x="297194" y="100797"/>
                  <a:pt x="291324" y="102284"/>
                  <a:pt x="284963" y="102284"/>
                </a:cubicBezTo>
                <a:cubicBezTo>
                  <a:pt x="274758" y="102284"/>
                  <a:pt x="266508" y="99012"/>
                  <a:pt x="260216" y="92467"/>
                </a:cubicBezTo>
                <a:cubicBezTo>
                  <a:pt x="253923" y="85923"/>
                  <a:pt x="250777" y="76496"/>
                  <a:pt x="250777" y="64185"/>
                </a:cubicBezTo>
                <a:moveTo>
                  <a:pt x="263477" y="64219"/>
                </a:moveTo>
                <a:cubicBezTo>
                  <a:pt x="263477" y="73544"/>
                  <a:pt x="265513" y="80526"/>
                  <a:pt x="269586" y="85165"/>
                </a:cubicBezTo>
                <a:cubicBezTo>
                  <a:pt x="273659" y="89805"/>
                  <a:pt x="278785" y="92124"/>
                  <a:pt x="284963" y="92124"/>
                </a:cubicBezTo>
                <a:cubicBezTo>
                  <a:pt x="291095" y="92124"/>
                  <a:pt x="296198" y="89793"/>
                  <a:pt x="300271" y="85131"/>
                </a:cubicBezTo>
                <a:cubicBezTo>
                  <a:pt x="304344" y="80469"/>
                  <a:pt x="306381" y="73361"/>
                  <a:pt x="306381" y="63807"/>
                </a:cubicBezTo>
                <a:cubicBezTo>
                  <a:pt x="306381" y="54803"/>
                  <a:pt x="304333" y="47981"/>
                  <a:pt x="300237" y="43342"/>
                </a:cubicBezTo>
                <a:cubicBezTo>
                  <a:pt x="296141" y="38703"/>
                  <a:pt x="291050" y="36383"/>
                  <a:pt x="284963" y="36383"/>
                </a:cubicBezTo>
                <a:cubicBezTo>
                  <a:pt x="278785" y="36383"/>
                  <a:pt x="273659" y="38691"/>
                  <a:pt x="269586" y="43308"/>
                </a:cubicBezTo>
                <a:cubicBezTo>
                  <a:pt x="265513" y="47924"/>
                  <a:pt x="263477" y="54895"/>
                  <a:pt x="263477" y="642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4b678855647c4"/>
          <a:stretch xmlns:a="http://schemas.openxmlformats.org/drawingml/2006/main"/>
        </p:blipFill>
        <p:spPr>
          <a:xfrm xmlns:a="http://schemas.openxmlformats.org/drawingml/2006/main">
            <a:off x="9586386" y="2000088"/>
            <a:ext cx="276984" cy="276984"/>
          </a:xfrm>
          <a:prstGeom xmlns:a="http://schemas.openxmlformats.org/drawingml/2006/main" prst="rect">
            <a:avLst/>
          </a:prstGeom>
        </p:spPr>
      </p:pic>
      <p:sp>
        <p:nvSpPr>
          <p:cNvPr id="208" name="Text SearchClass">
            <a:extLst xmlns:a="http://schemas.openxmlformats.org/drawingml/2006/main">
              <a:ext uri="{FF2B5EF4-FFF2-40B4-BE49-F238E27FC236}">
                <a16:creationId xmlns:a16="http://schemas.microsoft.com/office/drawing/2014/main" id="{7F3B1F63-2FA0-4ADC-AED9-51658E4E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256" y="2047289"/>
            <a:ext cx="823010" cy="104069"/>
          </a:xfrm>
          <a:custGeom xmlns:a="http://schemas.openxmlformats.org/drawingml/2006/main">
            <a:pathLst>
              <a:path w="823010" h="104069">
                <a:moveTo>
                  <a:pt x="0" y="70020"/>
                </a:moveTo>
                <a:lnTo>
                  <a:pt x="12562" y="68922"/>
                </a:lnTo>
                <a:cubicBezTo>
                  <a:pt x="13157" y="73956"/>
                  <a:pt x="14542" y="78086"/>
                  <a:pt x="16716" y="81312"/>
                </a:cubicBezTo>
                <a:cubicBezTo>
                  <a:pt x="18889" y="84539"/>
                  <a:pt x="22265" y="87147"/>
                  <a:pt x="26841" y="89138"/>
                </a:cubicBezTo>
                <a:cubicBezTo>
                  <a:pt x="31417" y="91129"/>
                  <a:pt x="36566" y="92124"/>
                  <a:pt x="42287" y="92124"/>
                </a:cubicBezTo>
                <a:cubicBezTo>
                  <a:pt x="47366" y="92124"/>
                  <a:pt x="51851" y="91369"/>
                  <a:pt x="55741" y="89859"/>
                </a:cubicBezTo>
                <a:cubicBezTo>
                  <a:pt x="59631" y="88349"/>
                  <a:pt x="62526" y="86278"/>
                  <a:pt x="64425" y="83646"/>
                </a:cubicBezTo>
                <a:cubicBezTo>
                  <a:pt x="66324" y="81015"/>
                  <a:pt x="67274" y="78150"/>
                  <a:pt x="67274" y="75053"/>
                </a:cubicBezTo>
                <a:cubicBezTo>
                  <a:pt x="67274" y="71909"/>
                  <a:pt x="66359" y="69165"/>
                  <a:pt x="64528" y="66819"/>
                </a:cubicBezTo>
                <a:cubicBezTo>
                  <a:pt x="62698" y="64472"/>
                  <a:pt x="59677" y="62499"/>
                  <a:pt x="55467" y="60901"/>
                </a:cubicBezTo>
                <a:cubicBezTo>
                  <a:pt x="52767" y="59851"/>
                  <a:pt x="46794" y="58219"/>
                  <a:pt x="37550" y="56005"/>
                </a:cubicBezTo>
                <a:cubicBezTo>
                  <a:pt x="28305" y="53791"/>
                  <a:pt x="21830" y="51698"/>
                  <a:pt x="18123" y="49726"/>
                </a:cubicBezTo>
                <a:cubicBezTo>
                  <a:pt x="13318" y="47205"/>
                  <a:pt x="9736" y="44076"/>
                  <a:pt x="7380" y="40339"/>
                </a:cubicBezTo>
                <a:cubicBezTo>
                  <a:pt x="5023" y="36602"/>
                  <a:pt x="3844" y="32418"/>
                  <a:pt x="3844" y="27787"/>
                </a:cubicBezTo>
                <a:cubicBezTo>
                  <a:pt x="3844" y="22697"/>
                  <a:pt x="5286" y="17940"/>
                  <a:pt x="8169" y="13515"/>
                </a:cubicBezTo>
                <a:cubicBezTo>
                  <a:pt x="11052" y="9090"/>
                  <a:pt x="15263" y="5731"/>
                  <a:pt x="20800" y="3439"/>
                </a:cubicBezTo>
                <a:cubicBezTo>
                  <a:pt x="26338" y="1146"/>
                  <a:pt x="32493" y="0"/>
                  <a:pt x="39266" y="0"/>
                </a:cubicBezTo>
                <a:cubicBezTo>
                  <a:pt x="46726" y="0"/>
                  <a:pt x="53304" y="1201"/>
                  <a:pt x="59002" y="3604"/>
                </a:cubicBezTo>
                <a:cubicBezTo>
                  <a:pt x="64700" y="6007"/>
                  <a:pt x="69082" y="9542"/>
                  <a:pt x="72148" y="14210"/>
                </a:cubicBezTo>
                <a:cubicBezTo>
                  <a:pt x="75214" y="18878"/>
                  <a:pt x="76862" y="24164"/>
                  <a:pt x="77091" y="30067"/>
                </a:cubicBezTo>
                <a:lnTo>
                  <a:pt x="64322" y="31028"/>
                </a:lnTo>
                <a:cubicBezTo>
                  <a:pt x="63636" y="24734"/>
                  <a:pt x="61313" y="19981"/>
                  <a:pt x="57355" y="16767"/>
                </a:cubicBezTo>
                <a:cubicBezTo>
                  <a:pt x="53396" y="13552"/>
                  <a:pt x="47549" y="11945"/>
                  <a:pt x="39815" y="11945"/>
                </a:cubicBezTo>
                <a:cubicBezTo>
                  <a:pt x="31761" y="11945"/>
                  <a:pt x="25891" y="13417"/>
                  <a:pt x="22207" y="16362"/>
                </a:cubicBezTo>
                <a:cubicBezTo>
                  <a:pt x="18523" y="19305"/>
                  <a:pt x="16681" y="22854"/>
                  <a:pt x="16681" y="27008"/>
                </a:cubicBezTo>
                <a:cubicBezTo>
                  <a:pt x="16681" y="30614"/>
                  <a:pt x="17986" y="33581"/>
                  <a:pt x="20594" y="35909"/>
                </a:cubicBezTo>
                <a:cubicBezTo>
                  <a:pt x="23157" y="38237"/>
                  <a:pt x="29850" y="40623"/>
                  <a:pt x="40673" y="43065"/>
                </a:cubicBezTo>
                <a:cubicBezTo>
                  <a:pt x="51497" y="45507"/>
                  <a:pt x="58922" y="47640"/>
                  <a:pt x="62949" y="49467"/>
                </a:cubicBezTo>
                <a:cubicBezTo>
                  <a:pt x="68807" y="52162"/>
                  <a:pt x="73132" y="55577"/>
                  <a:pt x="75924" y="59710"/>
                </a:cubicBezTo>
                <a:cubicBezTo>
                  <a:pt x="78715" y="63843"/>
                  <a:pt x="80111" y="68604"/>
                  <a:pt x="80111" y="73993"/>
                </a:cubicBezTo>
                <a:cubicBezTo>
                  <a:pt x="80111" y="79337"/>
                  <a:pt x="78578" y="84373"/>
                  <a:pt x="75512" y="89099"/>
                </a:cubicBezTo>
                <a:cubicBezTo>
                  <a:pt x="72445" y="93826"/>
                  <a:pt x="68041" y="97503"/>
                  <a:pt x="62297" y="100130"/>
                </a:cubicBezTo>
                <a:cubicBezTo>
                  <a:pt x="56554" y="102756"/>
                  <a:pt x="50089" y="104069"/>
                  <a:pt x="42904" y="104069"/>
                </a:cubicBezTo>
                <a:cubicBezTo>
                  <a:pt x="33797" y="104069"/>
                  <a:pt x="26166" y="102742"/>
                  <a:pt x="20011" y="100087"/>
                </a:cubicBezTo>
                <a:cubicBezTo>
                  <a:pt x="13855" y="97433"/>
                  <a:pt x="9027" y="93440"/>
                  <a:pt x="5526" y="88108"/>
                </a:cubicBezTo>
                <a:cubicBezTo>
                  <a:pt x="2025" y="82777"/>
                  <a:pt x="183" y="76747"/>
                  <a:pt x="0" y="70020"/>
                </a:cubicBezTo>
                <a:close/>
                <a:moveTo>
                  <a:pt x="146584" y="78807"/>
                </a:moveTo>
                <a:lnTo>
                  <a:pt x="159353" y="80454"/>
                </a:lnTo>
                <a:cubicBezTo>
                  <a:pt x="157339" y="87935"/>
                  <a:pt x="153609" y="93742"/>
                  <a:pt x="148163" y="97873"/>
                </a:cubicBezTo>
                <a:cubicBezTo>
                  <a:pt x="142717" y="102004"/>
                  <a:pt x="135761" y="104069"/>
                  <a:pt x="127294" y="104069"/>
                </a:cubicBezTo>
                <a:cubicBezTo>
                  <a:pt x="116631" y="104069"/>
                  <a:pt x="108176" y="100785"/>
                  <a:pt x="101929" y="94218"/>
                </a:cubicBezTo>
                <a:cubicBezTo>
                  <a:pt x="95682" y="87651"/>
                  <a:pt x="92559" y="78441"/>
                  <a:pt x="92559" y="66588"/>
                </a:cubicBezTo>
                <a:cubicBezTo>
                  <a:pt x="92559" y="54323"/>
                  <a:pt x="95717" y="44804"/>
                  <a:pt x="102032" y="38030"/>
                </a:cubicBezTo>
                <a:cubicBezTo>
                  <a:pt x="108348" y="31257"/>
                  <a:pt x="116540" y="27871"/>
                  <a:pt x="126608" y="27871"/>
                </a:cubicBezTo>
                <a:cubicBezTo>
                  <a:pt x="136356" y="27871"/>
                  <a:pt x="144319" y="31184"/>
                  <a:pt x="150497" y="37809"/>
                </a:cubicBezTo>
                <a:cubicBezTo>
                  <a:pt x="156675" y="44434"/>
                  <a:pt x="159764" y="53754"/>
                  <a:pt x="159764" y="65770"/>
                </a:cubicBezTo>
                <a:cubicBezTo>
                  <a:pt x="159764" y="66501"/>
                  <a:pt x="159742" y="67597"/>
                  <a:pt x="159696" y="69059"/>
                </a:cubicBezTo>
                <a:lnTo>
                  <a:pt x="105327" y="69059"/>
                </a:lnTo>
                <a:cubicBezTo>
                  <a:pt x="105785" y="77091"/>
                  <a:pt x="108050" y="83240"/>
                  <a:pt x="112123" y="87508"/>
                </a:cubicBezTo>
                <a:cubicBezTo>
                  <a:pt x="116196" y="91775"/>
                  <a:pt x="121276" y="93909"/>
                  <a:pt x="127363" y="93909"/>
                </a:cubicBezTo>
                <a:cubicBezTo>
                  <a:pt x="131894" y="93909"/>
                  <a:pt x="135761" y="92708"/>
                  <a:pt x="138964" y="90307"/>
                </a:cubicBezTo>
                <a:cubicBezTo>
                  <a:pt x="142168" y="87905"/>
                  <a:pt x="144708" y="84071"/>
                  <a:pt x="146584" y="78807"/>
                </a:cubicBezTo>
                <a:moveTo>
                  <a:pt x="106014" y="58899"/>
                </a:moveTo>
                <a:lnTo>
                  <a:pt x="146721" y="58899"/>
                </a:lnTo>
                <a:cubicBezTo>
                  <a:pt x="146172" y="52787"/>
                  <a:pt x="144616" y="48202"/>
                  <a:pt x="142053" y="45146"/>
                </a:cubicBezTo>
                <a:cubicBezTo>
                  <a:pt x="138118" y="40402"/>
                  <a:pt x="133015" y="38030"/>
                  <a:pt x="126745" y="38030"/>
                </a:cubicBezTo>
                <a:cubicBezTo>
                  <a:pt x="121070" y="38030"/>
                  <a:pt x="116299" y="39924"/>
                  <a:pt x="112432" y="43711"/>
                </a:cubicBezTo>
                <a:cubicBezTo>
                  <a:pt x="108565" y="47497"/>
                  <a:pt x="106426" y="52559"/>
                  <a:pt x="106014" y="58899"/>
                </a:cubicBezTo>
                <a:close/>
                <a:moveTo>
                  <a:pt x="222160" y="93223"/>
                </a:moveTo>
                <a:cubicBezTo>
                  <a:pt x="217583" y="97188"/>
                  <a:pt x="213179" y="99988"/>
                  <a:pt x="208945" y="101621"/>
                </a:cubicBezTo>
                <a:cubicBezTo>
                  <a:pt x="204712" y="103253"/>
                  <a:pt x="200170" y="104069"/>
                  <a:pt x="195319" y="104069"/>
                </a:cubicBezTo>
                <a:cubicBezTo>
                  <a:pt x="187310" y="104069"/>
                  <a:pt x="181155" y="102112"/>
                  <a:pt x="176853" y="98199"/>
                </a:cubicBezTo>
                <a:cubicBezTo>
                  <a:pt x="172551" y="94287"/>
                  <a:pt x="170400" y="89287"/>
                  <a:pt x="170400" y="83200"/>
                </a:cubicBezTo>
                <a:cubicBezTo>
                  <a:pt x="170400" y="79630"/>
                  <a:pt x="171212" y="76370"/>
                  <a:pt x="172837" y="73418"/>
                </a:cubicBezTo>
                <a:cubicBezTo>
                  <a:pt x="174462" y="70466"/>
                  <a:pt x="176590" y="68098"/>
                  <a:pt x="179221" y="66313"/>
                </a:cubicBezTo>
                <a:cubicBezTo>
                  <a:pt x="181853" y="64528"/>
                  <a:pt x="184816" y="63178"/>
                  <a:pt x="188111" y="62263"/>
                </a:cubicBezTo>
                <a:cubicBezTo>
                  <a:pt x="190537" y="61622"/>
                  <a:pt x="194198" y="61004"/>
                  <a:pt x="199095" y="60409"/>
                </a:cubicBezTo>
                <a:cubicBezTo>
                  <a:pt x="209071" y="59219"/>
                  <a:pt x="216416" y="57801"/>
                  <a:pt x="221130" y="56153"/>
                </a:cubicBezTo>
                <a:cubicBezTo>
                  <a:pt x="221176" y="54467"/>
                  <a:pt x="221199" y="53396"/>
                  <a:pt x="221199" y="52940"/>
                </a:cubicBezTo>
                <a:cubicBezTo>
                  <a:pt x="221199" y="47924"/>
                  <a:pt x="220032" y="44391"/>
                  <a:pt x="217698" y="42340"/>
                </a:cubicBezTo>
                <a:cubicBezTo>
                  <a:pt x="214540" y="39559"/>
                  <a:pt x="209849" y="38168"/>
                  <a:pt x="203625" y="38168"/>
                </a:cubicBezTo>
                <a:cubicBezTo>
                  <a:pt x="197813" y="38168"/>
                  <a:pt x="193523" y="39186"/>
                  <a:pt x="190754" y="41223"/>
                </a:cubicBezTo>
                <a:cubicBezTo>
                  <a:pt x="187985" y="43259"/>
                  <a:pt x="185937" y="46863"/>
                  <a:pt x="184610" y="52034"/>
                </a:cubicBezTo>
                <a:lnTo>
                  <a:pt x="172528" y="50387"/>
                </a:lnTo>
                <a:cubicBezTo>
                  <a:pt x="173626" y="45200"/>
                  <a:pt x="175434" y="41011"/>
                  <a:pt x="177951" y="37820"/>
                </a:cubicBezTo>
                <a:cubicBezTo>
                  <a:pt x="180468" y="34630"/>
                  <a:pt x="184107" y="32174"/>
                  <a:pt x="188866" y="30454"/>
                </a:cubicBezTo>
                <a:cubicBezTo>
                  <a:pt x="193626" y="28732"/>
                  <a:pt x="199140" y="27871"/>
                  <a:pt x="205410" y="27871"/>
                </a:cubicBezTo>
                <a:cubicBezTo>
                  <a:pt x="211634" y="27871"/>
                  <a:pt x="216691" y="28606"/>
                  <a:pt x="220581" y="30076"/>
                </a:cubicBezTo>
                <a:cubicBezTo>
                  <a:pt x="224471" y="31545"/>
                  <a:pt x="227331" y="33393"/>
                  <a:pt x="229162" y="35621"/>
                </a:cubicBezTo>
                <a:cubicBezTo>
                  <a:pt x="230992" y="37848"/>
                  <a:pt x="232274" y="40661"/>
                  <a:pt x="233006" y="44061"/>
                </a:cubicBezTo>
                <a:cubicBezTo>
                  <a:pt x="233418" y="46173"/>
                  <a:pt x="233624" y="49967"/>
                  <a:pt x="233624" y="55443"/>
                </a:cubicBezTo>
                <a:lnTo>
                  <a:pt x="233624" y="71871"/>
                </a:lnTo>
                <a:cubicBezTo>
                  <a:pt x="233624" y="83325"/>
                  <a:pt x="233887" y="90580"/>
                  <a:pt x="234413" y="93634"/>
                </a:cubicBezTo>
                <a:cubicBezTo>
                  <a:pt x="234940" y="96689"/>
                  <a:pt x="235981" y="99618"/>
                  <a:pt x="237537" y="102421"/>
                </a:cubicBezTo>
                <a:lnTo>
                  <a:pt x="224631" y="102421"/>
                </a:lnTo>
                <a:cubicBezTo>
                  <a:pt x="223350" y="99800"/>
                  <a:pt x="222526" y="96734"/>
                  <a:pt x="222160" y="93223"/>
                </a:cubicBezTo>
                <a:moveTo>
                  <a:pt x="221130" y="65901"/>
                </a:moveTo>
                <a:cubicBezTo>
                  <a:pt x="216645" y="67723"/>
                  <a:pt x="209918" y="69272"/>
                  <a:pt x="200948" y="70548"/>
                </a:cubicBezTo>
                <a:cubicBezTo>
                  <a:pt x="195868" y="71276"/>
                  <a:pt x="192276" y="72095"/>
                  <a:pt x="190170" y="73006"/>
                </a:cubicBezTo>
                <a:cubicBezTo>
                  <a:pt x="188065" y="73917"/>
                  <a:pt x="186441" y="75249"/>
                  <a:pt x="185296" y="77003"/>
                </a:cubicBezTo>
                <a:cubicBezTo>
                  <a:pt x="184152" y="78756"/>
                  <a:pt x="183580" y="80703"/>
                  <a:pt x="183580" y="82844"/>
                </a:cubicBezTo>
                <a:cubicBezTo>
                  <a:pt x="183580" y="86123"/>
                  <a:pt x="184827" y="88856"/>
                  <a:pt x="187322" y="91043"/>
                </a:cubicBezTo>
                <a:cubicBezTo>
                  <a:pt x="189816" y="93228"/>
                  <a:pt x="193465" y="94321"/>
                  <a:pt x="198271" y="94321"/>
                </a:cubicBezTo>
                <a:cubicBezTo>
                  <a:pt x="203030" y="94321"/>
                  <a:pt x="207264" y="93283"/>
                  <a:pt x="210970" y="91208"/>
                </a:cubicBezTo>
                <a:cubicBezTo>
                  <a:pt x="214677" y="89132"/>
                  <a:pt x="217400" y="86295"/>
                  <a:pt x="219139" y="82698"/>
                </a:cubicBezTo>
                <a:cubicBezTo>
                  <a:pt x="220467" y="79922"/>
                  <a:pt x="221130" y="75826"/>
                  <a:pt x="221130" y="70408"/>
                </a:cubicBezTo>
                <a:lnTo>
                  <a:pt x="221130" y="65901"/>
                </a:lnTo>
                <a:close/>
                <a:moveTo>
                  <a:pt x="252361" y="102421"/>
                </a:moveTo>
                <a:lnTo>
                  <a:pt x="252361" y="29518"/>
                </a:lnTo>
                <a:lnTo>
                  <a:pt x="263482" y="29518"/>
                </a:lnTo>
                <a:lnTo>
                  <a:pt x="263482" y="40570"/>
                </a:lnTo>
                <a:cubicBezTo>
                  <a:pt x="266319" y="35399"/>
                  <a:pt x="268939" y="31989"/>
                  <a:pt x="271342" y="30342"/>
                </a:cubicBezTo>
                <a:cubicBezTo>
                  <a:pt x="273745" y="28694"/>
                  <a:pt x="276388" y="27871"/>
                  <a:pt x="279271" y="27871"/>
                </a:cubicBezTo>
                <a:cubicBezTo>
                  <a:pt x="283435" y="27871"/>
                  <a:pt x="287669" y="29198"/>
                  <a:pt x="291970" y="31852"/>
                </a:cubicBezTo>
                <a:lnTo>
                  <a:pt x="287714" y="43308"/>
                </a:lnTo>
                <a:cubicBezTo>
                  <a:pt x="284694" y="41529"/>
                  <a:pt x="281673" y="40639"/>
                  <a:pt x="278653" y="40639"/>
                </a:cubicBezTo>
                <a:cubicBezTo>
                  <a:pt x="275953" y="40639"/>
                  <a:pt x="273527" y="41451"/>
                  <a:pt x="271376" y="43076"/>
                </a:cubicBezTo>
                <a:cubicBezTo>
                  <a:pt x="269225" y="44701"/>
                  <a:pt x="267692" y="46955"/>
                  <a:pt x="266777" y="49838"/>
                </a:cubicBezTo>
                <a:cubicBezTo>
                  <a:pt x="265404" y="54231"/>
                  <a:pt x="264718" y="59036"/>
                  <a:pt x="264718" y="64254"/>
                </a:cubicBezTo>
                <a:lnTo>
                  <a:pt x="264718" y="102421"/>
                </a:lnTo>
                <a:lnTo>
                  <a:pt x="252361" y="102421"/>
                </a:lnTo>
                <a:close/>
                <a:moveTo>
                  <a:pt x="346933" y="75649"/>
                </a:moveTo>
                <a:lnTo>
                  <a:pt x="359083" y="77296"/>
                </a:lnTo>
                <a:cubicBezTo>
                  <a:pt x="357756" y="85671"/>
                  <a:pt x="354358" y="92227"/>
                  <a:pt x="348889" y="96964"/>
                </a:cubicBezTo>
                <a:cubicBezTo>
                  <a:pt x="343420" y="101700"/>
                  <a:pt x="336704" y="104069"/>
                  <a:pt x="328741" y="104069"/>
                </a:cubicBezTo>
                <a:cubicBezTo>
                  <a:pt x="318765" y="104069"/>
                  <a:pt x="310744" y="100808"/>
                  <a:pt x="304680" y="94287"/>
                </a:cubicBezTo>
                <a:cubicBezTo>
                  <a:pt x="298617" y="87765"/>
                  <a:pt x="295585" y="78418"/>
                  <a:pt x="295585" y="66244"/>
                </a:cubicBezTo>
                <a:cubicBezTo>
                  <a:pt x="295585" y="58373"/>
                  <a:pt x="296889" y="51485"/>
                  <a:pt x="299498" y="45582"/>
                </a:cubicBezTo>
                <a:cubicBezTo>
                  <a:pt x="302106" y="39678"/>
                  <a:pt x="306076" y="35250"/>
                  <a:pt x="311408" y="32298"/>
                </a:cubicBezTo>
                <a:cubicBezTo>
                  <a:pt x="316739" y="29347"/>
                  <a:pt x="322540" y="27871"/>
                  <a:pt x="328810" y="27871"/>
                </a:cubicBezTo>
                <a:cubicBezTo>
                  <a:pt x="336727" y="27871"/>
                  <a:pt x="343203" y="29861"/>
                  <a:pt x="348237" y="33843"/>
                </a:cubicBezTo>
                <a:cubicBezTo>
                  <a:pt x="353271" y="37823"/>
                  <a:pt x="356497" y="43475"/>
                  <a:pt x="357916" y="50799"/>
                </a:cubicBezTo>
                <a:lnTo>
                  <a:pt x="345903" y="52721"/>
                </a:lnTo>
                <a:cubicBezTo>
                  <a:pt x="344759" y="47847"/>
                  <a:pt x="342734" y="44180"/>
                  <a:pt x="339828" y="41720"/>
                </a:cubicBezTo>
                <a:cubicBezTo>
                  <a:pt x="336922" y="39260"/>
                  <a:pt x="333409" y="38030"/>
                  <a:pt x="329290" y="38030"/>
                </a:cubicBezTo>
                <a:cubicBezTo>
                  <a:pt x="323066" y="38030"/>
                  <a:pt x="318009" y="40261"/>
                  <a:pt x="314119" y="44723"/>
                </a:cubicBezTo>
                <a:cubicBezTo>
                  <a:pt x="310229" y="49186"/>
                  <a:pt x="308284" y="56245"/>
                  <a:pt x="308284" y="65901"/>
                </a:cubicBezTo>
                <a:cubicBezTo>
                  <a:pt x="308284" y="75695"/>
                  <a:pt x="310161" y="82811"/>
                  <a:pt x="313913" y="87250"/>
                </a:cubicBezTo>
                <a:cubicBezTo>
                  <a:pt x="317666" y="91689"/>
                  <a:pt x="322563" y="93909"/>
                  <a:pt x="328604" y="93909"/>
                </a:cubicBezTo>
                <a:cubicBezTo>
                  <a:pt x="333455" y="93909"/>
                  <a:pt x="337505" y="92416"/>
                  <a:pt x="340754" y="89430"/>
                </a:cubicBezTo>
                <a:cubicBezTo>
                  <a:pt x="344004" y="86444"/>
                  <a:pt x="346063" y="81850"/>
                  <a:pt x="346933" y="75649"/>
                </a:cubicBezTo>
                <a:close/>
                <a:moveTo>
                  <a:pt x="369655" y="102421"/>
                </a:moveTo>
                <a:lnTo>
                  <a:pt x="369655" y="1785"/>
                </a:lnTo>
                <a:lnTo>
                  <a:pt x="382011" y="1785"/>
                </a:lnTo>
                <a:lnTo>
                  <a:pt x="382011" y="37957"/>
                </a:lnTo>
                <a:cubicBezTo>
                  <a:pt x="387778" y="31233"/>
                  <a:pt x="395054" y="27871"/>
                  <a:pt x="403841" y="27871"/>
                </a:cubicBezTo>
                <a:cubicBezTo>
                  <a:pt x="409241" y="27871"/>
                  <a:pt x="413932" y="28935"/>
                  <a:pt x="417914" y="31063"/>
                </a:cubicBezTo>
                <a:cubicBezTo>
                  <a:pt x="421895" y="33191"/>
                  <a:pt x="424744" y="36131"/>
                  <a:pt x="426460" y="39884"/>
                </a:cubicBezTo>
                <a:cubicBezTo>
                  <a:pt x="428176" y="43637"/>
                  <a:pt x="429034" y="49083"/>
                  <a:pt x="429034" y="56222"/>
                </a:cubicBezTo>
                <a:lnTo>
                  <a:pt x="429034" y="102421"/>
                </a:lnTo>
                <a:lnTo>
                  <a:pt x="416678" y="102421"/>
                </a:lnTo>
                <a:lnTo>
                  <a:pt x="416678" y="56271"/>
                </a:lnTo>
                <a:cubicBezTo>
                  <a:pt x="416678" y="50100"/>
                  <a:pt x="415339" y="45609"/>
                  <a:pt x="412662" y="42797"/>
                </a:cubicBezTo>
                <a:cubicBezTo>
                  <a:pt x="409985" y="39985"/>
                  <a:pt x="406198" y="38580"/>
                  <a:pt x="401301" y="38580"/>
                </a:cubicBezTo>
                <a:cubicBezTo>
                  <a:pt x="397640" y="38580"/>
                  <a:pt x="394196" y="39528"/>
                  <a:pt x="390970" y="41426"/>
                </a:cubicBezTo>
                <a:cubicBezTo>
                  <a:pt x="387743" y="43323"/>
                  <a:pt x="385444" y="45894"/>
                  <a:pt x="384071" y="49141"/>
                </a:cubicBezTo>
                <a:cubicBezTo>
                  <a:pt x="382698" y="52385"/>
                  <a:pt x="382011" y="56865"/>
                  <a:pt x="382011" y="62580"/>
                </a:cubicBezTo>
                <a:lnTo>
                  <a:pt x="382011" y="102421"/>
                </a:lnTo>
                <a:lnTo>
                  <a:pt x="369655" y="102421"/>
                </a:lnTo>
                <a:close/>
                <a:moveTo>
                  <a:pt x="560196" y="67068"/>
                </a:moveTo>
                <a:lnTo>
                  <a:pt x="573513" y="70432"/>
                </a:lnTo>
                <a:cubicBezTo>
                  <a:pt x="570721" y="81370"/>
                  <a:pt x="565699" y="89710"/>
                  <a:pt x="558445" y="95454"/>
                </a:cubicBezTo>
                <a:cubicBezTo>
                  <a:pt x="551191" y="101197"/>
                  <a:pt x="542325" y="104069"/>
                  <a:pt x="531844" y="104069"/>
                </a:cubicBezTo>
                <a:cubicBezTo>
                  <a:pt x="520998" y="104069"/>
                  <a:pt x="512177" y="101861"/>
                  <a:pt x="505381" y="97444"/>
                </a:cubicBezTo>
                <a:cubicBezTo>
                  <a:pt x="498585" y="93028"/>
                  <a:pt x="493414" y="86632"/>
                  <a:pt x="489867" y="78258"/>
                </a:cubicBezTo>
                <a:cubicBezTo>
                  <a:pt x="486320" y="69883"/>
                  <a:pt x="484547" y="60890"/>
                  <a:pt x="484547" y="51279"/>
                </a:cubicBezTo>
                <a:cubicBezTo>
                  <a:pt x="484547" y="40799"/>
                  <a:pt x="486549" y="31658"/>
                  <a:pt x="490553" y="23855"/>
                </a:cubicBezTo>
                <a:cubicBezTo>
                  <a:pt x="494558" y="16052"/>
                  <a:pt x="500255" y="10125"/>
                  <a:pt x="507646" y="6075"/>
                </a:cubicBezTo>
                <a:cubicBezTo>
                  <a:pt x="515037" y="2025"/>
                  <a:pt x="523172" y="0"/>
                  <a:pt x="532050" y="0"/>
                </a:cubicBezTo>
                <a:cubicBezTo>
                  <a:pt x="542119" y="0"/>
                  <a:pt x="550585" y="2563"/>
                  <a:pt x="557450" y="7688"/>
                </a:cubicBezTo>
                <a:cubicBezTo>
                  <a:pt x="564314" y="12814"/>
                  <a:pt x="569097" y="20022"/>
                  <a:pt x="571797" y="29312"/>
                </a:cubicBezTo>
                <a:lnTo>
                  <a:pt x="558685" y="32401"/>
                </a:lnTo>
                <a:cubicBezTo>
                  <a:pt x="556351" y="25079"/>
                  <a:pt x="552965" y="19747"/>
                  <a:pt x="548526" y="16407"/>
                </a:cubicBezTo>
                <a:cubicBezTo>
                  <a:pt x="544086" y="13066"/>
                  <a:pt x="538503" y="11395"/>
                  <a:pt x="531776" y="11395"/>
                </a:cubicBezTo>
                <a:cubicBezTo>
                  <a:pt x="524042" y="11395"/>
                  <a:pt x="517577" y="13249"/>
                  <a:pt x="512383" y="16956"/>
                </a:cubicBezTo>
                <a:cubicBezTo>
                  <a:pt x="507189" y="20663"/>
                  <a:pt x="503539" y="25640"/>
                  <a:pt x="501434" y="31887"/>
                </a:cubicBezTo>
                <a:cubicBezTo>
                  <a:pt x="499329" y="38133"/>
                  <a:pt x="498276" y="44575"/>
                  <a:pt x="498276" y="51211"/>
                </a:cubicBezTo>
                <a:cubicBezTo>
                  <a:pt x="498276" y="59769"/>
                  <a:pt x="499523" y="67240"/>
                  <a:pt x="502017" y="73624"/>
                </a:cubicBezTo>
                <a:cubicBezTo>
                  <a:pt x="504511" y="80008"/>
                  <a:pt x="508390" y="84779"/>
                  <a:pt x="513653" y="87937"/>
                </a:cubicBezTo>
                <a:cubicBezTo>
                  <a:pt x="518916" y="91095"/>
                  <a:pt x="524614" y="92673"/>
                  <a:pt x="530746" y="92673"/>
                </a:cubicBezTo>
                <a:cubicBezTo>
                  <a:pt x="538206" y="92673"/>
                  <a:pt x="544521" y="90522"/>
                  <a:pt x="549693" y="86221"/>
                </a:cubicBezTo>
                <a:cubicBezTo>
                  <a:pt x="554864" y="81919"/>
                  <a:pt x="558365" y="75535"/>
                  <a:pt x="560196" y="67068"/>
                </a:cubicBezTo>
                <a:close/>
                <a:moveTo>
                  <a:pt x="587879" y="102421"/>
                </a:moveTo>
                <a:lnTo>
                  <a:pt x="587879" y="1785"/>
                </a:lnTo>
                <a:lnTo>
                  <a:pt x="600235" y="1785"/>
                </a:lnTo>
                <a:lnTo>
                  <a:pt x="600235" y="102421"/>
                </a:lnTo>
                <a:lnTo>
                  <a:pt x="587879" y="102421"/>
                </a:lnTo>
                <a:close/>
                <a:moveTo>
                  <a:pt x="666773" y="93223"/>
                </a:moveTo>
                <a:cubicBezTo>
                  <a:pt x="662196" y="97188"/>
                  <a:pt x="657791" y="99988"/>
                  <a:pt x="653558" y="101621"/>
                </a:cubicBezTo>
                <a:cubicBezTo>
                  <a:pt x="649325" y="103253"/>
                  <a:pt x="644783" y="104069"/>
                  <a:pt x="639932" y="104069"/>
                </a:cubicBezTo>
                <a:cubicBezTo>
                  <a:pt x="631923" y="104069"/>
                  <a:pt x="625767" y="102112"/>
                  <a:pt x="621466" y="98199"/>
                </a:cubicBezTo>
                <a:cubicBezTo>
                  <a:pt x="617164" y="94287"/>
                  <a:pt x="615013" y="89287"/>
                  <a:pt x="615013" y="83200"/>
                </a:cubicBezTo>
                <a:cubicBezTo>
                  <a:pt x="615013" y="79630"/>
                  <a:pt x="615825" y="76370"/>
                  <a:pt x="617450" y="73418"/>
                </a:cubicBezTo>
                <a:cubicBezTo>
                  <a:pt x="619074" y="70466"/>
                  <a:pt x="621202" y="68098"/>
                  <a:pt x="623834" y="66313"/>
                </a:cubicBezTo>
                <a:cubicBezTo>
                  <a:pt x="626465" y="64528"/>
                  <a:pt x="629429" y="63178"/>
                  <a:pt x="632724" y="62263"/>
                </a:cubicBezTo>
                <a:cubicBezTo>
                  <a:pt x="635149" y="61622"/>
                  <a:pt x="638810" y="61004"/>
                  <a:pt x="643707" y="60409"/>
                </a:cubicBezTo>
                <a:cubicBezTo>
                  <a:pt x="653684" y="59219"/>
                  <a:pt x="661029" y="57801"/>
                  <a:pt x="665743" y="56153"/>
                </a:cubicBezTo>
                <a:cubicBezTo>
                  <a:pt x="665789" y="54467"/>
                  <a:pt x="665812" y="53396"/>
                  <a:pt x="665812" y="52940"/>
                </a:cubicBezTo>
                <a:cubicBezTo>
                  <a:pt x="665812" y="47924"/>
                  <a:pt x="664645" y="44391"/>
                  <a:pt x="662311" y="42340"/>
                </a:cubicBezTo>
                <a:cubicBezTo>
                  <a:pt x="659153" y="39559"/>
                  <a:pt x="654462" y="38168"/>
                  <a:pt x="648238" y="38168"/>
                </a:cubicBezTo>
                <a:cubicBezTo>
                  <a:pt x="642426" y="38168"/>
                  <a:pt x="638135" y="39186"/>
                  <a:pt x="635367" y="41223"/>
                </a:cubicBezTo>
                <a:cubicBezTo>
                  <a:pt x="632598" y="43259"/>
                  <a:pt x="630550" y="46863"/>
                  <a:pt x="629223" y="52034"/>
                </a:cubicBezTo>
                <a:lnTo>
                  <a:pt x="617141" y="50387"/>
                </a:lnTo>
                <a:cubicBezTo>
                  <a:pt x="618239" y="45200"/>
                  <a:pt x="620047" y="41011"/>
                  <a:pt x="622564" y="37820"/>
                </a:cubicBezTo>
                <a:cubicBezTo>
                  <a:pt x="625081" y="34630"/>
                  <a:pt x="628719" y="32174"/>
                  <a:pt x="633479" y="30454"/>
                </a:cubicBezTo>
                <a:cubicBezTo>
                  <a:pt x="638238" y="28732"/>
                  <a:pt x="643753" y="27871"/>
                  <a:pt x="650023" y="27871"/>
                </a:cubicBezTo>
                <a:cubicBezTo>
                  <a:pt x="656247" y="27871"/>
                  <a:pt x="661304" y="28606"/>
                  <a:pt x="665194" y="30076"/>
                </a:cubicBezTo>
                <a:cubicBezTo>
                  <a:pt x="669084" y="31545"/>
                  <a:pt x="671944" y="33393"/>
                  <a:pt x="673775" y="35621"/>
                </a:cubicBezTo>
                <a:cubicBezTo>
                  <a:pt x="675605" y="37848"/>
                  <a:pt x="676887" y="40661"/>
                  <a:pt x="677619" y="44061"/>
                </a:cubicBezTo>
                <a:cubicBezTo>
                  <a:pt x="678031" y="46173"/>
                  <a:pt x="678237" y="49967"/>
                  <a:pt x="678237" y="55443"/>
                </a:cubicBezTo>
                <a:lnTo>
                  <a:pt x="678237" y="71871"/>
                </a:lnTo>
                <a:cubicBezTo>
                  <a:pt x="678237" y="83325"/>
                  <a:pt x="678500" y="90580"/>
                  <a:pt x="679026" y="93634"/>
                </a:cubicBezTo>
                <a:cubicBezTo>
                  <a:pt x="679552" y="96689"/>
                  <a:pt x="680594" y="99618"/>
                  <a:pt x="682150" y="102421"/>
                </a:cubicBezTo>
                <a:lnTo>
                  <a:pt x="669244" y="102421"/>
                </a:lnTo>
                <a:cubicBezTo>
                  <a:pt x="667963" y="99800"/>
                  <a:pt x="667139" y="96734"/>
                  <a:pt x="666773" y="93223"/>
                </a:cubicBezTo>
                <a:moveTo>
                  <a:pt x="665743" y="65901"/>
                </a:moveTo>
                <a:cubicBezTo>
                  <a:pt x="661258" y="67723"/>
                  <a:pt x="654531" y="69272"/>
                  <a:pt x="645561" y="70548"/>
                </a:cubicBezTo>
                <a:cubicBezTo>
                  <a:pt x="640481" y="71276"/>
                  <a:pt x="636888" y="72095"/>
                  <a:pt x="634783" y="73006"/>
                </a:cubicBezTo>
                <a:cubicBezTo>
                  <a:pt x="632678" y="73917"/>
                  <a:pt x="631053" y="75249"/>
                  <a:pt x="629909" y="77003"/>
                </a:cubicBezTo>
                <a:cubicBezTo>
                  <a:pt x="628765" y="78756"/>
                  <a:pt x="628193" y="80703"/>
                  <a:pt x="628193" y="82844"/>
                </a:cubicBezTo>
                <a:cubicBezTo>
                  <a:pt x="628193" y="86123"/>
                  <a:pt x="629440" y="88856"/>
                  <a:pt x="631934" y="91043"/>
                </a:cubicBezTo>
                <a:cubicBezTo>
                  <a:pt x="634428" y="93228"/>
                  <a:pt x="638078" y="94321"/>
                  <a:pt x="642883" y="94321"/>
                </a:cubicBezTo>
                <a:cubicBezTo>
                  <a:pt x="647643" y="94321"/>
                  <a:pt x="651876" y="93283"/>
                  <a:pt x="655583" y="91208"/>
                </a:cubicBezTo>
                <a:cubicBezTo>
                  <a:pt x="659290" y="89132"/>
                  <a:pt x="662013" y="86295"/>
                  <a:pt x="663752" y="82698"/>
                </a:cubicBezTo>
                <a:cubicBezTo>
                  <a:pt x="665079" y="79922"/>
                  <a:pt x="665743" y="75826"/>
                  <a:pt x="665743" y="70408"/>
                </a:cubicBezTo>
                <a:lnTo>
                  <a:pt x="665743" y="65901"/>
                </a:lnTo>
                <a:close/>
                <a:moveTo>
                  <a:pt x="692167" y="80592"/>
                </a:moveTo>
                <a:lnTo>
                  <a:pt x="704387" y="78669"/>
                </a:lnTo>
                <a:cubicBezTo>
                  <a:pt x="705073" y="83588"/>
                  <a:pt x="706984" y="87358"/>
                  <a:pt x="710119" y="89979"/>
                </a:cubicBezTo>
                <a:cubicBezTo>
                  <a:pt x="713253" y="92599"/>
                  <a:pt x="717635" y="93909"/>
                  <a:pt x="723265" y="93909"/>
                </a:cubicBezTo>
                <a:cubicBezTo>
                  <a:pt x="728939" y="93909"/>
                  <a:pt x="733150" y="92753"/>
                  <a:pt x="735896" y="90442"/>
                </a:cubicBezTo>
                <a:cubicBezTo>
                  <a:pt x="738641" y="88131"/>
                  <a:pt x="740014" y="85420"/>
                  <a:pt x="740014" y="82308"/>
                </a:cubicBezTo>
                <a:cubicBezTo>
                  <a:pt x="740014" y="79516"/>
                  <a:pt x="738802" y="77319"/>
                  <a:pt x="736376" y="75718"/>
                </a:cubicBezTo>
                <a:cubicBezTo>
                  <a:pt x="734683" y="74619"/>
                  <a:pt x="730472" y="73223"/>
                  <a:pt x="723745" y="71530"/>
                </a:cubicBezTo>
                <a:cubicBezTo>
                  <a:pt x="714684" y="69242"/>
                  <a:pt x="708402" y="67263"/>
                  <a:pt x="704901" y="65592"/>
                </a:cubicBezTo>
                <a:cubicBezTo>
                  <a:pt x="701400" y="63922"/>
                  <a:pt x="698746" y="61611"/>
                  <a:pt x="696938" y="58659"/>
                </a:cubicBezTo>
                <a:cubicBezTo>
                  <a:pt x="695131" y="55707"/>
                  <a:pt x="694227" y="52446"/>
                  <a:pt x="694227" y="48877"/>
                </a:cubicBezTo>
                <a:cubicBezTo>
                  <a:pt x="694227" y="45627"/>
                  <a:pt x="694971" y="42618"/>
                  <a:pt x="696458" y="39850"/>
                </a:cubicBezTo>
                <a:cubicBezTo>
                  <a:pt x="697945" y="37081"/>
                  <a:pt x="699970" y="34781"/>
                  <a:pt x="702533" y="32951"/>
                </a:cubicBezTo>
                <a:cubicBezTo>
                  <a:pt x="704455" y="31532"/>
                  <a:pt x="707075" y="30331"/>
                  <a:pt x="710393" y="29347"/>
                </a:cubicBezTo>
                <a:cubicBezTo>
                  <a:pt x="713711" y="28363"/>
                  <a:pt x="717269" y="27871"/>
                  <a:pt x="721068" y="27871"/>
                </a:cubicBezTo>
                <a:cubicBezTo>
                  <a:pt x="726788" y="27871"/>
                  <a:pt x="731811" y="28694"/>
                  <a:pt x="736136" y="30342"/>
                </a:cubicBezTo>
                <a:cubicBezTo>
                  <a:pt x="740461" y="31989"/>
                  <a:pt x="743653" y="34221"/>
                  <a:pt x="745712" y="37035"/>
                </a:cubicBezTo>
                <a:cubicBezTo>
                  <a:pt x="747771" y="39850"/>
                  <a:pt x="749190" y="43614"/>
                  <a:pt x="749968" y="48327"/>
                </a:cubicBezTo>
                <a:lnTo>
                  <a:pt x="737886" y="49975"/>
                </a:lnTo>
                <a:cubicBezTo>
                  <a:pt x="737337" y="46222"/>
                  <a:pt x="735747" y="43293"/>
                  <a:pt x="733115" y="41188"/>
                </a:cubicBezTo>
                <a:cubicBezTo>
                  <a:pt x="730484" y="39083"/>
                  <a:pt x="726766" y="38030"/>
                  <a:pt x="721960" y="38030"/>
                </a:cubicBezTo>
                <a:cubicBezTo>
                  <a:pt x="716285" y="38030"/>
                  <a:pt x="712235" y="38969"/>
                  <a:pt x="709810" y="40845"/>
                </a:cubicBezTo>
                <a:cubicBezTo>
                  <a:pt x="707384" y="42721"/>
                  <a:pt x="706171" y="44918"/>
                  <a:pt x="706171" y="47435"/>
                </a:cubicBezTo>
                <a:cubicBezTo>
                  <a:pt x="706171" y="49037"/>
                  <a:pt x="706675" y="50478"/>
                  <a:pt x="707682" y="51760"/>
                </a:cubicBezTo>
                <a:cubicBezTo>
                  <a:pt x="708688" y="53087"/>
                  <a:pt x="710267" y="54185"/>
                  <a:pt x="712418" y="55055"/>
                </a:cubicBezTo>
                <a:cubicBezTo>
                  <a:pt x="713654" y="55513"/>
                  <a:pt x="717292" y="56565"/>
                  <a:pt x="723333" y="58213"/>
                </a:cubicBezTo>
                <a:cubicBezTo>
                  <a:pt x="732074" y="60547"/>
                  <a:pt x="738172" y="62457"/>
                  <a:pt x="741628" y="63945"/>
                </a:cubicBezTo>
                <a:cubicBezTo>
                  <a:pt x="745083" y="65432"/>
                  <a:pt x="747794" y="67594"/>
                  <a:pt x="749762" y="70432"/>
                </a:cubicBezTo>
                <a:cubicBezTo>
                  <a:pt x="751730" y="73269"/>
                  <a:pt x="752714" y="76793"/>
                  <a:pt x="752714" y="81003"/>
                </a:cubicBezTo>
                <a:cubicBezTo>
                  <a:pt x="752714" y="85122"/>
                  <a:pt x="751513" y="89001"/>
                  <a:pt x="749110" y="92639"/>
                </a:cubicBezTo>
                <a:cubicBezTo>
                  <a:pt x="746707" y="96277"/>
                  <a:pt x="743241" y="99092"/>
                  <a:pt x="738710" y="101083"/>
                </a:cubicBezTo>
                <a:cubicBezTo>
                  <a:pt x="734179" y="103073"/>
                  <a:pt x="729054" y="104069"/>
                  <a:pt x="723333" y="104069"/>
                </a:cubicBezTo>
                <a:cubicBezTo>
                  <a:pt x="713860" y="104069"/>
                  <a:pt x="706640" y="102095"/>
                  <a:pt x="701675" y="98148"/>
                </a:cubicBezTo>
                <a:cubicBezTo>
                  <a:pt x="696710" y="94201"/>
                  <a:pt x="693540" y="88349"/>
                  <a:pt x="692167" y="80592"/>
                </a:cubicBezTo>
                <a:close/>
                <a:moveTo>
                  <a:pt x="762463" y="80592"/>
                </a:moveTo>
                <a:lnTo>
                  <a:pt x="774682" y="78669"/>
                </a:lnTo>
                <a:cubicBezTo>
                  <a:pt x="775369" y="83588"/>
                  <a:pt x="777279" y="87358"/>
                  <a:pt x="780414" y="89979"/>
                </a:cubicBezTo>
                <a:cubicBezTo>
                  <a:pt x="783549" y="92599"/>
                  <a:pt x="787931" y="93909"/>
                  <a:pt x="793560" y="93909"/>
                </a:cubicBezTo>
                <a:cubicBezTo>
                  <a:pt x="799235" y="93909"/>
                  <a:pt x="803445" y="92753"/>
                  <a:pt x="806191" y="90442"/>
                </a:cubicBezTo>
                <a:cubicBezTo>
                  <a:pt x="808937" y="88131"/>
                  <a:pt x="810310" y="85420"/>
                  <a:pt x="810310" y="82308"/>
                </a:cubicBezTo>
                <a:cubicBezTo>
                  <a:pt x="810310" y="79516"/>
                  <a:pt x="809097" y="77319"/>
                  <a:pt x="806672" y="75718"/>
                </a:cubicBezTo>
                <a:cubicBezTo>
                  <a:pt x="804978" y="74619"/>
                  <a:pt x="800768" y="73223"/>
                  <a:pt x="794041" y="71530"/>
                </a:cubicBezTo>
                <a:cubicBezTo>
                  <a:pt x="784979" y="69242"/>
                  <a:pt x="778698" y="67263"/>
                  <a:pt x="775197" y="65592"/>
                </a:cubicBezTo>
                <a:cubicBezTo>
                  <a:pt x="771696" y="63922"/>
                  <a:pt x="769042" y="61611"/>
                  <a:pt x="767234" y="58659"/>
                </a:cubicBezTo>
                <a:cubicBezTo>
                  <a:pt x="765426" y="55707"/>
                  <a:pt x="764522" y="52446"/>
                  <a:pt x="764522" y="48877"/>
                </a:cubicBezTo>
                <a:cubicBezTo>
                  <a:pt x="764522" y="45627"/>
                  <a:pt x="765266" y="42618"/>
                  <a:pt x="766754" y="39850"/>
                </a:cubicBezTo>
                <a:cubicBezTo>
                  <a:pt x="768241" y="37081"/>
                  <a:pt x="770266" y="34781"/>
                  <a:pt x="772829" y="32951"/>
                </a:cubicBezTo>
                <a:cubicBezTo>
                  <a:pt x="774751" y="31532"/>
                  <a:pt x="777371" y="30331"/>
                  <a:pt x="780689" y="29347"/>
                </a:cubicBezTo>
                <a:cubicBezTo>
                  <a:pt x="784007" y="28363"/>
                  <a:pt x="787565" y="27871"/>
                  <a:pt x="791363" y="27871"/>
                </a:cubicBezTo>
                <a:cubicBezTo>
                  <a:pt x="797084" y="27871"/>
                  <a:pt x="802107" y="28694"/>
                  <a:pt x="806431" y="30342"/>
                </a:cubicBezTo>
                <a:cubicBezTo>
                  <a:pt x="810756" y="31989"/>
                  <a:pt x="813948" y="34221"/>
                  <a:pt x="816008" y="37035"/>
                </a:cubicBezTo>
                <a:cubicBezTo>
                  <a:pt x="818067" y="39850"/>
                  <a:pt x="819486" y="43614"/>
                  <a:pt x="820264" y="48327"/>
                </a:cubicBezTo>
                <a:lnTo>
                  <a:pt x="808182" y="49975"/>
                </a:lnTo>
                <a:cubicBezTo>
                  <a:pt x="807633" y="46222"/>
                  <a:pt x="806042" y="43293"/>
                  <a:pt x="803411" y="41188"/>
                </a:cubicBezTo>
                <a:cubicBezTo>
                  <a:pt x="800780" y="39083"/>
                  <a:pt x="797061" y="38030"/>
                  <a:pt x="792256" y="38030"/>
                </a:cubicBezTo>
                <a:cubicBezTo>
                  <a:pt x="786581" y="38030"/>
                  <a:pt x="782531" y="38969"/>
                  <a:pt x="780105" y="40845"/>
                </a:cubicBezTo>
                <a:cubicBezTo>
                  <a:pt x="777680" y="42721"/>
                  <a:pt x="776467" y="44918"/>
                  <a:pt x="776467" y="47435"/>
                </a:cubicBezTo>
                <a:cubicBezTo>
                  <a:pt x="776467" y="49037"/>
                  <a:pt x="776970" y="50478"/>
                  <a:pt x="777977" y="51760"/>
                </a:cubicBezTo>
                <a:cubicBezTo>
                  <a:pt x="778984" y="53087"/>
                  <a:pt x="780563" y="54185"/>
                  <a:pt x="782714" y="55055"/>
                </a:cubicBezTo>
                <a:cubicBezTo>
                  <a:pt x="783950" y="55513"/>
                  <a:pt x="787588" y="56565"/>
                  <a:pt x="793629" y="58213"/>
                </a:cubicBezTo>
                <a:cubicBezTo>
                  <a:pt x="802370" y="60547"/>
                  <a:pt x="808468" y="62457"/>
                  <a:pt x="811923" y="63945"/>
                </a:cubicBezTo>
                <a:cubicBezTo>
                  <a:pt x="815378" y="65432"/>
                  <a:pt x="818090" y="67594"/>
                  <a:pt x="820058" y="70432"/>
                </a:cubicBezTo>
                <a:cubicBezTo>
                  <a:pt x="822026" y="73269"/>
                  <a:pt x="823010" y="76793"/>
                  <a:pt x="823010" y="81003"/>
                </a:cubicBezTo>
                <a:cubicBezTo>
                  <a:pt x="823010" y="85122"/>
                  <a:pt x="821808" y="89001"/>
                  <a:pt x="819406" y="92639"/>
                </a:cubicBezTo>
                <a:cubicBezTo>
                  <a:pt x="817003" y="96277"/>
                  <a:pt x="813536" y="99092"/>
                  <a:pt x="809006" y="101083"/>
                </a:cubicBezTo>
                <a:cubicBezTo>
                  <a:pt x="804475" y="103073"/>
                  <a:pt x="799349" y="104069"/>
                  <a:pt x="793629" y="104069"/>
                </a:cubicBezTo>
                <a:cubicBezTo>
                  <a:pt x="784156" y="104069"/>
                  <a:pt x="776936" y="102095"/>
                  <a:pt x="771971" y="98148"/>
                </a:cubicBezTo>
                <a:cubicBezTo>
                  <a:pt x="767005" y="94201"/>
                  <a:pt x="763836" y="88349"/>
                  <a:pt x="762463" y="80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fdf0162704908"/>
          <a:stretch xmlns:a="http://schemas.openxmlformats.org/drawingml/2006/main"/>
        </p:blipFill>
        <p:spPr>
          <a:xfrm xmlns:a="http://schemas.openxmlformats.org/drawingml/2006/main">
            <a:off x="9613579" y="3899457"/>
            <a:ext cx="222013" cy="222013"/>
          </a:xfrm>
          <a:prstGeom xmlns:a="http://schemas.openxmlformats.org/drawingml/2006/main" prst="rect">
            <a:avLst/>
          </a:prstGeom>
        </p:spPr>
      </p:pic>
      <p:sp>
        <p:nvSpPr>
          <p:cNvPr id="210" name="Text gitcheckout">
            <a:extLst xmlns:a="http://schemas.openxmlformats.org/drawingml/2006/main">
              <a:ext uri="{FF2B5EF4-FFF2-40B4-BE49-F238E27FC236}">
                <a16:creationId xmlns:a16="http://schemas.microsoft.com/office/drawing/2014/main" id="{E29CB1F4-5F3A-4186-B14B-75C9263C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476" y="3942339"/>
            <a:ext cx="743474" cy="130292"/>
          </a:xfrm>
          <a:custGeom xmlns:a="http://schemas.openxmlformats.org/drawingml/2006/main">
            <a:pathLst>
              <a:path w="743474" h="130292">
                <a:moveTo>
                  <a:pt x="2471" y="106677"/>
                </a:moveTo>
                <a:lnTo>
                  <a:pt x="14485" y="108325"/>
                </a:lnTo>
                <a:cubicBezTo>
                  <a:pt x="14988" y="112076"/>
                  <a:pt x="16384" y="114808"/>
                  <a:pt x="18672" y="116522"/>
                </a:cubicBezTo>
                <a:cubicBezTo>
                  <a:pt x="21738" y="118837"/>
                  <a:pt x="25926" y="119995"/>
                  <a:pt x="31234" y="119995"/>
                </a:cubicBezTo>
                <a:cubicBezTo>
                  <a:pt x="36955" y="119995"/>
                  <a:pt x="41371" y="118848"/>
                  <a:pt x="44483" y="116554"/>
                </a:cubicBezTo>
                <a:cubicBezTo>
                  <a:pt x="47595" y="114260"/>
                  <a:pt x="49700" y="111049"/>
                  <a:pt x="50799" y="106922"/>
                </a:cubicBezTo>
                <a:cubicBezTo>
                  <a:pt x="51439" y="104398"/>
                  <a:pt x="51737" y="99099"/>
                  <a:pt x="51691" y="91026"/>
                </a:cubicBezTo>
                <a:cubicBezTo>
                  <a:pt x="46291" y="97433"/>
                  <a:pt x="39564" y="100636"/>
                  <a:pt x="31509" y="100636"/>
                </a:cubicBezTo>
                <a:cubicBezTo>
                  <a:pt x="21487" y="100636"/>
                  <a:pt x="13729" y="97021"/>
                  <a:pt x="8238" y="89790"/>
                </a:cubicBezTo>
                <a:cubicBezTo>
                  <a:pt x="2746" y="82559"/>
                  <a:pt x="0" y="73887"/>
                  <a:pt x="0" y="63773"/>
                </a:cubicBezTo>
                <a:cubicBezTo>
                  <a:pt x="0" y="56817"/>
                  <a:pt x="1259" y="50398"/>
                  <a:pt x="3776" y="44518"/>
                </a:cubicBezTo>
                <a:cubicBezTo>
                  <a:pt x="6293" y="38637"/>
                  <a:pt x="9942" y="34095"/>
                  <a:pt x="14725" y="30891"/>
                </a:cubicBezTo>
                <a:cubicBezTo>
                  <a:pt x="19507" y="27688"/>
                  <a:pt x="25125" y="26086"/>
                  <a:pt x="31578" y="26086"/>
                </a:cubicBezTo>
                <a:cubicBezTo>
                  <a:pt x="40181" y="26086"/>
                  <a:pt x="47275" y="29610"/>
                  <a:pt x="52858" y="36657"/>
                </a:cubicBezTo>
                <a:lnTo>
                  <a:pt x="52858" y="27733"/>
                </a:lnTo>
                <a:lnTo>
                  <a:pt x="64254" y="27733"/>
                </a:lnTo>
                <a:lnTo>
                  <a:pt x="64254" y="90794"/>
                </a:lnTo>
                <a:cubicBezTo>
                  <a:pt x="64254" y="102151"/>
                  <a:pt x="63098" y="110199"/>
                  <a:pt x="60787" y="114939"/>
                </a:cubicBezTo>
                <a:cubicBezTo>
                  <a:pt x="58476" y="119678"/>
                  <a:pt x="54815" y="123422"/>
                  <a:pt x="49803" y="126169"/>
                </a:cubicBezTo>
                <a:cubicBezTo>
                  <a:pt x="44792" y="128918"/>
                  <a:pt x="38625" y="130292"/>
                  <a:pt x="31303" y="130292"/>
                </a:cubicBezTo>
                <a:cubicBezTo>
                  <a:pt x="22608" y="130292"/>
                  <a:pt x="15583" y="128330"/>
                  <a:pt x="10228" y="124405"/>
                </a:cubicBezTo>
                <a:cubicBezTo>
                  <a:pt x="4874" y="120481"/>
                  <a:pt x="2288" y="114572"/>
                  <a:pt x="2471" y="106677"/>
                </a:cubicBezTo>
                <a:moveTo>
                  <a:pt x="12700" y="62883"/>
                </a:moveTo>
                <a:cubicBezTo>
                  <a:pt x="12700" y="72423"/>
                  <a:pt x="14599" y="79385"/>
                  <a:pt x="18397" y="83766"/>
                </a:cubicBezTo>
                <a:cubicBezTo>
                  <a:pt x="22196" y="88148"/>
                  <a:pt x="26955" y="90339"/>
                  <a:pt x="32676" y="90339"/>
                </a:cubicBezTo>
                <a:cubicBezTo>
                  <a:pt x="38351" y="90339"/>
                  <a:pt x="43110" y="88160"/>
                  <a:pt x="46955" y="83801"/>
                </a:cubicBezTo>
                <a:cubicBezTo>
                  <a:pt x="50799" y="79442"/>
                  <a:pt x="52721" y="72606"/>
                  <a:pt x="52721" y="63293"/>
                </a:cubicBezTo>
                <a:cubicBezTo>
                  <a:pt x="52721" y="54391"/>
                  <a:pt x="50742" y="47681"/>
                  <a:pt x="46783" y="43162"/>
                </a:cubicBezTo>
                <a:cubicBezTo>
                  <a:pt x="42824" y="38643"/>
                  <a:pt x="38053" y="36383"/>
                  <a:pt x="32470" y="36383"/>
                </a:cubicBezTo>
                <a:cubicBezTo>
                  <a:pt x="26978" y="36383"/>
                  <a:pt x="22310" y="38608"/>
                  <a:pt x="18466" y="43059"/>
                </a:cubicBezTo>
                <a:cubicBezTo>
                  <a:pt x="14622" y="47509"/>
                  <a:pt x="12700" y="54117"/>
                  <a:pt x="12700" y="62883"/>
                </a:cubicBezTo>
                <a:close/>
                <a:moveTo>
                  <a:pt x="82715" y="14141"/>
                </a:moveTo>
                <a:lnTo>
                  <a:pt x="82715" y="0"/>
                </a:lnTo>
                <a:lnTo>
                  <a:pt x="95071" y="0"/>
                </a:lnTo>
                <a:lnTo>
                  <a:pt x="95071" y="14141"/>
                </a:lnTo>
                <a:lnTo>
                  <a:pt x="82715" y="14141"/>
                </a:lnTo>
                <a:moveTo>
                  <a:pt x="82715" y="100636"/>
                </a:moveTo>
                <a:lnTo>
                  <a:pt x="82715" y="27733"/>
                </a:lnTo>
                <a:lnTo>
                  <a:pt x="95071" y="27733"/>
                </a:lnTo>
                <a:lnTo>
                  <a:pt x="95071" y="100636"/>
                </a:lnTo>
                <a:lnTo>
                  <a:pt x="82715" y="100636"/>
                </a:lnTo>
                <a:close/>
                <a:moveTo>
                  <a:pt x="140671" y="89584"/>
                </a:moveTo>
                <a:lnTo>
                  <a:pt x="142456" y="100499"/>
                </a:lnTo>
                <a:cubicBezTo>
                  <a:pt x="138978" y="101231"/>
                  <a:pt x="135866" y="101598"/>
                  <a:pt x="133120" y="101598"/>
                </a:cubicBezTo>
                <a:cubicBezTo>
                  <a:pt x="128635" y="101598"/>
                  <a:pt x="125157" y="100888"/>
                  <a:pt x="122686" y="99469"/>
                </a:cubicBezTo>
                <a:cubicBezTo>
                  <a:pt x="120215" y="98051"/>
                  <a:pt x="118476" y="96186"/>
                  <a:pt x="117469" y="93875"/>
                </a:cubicBezTo>
                <a:cubicBezTo>
                  <a:pt x="116462" y="91564"/>
                  <a:pt x="115958" y="86701"/>
                  <a:pt x="115958" y="79287"/>
                </a:cubicBezTo>
                <a:lnTo>
                  <a:pt x="115958" y="37344"/>
                </a:lnTo>
                <a:lnTo>
                  <a:pt x="106897" y="37344"/>
                </a:lnTo>
                <a:lnTo>
                  <a:pt x="106897" y="27733"/>
                </a:lnTo>
                <a:lnTo>
                  <a:pt x="115958" y="27733"/>
                </a:lnTo>
                <a:lnTo>
                  <a:pt x="115958" y="9679"/>
                </a:lnTo>
                <a:lnTo>
                  <a:pt x="128246" y="2265"/>
                </a:lnTo>
                <a:lnTo>
                  <a:pt x="128246" y="27733"/>
                </a:lnTo>
                <a:lnTo>
                  <a:pt x="140671" y="27733"/>
                </a:lnTo>
                <a:lnTo>
                  <a:pt x="140671" y="37344"/>
                </a:lnTo>
                <a:lnTo>
                  <a:pt x="128246" y="37344"/>
                </a:lnTo>
                <a:lnTo>
                  <a:pt x="128246" y="79974"/>
                </a:lnTo>
                <a:cubicBezTo>
                  <a:pt x="128246" y="83498"/>
                  <a:pt x="128464" y="85763"/>
                  <a:pt x="128898" y="86770"/>
                </a:cubicBezTo>
                <a:cubicBezTo>
                  <a:pt x="129333" y="87777"/>
                  <a:pt x="130043" y="88577"/>
                  <a:pt x="131026" y="89172"/>
                </a:cubicBezTo>
                <a:cubicBezTo>
                  <a:pt x="132010" y="89767"/>
                  <a:pt x="133418" y="90065"/>
                  <a:pt x="135248" y="90065"/>
                </a:cubicBezTo>
                <a:cubicBezTo>
                  <a:pt x="136621" y="90065"/>
                  <a:pt x="138429" y="89905"/>
                  <a:pt x="140671" y="89584"/>
                </a:cubicBezTo>
                <a:close/>
                <a:moveTo>
                  <a:pt x="239761" y="73864"/>
                </a:moveTo>
                <a:lnTo>
                  <a:pt x="251912" y="75512"/>
                </a:lnTo>
                <a:cubicBezTo>
                  <a:pt x="250584" y="83887"/>
                  <a:pt x="247186" y="90442"/>
                  <a:pt x="241717" y="95179"/>
                </a:cubicBezTo>
                <a:cubicBezTo>
                  <a:pt x="236249" y="99916"/>
                  <a:pt x="229533" y="102284"/>
                  <a:pt x="221570" y="102284"/>
                </a:cubicBezTo>
                <a:cubicBezTo>
                  <a:pt x="211593" y="102284"/>
                  <a:pt x="203573" y="99023"/>
                  <a:pt x="197509" y="92502"/>
                </a:cubicBezTo>
                <a:cubicBezTo>
                  <a:pt x="191445" y="85980"/>
                  <a:pt x="188413" y="76633"/>
                  <a:pt x="188413" y="64460"/>
                </a:cubicBezTo>
                <a:cubicBezTo>
                  <a:pt x="188413" y="56588"/>
                  <a:pt x="189717" y="49700"/>
                  <a:pt x="192326" y="43797"/>
                </a:cubicBezTo>
                <a:cubicBezTo>
                  <a:pt x="194935" y="37893"/>
                  <a:pt x="198905" y="33465"/>
                  <a:pt x="204236" y="30514"/>
                </a:cubicBezTo>
                <a:cubicBezTo>
                  <a:pt x="209568" y="27562"/>
                  <a:pt x="215368" y="26086"/>
                  <a:pt x="221638" y="26086"/>
                </a:cubicBezTo>
                <a:cubicBezTo>
                  <a:pt x="229555" y="26086"/>
                  <a:pt x="236031" y="28077"/>
                  <a:pt x="241065" y="32058"/>
                </a:cubicBezTo>
                <a:cubicBezTo>
                  <a:pt x="246099" y="36038"/>
                  <a:pt x="249326" y="41690"/>
                  <a:pt x="250745" y="49014"/>
                </a:cubicBezTo>
                <a:lnTo>
                  <a:pt x="238731" y="50936"/>
                </a:lnTo>
                <a:cubicBezTo>
                  <a:pt x="237587" y="46062"/>
                  <a:pt x="235562" y="42395"/>
                  <a:pt x="232656" y="39935"/>
                </a:cubicBezTo>
                <a:cubicBezTo>
                  <a:pt x="229750" y="37476"/>
                  <a:pt x="226238" y="36246"/>
                  <a:pt x="222119" y="36246"/>
                </a:cubicBezTo>
                <a:cubicBezTo>
                  <a:pt x="215895" y="36246"/>
                  <a:pt x="210838" y="38477"/>
                  <a:pt x="206948" y="42939"/>
                </a:cubicBezTo>
                <a:cubicBezTo>
                  <a:pt x="203058" y="47401"/>
                  <a:pt x="201113" y="54460"/>
                  <a:pt x="201113" y="64116"/>
                </a:cubicBezTo>
                <a:cubicBezTo>
                  <a:pt x="201113" y="73910"/>
                  <a:pt x="202989" y="81026"/>
                  <a:pt x="206742" y="85465"/>
                </a:cubicBezTo>
                <a:cubicBezTo>
                  <a:pt x="210494" y="89905"/>
                  <a:pt x="215391" y="92124"/>
                  <a:pt x="221432" y="92124"/>
                </a:cubicBezTo>
                <a:cubicBezTo>
                  <a:pt x="226283" y="92124"/>
                  <a:pt x="230333" y="90631"/>
                  <a:pt x="233583" y="87645"/>
                </a:cubicBezTo>
                <a:cubicBezTo>
                  <a:pt x="236832" y="84659"/>
                  <a:pt x="238891" y="80065"/>
                  <a:pt x="239761" y="73864"/>
                </a:cubicBezTo>
                <a:close/>
                <a:moveTo>
                  <a:pt x="262483" y="100636"/>
                </a:moveTo>
                <a:lnTo>
                  <a:pt x="262483" y="0"/>
                </a:lnTo>
                <a:lnTo>
                  <a:pt x="274839" y="0"/>
                </a:lnTo>
                <a:lnTo>
                  <a:pt x="274839" y="36173"/>
                </a:lnTo>
                <a:cubicBezTo>
                  <a:pt x="280606" y="29448"/>
                  <a:pt x="287882" y="26086"/>
                  <a:pt x="296669" y="26086"/>
                </a:cubicBezTo>
                <a:cubicBezTo>
                  <a:pt x="302069" y="26086"/>
                  <a:pt x="306760" y="27150"/>
                  <a:pt x="310742" y="29278"/>
                </a:cubicBezTo>
                <a:cubicBezTo>
                  <a:pt x="314723" y="31406"/>
                  <a:pt x="317572" y="34346"/>
                  <a:pt x="319288" y="38099"/>
                </a:cubicBezTo>
                <a:cubicBezTo>
                  <a:pt x="321004" y="41852"/>
                  <a:pt x="321862" y="47298"/>
                  <a:pt x="321862" y="54437"/>
                </a:cubicBezTo>
                <a:lnTo>
                  <a:pt x="321862" y="100636"/>
                </a:lnTo>
                <a:lnTo>
                  <a:pt x="309506" y="100636"/>
                </a:lnTo>
                <a:lnTo>
                  <a:pt x="309506" y="54486"/>
                </a:lnTo>
                <a:cubicBezTo>
                  <a:pt x="309506" y="48315"/>
                  <a:pt x="308167" y="43824"/>
                  <a:pt x="305490" y="41012"/>
                </a:cubicBezTo>
                <a:cubicBezTo>
                  <a:pt x="302813" y="38201"/>
                  <a:pt x="299026" y="36795"/>
                  <a:pt x="294129" y="36795"/>
                </a:cubicBezTo>
                <a:cubicBezTo>
                  <a:pt x="290468" y="36795"/>
                  <a:pt x="287024" y="37744"/>
                  <a:pt x="283798" y="39641"/>
                </a:cubicBezTo>
                <a:cubicBezTo>
                  <a:pt x="280571" y="41538"/>
                  <a:pt x="278272" y="44109"/>
                  <a:pt x="276899" y="47356"/>
                </a:cubicBezTo>
                <a:cubicBezTo>
                  <a:pt x="275526" y="50601"/>
                  <a:pt x="274839" y="55081"/>
                  <a:pt x="274839" y="60795"/>
                </a:cubicBezTo>
                <a:lnTo>
                  <a:pt x="274839" y="100636"/>
                </a:lnTo>
                <a:lnTo>
                  <a:pt x="262483" y="100636"/>
                </a:lnTo>
                <a:close/>
                <a:moveTo>
                  <a:pt x="390299" y="77022"/>
                </a:moveTo>
                <a:lnTo>
                  <a:pt x="403068" y="78669"/>
                </a:lnTo>
                <a:cubicBezTo>
                  <a:pt x="401054" y="86151"/>
                  <a:pt x="397324" y="91957"/>
                  <a:pt x="391878" y="96089"/>
                </a:cubicBezTo>
                <a:cubicBezTo>
                  <a:pt x="386432" y="100219"/>
                  <a:pt x="379476" y="102284"/>
                  <a:pt x="371009" y="102284"/>
                </a:cubicBezTo>
                <a:cubicBezTo>
                  <a:pt x="360346" y="102284"/>
                  <a:pt x="351891" y="99000"/>
                  <a:pt x="345644" y="92433"/>
                </a:cubicBezTo>
                <a:cubicBezTo>
                  <a:pt x="339397" y="85866"/>
                  <a:pt x="336274" y="76656"/>
                  <a:pt x="336274" y="64803"/>
                </a:cubicBezTo>
                <a:cubicBezTo>
                  <a:pt x="336274" y="52538"/>
                  <a:pt x="339432" y="43019"/>
                  <a:pt x="345747" y="36246"/>
                </a:cubicBezTo>
                <a:cubicBezTo>
                  <a:pt x="352063" y="29472"/>
                  <a:pt x="360255" y="26086"/>
                  <a:pt x="370323" y="26086"/>
                </a:cubicBezTo>
                <a:cubicBezTo>
                  <a:pt x="380071" y="26086"/>
                  <a:pt x="388034" y="29399"/>
                  <a:pt x="394212" y="36025"/>
                </a:cubicBezTo>
                <a:cubicBezTo>
                  <a:pt x="400390" y="42649"/>
                  <a:pt x="403479" y="51969"/>
                  <a:pt x="403479" y="63985"/>
                </a:cubicBezTo>
                <a:cubicBezTo>
                  <a:pt x="403479" y="64716"/>
                  <a:pt x="403457" y="65812"/>
                  <a:pt x="403411" y="67274"/>
                </a:cubicBezTo>
                <a:lnTo>
                  <a:pt x="349042" y="67274"/>
                </a:lnTo>
                <a:cubicBezTo>
                  <a:pt x="349500" y="75306"/>
                  <a:pt x="351765" y="81455"/>
                  <a:pt x="355838" y="85723"/>
                </a:cubicBezTo>
                <a:cubicBezTo>
                  <a:pt x="359912" y="89990"/>
                  <a:pt x="364991" y="92124"/>
                  <a:pt x="371078" y="92124"/>
                </a:cubicBezTo>
                <a:cubicBezTo>
                  <a:pt x="375609" y="92124"/>
                  <a:pt x="379476" y="90924"/>
                  <a:pt x="382679" y="88522"/>
                </a:cubicBezTo>
                <a:cubicBezTo>
                  <a:pt x="385883" y="86120"/>
                  <a:pt x="388423" y="82286"/>
                  <a:pt x="390299" y="77022"/>
                </a:cubicBezTo>
                <a:moveTo>
                  <a:pt x="349729" y="57114"/>
                </a:moveTo>
                <a:lnTo>
                  <a:pt x="390437" y="57114"/>
                </a:lnTo>
                <a:cubicBezTo>
                  <a:pt x="389887" y="51002"/>
                  <a:pt x="388331" y="46418"/>
                  <a:pt x="385769" y="43361"/>
                </a:cubicBezTo>
                <a:cubicBezTo>
                  <a:pt x="381833" y="38617"/>
                  <a:pt x="376730" y="36246"/>
                  <a:pt x="370460" y="36246"/>
                </a:cubicBezTo>
                <a:cubicBezTo>
                  <a:pt x="364785" y="36246"/>
                  <a:pt x="360014" y="38139"/>
                  <a:pt x="356147" y="41926"/>
                </a:cubicBezTo>
                <a:cubicBezTo>
                  <a:pt x="352280" y="45712"/>
                  <a:pt x="350141" y="50774"/>
                  <a:pt x="349729" y="57114"/>
                </a:cubicBezTo>
                <a:close/>
                <a:moveTo>
                  <a:pt x="465876" y="73864"/>
                </a:moveTo>
                <a:lnTo>
                  <a:pt x="478026" y="75512"/>
                </a:lnTo>
                <a:cubicBezTo>
                  <a:pt x="476699" y="83887"/>
                  <a:pt x="473301" y="90442"/>
                  <a:pt x="467832" y="95179"/>
                </a:cubicBezTo>
                <a:cubicBezTo>
                  <a:pt x="462363" y="99916"/>
                  <a:pt x="455647" y="102284"/>
                  <a:pt x="447684" y="102284"/>
                </a:cubicBezTo>
                <a:cubicBezTo>
                  <a:pt x="437708" y="102284"/>
                  <a:pt x="429687" y="99023"/>
                  <a:pt x="423624" y="92502"/>
                </a:cubicBezTo>
                <a:cubicBezTo>
                  <a:pt x="417560" y="85980"/>
                  <a:pt x="414528" y="76633"/>
                  <a:pt x="414528" y="64460"/>
                </a:cubicBezTo>
                <a:cubicBezTo>
                  <a:pt x="414528" y="56588"/>
                  <a:pt x="415832" y="49700"/>
                  <a:pt x="418441" y="43797"/>
                </a:cubicBezTo>
                <a:cubicBezTo>
                  <a:pt x="421049" y="37893"/>
                  <a:pt x="425019" y="33465"/>
                  <a:pt x="430351" y="30514"/>
                </a:cubicBezTo>
                <a:cubicBezTo>
                  <a:pt x="435683" y="27562"/>
                  <a:pt x="441483" y="26086"/>
                  <a:pt x="447753" y="26086"/>
                </a:cubicBezTo>
                <a:cubicBezTo>
                  <a:pt x="455670" y="26086"/>
                  <a:pt x="462146" y="28077"/>
                  <a:pt x="467180" y="32058"/>
                </a:cubicBezTo>
                <a:cubicBezTo>
                  <a:pt x="472214" y="36038"/>
                  <a:pt x="475441" y="41690"/>
                  <a:pt x="476859" y="49014"/>
                </a:cubicBezTo>
                <a:lnTo>
                  <a:pt x="464846" y="50936"/>
                </a:lnTo>
                <a:cubicBezTo>
                  <a:pt x="463702" y="46062"/>
                  <a:pt x="461677" y="42395"/>
                  <a:pt x="458771" y="39935"/>
                </a:cubicBezTo>
                <a:cubicBezTo>
                  <a:pt x="455865" y="37476"/>
                  <a:pt x="452352" y="36246"/>
                  <a:pt x="448234" y="36246"/>
                </a:cubicBezTo>
                <a:cubicBezTo>
                  <a:pt x="442010" y="36246"/>
                  <a:pt x="436953" y="38477"/>
                  <a:pt x="433063" y="42939"/>
                </a:cubicBezTo>
                <a:cubicBezTo>
                  <a:pt x="429173" y="47401"/>
                  <a:pt x="427228" y="54460"/>
                  <a:pt x="427228" y="64116"/>
                </a:cubicBezTo>
                <a:cubicBezTo>
                  <a:pt x="427228" y="73910"/>
                  <a:pt x="429104" y="81026"/>
                  <a:pt x="432857" y="85465"/>
                </a:cubicBezTo>
                <a:cubicBezTo>
                  <a:pt x="436609" y="89905"/>
                  <a:pt x="441506" y="92124"/>
                  <a:pt x="447547" y="92124"/>
                </a:cubicBezTo>
                <a:cubicBezTo>
                  <a:pt x="452398" y="92124"/>
                  <a:pt x="456448" y="90631"/>
                  <a:pt x="459698" y="87645"/>
                </a:cubicBezTo>
                <a:cubicBezTo>
                  <a:pt x="462947" y="84659"/>
                  <a:pt x="465006" y="80065"/>
                  <a:pt x="465876" y="73864"/>
                </a:cubicBezTo>
                <a:close/>
                <a:moveTo>
                  <a:pt x="488666" y="100636"/>
                </a:moveTo>
                <a:lnTo>
                  <a:pt x="488666" y="0"/>
                </a:lnTo>
                <a:lnTo>
                  <a:pt x="501022" y="0"/>
                </a:lnTo>
                <a:lnTo>
                  <a:pt x="501022" y="57327"/>
                </a:lnTo>
                <a:lnTo>
                  <a:pt x="530266" y="27733"/>
                </a:lnTo>
                <a:lnTo>
                  <a:pt x="546261" y="27733"/>
                </a:lnTo>
                <a:lnTo>
                  <a:pt x="518390" y="54819"/>
                </a:lnTo>
                <a:lnTo>
                  <a:pt x="549075" y="100636"/>
                </a:lnTo>
                <a:lnTo>
                  <a:pt x="533835" y="100636"/>
                </a:lnTo>
                <a:lnTo>
                  <a:pt x="509740" y="63299"/>
                </a:lnTo>
                <a:lnTo>
                  <a:pt x="501022" y="71736"/>
                </a:lnTo>
                <a:lnTo>
                  <a:pt x="501022" y="100636"/>
                </a:lnTo>
                <a:lnTo>
                  <a:pt x="488666" y="100636"/>
                </a:lnTo>
                <a:close/>
                <a:moveTo>
                  <a:pt x="554292" y="64185"/>
                </a:moveTo>
                <a:cubicBezTo>
                  <a:pt x="554292" y="50684"/>
                  <a:pt x="558045" y="40685"/>
                  <a:pt x="565550" y="34186"/>
                </a:cubicBezTo>
                <a:cubicBezTo>
                  <a:pt x="571820" y="28786"/>
                  <a:pt x="579463" y="26086"/>
                  <a:pt x="588478" y="26086"/>
                </a:cubicBezTo>
                <a:cubicBezTo>
                  <a:pt x="598501" y="26086"/>
                  <a:pt x="606693" y="29369"/>
                  <a:pt x="613054" y="35937"/>
                </a:cubicBezTo>
                <a:cubicBezTo>
                  <a:pt x="619415" y="42504"/>
                  <a:pt x="622596" y="51577"/>
                  <a:pt x="622596" y="63155"/>
                </a:cubicBezTo>
                <a:cubicBezTo>
                  <a:pt x="622596" y="72537"/>
                  <a:pt x="621189" y="79917"/>
                  <a:pt x="618374" y="85294"/>
                </a:cubicBezTo>
                <a:cubicBezTo>
                  <a:pt x="615560" y="90671"/>
                  <a:pt x="611464" y="94847"/>
                  <a:pt x="606086" y="97822"/>
                </a:cubicBezTo>
                <a:cubicBezTo>
                  <a:pt x="600709" y="100797"/>
                  <a:pt x="594840" y="102284"/>
                  <a:pt x="588478" y="102284"/>
                </a:cubicBezTo>
                <a:cubicBezTo>
                  <a:pt x="578273" y="102284"/>
                  <a:pt x="570024" y="99012"/>
                  <a:pt x="563731" y="92467"/>
                </a:cubicBezTo>
                <a:cubicBezTo>
                  <a:pt x="557439" y="85923"/>
                  <a:pt x="554292" y="76496"/>
                  <a:pt x="554292" y="64185"/>
                </a:cubicBezTo>
                <a:moveTo>
                  <a:pt x="566992" y="64219"/>
                </a:moveTo>
                <a:cubicBezTo>
                  <a:pt x="566992" y="73544"/>
                  <a:pt x="569028" y="80526"/>
                  <a:pt x="573102" y="85165"/>
                </a:cubicBezTo>
                <a:cubicBezTo>
                  <a:pt x="577175" y="89805"/>
                  <a:pt x="582300" y="92124"/>
                  <a:pt x="588478" y="92124"/>
                </a:cubicBezTo>
                <a:cubicBezTo>
                  <a:pt x="594611" y="92124"/>
                  <a:pt x="599714" y="89793"/>
                  <a:pt x="603787" y="85131"/>
                </a:cubicBezTo>
                <a:cubicBezTo>
                  <a:pt x="607860" y="80469"/>
                  <a:pt x="609896" y="73361"/>
                  <a:pt x="609896" y="63807"/>
                </a:cubicBezTo>
                <a:cubicBezTo>
                  <a:pt x="609896" y="54803"/>
                  <a:pt x="607848" y="47981"/>
                  <a:pt x="603752" y="43342"/>
                </a:cubicBezTo>
                <a:cubicBezTo>
                  <a:pt x="599656" y="38703"/>
                  <a:pt x="594565" y="36383"/>
                  <a:pt x="588478" y="36383"/>
                </a:cubicBezTo>
                <a:cubicBezTo>
                  <a:pt x="582300" y="36383"/>
                  <a:pt x="577175" y="38691"/>
                  <a:pt x="573102" y="43308"/>
                </a:cubicBezTo>
                <a:cubicBezTo>
                  <a:pt x="569028" y="47924"/>
                  <a:pt x="566992" y="54895"/>
                  <a:pt x="566992" y="64219"/>
                </a:cubicBezTo>
                <a:close/>
                <a:moveTo>
                  <a:pt x="684580" y="100636"/>
                </a:moveTo>
                <a:lnTo>
                  <a:pt x="684580" y="89861"/>
                </a:lnTo>
                <a:cubicBezTo>
                  <a:pt x="678905" y="98143"/>
                  <a:pt x="671193" y="102284"/>
                  <a:pt x="661446" y="102284"/>
                </a:cubicBezTo>
                <a:cubicBezTo>
                  <a:pt x="657144" y="102284"/>
                  <a:pt x="653128" y="101460"/>
                  <a:pt x="649398" y="99813"/>
                </a:cubicBezTo>
                <a:cubicBezTo>
                  <a:pt x="645668" y="98165"/>
                  <a:pt x="642899" y="96094"/>
                  <a:pt x="641092" y="93600"/>
                </a:cubicBezTo>
                <a:cubicBezTo>
                  <a:pt x="639284" y="91106"/>
                  <a:pt x="638014" y="88051"/>
                  <a:pt x="637282" y="84436"/>
                </a:cubicBezTo>
                <a:cubicBezTo>
                  <a:pt x="636778" y="82010"/>
                  <a:pt x="636527" y="78166"/>
                  <a:pt x="636527" y="72903"/>
                </a:cubicBezTo>
                <a:lnTo>
                  <a:pt x="636527" y="27733"/>
                </a:lnTo>
                <a:lnTo>
                  <a:pt x="648883" y="27733"/>
                </a:lnTo>
                <a:lnTo>
                  <a:pt x="648883" y="68124"/>
                </a:lnTo>
                <a:cubicBezTo>
                  <a:pt x="648883" y="74569"/>
                  <a:pt x="649135" y="78912"/>
                  <a:pt x="649638" y="81151"/>
                </a:cubicBezTo>
                <a:cubicBezTo>
                  <a:pt x="650416" y="84398"/>
                  <a:pt x="652064" y="86947"/>
                  <a:pt x="654581" y="88799"/>
                </a:cubicBezTo>
                <a:cubicBezTo>
                  <a:pt x="657098" y="90650"/>
                  <a:pt x="660210" y="91575"/>
                  <a:pt x="663917" y="91575"/>
                </a:cubicBezTo>
                <a:cubicBezTo>
                  <a:pt x="667624" y="91575"/>
                  <a:pt x="671102" y="90627"/>
                  <a:pt x="674351" y="88731"/>
                </a:cubicBezTo>
                <a:cubicBezTo>
                  <a:pt x="677601" y="86833"/>
                  <a:pt x="679900" y="84250"/>
                  <a:pt x="681250" y="80982"/>
                </a:cubicBezTo>
                <a:cubicBezTo>
                  <a:pt x="682600" y="77713"/>
                  <a:pt x="683275" y="72970"/>
                  <a:pt x="683275" y="66753"/>
                </a:cubicBezTo>
                <a:lnTo>
                  <a:pt x="683275" y="27733"/>
                </a:lnTo>
                <a:lnTo>
                  <a:pt x="695632" y="27733"/>
                </a:lnTo>
                <a:lnTo>
                  <a:pt x="695632" y="100636"/>
                </a:lnTo>
                <a:lnTo>
                  <a:pt x="684580" y="100636"/>
                </a:lnTo>
                <a:close/>
                <a:moveTo>
                  <a:pt x="741689" y="89584"/>
                </a:moveTo>
                <a:lnTo>
                  <a:pt x="743474" y="100499"/>
                </a:lnTo>
                <a:cubicBezTo>
                  <a:pt x="739996" y="101231"/>
                  <a:pt x="736884" y="101598"/>
                  <a:pt x="734138" y="101598"/>
                </a:cubicBezTo>
                <a:cubicBezTo>
                  <a:pt x="729653" y="101598"/>
                  <a:pt x="726175" y="100888"/>
                  <a:pt x="723704" y="99469"/>
                </a:cubicBezTo>
                <a:cubicBezTo>
                  <a:pt x="721233" y="98051"/>
                  <a:pt x="719493" y="96186"/>
                  <a:pt x="718487" y="93875"/>
                </a:cubicBezTo>
                <a:cubicBezTo>
                  <a:pt x="717480" y="91564"/>
                  <a:pt x="716976" y="86701"/>
                  <a:pt x="716976" y="79287"/>
                </a:cubicBezTo>
                <a:lnTo>
                  <a:pt x="716976" y="37344"/>
                </a:lnTo>
                <a:lnTo>
                  <a:pt x="707915" y="37344"/>
                </a:lnTo>
                <a:lnTo>
                  <a:pt x="707915" y="27733"/>
                </a:lnTo>
                <a:lnTo>
                  <a:pt x="716976" y="27733"/>
                </a:lnTo>
                <a:lnTo>
                  <a:pt x="716976" y="9679"/>
                </a:lnTo>
                <a:lnTo>
                  <a:pt x="729264" y="2265"/>
                </a:lnTo>
                <a:lnTo>
                  <a:pt x="729264" y="27733"/>
                </a:lnTo>
                <a:lnTo>
                  <a:pt x="741689" y="27733"/>
                </a:lnTo>
                <a:lnTo>
                  <a:pt x="741689" y="37344"/>
                </a:lnTo>
                <a:lnTo>
                  <a:pt x="729264" y="37344"/>
                </a:lnTo>
                <a:lnTo>
                  <a:pt x="729264" y="79974"/>
                </a:lnTo>
                <a:cubicBezTo>
                  <a:pt x="729264" y="83498"/>
                  <a:pt x="729482" y="85763"/>
                  <a:pt x="729916" y="86770"/>
                </a:cubicBezTo>
                <a:cubicBezTo>
                  <a:pt x="730351" y="87777"/>
                  <a:pt x="731061" y="88577"/>
                  <a:pt x="732044" y="89172"/>
                </a:cubicBezTo>
                <a:cubicBezTo>
                  <a:pt x="733028" y="89767"/>
                  <a:pt x="734436" y="90065"/>
                  <a:pt x="736266" y="90065"/>
                </a:cubicBezTo>
                <a:cubicBezTo>
                  <a:pt x="737639" y="90065"/>
                  <a:pt x="739447" y="89905"/>
                  <a:pt x="741689" y="895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f71267e364f22"/>
          <a:stretch xmlns:a="http://schemas.openxmlformats.org/drawingml/2006/main"/>
        </p:blipFill>
        <p:spPr>
          <a:xfrm xmlns:a="http://schemas.openxmlformats.org/drawingml/2006/main">
            <a:off x="3405988" y="961147"/>
            <a:ext cx="222013" cy="222013"/>
          </a:xfrm>
          <a:prstGeom xmlns:a="http://schemas.openxmlformats.org/drawingml/2006/main" prst="rect">
            <a:avLst/>
          </a:prstGeom>
        </p:spPr>
      </p:pic>
      <p:pic>
        <p:nvPicPr>
          <p:cNvPr id="4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4910336b54cc6"/>
          <a:stretch xmlns:a="http://schemas.openxmlformats.org/drawingml/2006/main"/>
        </p:blipFill>
        <p:spPr>
          <a:xfrm xmlns:a="http://schemas.openxmlformats.org/drawingml/2006/main">
            <a:off x="856055" y="3171909"/>
            <a:ext cx="242516" cy="242516"/>
          </a:xfrm>
          <a:prstGeom xmlns:a="http://schemas.openxmlformats.org/drawingml/2006/main" prst="rect">
            <a:avLst/>
          </a:prstGeom>
        </p:spPr>
      </p:pic>
      <p:pic>
        <p:nvPicPr>
          <p:cNvPr id="4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fe0879b3a4e92"/>
          <a:stretch xmlns:a="http://schemas.openxmlformats.org/drawingml/2006/main"/>
        </p:blipFill>
        <p:spPr>
          <a:xfrm xmlns:a="http://schemas.openxmlformats.org/drawingml/2006/main">
            <a:off x="5558757" y="957047"/>
            <a:ext cx="222013" cy="222013"/>
          </a:xfrm>
          <a:prstGeom xmlns:a="http://schemas.openxmlformats.org/drawingml/2006/main" prst="rect">
            <a:avLst/>
          </a:prstGeom>
        </p:spPr>
      </p:pic>
      <p:pic>
        <p:nvPicPr>
          <p:cNvPr id="4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6c940fd3e4097"/>
          <a:stretch xmlns:a="http://schemas.openxmlformats.org/drawingml/2006/main"/>
        </p:blipFill>
        <p:spPr>
          <a:xfrm xmlns:a="http://schemas.openxmlformats.org/drawingml/2006/main">
            <a:off x="9639939" y="1425676"/>
            <a:ext cx="263604" cy="263604"/>
          </a:xfrm>
          <a:prstGeom xmlns:a="http://schemas.openxmlformats.org/drawingml/2006/main" prst="rect">
            <a:avLst/>
          </a:prstGeom>
        </p:spPr>
      </p:pic>
      <p:sp>
        <p:nvSpPr>
          <p:cNvPr id="215" name="Text Code">
            <a:extLst xmlns:a="http://schemas.openxmlformats.org/drawingml/2006/main">
              <a:ext uri="{FF2B5EF4-FFF2-40B4-BE49-F238E27FC236}">
                <a16:creationId xmlns:a16="http://schemas.microsoft.com/office/drawing/2014/main" id="{2361A5BC-22FA-48FF-971E-00791C4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916" y="1428111"/>
            <a:ext cx="322513" cy="104069"/>
          </a:xfrm>
          <a:custGeom xmlns:a="http://schemas.openxmlformats.org/drawingml/2006/main">
            <a:pathLst>
              <a:path w="322513" h="104069">
                <a:moveTo>
                  <a:pt x="75649" y="67068"/>
                </a:moveTo>
                <a:lnTo>
                  <a:pt x="88966" y="70432"/>
                </a:lnTo>
                <a:cubicBezTo>
                  <a:pt x="86175" y="81370"/>
                  <a:pt x="81152" y="89710"/>
                  <a:pt x="73898" y="95454"/>
                </a:cubicBezTo>
                <a:cubicBezTo>
                  <a:pt x="66645" y="101197"/>
                  <a:pt x="57778" y="104069"/>
                  <a:pt x="47298" y="104069"/>
                </a:cubicBezTo>
                <a:cubicBezTo>
                  <a:pt x="36452" y="104069"/>
                  <a:pt x="27630" y="101861"/>
                  <a:pt x="20834" y="97444"/>
                </a:cubicBezTo>
                <a:cubicBezTo>
                  <a:pt x="14038" y="93028"/>
                  <a:pt x="8867" y="86632"/>
                  <a:pt x="5320" y="78258"/>
                </a:cubicBezTo>
                <a:cubicBezTo>
                  <a:pt x="1773" y="69883"/>
                  <a:pt x="0" y="60890"/>
                  <a:pt x="0" y="51279"/>
                </a:cubicBezTo>
                <a:cubicBezTo>
                  <a:pt x="0" y="40799"/>
                  <a:pt x="2002" y="31658"/>
                  <a:pt x="6007" y="23855"/>
                </a:cubicBezTo>
                <a:cubicBezTo>
                  <a:pt x="10011" y="16052"/>
                  <a:pt x="15709" y="10125"/>
                  <a:pt x="23100" y="6075"/>
                </a:cubicBezTo>
                <a:cubicBezTo>
                  <a:pt x="30491" y="2025"/>
                  <a:pt x="38625" y="0"/>
                  <a:pt x="47504" y="0"/>
                </a:cubicBezTo>
                <a:cubicBezTo>
                  <a:pt x="57572" y="0"/>
                  <a:pt x="66038" y="2563"/>
                  <a:pt x="72903" y="7688"/>
                </a:cubicBezTo>
                <a:cubicBezTo>
                  <a:pt x="79768" y="12814"/>
                  <a:pt x="84550" y="20022"/>
                  <a:pt x="87250" y="29312"/>
                </a:cubicBezTo>
                <a:lnTo>
                  <a:pt x="74139" y="32401"/>
                </a:lnTo>
                <a:cubicBezTo>
                  <a:pt x="71805" y="25079"/>
                  <a:pt x="68418" y="19747"/>
                  <a:pt x="63979" y="16407"/>
                </a:cubicBezTo>
                <a:cubicBezTo>
                  <a:pt x="59540" y="13066"/>
                  <a:pt x="53957" y="11395"/>
                  <a:pt x="47229" y="11395"/>
                </a:cubicBezTo>
                <a:cubicBezTo>
                  <a:pt x="39495" y="11395"/>
                  <a:pt x="33031" y="13249"/>
                  <a:pt x="27836" y="16956"/>
                </a:cubicBezTo>
                <a:cubicBezTo>
                  <a:pt x="22642" y="20663"/>
                  <a:pt x="18992" y="25640"/>
                  <a:pt x="16887" y="31887"/>
                </a:cubicBezTo>
                <a:cubicBezTo>
                  <a:pt x="14782" y="38133"/>
                  <a:pt x="13729" y="44575"/>
                  <a:pt x="13729" y="51211"/>
                </a:cubicBezTo>
                <a:cubicBezTo>
                  <a:pt x="13729" y="59769"/>
                  <a:pt x="14976" y="67240"/>
                  <a:pt x="17471" y="73624"/>
                </a:cubicBezTo>
                <a:cubicBezTo>
                  <a:pt x="19965" y="80008"/>
                  <a:pt x="23843" y="84779"/>
                  <a:pt x="29106" y="87937"/>
                </a:cubicBezTo>
                <a:cubicBezTo>
                  <a:pt x="34369" y="91095"/>
                  <a:pt x="40067" y="92673"/>
                  <a:pt x="46199" y="92673"/>
                </a:cubicBezTo>
                <a:cubicBezTo>
                  <a:pt x="53659" y="92673"/>
                  <a:pt x="59975" y="90522"/>
                  <a:pt x="65146" y="86221"/>
                </a:cubicBezTo>
                <a:cubicBezTo>
                  <a:pt x="70317" y="81919"/>
                  <a:pt x="73818" y="75535"/>
                  <a:pt x="75649" y="67068"/>
                </a:cubicBezTo>
                <a:close/>
                <a:moveTo>
                  <a:pt x="99008" y="65970"/>
                </a:moveTo>
                <a:cubicBezTo>
                  <a:pt x="99008" y="52469"/>
                  <a:pt x="102761" y="42470"/>
                  <a:pt x="110266" y="35971"/>
                </a:cubicBezTo>
                <a:cubicBezTo>
                  <a:pt x="116536" y="30571"/>
                  <a:pt x="124178" y="27871"/>
                  <a:pt x="133194" y="27871"/>
                </a:cubicBezTo>
                <a:cubicBezTo>
                  <a:pt x="143216" y="27871"/>
                  <a:pt x="151408" y="31154"/>
                  <a:pt x="157770" y="37722"/>
                </a:cubicBezTo>
                <a:cubicBezTo>
                  <a:pt x="164131" y="44289"/>
                  <a:pt x="167312" y="53362"/>
                  <a:pt x="167312" y="64940"/>
                </a:cubicBezTo>
                <a:cubicBezTo>
                  <a:pt x="167312" y="74322"/>
                  <a:pt x="165904" y="81701"/>
                  <a:pt x="163090" y="87079"/>
                </a:cubicBezTo>
                <a:cubicBezTo>
                  <a:pt x="160275" y="92456"/>
                  <a:pt x="156179" y="96632"/>
                  <a:pt x="150802" y="99607"/>
                </a:cubicBezTo>
                <a:cubicBezTo>
                  <a:pt x="145425" y="102581"/>
                  <a:pt x="139555" y="104069"/>
                  <a:pt x="133194" y="104069"/>
                </a:cubicBezTo>
                <a:cubicBezTo>
                  <a:pt x="122988" y="104069"/>
                  <a:pt x="114739" y="100797"/>
                  <a:pt x="108447" y="94252"/>
                </a:cubicBezTo>
                <a:cubicBezTo>
                  <a:pt x="102154" y="87708"/>
                  <a:pt x="99008" y="78280"/>
                  <a:pt x="99008" y="65970"/>
                </a:cubicBezTo>
                <a:moveTo>
                  <a:pt x="111708" y="66004"/>
                </a:moveTo>
                <a:cubicBezTo>
                  <a:pt x="111708" y="75329"/>
                  <a:pt x="113744" y="82311"/>
                  <a:pt x="117817" y="86950"/>
                </a:cubicBezTo>
                <a:cubicBezTo>
                  <a:pt x="121890" y="91589"/>
                  <a:pt x="127016" y="93909"/>
                  <a:pt x="133194" y="93909"/>
                </a:cubicBezTo>
                <a:cubicBezTo>
                  <a:pt x="139326" y="93909"/>
                  <a:pt x="144429" y="91578"/>
                  <a:pt x="148502" y="86916"/>
                </a:cubicBezTo>
                <a:cubicBezTo>
                  <a:pt x="152575" y="82253"/>
                  <a:pt x="154612" y="75146"/>
                  <a:pt x="154612" y="65592"/>
                </a:cubicBezTo>
                <a:cubicBezTo>
                  <a:pt x="154612" y="56588"/>
                  <a:pt x="152564" y="49766"/>
                  <a:pt x="148468" y="45127"/>
                </a:cubicBezTo>
                <a:cubicBezTo>
                  <a:pt x="144372" y="40487"/>
                  <a:pt x="139281" y="38168"/>
                  <a:pt x="133194" y="38168"/>
                </a:cubicBezTo>
                <a:cubicBezTo>
                  <a:pt x="127016" y="38168"/>
                  <a:pt x="121890" y="40476"/>
                  <a:pt x="117817" y="45092"/>
                </a:cubicBezTo>
                <a:cubicBezTo>
                  <a:pt x="113744" y="49709"/>
                  <a:pt x="111708" y="56680"/>
                  <a:pt x="111708" y="66004"/>
                </a:cubicBezTo>
                <a:close/>
                <a:moveTo>
                  <a:pt x="228815" y="102421"/>
                </a:moveTo>
                <a:lnTo>
                  <a:pt x="228815" y="93223"/>
                </a:lnTo>
                <a:cubicBezTo>
                  <a:pt x="224192" y="100453"/>
                  <a:pt x="217396" y="104069"/>
                  <a:pt x="208427" y="104069"/>
                </a:cubicBezTo>
                <a:cubicBezTo>
                  <a:pt x="202614" y="104069"/>
                  <a:pt x="197271" y="102467"/>
                  <a:pt x="192397" y="99264"/>
                </a:cubicBezTo>
                <a:cubicBezTo>
                  <a:pt x="187524" y="96060"/>
                  <a:pt x="183748" y="91586"/>
                  <a:pt x="181071" y="85843"/>
                </a:cubicBezTo>
                <a:cubicBezTo>
                  <a:pt x="178393" y="80100"/>
                  <a:pt x="177055" y="73498"/>
                  <a:pt x="177055" y="66038"/>
                </a:cubicBezTo>
                <a:cubicBezTo>
                  <a:pt x="177055" y="58762"/>
                  <a:pt x="178268" y="52160"/>
                  <a:pt x="180693" y="46234"/>
                </a:cubicBezTo>
                <a:cubicBezTo>
                  <a:pt x="183119" y="40307"/>
                  <a:pt x="186757" y="35765"/>
                  <a:pt x="191608" y="32607"/>
                </a:cubicBezTo>
                <a:cubicBezTo>
                  <a:pt x="196459" y="29450"/>
                  <a:pt x="201882" y="27871"/>
                  <a:pt x="207877" y="27871"/>
                </a:cubicBezTo>
                <a:cubicBezTo>
                  <a:pt x="212271" y="27871"/>
                  <a:pt x="216184" y="28804"/>
                  <a:pt x="219616" y="30670"/>
                </a:cubicBezTo>
                <a:cubicBezTo>
                  <a:pt x="223048" y="32535"/>
                  <a:pt x="225840" y="34965"/>
                  <a:pt x="227991" y="37960"/>
                </a:cubicBezTo>
                <a:lnTo>
                  <a:pt x="227991" y="1785"/>
                </a:lnTo>
                <a:lnTo>
                  <a:pt x="240279" y="1785"/>
                </a:lnTo>
                <a:lnTo>
                  <a:pt x="240279" y="102421"/>
                </a:lnTo>
                <a:lnTo>
                  <a:pt x="228815" y="102421"/>
                </a:lnTo>
                <a:moveTo>
                  <a:pt x="189755" y="66073"/>
                </a:moveTo>
                <a:cubicBezTo>
                  <a:pt x="189755" y="75397"/>
                  <a:pt x="191722" y="82368"/>
                  <a:pt x="195658" y="86984"/>
                </a:cubicBezTo>
                <a:cubicBezTo>
                  <a:pt x="199594" y="91601"/>
                  <a:pt x="204239" y="93909"/>
                  <a:pt x="209594" y="93909"/>
                </a:cubicBezTo>
                <a:cubicBezTo>
                  <a:pt x="214994" y="93909"/>
                  <a:pt x="219582" y="91704"/>
                  <a:pt x="223357" y="87293"/>
                </a:cubicBezTo>
                <a:cubicBezTo>
                  <a:pt x="227133" y="82883"/>
                  <a:pt x="229021" y="76152"/>
                  <a:pt x="229021" y="67100"/>
                </a:cubicBezTo>
                <a:cubicBezTo>
                  <a:pt x="229021" y="57136"/>
                  <a:pt x="227098" y="49823"/>
                  <a:pt x="223254" y="45161"/>
                </a:cubicBezTo>
                <a:cubicBezTo>
                  <a:pt x="219410" y="40499"/>
                  <a:pt x="214673" y="38168"/>
                  <a:pt x="209044" y="38168"/>
                </a:cubicBezTo>
                <a:cubicBezTo>
                  <a:pt x="203553" y="38168"/>
                  <a:pt x="198965" y="40407"/>
                  <a:pt x="195281" y="44887"/>
                </a:cubicBezTo>
                <a:cubicBezTo>
                  <a:pt x="191597" y="49366"/>
                  <a:pt x="189755" y="56428"/>
                  <a:pt x="189755" y="66073"/>
                </a:cubicBezTo>
                <a:close/>
                <a:moveTo>
                  <a:pt x="309333" y="78807"/>
                </a:moveTo>
                <a:lnTo>
                  <a:pt x="322101" y="80454"/>
                </a:lnTo>
                <a:cubicBezTo>
                  <a:pt x="320088" y="87935"/>
                  <a:pt x="316358" y="93742"/>
                  <a:pt x="310912" y="97873"/>
                </a:cubicBezTo>
                <a:cubicBezTo>
                  <a:pt x="305466" y="102004"/>
                  <a:pt x="298510" y="104069"/>
                  <a:pt x="290043" y="104069"/>
                </a:cubicBezTo>
                <a:cubicBezTo>
                  <a:pt x="279380" y="104069"/>
                  <a:pt x="270925" y="100785"/>
                  <a:pt x="264678" y="94218"/>
                </a:cubicBezTo>
                <a:cubicBezTo>
                  <a:pt x="258431" y="87651"/>
                  <a:pt x="255308" y="78441"/>
                  <a:pt x="255308" y="66588"/>
                </a:cubicBezTo>
                <a:cubicBezTo>
                  <a:pt x="255308" y="54323"/>
                  <a:pt x="258466" y="44804"/>
                  <a:pt x="264781" y="38030"/>
                </a:cubicBezTo>
                <a:cubicBezTo>
                  <a:pt x="271097" y="31257"/>
                  <a:pt x="279288" y="27871"/>
                  <a:pt x="289357" y="27871"/>
                </a:cubicBezTo>
                <a:cubicBezTo>
                  <a:pt x="299105" y="27871"/>
                  <a:pt x="307068" y="31184"/>
                  <a:pt x="313246" y="37809"/>
                </a:cubicBezTo>
                <a:cubicBezTo>
                  <a:pt x="319424" y="44434"/>
                  <a:pt x="322513" y="53754"/>
                  <a:pt x="322513" y="65770"/>
                </a:cubicBezTo>
                <a:cubicBezTo>
                  <a:pt x="322513" y="66501"/>
                  <a:pt x="322490" y="67597"/>
                  <a:pt x="322445" y="69059"/>
                </a:cubicBezTo>
                <a:lnTo>
                  <a:pt x="268076" y="69059"/>
                </a:lnTo>
                <a:cubicBezTo>
                  <a:pt x="268534" y="77091"/>
                  <a:pt x="270799" y="83240"/>
                  <a:pt x="274872" y="87508"/>
                </a:cubicBezTo>
                <a:cubicBezTo>
                  <a:pt x="278945" y="91775"/>
                  <a:pt x="284025" y="93909"/>
                  <a:pt x="290112" y="93909"/>
                </a:cubicBezTo>
                <a:cubicBezTo>
                  <a:pt x="294643" y="93909"/>
                  <a:pt x="298510" y="92708"/>
                  <a:pt x="301713" y="90307"/>
                </a:cubicBezTo>
                <a:cubicBezTo>
                  <a:pt x="304917" y="87905"/>
                  <a:pt x="307457" y="84071"/>
                  <a:pt x="309333" y="78807"/>
                </a:cubicBezTo>
                <a:moveTo>
                  <a:pt x="268763" y="58899"/>
                </a:moveTo>
                <a:lnTo>
                  <a:pt x="309470" y="58899"/>
                </a:lnTo>
                <a:cubicBezTo>
                  <a:pt x="308921" y="52787"/>
                  <a:pt x="307365" y="48202"/>
                  <a:pt x="304802" y="45146"/>
                </a:cubicBezTo>
                <a:cubicBezTo>
                  <a:pt x="300867" y="40402"/>
                  <a:pt x="295764" y="38030"/>
                  <a:pt x="289494" y="38030"/>
                </a:cubicBezTo>
                <a:cubicBezTo>
                  <a:pt x="283819" y="38030"/>
                  <a:pt x="279048" y="39924"/>
                  <a:pt x="275181" y="43711"/>
                </a:cubicBezTo>
                <a:cubicBezTo>
                  <a:pt x="271314" y="47497"/>
                  <a:pt x="269175" y="52559"/>
                  <a:pt x="268763" y="588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Compressor">
            <a:extLst xmlns:a="http://schemas.openxmlformats.org/drawingml/2006/main">
              <a:ext uri="{FF2B5EF4-FFF2-40B4-BE49-F238E27FC236}">
                <a16:creationId xmlns:a16="http://schemas.microsoft.com/office/drawing/2014/main" id="{D380A922-05C7-43DD-8C73-5C8C7F4D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916" y="1596818"/>
            <a:ext cx="759329" cy="130429"/>
          </a:xfrm>
          <a:custGeom xmlns:a="http://schemas.openxmlformats.org/drawingml/2006/main">
            <a:pathLst>
              <a:path w="759329" h="130429">
                <a:moveTo>
                  <a:pt x="75649" y="67068"/>
                </a:moveTo>
                <a:lnTo>
                  <a:pt x="88966" y="70432"/>
                </a:lnTo>
                <a:cubicBezTo>
                  <a:pt x="86175" y="81370"/>
                  <a:pt x="81152" y="89710"/>
                  <a:pt x="73898" y="95454"/>
                </a:cubicBezTo>
                <a:cubicBezTo>
                  <a:pt x="66645" y="101197"/>
                  <a:pt x="57778" y="104069"/>
                  <a:pt x="47298" y="104069"/>
                </a:cubicBezTo>
                <a:cubicBezTo>
                  <a:pt x="36452" y="104069"/>
                  <a:pt x="27630" y="101861"/>
                  <a:pt x="20834" y="97444"/>
                </a:cubicBezTo>
                <a:cubicBezTo>
                  <a:pt x="14038" y="93028"/>
                  <a:pt x="8867" y="86632"/>
                  <a:pt x="5320" y="78258"/>
                </a:cubicBezTo>
                <a:cubicBezTo>
                  <a:pt x="1773" y="69883"/>
                  <a:pt x="0" y="60890"/>
                  <a:pt x="0" y="51279"/>
                </a:cubicBezTo>
                <a:cubicBezTo>
                  <a:pt x="0" y="40799"/>
                  <a:pt x="2002" y="31658"/>
                  <a:pt x="6007" y="23855"/>
                </a:cubicBezTo>
                <a:cubicBezTo>
                  <a:pt x="10011" y="16052"/>
                  <a:pt x="15709" y="10125"/>
                  <a:pt x="23100" y="6075"/>
                </a:cubicBezTo>
                <a:cubicBezTo>
                  <a:pt x="30491" y="2025"/>
                  <a:pt x="38625" y="0"/>
                  <a:pt x="47504" y="0"/>
                </a:cubicBezTo>
                <a:cubicBezTo>
                  <a:pt x="57572" y="0"/>
                  <a:pt x="66038" y="2563"/>
                  <a:pt x="72903" y="7688"/>
                </a:cubicBezTo>
                <a:cubicBezTo>
                  <a:pt x="79768" y="12814"/>
                  <a:pt x="84550" y="20022"/>
                  <a:pt x="87250" y="29312"/>
                </a:cubicBezTo>
                <a:lnTo>
                  <a:pt x="74139" y="32401"/>
                </a:lnTo>
                <a:cubicBezTo>
                  <a:pt x="71805" y="25079"/>
                  <a:pt x="68418" y="19747"/>
                  <a:pt x="63979" y="16407"/>
                </a:cubicBezTo>
                <a:cubicBezTo>
                  <a:pt x="59540" y="13066"/>
                  <a:pt x="53957" y="11395"/>
                  <a:pt x="47229" y="11395"/>
                </a:cubicBezTo>
                <a:cubicBezTo>
                  <a:pt x="39495" y="11395"/>
                  <a:pt x="33031" y="13249"/>
                  <a:pt x="27836" y="16956"/>
                </a:cubicBezTo>
                <a:cubicBezTo>
                  <a:pt x="22642" y="20663"/>
                  <a:pt x="18992" y="25640"/>
                  <a:pt x="16887" y="31887"/>
                </a:cubicBezTo>
                <a:cubicBezTo>
                  <a:pt x="14782" y="38133"/>
                  <a:pt x="13729" y="44575"/>
                  <a:pt x="13729" y="51211"/>
                </a:cubicBezTo>
                <a:cubicBezTo>
                  <a:pt x="13729" y="59769"/>
                  <a:pt x="14976" y="67240"/>
                  <a:pt x="17471" y="73624"/>
                </a:cubicBezTo>
                <a:cubicBezTo>
                  <a:pt x="19965" y="80008"/>
                  <a:pt x="23843" y="84779"/>
                  <a:pt x="29106" y="87937"/>
                </a:cubicBezTo>
                <a:cubicBezTo>
                  <a:pt x="34369" y="91095"/>
                  <a:pt x="40067" y="92673"/>
                  <a:pt x="46199" y="92673"/>
                </a:cubicBezTo>
                <a:cubicBezTo>
                  <a:pt x="53659" y="92673"/>
                  <a:pt x="59975" y="90522"/>
                  <a:pt x="65146" y="86221"/>
                </a:cubicBezTo>
                <a:cubicBezTo>
                  <a:pt x="70317" y="81919"/>
                  <a:pt x="73818" y="75535"/>
                  <a:pt x="75649" y="67068"/>
                </a:cubicBezTo>
                <a:close/>
                <a:moveTo>
                  <a:pt x="99008" y="65970"/>
                </a:moveTo>
                <a:cubicBezTo>
                  <a:pt x="99008" y="52469"/>
                  <a:pt x="102761" y="42470"/>
                  <a:pt x="110266" y="35971"/>
                </a:cubicBezTo>
                <a:cubicBezTo>
                  <a:pt x="116536" y="30571"/>
                  <a:pt x="124178" y="27871"/>
                  <a:pt x="133194" y="27871"/>
                </a:cubicBezTo>
                <a:cubicBezTo>
                  <a:pt x="143216" y="27871"/>
                  <a:pt x="151408" y="31154"/>
                  <a:pt x="157770" y="37722"/>
                </a:cubicBezTo>
                <a:cubicBezTo>
                  <a:pt x="164131" y="44289"/>
                  <a:pt x="167312" y="53362"/>
                  <a:pt x="167312" y="64940"/>
                </a:cubicBezTo>
                <a:cubicBezTo>
                  <a:pt x="167312" y="74322"/>
                  <a:pt x="165904" y="81701"/>
                  <a:pt x="163090" y="87079"/>
                </a:cubicBezTo>
                <a:cubicBezTo>
                  <a:pt x="160275" y="92456"/>
                  <a:pt x="156179" y="96632"/>
                  <a:pt x="150802" y="99607"/>
                </a:cubicBezTo>
                <a:cubicBezTo>
                  <a:pt x="145425" y="102581"/>
                  <a:pt x="139555" y="104069"/>
                  <a:pt x="133194" y="104069"/>
                </a:cubicBezTo>
                <a:cubicBezTo>
                  <a:pt x="122988" y="104069"/>
                  <a:pt x="114739" y="100797"/>
                  <a:pt x="108447" y="94252"/>
                </a:cubicBezTo>
                <a:cubicBezTo>
                  <a:pt x="102154" y="87708"/>
                  <a:pt x="99008" y="78280"/>
                  <a:pt x="99008" y="65970"/>
                </a:cubicBezTo>
                <a:moveTo>
                  <a:pt x="111708" y="66004"/>
                </a:moveTo>
                <a:cubicBezTo>
                  <a:pt x="111708" y="75329"/>
                  <a:pt x="113744" y="82311"/>
                  <a:pt x="117817" y="86950"/>
                </a:cubicBezTo>
                <a:cubicBezTo>
                  <a:pt x="121890" y="91589"/>
                  <a:pt x="127016" y="93909"/>
                  <a:pt x="133194" y="93909"/>
                </a:cubicBezTo>
                <a:cubicBezTo>
                  <a:pt x="139326" y="93909"/>
                  <a:pt x="144429" y="91578"/>
                  <a:pt x="148502" y="86916"/>
                </a:cubicBezTo>
                <a:cubicBezTo>
                  <a:pt x="152575" y="82253"/>
                  <a:pt x="154612" y="75146"/>
                  <a:pt x="154612" y="65592"/>
                </a:cubicBezTo>
                <a:cubicBezTo>
                  <a:pt x="154612" y="56588"/>
                  <a:pt x="152564" y="49766"/>
                  <a:pt x="148468" y="45127"/>
                </a:cubicBezTo>
                <a:cubicBezTo>
                  <a:pt x="144372" y="40487"/>
                  <a:pt x="139281" y="38168"/>
                  <a:pt x="133194" y="38168"/>
                </a:cubicBezTo>
                <a:cubicBezTo>
                  <a:pt x="127016" y="38168"/>
                  <a:pt x="121890" y="40476"/>
                  <a:pt x="117817" y="45092"/>
                </a:cubicBezTo>
                <a:cubicBezTo>
                  <a:pt x="113744" y="49709"/>
                  <a:pt x="111708" y="56680"/>
                  <a:pt x="111708" y="66004"/>
                </a:cubicBezTo>
                <a:close/>
                <a:moveTo>
                  <a:pt x="181517" y="102421"/>
                </a:moveTo>
                <a:lnTo>
                  <a:pt x="181517" y="29518"/>
                </a:lnTo>
                <a:lnTo>
                  <a:pt x="192569" y="29518"/>
                </a:lnTo>
                <a:lnTo>
                  <a:pt x="192569" y="39747"/>
                </a:lnTo>
                <a:cubicBezTo>
                  <a:pt x="194857" y="36177"/>
                  <a:pt x="197901" y="33305"/>
                  <a:pt x="201699" y="31131"/>
                </a:cubicBezTo>
                <a:cubicBezTo>
                  <a:pt x="205498" y="28958"/>
                  <a:pt x="209822" y="27871"/>
                  <a:pt x="214673" y="27871"/>
                </a:cubicBezTo>
                <a:cubicBezTo>
                  <a:pt x="220074" y="27871"/>
                  <a:pt x="224501" y="28992"/>
                  <a:pt x="227957" y="31234"/>
                </a:cubicBezTo>
                <a:cubicBezTo>
                  <a:pt x="231412" y="33477"/>
                  <a:pt x="233849" y="36612"/>
                  <a:pt x="235267" y="40639"/>
                </a:cubicBezTo>
                <a:cubicBezTo>
                  <a:pt x="241034" y="32127"/>
                  <a:pt x="248539" y="27871"/>
                  <a:pt x="257784" y="27871"/>
                </a:cubicBezTo>
                <a:cubicBezTo>
                  <a:pt x="265015" y="27871"/>
                  <a:pt x="270575" y="29873"/>
                  <a:pt x="274465" y="33877"/>
                </a:cubicBezTo>
                <a:cubicBezTo>
                  <a:pt x="278355" y="37882"/>
                  <a:pt x="280300" y="44048"/>
                  <a:pt x="280300" y="52378"/>
                </a:cubicBezTo>
                <a:lnTo>
                  <a:pt x="280300" y="102421"/>
                </a:lnTo>
                <a:lnTo>
                  <a:pt x="268012" y="102421"/>
                </a:lnTo>
                <a:lnTo>
                  <a:pt x="268012" y="56496"/>
                </a:lnTo>
                <a:cubicBezTo>
                  <a:pt x="268012" y="51554"/>
                  <a:pt x="267612" y="47996"/>
                  <a:pt x="266811" y="45822"/>
                </a:cubicBezTo>
                <a:cubicBezTo>
                  <a:pt x="266010" y="43648"/>
                  <a:pt x="264557" y="41898"/>
                  <a:pt x="262452" y="40570"/>
                </a:cubicBezTo>
                <a:cubicBezTo>
                  <a:pt x="260347" y="39243"/>
                  <a:pt x="257875" y="38580"/>
                  <a:pt x="255038" y="38580"/>
                </a:cubicBezTo>
                <a:cubicBezTo>
                  <a:pt x="249912" y="38580"/>
                  <a:pt x="245656" y="40284"/>
                  <a:pt x="242269" y="43694"/>
                </a:cubicBezTo>
                <a:cubicBezTo>
                  <a:pt x="238883" y="47103"/>
                  <a:pt x="237190" y="52561"/>
                  <a:pt x="237190" y="60066"/>
                </a:cubicBezTo>
                <a:lnTo>
                  <a:pt x="237190" y="102421"/>
                </a:lnTo>
                <a:lnTo>
                  <a:pt x="224833" y="102421"/>
                </a:lnTo>
                <a:lnTo>
                  <a:pt x="224833" y="55055"/>
                </a:lnTo>
                <a:cubicBezTo>
                  <a:pt x="224833" y="49563"/>
                  <a:pt x="223826" y="45444"/>
                  <a:pt x="221813" y="42698"/>
                </a:cubicBezTo>
                <a:cubicBezTo>
                  <a:pt x="219799" y="39953"/>
                  <a:pt x="216504" y="38580"/>
                  <a:pt x="211928" y="38580"/>
                </a:cubicBezTo>
                <a:cubicBezTo>
                  <a:pt x="208449" y="38580"/>
                  <a:pt x="205234" y="39495"/>
                  <a:pt x="202283" y="41325"/>
                </a:cubicBezTo>
                <a:cubicBezTo>
                  <a:pt x="199331" y="43156"/>
                  <a:pt x="197191" y="45833"/>
                  <a:pt x="195864" y="49357"/>
                </a:cubicBezTo>
                <a:cubicBezTo>
                  <a:pt x="194537" y="52881"/>
                  <a:pt x="193873" y="57961"/>
                  <a:pt x="193873" y="64597"/>
                </a:cubicBezTo>
                <a:lnTo>
                  <a:pt x="193873" y="102421"/>
                </a:lnTo>
                <a:lnTo>
                  <a:pt x="181517" y="102421"/>
                </a:lnTo>
                <a:close/>
                <a:moveTo>
                  <a:pt x="298675" y="130429"/>
                </a:moveTo>
                <a:lnTo>
                  <a:pt x="298675" y="29518"/>
                </a:lnTo>
                <a:lnTo>
                  <a:pt x="309933" y="29518"/>
                </a:lnTo>
                <a:lnTo>
                  <a:pt x="309933" y="39058"/>
                </a:lnTo>
                <a:cubicBezTo>
                  <a:pt x="312588" y="35328"/>
                  <a:pt x="315585" y="32532"/>
                  <a:pt x="318926" y="30668"/>
                </a:cubicBezTo>
                <a:cubicBezTo>
                  <a:pt x="322267" y="28803"/>
                  <a:pt x="326317" y="27871"/>
                  <a:pt x="331077" y="27871"/>
                </a:cubicBezTo>
                <a:cubicBezTo>
                  <a:pt x="337301" y="27871"/>
                  <a:pt x="342792" y="29472"/>
                  <a:pt x="347552" y="32676"/>
                </a:cubicBezTo>
                <a:cubicBezTo>
                  <a:pt x="352311" y="35879"/>
                  <a:pt x="355904" y="40399"/>
                  <a:pt x="358329" y="46234"/>
                </a:cubicBezTo>
                <a:cubicBezTo>
                  <a:pt x="360755" y="52069"/>
                  <a:pt x="361968" y="58464"/>
                  <a:pt x="361968" y="65421"/>
                </a:cubicBezTo>
                <a:cubicBezTo>
                  <a:pt x="361968" y="72880"/>
                  <a:pt x="360629" y="79596"/>
                  <a:pt x="357952" y="85568"/>
                </a:cubicBezTo>
                <a:cubicBezTo>
                  <a:pt x="355275" y="91541"/>
                  <a:pt x="351385" y="96117"/>
                  <a:pt x="346282" y="99298"/>
                </a:cubicBezTo>
                <a:cubicBezTo>
                  <a:pt x="341179" y="102478"/>
                  <a:pt x="335813" y="104069"/>
                  <a:pt x="330184" y="104069"/>
                </a:cubicBezTo>
                <a:cubicBezTo>
                  <a:pt x="326065" y="104069"/>
                  <a:pt x="322370" y="103199"/>
                  <a:pt x="319098" y="101460"/>
                </a:cubicBezTo>
                <a:cubicBezTo>
                  <a:pt x="315826" y="99721"/>
                  <a:pt x="313137" y="97524"/>
                  <a:pt x="311032" y="94870"/>
                </a:cubicBezTo>
                <a:lnTo>
                  <a:pt x="311032" y="130429"/>
                </a:lnTo>
                <a:lnTo>
                  <a:pt x="298675" y="130429"/>
                </a:lnTo>
                <a:moveTo>
                  <a:pt x="309865" y="66416"/>
                </a:moveTo>
                <a:cubicBezTo>
                  <a:pt x="309865" y="75786"/>
                  <a:pt x="311764" y="82711"/>
                  <a:pt x="315562" y="87190"/>
                </a:cubicBezTo>
                <a:cubicBezTo>
                  <a:pt x="319361" y="91669"/>
                  <a:pt x="323960" y="93909"/>
                  <a:pt x="329360" y="93909"/>
                </a:cubicBezTo>
                <a:cubicBezTo>
                  <a:pt x="334852" y="93909"/>
                  <a:pt x="339555" y="91589"/>
                  <a:pt x="343467" y="86950"/>
                </a:cubicBezTo>
                <a:cubicBezTo>
                  <a:pt x="347380" y="82311"/>
                  <a:pt x="349337" y="75123"/>
                  <a:pt x="349337" y="65386"/>
                </a:cubicBezTo>
                <a:cubicBezTo>
                  <a:pt x="349337" y="56107"/>
                  <a:pt x="347426" y="49160"/>
                  <a:pt x="343605" y="44543"/>
                </a:cubicBezTo>
                <a:cubicBezTo>
                  <a:pt x="339783" y="39927"/>
                  <a:pt x="335218" y="37619"/>
                  <a:pt x="329910" y="37619"/>
                </a:cubicBezTo>
                <a:cubicBezTo>
                  <a:pt x="324647" y="37619"/>
                  <a:pt x="319990" y="40076"/>
                  <a:pt x="315940" y="44990"/>
                </a:cubicBezTo>
                <a:cubicBezTo>
                  <a:pt x="311890" y="49903"/>
                  <a:pt x="309865" y="57046"/>
                  <a:pt x="309865" y="66416"/>
                </a:cubicBezTo>
                <a:close/>
                <a:moveTo>
                  <a:pt x="376448" y="102421"/>
                </a:moveTo>
                <a:lnTo>
                  <a:pt x="376448" y="29518"/>
                </a:lnTo>
                <a:lnTo>
                  <a:pt x="387569" y="29518"/>
                </a:lnTo>
                <a:lnTo>
                  <a:pt x="387569" y="40570"/>
                </a:lnTo>
                <a:cubicBezTo>
                  <a:pt x="390406" y="35399"/>
                  <a:pt x="393026" y="31989"/>
                  <a:pt x="395429" y="30342"/>
                </a:cubicBezTo>
                <a:cubicBezTo>
                  <a:pt x="397831" y="28694"/>
                  <a:pt x="400474" y="27871"/>
                  <a:pt x="403357" y="27871"/>
                </a:cubicBezTo>
                <a:cubicBezTo>
                  <a:pt x="407522" y="27871"/>
                  <a:pt x="411755" y="29198"/>
                  <a:pt x="416057" y="31852"/>
                </a:cubicBezTo>
                <a:lnTo>
                  <a:pt x="411801" y="43308"/>
                </a:lnTo>
                <a:cubicBezTo>
                  <a:pt x="408780" y="41529"/>
                  <a:pt x="405760" y="40639"/>
                  <a:pt x="402739" y="40639"/>
                </a:cubicBezTo>
                <a:cubicBezTo>
                  <a:pt x="400039" y="40639"/>
                  <a:pt x="397614" y="41451"/>
                  <a:pt x="395463" y="43076"/>
                </a:cubicBezTo>
                <a:cubicBezTo>
                  <a:pt x="393312" y="44701"/>
                  <a:pt x="391779" y="46955"/>
                  <a:pt x="390864" y="49838"/>
                </a:cubicBezTo>
                <a:cubicBezTo>
                  <a:pt x="389491" y="54231"/>
                  <a:pt x="388804" y="59036"/>
                  <a:pt x="388804" y="64254"/>
                </a:cubicBezTo>
                <a:lnTo>
                  <a:pt x="388804" y="102421"/>
                </a:lnTo>
                <a:lnTo>
                  <a:pt x="376448" y="102421"/>
                </a:lnTo>
                <a:close/>
                <a:moveTo>
                  <a:pt x="473353" y="78807"/>
                </a:moveTo>
                <a:lnTo>
                  <a:pt x="486122" y="80454"/>
                </a:lnTo>
                <a:cubicBezTo>
                  <a:pt x="484108" y="87935"/>
                  <a:pt x="480378" y="93742"/>
                  <a:pt x="474932" y="97873"/>
                </a:cubicBezTo>
                <a:cubicBezTo>
                  <a:pt x="469486" y="102004"/>
                  <a:pt x="462530" y="104069"/>
                  <a:pt x="454064" y="104069"/>
                </a:cubicBezTo>
                <a:cubicBezTo>
                  <a:pt x="443401" y="104069"/>
                  <a:pt x="434946" y="100785"/>
                  <a:pt x="428699" y="94218"/>
                </a:cubicBezTo>
                <a:cubicBezTo>
                  <a:pt x="422452" y="87651"/>
                  <a:pt x="419328" y="78441"/>
                  <a:pt x="419328" y="66588"/>
                </a:cubicBezTo>
                <a:cubicBezTo>
                  <a:pt x="419328" y="54323"/>
                  <a:pt x="422486" y="44804"/>
                  <a:pt x="428802" y="38030"/>
                </a:cubicBezTo>
                <a:cubicBezTo>
                  <a:pt x="435117" y="31257"/>
                  <a:pt x="443309" y="27871"/>
                  <a:pt x="453377" y="27871"/>
                </a:cubicBezTo>
                <a:cubicBezTo>
                  <a:pt x="463125" y="27871"/>
                  <a:pt x="471088" y="31184"/>
                  <a:pt x="477266" y="37809"/>
                </a:cubicBezTo>
                <a:cubicBezTo>
                  <a:pt x="483445" y="44434"/>
                  <a:pt x="486534" y="53754"/>
                  <a:pt x="486534" y="65770"/>
                </a:cubicBezTo>
                <a:cubicBezTo>
                  <a:pt x="486534" y="66501"/>
                  <a:pt x="486511" y="67597"/>
                  <a:pt x="486465" y="69059"/>
                </a:cubicBezTo>
                <a:lnTo>
                  <a:pt x="432097" y="69059"/>
                </a:lnTo>
                <a:cubicBezTo>
                  <a:pt x="432554" y="77091"/>
                  <a:pt x="434820" y="83240"/>
                  <a:pt x="438893" y="87508"/>
                </a:cubicBezTo>
                <a:cubicBezTo>
                  <a:pt x="442966" y="91775"/>
                  <a:pt x="448046" y="93909"/>
                  <a:pt x="454132" y="93909"/>
                </a:cubicBezTo>
                <a:cubicBezTo>
                  <a:pt x="458663" y="93909"/>
                  <a:pt x="462530" y="92708"/>
                  <a:pt x="465734" y="90307"/>
                </a:cubicBezTo>
                <a:cubicBezTo>
                  <a:pt x="468937" y="87905"/>
                  <a:pt x="471477" y="84071"/>
                  <a:pt x="473353" y="78807"/>
                </a:cubicBezTo>
                <a:moveTo>
                  <a:pt x="432783" y="58899"/>
                </a:moveTo>
                <a:lnTo>
                  <a:pt x="473491" y="58899"/>
                </a:lnTo>
                <a:cubicBezTo>
                  <a:pt x="472942" y="52787"/>
                  <a:pt x="471386" y="48202"/>
                  <a:pt x="468823" y="45146"/>
                </a:cubicBezTo>
                <a:cubicBezTo>
                  <a:pt x="464887" y="40402"/>
                  <a:pt x="459784" y="38030"/>
                  <a:pt x="453515" y="38030"/>
                </a:cubicBezTo>
                <a:cubicBezTo>
                  <a:pt x="447840" y="38030"/>
                  <a:pt x="443069" y="39924"/>
                  <a:pt x="439202" y="43711"/>
                </a:cubicBezTo>
                <a:cubicBezTo>
                  <a:pt x="435335" y="47497"/>
                  <a:pt x="433195" y="52559"/>
                  <a:pt x="432783" y="58899"/>
                </a:cubicBezTo>
                <a:close/>
                <a:moveTo>
                  <a:pt x="496415" y="80592"/>
                </a:moveTo>
                <a:lnTo>
                  <a:pt x="508635" y="78669"/>
                </a:lnTo>
                <a:cubicBezTo>
                  <a:pt x="509321" y="83588"/>
                  <a:pt x="511232" y="87358"/>
                  <a:pt x="514367" y="89979"/>
                </a:cubicBezTo>
                <a:cubicBezTo>
                  <a:pt x="517501" y="92599"/>
                  <a:pt x="521883" y="93909"/>
                  <a:pt x="527513" y="93909"/>
                </a:cubicBezTo>
                <a:cubicBezTo>
                  <a:pt x="533187" y="93909"/>
                  <a:pt x="537398" y="92753"/>
                  <a:pt x="540144" y="90442"/>
                </a:cubicBezTo>
                <a:cubicBezTo>
                  <a:pt x="542889" y="88131"/>
                  <a:pt x="544262" y="85420"/>
                  <a:pt x="544262" y="82308"/>
                </a:cubicBezTo>
                <a:cubicBezTo>
                  <a:pt x="544262" y="79516"/>
                  <a:pt x="543050" y="77319"/>
                  <a:pt x="540624" y="75718"/>
                </a:cubicBezTo>
                <a:cubicBezTo>
                  <a:pt x="538931" y="74619"/>
                  <a:pt x="534720" y="73223"/>
                  <a:pt x="527993" y="71530"/>
                </a:cubicBezTo>
                <a:cubicBezTo>
                  <a:pt x="518932" y="69242"/>
                  <a:pt x="512650" y="67263"/>
                  <a:pt x="509149" y="65592"/>
                </a:cubicBezTo>
                <a:cubicBezTo>
                  <a:pt x="505648" y="63922"/>
                  <a:pt x="502994" y="61611"/>
                  <a:pt x="501186" y="58659"/>
                </a:cubicBezTo>
                <a:cubicBezTo>
                  <a:pt x="499379" y="55707"/>
                  <a:pt x="498475" y="52446"/>
                  <a:pt x="498475" y="48877"/>
                </a:cubicBezTo>
                <a:cubicBezTo>
                  <a:pt x="498475" y="45627"/>
                  <a:pt x="499219" y="42618"/>
                  <a:pt x="500706" y="39850"/>
                </a:cubicBezTo>
                <a:cubicBezTo>
                  <a:pt x="502193" y="37081"/>
                  <a:pt x="504218" y="34781"/>
                  <a:pt x="506781" y="32951"/>
                </a:cubicBezTo>
                <a:cubicBezTo>
                  <a:pt x="508703" y="31532"/>
                  <a:pt x="511323" y="30331"/>
                  <a:pt x="514641" y="29347"/>
                </a:cubicBezTo>
                <a:cubicBezTo>
                  <a:pt x="517959" y="28363"/>
                  <a:pt x="521517" y="27871"/>
                  <a:pt x="525316" y="27871"/>
                </a:cubicBezTo>
                <a:cubicBezTo>
                  <a:pt x="531036" y="27871"/>
                  <a:pt x="536059" y="28694"/>
                  <a:pt x="540384" y="30342"/>
                </a:cubicBezTo>
                <a:cubicBezTo>
                  <a:pt x="544709" y="31989"/>
                  <a:pt x="547901" y="34221"/>
                  <a:pt x="549960" y="37035"/>
                </a:cubicBezTo>
                <a:cubicBezTo>
                  <a:pt x="552019" y="39850"/>
                  <a:pt x="553438" y="43614"/>
                  <a:pt x="554216" y="48327"/>
                </a:cubicBezTo>
                <a:lnTo>
                  <a:pt x="542134" y="49975"/>
                </a:lnTo>
                <a:cubicBezTo>
                  <a:pt x="541585" y="46222"/>
                  <a:pt x="539995" y="43293"/>
                  <a:pt x="537363" y="41188"/>
                </a:cubicBezTo>
                <a:cubicBezTo>
                  <a:pt x="534732" y="39083"/>
                  <a:pt x="531014" y="38030"/>
                  <a:pt x="526208" y="38030"/>
                </a:cubicBezTo>
                <a:cubicBezTo>
                  <a:pt x="520533" y="38030"/>
                  <a:pt x="516483" y="38969"/>
                  <a:pt x="514058" y="40845"/>
                </a:cubicBezTo>
                <a:cubicBezTo>
                  <a:pt x="511632" y="42721"/>
                  <a:pt x="510419" y="44918"/>
                  <a:pt x="510419" y="47435"/>
                </a:cubicBezTo>
                <a:cubicBezTo>
                  <a:pt x="510419" y="49037"/>
                  <a:pt x="510923" y="50478"/>
                  <a:pt x="511930" y="51760"/>
                </a:cubicBezTo>
                <a:cubicBezTo>
                  <a:pt x="512936" y="53087"/>
                  <a:pt x="514515" y="54185"/>
                  <a:pt x="516666" y="55055"/>
                </a:cubicBezTo>
                <a:cubicBezTo>
                  <a:pt x="517902" y="55513"/>
                  <a:pt x="521540" y="56565"/>
                  <a:pt x="527581" y="58213"/>
                </a:cubicBezTo>
                <a:cubicBezTo>
                  <a:pt x="536322" y="60547"/>
                  <a:pt x="542420" y="62457"/>
                  <a:pt x="545876" y="63945"/>
                </a:cubicBezTo>
                <a:cubicBezTo>
                  <a:pt x="549331" y="65432"/>
                  <a:pt x="552042" y="67594"/>
                  <a:pt x="554010" y="70432"/>
                </a:cubicBezTo>
                <a:cubicBezTo>
                  <a:pt x="555978" y="73269"/>
                  <a:pt x="556962" y="76793"/>
                  <a:pt x="556962" y="81003"/>
                </a:cubicBezTo>
                <a:cubicBezTo>
                  <a:pt x="556962" y="85122"/>
                  <a:pt x="555761" y="89001"/>
                  <a:pt x="553358" y="92639"/>
                </a:cubicBezTo>
                <a:cubicBezTo>
                  <a:pt x="550955" y="96277"/>
                  <a:pt x="547489" y="99092"/>
                  <a:pt x="542958" y="101083"/>
                </a:cubicBezTo>
                <a:cubicBezTo>
                  <a:pt x="538427" y="103073"/>
                  <a:pt x="533302" y="104069"/>
                  <a:pt x="527581" y="104069"/>
                </a:cubicBezTo>
                <a:cubicBezTo>
                  <a:pt x="518108" y="104069"/>
                  <a:pt x="510889" y="102095"/>
                  <a:pt x="505923" y="98148"/>
                </a:cubicBezTo>
                <a:cubicBezTo>
                  <a:pt x="500958" y="94201"/>
                  <a:pt x="497788" y="88349"/>
                  <a:pt x="496415" y="80592"/>
                </a:cubicBezTo>
                <a:close/>
                <a:moveTo>
                  <a:pt x="566710" y="80592"/>
                </a:moveTo>
                <a:lnTo>
                  <a:pt x="578929" y="78669"/>
                </a:lnTo>
                <a:cubicBezTo>
                  <a:pt x="579616" y="83588"/>
                  <a:pt x="581526" y="87358"/>
                  <a:pt x="584661" y="89979"/>
                </a:cubicBezTo>
                <a:cubicBezTo>
                  <a:pt x="587796" y="92599"/>
                  <a:pt x="592178" y="93909"/>
                  <a:pt x="597807" y="93909"/>
                </a:cubicBezTo>
                <a:cubicBezTo>
                  <a:pt x="603482" y="93909"/>
                  <a:pt x="607692" y="92753"/>
                  <a:pt x="610438" y="90442"/>
                </a:cubicBezTo>
                <a:cubicBezTo>
                  <a:pt x="613184" y="88131"/>
                  <a:pt x="614557" y="85420"/>
                  <a:pt x="614557" y="82308"/>
                </a:cubicBezTo>
                <a:cubicBezTo>
                  <a:pt x="614557" y="79516"/>
                  <a:pt x="613344" y="77319"/>
                  <a:pt x="610919" y="75718"/>
                </a:cubicBezTo>
                <a:cubicBezTo>
                  <a:pt x="609225" y="74619"/>
                  <a:pt x="605015" y="73223"/>
                  <a:pt x="598288" y="71530"/>
                </a:cubicBezTo>
                <a:cubicBezTo>
                  <a:pt x="589226" y="69242"/>
                  <a:pt x="582945" y="67263"/>
                  <a:pt x="579444" y="65592"/>
                </a:cubicBezTo>
                <a:cubicBezTo>
                  <a:pt x="575943" y="63922"/>
                  <a:pt x="573289" y="61611"/>
                  <a:pt x="571481" y="58659"/>
                </a:cubicBezTo>
                <a:cubicBezTo>
                  <a:pt x="569673" y="55707"/>
                  <a:pt x="568769" y="52446"/>
                  <a:pt x="568769" y="48877"/>
                </a:cubicBezTo>
                <a:cubicBezTo>
                  <a:pt x="568769" y="45627"/>
                  <a:pt x="569513" y="42618"/>
                  <a:pt x="571000" y="39850"/>
                </a:cubicBezTo>
                <a:cubicBezTo>
                  <a:pt x="572488" y="37081"/>
                  <a:pt x="574513" y="34781"/>
                  <a:pt x="577076" y="32951"/>
                </a:cubicBezTo>
                <a:cubicBezTo>
                  <a:pt x="578998" y="31532"/>
                  <a:pt x="581618" y="30331"/>
                  <a:pt x="584936" y="29347"/>
                </a:cubicBezTo>
                <a:cubicBezTo>
                  <a:pt x="588254" y="28363"/>
                  <a:pt x="591812" y="27871"/>
                  <a:pt x="595610" y="27871"/>
                </a:cubicBezTo>
                <a:cubicBezTo>
                  <a:pt x="601331" y="27871"/>
                  <a:pt x="606354" y="28694"/>
                  <a:pt x="610678" y="30342"/>
                </a:cubicBezTo>
                <a:cubicBezTo>
                  <a:pt x="615003" y="31989"/>
                  <a:pt x="618195" y="34221"/>
                  <a:pt x="620255" y="37035"/>
                </a:cubicBezTo>
                <a:cubicBezTo>
                  <a:pt x="622314" y="39850"/>
                  <a:pt x="623733" y="43614"/>
                  <a:pt x="624511" y="48327"/>
                </a:cubicBezTo>
                <a:lnTo>
                  <a:pt x="612429" y="49975"/>
                </a:lnTo>
                <a:cubicBezTo>
                  <a:pt x="611880" y="46222"/>
                  <a:pt x="610289" y="43293"/>
                  <a:pt x="607658" y="41188"/>
                </a:cubicBezTo>
                <a:cubicBezTo>
                  <a:pt x="605026" y="39083"/>
                  <a:pt x="601308" y="38030"/>
                  <a:pt x="596503" y="38030"/>
                </a:cubicBezTo>
                <a:cubicBezTo>
                  <a:pt x="590828" y="38030"/>
                  <a:pt x="586778" y="38969"/>
                  <a:pt x="584352" y="40845"/>
                </a:cubicBezTo>
                <a:cubicBezTo>
                  <a:pt x="581927" y="42721"/>
                  <a:pt x="580714" y="44918"/>
                  <a:pt x="580714" y="47435"/>
                </a:cubicBezTo>
                <a:cubicBezTo>
                  <a:pt x="580714" y="49037"/>
                  <a:pt x="581217" y="50478"/>
                  <a:pt x="582224" y="51760"/>
                </a:cubicBezTo>
                <a:cubicBezTo>
                  <a:pt x="583231" y="53087"/>
                  <a:pt x="584810" y="54185"/>
                  <a:pt x="586961" y="55055"/>
                </a:cubicBezTo>
                <a:cubicBezTo>
                  <a:pt x="588196" y="55513"/>
                  <a:pt x="591835" y="56565"/>
                  <a:pt x="597876" y="58213"/>
                </a:cubicBezTo>
                <a:cubicBezTo>
                  <a:pt x="606617" y="60547"/>
                  <a:pt x="612715" y="62457"/>
                  <a:pt x="616170" y="63945"/>
                </a:cubicBezTo>
                <a:cubicBezTo>
                  <a:pt x="619625" y="65432"/>
                  <a:pt x="622337" y="67594"/>
                  <a:pt x="624305" y="70432"/>
                </a:cubicBezTo>
                <a:cubicBezTo>
                  <a:pt x="626273" y="73269"/>
                  <a:pt x="627257" y="76793"/>
                  <a:pt x="627257" y="81003"/>
                </a:cubicBezTo>
                <a:cubicBezTo>
                  <a:pt x="627257" y="85122"/>
                  <a:pt x="626055" y="89001"/>
                  <a:pt x="623653" y="92639"/>
                </a:cubicBezTo>
                <a:cubicBezTo>
                  <a:pt x="621250" y="96277"/>
                  <a:pt x="617783" y="99092"/>
                  <a:pt x="613253" y="101083"/>
                </a:cubicBezTo>
                <a:cubicBezTo>
                  <a:pt x="608722" y="103073"/>
                  <a:pt x="603596" y="104069"/>
                  <a:pt x="597876" y="104069"/>
                </a:cubicBezTo>
                <a:cubicBezTo>
                  <a:pt x="588402" y="104069"/>
                  <a:pt x="581183" y="102095"/>
                  <a:pt x="576218" y="98148"/>
                </a:cubicBezTo>
                <a:cubicBezTo>
                  <a:pt x="571252" y="94201"/>
                  <a:pt x="568083" y="88349"/>
                  <a:pt x="566710" y="80592"/>
                </a:cubicBezTo>
                <a:close/>
                <a:moveTo>
                  <a:pt x="637347" y="65970"/>
                </a:moveTo>
                <a:cubicBezTo>
                  <a:pt x="637347" y="52469"/>
                  <a:pt x="641100" y="42470"/>
                  <a:pt x="648605" y="35971"/>
                </a:cubicBezTo>
                <a:cubicBezTo>
                  <a:pt x="654875" y="30571"/>
                  <a:pt x="662518" y="27871"/>
                  <a:pt x="671534" y="27871"/>
                </a:cubicBezTo>
                <a:cubicBezTo>
                  <a:pt x="681556" y="27871"/>
                  <a:pt x="689748" y="31154"/>
                  <a:pt x="696109" y="37722"/>
                </a:cubicBezTo>
                <a:cubicBezTo>
                  <a:pt x="702470" y="44289"/>
                  <a:pt x="705651" y="53362"/>
                  <a:pt x="705651" y="64940"/>
                </a:cubicBezTo>
                <a:cubicBezTo>
                  <a:pt x="705651" y="74322"/>
                  <a:pt x="704244" y="81701"/>
                  <a:pt x="701429" y="87079"/>
                </a:cubicBezTo>
                <a:cubicBezTo>
                  <a:pt x="698615" y="92456"/>
                  <a:pt x="694519" y="96632"/>
                  <a:pt x="689142" y="99607"/>
                </a:cubicBezTo>
                <a:cubicBezTo>
                  <a:pt x="683764" y="102581"/>
                  <a:pt x="677895" y="104069"/>
                  <a:pt x="671534" y="104069"/>
                </a:cubicBezTo>
                <a:cubicBezTo>
                  <a:pt x="661328" y="104069"/>
                  <a:pt x="653079" y="100797"/>
                  <a:pt x="646786" y="94252"/>
                </a:cubicBezTo>
                <a:cubicBezTo>
                  <a:pt x="640494" y="87708"/>
                  <a:pt x="637347" y="78280"/>
                  <a:pt x="637347" y="65970"/>
                </a:cubicBezTo>
                <a:moveTo>
                  <a:pt x="650047" y="66004"/>
                </a:moveTo>
                <a:cubicBezTo>
                  <a:pt x="650047" y="75329"/>
                  <a:pt x="652084" y="82311"/>
                  <a:pt x="656157" y="86950"/>
                </a:cubicBezTo>
                <a:cubicBezTo>
                  <a:pt x="660230" y="91589"/>
                  <a:pt x="665355" y="93909"/>
                  <a:pt x="671534" y="93909"/>
                </a:cubicBezTo>
                <a:cubicBezTo>
                  <a:pt x="677666" y="93909"/>
                  <a:pt x="682769" y="91578"/>
                  <a:pt x="686842" y="86916"/>
                </a:cubicBezTo>
                <a:cubicBezTo>
                  <a:pt x="690915" y="82253"/>
                  <a:pt x="692951" y="75146"/>
                  <a:pt x="692951" y="65592"/>
                </a:cubicBezTo>
                <a:cubicBezTo>
                  <a:pt x="692951" y="56588"/>
                  <a:pt x="690903" y="49766"/>
                  <a:pt x="686808" y="45127"/>
                </a:cubicBezTo>
                <a:cubicBezTo>
                  <a:pt x="682712" y="40487"/>
                  <a:pt x="677620" y="38168"/>
                  <a:pt x="671534" y="38168"/>
                </a:cubicBezTo>
                <a:cubicBezTo>
                  <a:pt x="665355" y="38168"/>
                  <a:pt x="660230" y="40476"/>
                  <a:pt x="656157" y="45092"/>
                </a:cubicBezTo>
                <a:cubicBezTo>
                  <a:pt x="652084" y="49709"/>
                  <a:pt x="650047" y="56680"/>
                  <a:pt x="650047" y="66004"/>
                </a:cubicBezTo>
                <a:close/>
                <a:moveTo>
                  <a:pt x="719720" y="102421"/>
                </a:moveTo>
                <a:lnTo>
                  <a:pt x="719720" y="29518"/>
                </a:lnTo>
                <a:lnTo>
                  <a:pt x="730841" y="29518"/>
                </a:lnTo>
                <a:lnTo>
                  <a:pt x="730841" y="40570"/>
                </a:lnTo>
                <a:cubicBezTo>
                  <a:pt x="733678" y="35399"/>
                  <a:pt x="736298" y="31989"/>
                  <a:pt x="738701" y="30342"/>
                </a:cubicBezTo>
                <a:cubicBezTo>
                  <a:pt x="741104" y="28694"/>
                  <a:pt x="743746" y="27871"/>
                  <a:pt x="746630" y="27871"/>
                </a:cubicBezTo>
                <a:cubicBezTo>
                  <a:pt x="750794" y="27871"/>
                  <a:pt x="755027" y="29198"/>
                  <a:pt x="759329" y="31852"/>
                </a:cubicBezTo>
                <a:lnTo>
                  <a:pt x="755073" y="43308"/>
                </a:lnTo>
                <a:cubicBezTo>
                  <a:pt x="752053" y="41529"/>
                  <a:pt x="749032" y="40639"/>
                  <a:pt x="746012" y="40639"/>
                </a:cubicBezTo>
                <a:cubicBezTo>
                  <a:pt x="743312" y="40639"/>
                  <a:pt x="740886" y="41451"/>
                  <a:pt x="738735" y="43076"/>
                </a:cubicBezTo>
                <a:cubicBezTo>
                  <a:pt x="736584" y="44701"/>
                  <a:pt x="735051" y="46955"/>
                  <a:pt x="734136" y="49838"/>
                </a:cubicBezTo>
                <a:cubicBezTo>
                  <a:pt x="732763" y="54231"/>
                  <a:pt x="732076" y="59036"/>
                  <a:pt x="732076" y="64254"/>
                </a:cubicBezTo>
                <a:lnTo>
                  <a:pt x="732076" y="102421"/>
                </a:lnTo>
                <a:lnTo>
                  <a:pt x="719720" y="102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Search">
            <a:extLst xmlns:a="http://schemas.openxmlformats.org/drawingml/2006/main">
              <a:ext uri="{FF2B5EF4-FFF2-40B4-BE49-F238E27FC236}">
                <a16:creationId xmlns:a16="http://schemas.microsoft.com/office/drawing/2014/main" id="{D67B28D7-EECD-4F9D-8286-978B7E7F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386" y="2397004"/>
            <a:ext cx="429036" cy="104069"/>
          </a:xfrm>
          <a:custGeom xmlns:a="http://schemas.openxmlformats.org/drawingml/2006/main">
            <a:pathLst>
              <a:path w="429036" h="104069">
                <a:moveTo>
                  <a:pt x="0" y="70020"/>
                </a:moveTo>
                <a:lnTo>
                  <a:pt x="12562" y="68922"/>
                </a:lnTo>
                <a:cubicBezTo>
                  <a:pt x="13157" y="73956"/>
                  <a:pt x="14542" y="78086"/>
                  <a:pt x="16716" y="81312"/>
                </a:cubicBezTo>
                <a:cubicBezTo>
                  <a:pt x="18889" y="84539"/>
                  <a:pt x="22265" y="87147"/>
                  <a:pt x="26841" y="89138"/>
                </a:cubicBezTo>
                <a:cubicBezTo>
                  <a:pt x="31417" y="91129"/>
                  <a:pt x="36566" y="92124"/>
                  <a:pt x="42287" y="92124"/>
                </a:cubicBezTo>
                <a:cubicBezTo>
                  <a:pt x="47366" y="92124"/>
                  <a:pt x="51851" y="91369"/>
                  <a:pt x="55741" y="89859"/>
                </a:cubicBezTo>
                <a:cubicBezTo>
                  <a:pt x="59631" y="88349"/>
                  <a:pt x="62526" y="86278"/>
                  <a:pt x="64425" y="83646"/>
                </a:cubicBezTo>
                <a:cubicBezTo>
                  <a:pt x="66324" y="81015"/>
                  <a:pt x="67274" y="78150"/>
                  <a:pt x="67274" y="75053"/>
                </a:cubicBezTo>
                <a:cubicBezTo>
                  <a:pt x="67274" y="71909"/>
                  <a:pt x="66359" y="69165"/>
                  <a:pt x="64528" y="66819"/>
                </a:cubicBezTo>
                <a:cubicBezTo>
                  <a:pt x="62698" y="64472"/>
                  <a:pt x="59677" y="62499"/>
                  <a:pt x="55467" y="60901"/>
                </a:cubicBezTo>
                <a:cubicBezTo>
                  <a:pt x="52767" y="59851"/>
                  <a:pt x="46794" y="58219"/>
                  <a:pt x="37550" y="56005"/>
                </a:cubicBezTo>
                <a:cubicBezTo>
                  <a:pt x="28305" y="53791"/>
                  <a:pt x="21830" y="51698"/>
                  <a:pt x="18123" y="49726"/>
                </a:cubicBezTo>
                <a:cubicBezTo>
                  <a:pt x="13318" y="47205"/>
                  <a:pt x="9736" y="44076"/>
                  <a:pt x="7380" y="40339"/>
                </a:cubicBezTo>
                <a:cubicBezTo>
                  <a:pt x="5023" y="36602"/>
                  <a:pt x="3844" y="32418"/>
                  <a:pt x="3844" y="27787"/>
                </a:cubicBezTo>
                <a:cubicBezTo>
                  <a:pt x="3844" y="22697"/>
                  <a:pt x="5286" y="17940"/>
                  <a:pt x="8169" y="13515"/>
                </a:cubicBezTo>
                <a:cubicBezTo>
                  <a:pt x="11052" y="9090"/>
                  <a:pt x="15263" y="5731"/>
                  <a:pt x="20800" y="3439"/>
                </a:cubicBezTo>
                <a:cubicBezTo>
                  <a:pt x="26338" y="1146"/>
                  <a:pt x="32493" y="0"/>
                  <a:pt x="39266" y="0"/>
                </a:cubicBezTo>
                <a:cubicBezTo>
                  <a:pt x="46726" y="0"/>
                  <a:pt x="53304" y="1201"/>
                  <a:pt x="59002" y="3604"/>
                </a:cubicBezTo>
                <a:cubicBezTo>
                  <a:pt x="64700" y="6007"/>
                  <a:pt x="69082" y="9542"/>
                  <a:pt x="72148" y="14210"/>
                </a:cubicBezTo>
                <a:cubicBezTo>
                  <a:pt x="75214" y="18878"/>
                  <a:pt x="76862" y="24164"/>
                  <a:pt x="77091" y="30067"/>
                </a:cubicBezTo>
                <a:lnTo>
                  <a:pt x="64322" y="31028"/>
                </a:lnTo>
                <a:cubicBezTo>
                  <a:pt x="63636" y="24734"/>
                  <a:pt x="61313" y="19981"/>
                  <a:pt x="57355" y="16767"/>
                </a:cubicBezTo>
                <a:cubicBezTo>
                  <a:pt x="53396" y="13552"/>
                  <a:pt x="47549" y="11945"/>
                  <a:pt x="39815" y="11945"/>
                </a:cubicBezTo>
                <a:cubicBezTo>
                  <a:pt x="31761" y="11945"/>
                  <a:pt x="25891" y="13417"/>
                  <a:pt x="22207" y="16362"/>
                </a:cubicBezTo>
                <a:cubicBezTo>
                  <a:pt x="18523" y="19305"/>
                  <a:pt x="16681" y="22854"/>
                  <a:pt x="16681" y="27008"/>
                </a:cubicBezTo>
                <a:cubicBezTo>
                  <a:pt x="16681" y="30614"/>
                  <a:pt x="17986" y="33581"/>
                  <a:pt x="20594" y="35909"/>
                </a:cubicBezTo>
                <a:cubicBezTo>
                  <a:pt x="23157" y="38237"/>
                  <a:pt x="29850" y="40623"/>
                  <a:pt x="40673" y="43065"/>
                </a:cubicBezTo>
                <a:cubicBezTo>
                  <a:pt x="51497" y="45507"/>
                  <a:pt x="58922" y="47640"/>
                  <a:pt x="62949" y="49467"/>
                </a:cubicBezTo>
                <a:cubicBezTo>
                  <a:pt x="68807" y="52162"/>
                  <a:pt x="73132" y="55577"/>
                  <a:pt x="75924" y="59710"/>
                </a:cubicBezTo>
                <a:cubicBezTo>
                  <a:pt x="78715" y="63843"/>
                  <a:pt x="80111" y="68604"/>
                  <a:pt x="80111" y="73993"/>
                </a:cubicBezTo>
                <a:cubicBezTo>
                  <a:pt x="80111" y="79337"/>
                  <a:pt x="78578" y="84373"/>
                  <a:pt x="75512" y="89099"/>
                </a:cubicBezTo>
                <a:cubicBezTo>
                  <a:pt x="72445" y="93826"/>
                  <a:pt x="68041" y="97503"/>
                  <a:pt x="62297" y="100130"/>
                </a:cubicBezTo>
                <a:cubicBezTo>
                  <a:pt x="56554" y="102756"/>
                  <a:pt x="50089" y="104069"/>
                  <a:pt x="42904" y="104069"/>
                </a:cubicBezTo>
                <a:cubicBezTo>
                  <a:pt x="33797" y="104069"/>
                  <a:pt x="26166" y="102742"/>
                  <a:pt x="20011" y="100087"/>
                </a:cubicBezTo>
                <a:cubicBezTo>
                  <a:pt x="13855" y="97433"/>
                  <a:pt x="9027" y="93440"/>
                  <a:pt x="5526" y="88108"/>
                </a:cubicBezTo>
                <a:cubicBezTo>
                  <a:pt x="2025" y="82777"/>
                  <a:pt x="183" y="76747"/>
                  <a:pt x="0" y="70020"/>
                </a:cubicBezTo>
                <a:close/>
                <a:moveTo>
                  <a:pt x="146584" y="78807"/>
                </a:moveTo>
                <a:lnTo>
                  <a:pt x="159353" y="80454"/>
                </a:lnTo>
                <a:cubicBezTo>
                  <a:pt x="157339" y="87935"/>
                  <a:pt x="153609" y="93742"/>
                  <a:pt x="148163" y="97873"/>
                </a:cubicBezTo>
                <a:cubicBezTo>
                  <a:pt x="142717" y="102004"/>
                  <a:pt x="135761" y="104069"/>
                  <a:pt x="127294" y="104069"/>
                </a:cubicBezTo>
                <a:cubicBezTo>
                  <a:pt x="116631" y="104069"/>
                  <a:pt x="108176" y="100785"/>
                  <a:pt x="101929" y="94218"/>
                </a:cubicBezTo>
                <a:cubicBezTo>
                  <a:pt x="95682" y="87651"/>
                  <a:pt x="92559" y="78441"/>
                  <a:pt x="92559" y="66588"/>
                </a:cubicBezTo>
                <a:cubicBezTo>
                  <a:pt x="92559" y="54323"/>
                  <a:pt x="95717" y="44804"/>
                  <a:pt x="102032" y="38030"/>
                </a:cubicBezTo>
                <a:cubicBezTo>
                  <a:pt x="108348" y="31257"/>
                  <a:pt x="116540" y="27871"/>
                  <a:pt x="126608" y="27871"/>
                </a:cubicBezTo>
                <a:cubicBezTo>
                  <a:pt x="136356" y="27871"/>
                  <a:pt x="144319" y="31184"/>
                  <a:pt x="150497" y="37809"/>
                </a:cubicBezTo>
                <a:cubicBezTo>
                  <a:pt x="156675" y="44434"/>
                  <a:pt x="159764" y="53754"/>
                  <a:pt x="159764" y="65770"/>
                </a:cubicBezTo>
                <a:cubicBezTo>
                  <a:pt x="159764" y="66501"/>
                  <a:pt x="159742" y="67597"/>
                  <a:pt x="159696" y="69059"/>
                </a:cubicBezTo>
                <a:lnTo>
                  <a:pt x="105327" y="69059"/>
                </a:lnTo>
                <a:cubicBezTo>
                  <a:pt x="105785" y="77091"/>
                  <a:pt x="108050" y="83240"/>
                  <a:pt x="112123" y="87508"/>
                </a:cubicBezTo>
                <a:cubicBezTo>
                  <a:pt x="116196" y="91775"/>
                  <a:pt x="121276" y="93909"/>
                  <a:pt x="127363" y="93909"/>
                </a:cubicBezTo>
                <a:cubicBezTo>
                  <a:pt x="131894" y="93909"/>
                  <a:pt x="135761" y="92708"/>
                  <a:pt x="138964" y="90307"/>
                </a:cubicBezTo>
                <a:cubicBezTo>
                  <a:pt x="142168" y="87905"/>
                  <a:pt x="144708" y="84071"/>
                  <a:pt x="146584" y="78807"/>
                </a:cubicBezTo>
                <a:moveTo>
                  <a:pt x="106014" y="58899"/>
                </a:moveTo>
                <a:lnTo>
                  <a:pt x="146721" y="58899"/>
                </a:lnTo>
                <a:cubicBezTo>
                  <a:pt x="146172" y="52787"/>
                  <a:pt x="144616" y="48202"/>
                  <a:pt x="142053" y="45146"/>
                </a:cubicBezTo>
                <a:cubicBezTo>
                  <a:pt x="138118" y="40402"/>
                  <a:pt x="133015" y="38030"/>
                  <a:pt x="126745" y="38030"/>
                </a:cubicBezTo>
                <a:cubicBezTo>
                  <a:pt x="121070" y="38030"/>
                  <a:pt x="116299" y="39924"/>
                  <a:pt x="112432" y="43711"/>
                </a:cubicBezTo>
                <a:cubicBezTo>
                  <a:pt x="108565" y="47497"/>
                  <a:pt x="106426" y="52559"/>
                  <a:pt x="106014" y="58899"/>
                </a:cubicBezTo>
                <a:close/>
                <a:moveTo>
                  <a:pt x="222161" y="93223"/>
                </a:moveTo>
                <a:cubicBezTo>
                  <a:pt x="217584" y="97188"/>
                  <a:pt x="213179" y="99988"/>
                  <a:pt x="208946" y="101621"/>
                </a:cubicBezTo>
                <a:cubicBezTo>
                  <a:pt x="204713" y="103253"/>
                  <a:pt x="200171" y="104069"/>
                  <a:pt x="195320" y="104069"/>
                </a:cubicBezTo>
                <a:cubicBezTo>
                  <a:pt x="187311" y="104069"/>
                  <a:pt x="181156" y="102112"/>
                  <a:pt x="176854" y="98199"/>
                </a:cubicBezTo>
                <a:cubicBezTo>
                  <a:pt x="172552" y="94287"/>
                  <a:pt x="170401" y="89287"/>
                  <a:pt x="170401" y="83200"/>
                </a:cubicBezTo>
                <a:cubicBezTo>
                  <a:pt x="170401" y="79630"/>
                  <a:pt x="171213" y="76370"/>
                  <a:pt x="172838" y="73418"/>
                </a:cubicBezTo>
                <a:cubicBezTo>
                  <a:pt x="174463" y="70466"/>
                  <a:pt x="176591" y="68098"/>
                  <a:pt x="179222" y="66313"/>
                </a:cubicBezTo>
                <a:cubicBezTo>
                  <a:pt x="181854" y="64528"/>
                  <a:pt x="184817" y="63178"/>
                  <a:pt x="188112" y="62263"/>
                </a:cubicBezTo>
                <a:cubicBezTo>
                  <a:pt x="190537" y="61622"/>
                  <a:pt x="194199" y="61004"/>
                  <a:pt x="199095" y="60409"/>
                </a:cubicBezTo>
                <a:cubicBezTo>
                  <a:pt x="209072" y="59219"/>
                  <a:pt x="216417" y="57801"/>
                  <a:pt x="221131" y="56153"/>
                </a:cubicBezTo>
                <a:cubicBezTo>
                  <a:pt x="221177" y="54467"/>
                  <a:pt x="221200" y="53396"/>
                  <a:pt x="221200" y="52940"/>
                </a:cubicBezTo>
                <a:cubicBezTo>
                  <a:pt x="221200" y="47924"/>
                  <a:pt x="220033" y="44391"/>
                  <a:pt x="217699" y="42340"/>
                </a:cubicBezTo>
                <a:cubicBezTo>
                  <a:pt x="214541" y="39559"/>
                  <a:pt x="209850" y="38168"/>
                  <a:pt x="203626" y="38168"/>
                </a:cubicBezTo>
                <a:cubicBezTo>
                  <a:pt x="197814" y="38168"/>
                  <a:pt x="193524" y="39186"/>
                  <a:pt x="190755" y="41223"/>
                </a:cubicBezTo>
                <a:cubicBezTo>
                  <a:pt x="187986" y="43259"/>
                  <a:pt x="185938" y="46863"/>
                  <a:pt x="184611" y="52034"/>
                </a:cubicBezTo>
                <a:lnTo>
                  <a:pt x="172529" y="50387"/>
                </a:lnTo>
                <a:cubicBezTo>
                  <a:pt x="173627" y="45200"/>
                  <a:pt x="175435" y="41011"/>
                  <a:pt x="177952" y="37820"/>
                </a:cubicBezTo>
                <a:cubicBezTo>
                  <a:pt x="180469" y="34630"/>
                  <a:pt x="184107" y="32174"/>
                  <a:pt x="188867" y="30454"/>
                </a:cubicBezTo>
                <a:cubicBezTo>
                  <a:pt x="193627" y="28732"/>
                  <a:pt x="199141" y="27871"/>
                  <a:pt x="205411" y="27871"/>
                </a:cubicBezTo>
                <a:cubicBezTo>
                  <a:pt x="211635" y="27871"/>
                  <a:pt x="216692" y="28606"/>
                  <a:pt x="220582" y="30076"/>
                </a:cubicBezTo>
                <a:cubicBezTo>
                  <a:pt x="224472" y="31545"/>
                  <a:pt x="227332" y="33393"/>
                  <a:pt x="229163" y="35621"/>
                </a:cubicBezTo>
                <a:cubicBezTo>
                  <a:pt x="230993" y="37848"/>
                  <a:pt x="232275" y="40661"/>
                  <a:pt x="233007" y="44061"/>
                </a:cubicBezTo>
                <a:cubicBezTo>
                  <a:pt x="233419" y="46173"/>
                  <a:pt x="233625" y="49967"/>
                  <a:pt x="233625" y="55443"/>
                </a:cubicBezTo>
                <a:lnTo>
                  <a:pt x="233625" y="71871"/>
                </a:lnTo>
                <a:cubicBezTo>
                  <a:pt x="233625" y="83325"/>
                  <a:pt x="233888" y="90580"/>
                  <a:pt x="234414" y="93634"/>
                </a:cubicBezTo>
                <a:cubicBezTo>
                  <a:pt x="234941" y="96689"/>
                  <a:pt x="235982" y="99618"/>
                  <a:pt x="237538" y="102421"/>
                </a:cubicBezTo>
                <a:lnTo>
                  <a:pt x="224632" y="102421"/>
                </a:lnTo>
                <a:cubicBezTo>
                  <a:pt x="223351" y="99800"/>
                  <a:pt x="222527" y="96734"/>
                  <a:pt x="222161" y="93223"/>
                </a:cubicBezTo>
                <a:moveTo>
                  <a:pt x="221131" y="65901"/>
                </a:moveTo>
                <a:cubicBezTo>
                  <a:pt x="216646" y="67723"/>
                  <a:pt x="209919" y="69272"/>
                  <a:pt x="200949" y="70548"/>
                </a:cubicBezTo>
                <a:cubicBezTo>
                  <a:pt x="195869" y="71276"/>
                  <a:pt x="192276" y="72095"/>
                  <a:pt x="190171" y="73006"/>
                </a:cubicBezTo>
                <a:cubicBezTo>
                  <a:pt x="188066" y="73917"/>
                  <a:pt x="186441" y="75249"/>
                  <a:pt x="185297" y="77003"/>
                </a:cubicBezTo>
                <a:cubicBezTo>
                  <a:pt x="184153" y="78756"/>
                  <a:pt x="183581" y="80703"/>
                  <a:pt x="183581" y="82844"/>
                </a:cubicBezTo>
                <a:cubicBezTo>
                  <a:pt x="183581" y="86123"/>
                  <a:pt x="184828" y="88856"/>
                  <a:pt x="187322" y="91043"/>
                </a:cubicBezTo>
                <a:cubicBezTo>
                  <a:pt x="189817" y="93228"/>
                  <a:pt x="193466" y="94321"/>
                  <a:pt x="198272" y="94321"/>
                </a:cubicBezTo>
                <a:cubicBezTo>
                  <a:pt x="203031" y="94321"/>
                  <a:pt x="207264" y="93283"/>
                  <a:pt x="210971" y="91208"/>
                </a:cubicBezTo>
                <a:cubicBezTo>
                  <a:pt x="214678" y="89132"/>
                  <a:pt x="217401" y="86295"/>
                  <a:pt x="219140" y="82698"/>
                </a:cubicBezTo>
                <a:cubicBezTo>
                  <a:pt x="220467" y="79922"/>
                  <a:pt x="221131" y="75826"/>
                  <a:pt x="221131" y="70408"/>
                </a:cubicBezTo>
                <a:lnTo>
                  <a:pt x="221131" y="65901"/>
                </a:lnTo>
                <a:close/>
                <a:moveTo>
                  <a:pt x="252361" y="102421"/>
                </a:moveTo>
                <a:lnTo>
                  <a:pt x="252361" y="29518"/>
                </a:lnTo>
                <a:lnTo>
                  <a:pt x="263482" y="29518"/>
                </a:lnTo>
                <a:lnTo>
                  <a:pt x="263482" y="40570"/>
                </a:lnTo>
                <a:cubicBezTo>
                  <a:pt x="266319" y="35399"/>
                  <a:pt x="268939" y="31989"/>
                  <a:pt x="271342" y="30342"/>
                </a:cubicBezTo>
                <a:cubicBezTo>
                  <a:pt x="273744" y="28694"/>
                  <a:pt x="276387" y="27871"/>
                  <a:pt x="279270" y="27871"/>
                </a:cubicBezTo>
                <a:cubicBezTo>
                  <a:pt x="283435" y="27871"/>
                  <a:pt x="287668" y="29198"/>
                  <a:pt x="291970" y="31852"/>
                </a:cubicBezTo>
                <a:lnTo>
                  <a:pt x="287714" y="43308"/>
                </a:lnTo>
                <a:cubicBezTo>
                  <a:pt x="284694" y="41529"/>
                  <a:pt x="281673" y="40639"/>
                  <a:pt x="278653" y="40639"/>
                </a:cubicBezTo>
                <a:cubicBezTo>
                  <a:pt x="275953" y="40639"/>
                  <a:pt x="273527" y="41451"/>
                  <a:pt x="271376" y="43076"/>
                </a:cubicBezTo>
                <a:cubicBezTo>
                  <a:pt x="269225" y="44701"/>
                  <a:pt x="267692" y="46955"/>
                  <a:pt x="266777" y="49838"/>
                </a:cubicBezTo>
                <a:cubicBezTo>
                  <a:pt x="265404" y="54231"/>
                  <a:pt x="264717" y="59036"/>
                  <a:pt x="264717" y="64254"/>
                </a:cubicBezTo>
                <a:lnTo>
                  <a:pt x="264717" y="102421"/>
                </a:lnTo>
                <a:lnTo>
                  <a:pt x="252361" y="102421"/>
                </a:lnTo>
                <a:close/>
                <a:moveTo>
                  <a:pt x="346933" y="75649"/>
                </a:moveTo>
                <a:lnTo>
                  <a:pt x="359083" y="77296"/>
                </a:lnTo>
                <a:cubicBezTo>
                  <a:pt x="357756" y="85671"/>
                  <a:pt x="354358" y="92227"/>
                  <a:pt x="348889" y="96964"/>
                </a:cubicBezTo>
                <a:cubicBezTo>
                  <a:pt x="343420" y="101700"/>
                  <a:pt x="336704" y="104069"/>
                  <a:pt x="328741" y="104069"/>
                </a:cubicBezTo>
                <a:cubicBezTo>
                  <a:pt x="318765" y="104069"/>
                  <a:pt x="310744" y="100808"/>
                  <a:pt x="304680" y="94287"/>
                </a:cubicBezTo>
                <a:cubicBezTo>
                  <a:pt x="298617" y="87765"/>
                  <a:pt x="295585" y="78418"/>
                  <a:pt x="295585" y="66244"/>
                </a:cubicBezTo>
                <a:cubicBezTo>
                  <a:pt x="295585" y="58373"/>
                  <a:pt x="296889" y="51485"/>
                  <a:pt x="299498" y="45582"/>
                </a:cubicBezTo>
                <a:cubicBezTo>
                  <a:pt x="302106" y="39678"/>
                  <a:pt x="306076" y="35250"/>
                  <a:pt x="311408" y="32298"/>
                </a:cubicBezTo>
                <a:cubicBezTo>
                  <a:pt x="316739" y="29347"/>
                  <a:pt x="322540" y="27871"/>
                  <a:pt x="328810" y="27871"/>
                </a:cubicBezTo>
                <a:cubicBezTo>
                  <a:pt x="336727" y="27871"/>
                  <a:pt x="343203" y="29861"/>
                  <a:pt x="348237" y="33843"/>
                </a:cubicBezTo>
                <a:cubicBezTo>
                  <a:pt x="353271" y="37823"/>
                  <a:pt x="356497" y="43475"/>
                  <a:pt x="357916" y="50799"/>
                </a:cubicBezTo>
                <a:lnTo>
                  <a:pt x="345903" y="52721"/>
                </a:lnTo>
                <a:cubicBezTo>
                  <a:pt x="344759" y="47847"/>
                  <a:pt x="342734" y="44180"/>
                  <a:pt x="339828" y="41720"/>
                </a:cubicBezTo>
                <a:cubicBezTo>
                  <a:pt x="336922" y="39260"/>
                  <a:pt x="333409" y="38030"/>
                  <a:pt x="329290" y="38030"/>
                </a:cubicBezTo>
                <a:cubicBezTo>
                  <a:pt x="323066" y="38030"/>
                  <a:pt x="318009" y="40261"/>
                  <a:pt x="314119" y="44723"/>
                </a:cubicBezTo>
                <a:cubicBezTo>
                  <a:pt x="310229" y="49186"/>
                  <a:pt x="308284" y="56245"/>
                  <a:pt x="308284" y="65901"/>
                </a:cubicBezTo>
                <a:cubicBezTo>
                  <a:pt x="308284" y="75695"/>
                  <a:pt x="310161" y="82811"/>
                  <a:pt x="313913" y="87250"/>
                </a:cubicBezTo>
                <a:cubicBezTo>
                  <a:pt x="317666" y="91689"/>
                  <a:pt x="322563" y="93909"/>
                  <a:pt x="328604" y="93909"/>
                </a:cubicBezTo>
                <a:cubicBezTo>
                  <a:pt x="333455" y="93909"/>
                  <a:pt x="337505" y="92416"/>
                  <a:pt x="340754" y="89430"/>
                </a:cubicBezTo>
                <a:cubicBezTo>
                  <a:pt x="344004" y="86444"/>
                  <a:pt x="346063" y="81850"/>
                  <a:pt x="346933" y="75649"/>
                </a:cubicBezTo>
                <a:close/>
                <a:moveTo>
                  <a:pt x="369656" y="102421"/>
                </a:moveTo>
                <a:lnTo>
                  <a:pt x="369656" y="1785"/>
                </a:lnTo>
                <a:lnTo>
                  <a:pt x="382012" y="1785"/>
                </a:lnTo>
                <a:lnTo>
                  <a:pt x="382012" y="37957"/>
                </a:lnTo>
                <a:cubicBezTo>
                  <a:pt x="387779" y="31233"/>
                  <a:pt x="395055" y="27871"/>
                  <a:pt x="403842" y="27871"/>
                </a:cubicBezTo>
                <a:cubicBezTo>
                  <a:pt x="409242" y="27871"/>
                  <a:pt x="413933" y="28935"/>
                  <a:pt x="417915" y="31063"/>
                </a:cubicBezTo>
                <a:cubicBezTo>
                  <a:pt x="421896" y="33191"/>
                  <a:pt x="424745" y="36131"/>
                  <a:pt x="426461" y="39884"/>
                </a:cubicBezTo>
                <a:cubicBezTo>
                  <a:pt x="428177" y="43637"/>
                  <a:pt x="429036" y="49083"/>
                  <a:pt x="429036" y="56222"/>
                </a:cubicBezTo>
                <a:lnTo>
                  <a:pt x="429036" y="102421"/>
                </a:lnTo>
                <a:lnTo>
                  <a:pt x="416679" y="102421"/>
                </a:lnTo>
                <a:lnTo>
                  <a:pt x="416679" y="56271"/>
                </a:lnTo>
                <a:cubicBezTo>
                  <a:pt x="416679" y="50100"/>
                  <a:pt x="415340" y="45609"/>
                  <a:pt x="412663" y="42797"/>
                </a:cubicBezTo>
                <a:cubicBezTo>
                  <a:pt x="409986" y="39985"/>
                  <a:pt x="406199" y="38580"/>
                  <a:pt x="401302" y="38580"/>
                </a:cubicBezTo>
                <a:cubicBezTo>
                  <a:pt x="397641" y="38580"/>
                  <a:pt x="394197" y="39528"/>
                  <a:pt x="390971" y="41426"/>
                </a:cubicBezTo>
                <a:cubicBezTo>
                  <a:pt x="387744" y="43323"/>
                  <a:pt x="385445" y="45894"/>
                  <a:pt x="384072" y="49141"/>
                </a:cubicBezTo>
                <a:cubicBezTo>
                  <a:pt x="382699" y="52385"/>
                  <a:pt x="382012" y="56865"/>
                  <a:pt x="382012" y="62580"/>
                </a:cubicBezTo>
                <a:lnTo>
                  <a:pt x="382012" y="102421"/>
                </a:lnTo>
                <a:lnTo>
                  <a:pt x="369656" y="102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Function">
            <a:extLst xmlns:a="http://schemas.openxmlformats.org/drawingml/2006/main">
              <a:ext uri="{FF2B5EF4-FFF2-40B4-BE49-F238E27FC236}">
                <a16:creationId xmlns:a16="http://schemas.microsoft.com/office/drawing/2014/main" id="{0754D2C2-4A10-4474-9779-B00C290F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03" y="2567495"/>
            <a:ext cx="517406" cy="102284"/>
          </a:xfrm>
          <a:custGeom xmlns:a="http://schemas.openxmlformats.org/drawingml/2006/main">
            <a:pathLst>
              <a:path w="517406" h="102284">
                <a:moveTo>
                  <a:pt x="0" y="100636"/>
                </a:moveTo>
                <a:lnTo>
                  <a:pt x="0" y="0"/>
                </a:lnTo>
                <a:lnTo>
                  <a:pt x="67892" y="0"/>
                </a:lnTo>
                <a:lnTo>
                  <a:pt x="67892" y="11945"/>
                </a:lnTo>
                <a:lnTo>
                  <a:pt x="13318" y="11945"/>
                </a:lnTo>
                <a:lnTo>
                  <a:pt x="13318" y="42973"/>
                </a:lnTo>
                <a:lnTo>
                  <a:pt x="60547" y="42973"/>
                </a:lnTo>
                <a:lnTo>
                  <a:pt x="60547" y="54918"/>
                </a:lnTo>
                <a:lnTo>
                  <a:pt x="13318" y="54918"/>
                </a:lnTo>
                <a:lnTo>
                  <a:pt x="13318" y="100636"/>
                </a:lnTo>
                <a:lnTo>
                  <a:pt x="0" y="100636"/>
                </a:lnTo>
                <a:close/>
                <a:moveTo>
                  <a:pt x="131623" y="100636"/>
                </a:moveTo>
                <a:lnTo>
                  <a:pt x="131623" y="89861"/>
                </a:lnTo>
                <a:cubicBezTo>
                  <a:pt x="125949" y="98143"/>
                  <a:pt x="118237" y="102284"/>
                  <a:pt x="108489" y="102284"/>
                </a:cubicBezTo>
                <a:cubicBezTo>
                  <a:pt x="104188" y="102284"/>
                  <a:pt x="100172" y="101460"/>
                  <a:pt x="96442" y="99813"/>
                </a:cubicBezTo>
                <a:cubicBezTo>
                  <a:pt x="92712" y="98165"/>
                  <a:pt x="89943" y="96094"/>
                  <a:pt x="88136" y="93600"/>
                </a:cubicBezTo>
                <a:cubicBezTo>
                  <a:pt x="86328" y="91106"/>
                  <a:pt x="85058" y="88051"/>
                  <a:pt x="84326" y="84436"/>
                </a:cubicBezTo>
                <a:cubicBezTo>
                  <a:pt x="83822" y="82010"/>
                  <a:pt x="83571" y="78166"/>
                  <a:pt x="83571" y="72903"/>
                </a:cubicBezTo>
                <a:lnTo>
                  <a:pt x="83571" y="27733"/>
                </a:lnTo>
                <a:lnTo>
                  <a:pt x="95927" y="27733"/>
                </a:lnTo>
                <a:lnTo>
                  <a:pt x="95927" y="68124"/>
                </a:lnTo>
                <a:cubicBezTo>
                  <a:pt x="95927" y="74569"/>
                  <a:pt x="96179" y="78912"/>
                  <a:pt x="96682" y="81151"/>
                </a:cubicBezTo>
                <a:cubicBezTo>
                  <a:pt x="97460" y="84398"/>
                  <a:pt x="99108" y="86947"/>
                  <a:pt x="101625" y="88799"/>
                </a:cubicBezTo>
                <a:cubicBezTo>
                  <a:pt x="104142" y="90650"/>
                  <a:pt x="107254" y="91575"/>
                  <a:pt x="110961" y="91575"/>
                </a:cubicBezTo>
                <a:cubicBezTo>
                  <a:pt x="114668" y="91575"/>
                  <a:pt x="118146" y="90627"/>
                  <a:pt x="121395" y="88731"/>
                </a:cubicBezTo>
                <a:cubicBezTo>
                  <a:pt x="124644" y="86833"/>
                  <a:pt x="126944" y="84250"/>
                  <a:pt x="128294" y="80982"/>
                </a:cubicBezTo>
                <a:cubicBezTo>
                  <a:pt x="129644" y="77713"/>
                  <a:pt x="130319" y="72970"/>
                  <a:pt x="130319" y="66753"/>
                </a:cubicBezTo>
                <a:lnTo>
                  <a:pt x="130319" y="27733"/>
                </a:lnTo>
                <a:lnTo>
                  <a:pt x="142676" y="27733"/>
                </a:lnTo>
                <a:lnTo>
                  <a:pt x="142676" y="100636"/>
                </a:lnTo>
                <a:lnTo>
                  <a:pt x="131623" y="100636"/>
                </a:lnTo>
                <a:close/>
                <a:moveTo>
                  <a:pt x="161755" y="100636"/>
                </a:moveTo>
                <a:lnTo>
                  <a:pt x="161755" y="27733"/>
                </a:lnTo>
                <a:lnTo>
                  <a:pt x="172876" y="27733"/>
                </a:lnTo>
                <a:lnTo>
                  <a:pt x="172876" y="38099"/>
                </a:lnTo>
                <a:cubicBezTo>
                  <a:pt x="178230" y="30090"/>
                  <a:pt x="185965" y="26086"/>
                  <a:pt x="196079" y="26086"/>
                </a:cubicBezTo>
                <a:cubicBezTo>
                  <a:pt x="200472" y="26086"/>
                  <a:pt x="204511" y="26875"/>
                  <a:pt x="208195" y="28454"/>
                </a:cubicBezTo>
                <a:cubicBezTo>
                  <a:pt x="211879" y="30033"/>
                  <a:pt x="214636" y="32104"/>
                  <a:pt x="216467" y="34667"/>
                </a:cubicBezTo>
                <a:cubicBezTo>
                  <a:pt x="218297" y="37230"/>
                  <a:pt x="219579" y="40273"/>
                  <a:pt x="220311" y="43797"/>
                </a:cubicBezTo>
                <a:cubicBezTo>
                  <a:pt x="220769" y="46085"/>
                  <a:pt x="220997" y="50089"/>
                  <a:pt x="220997" y="55810"/>
                </a:cubicBezTo>
                <a:lnTo>
                  <a:pt x="220997" y="100636"/>
                </a:lnTo>
                <a:lnTo>
                  <a:pt x="208641" y="100636"/>
                </a:lnTo>
                <a:lnTo>
                  <a:pt x="208641" y="56291"/>
                </a:lnTo>
                <a:cubicBezTo>
                  <a:pt x="208641" y="51256"/>
                  <a:pt x="208161" y="47492"/>
                  <a:pt x="207199" y="44998"/>
                </a:cubicBezTo>
                <a:cubicBezTo>
                  <a:pt x="206238" y="42504"/>
                  <a:pt x="204534" y="40513"/>
                  <a:pt x="202085" y="39026"/>
                </a:cubicBezTo>
                <a:cubicBezTo>
                  <a:pt x="199637" y="37538"/>
                  <a:pt x="196765" y="36795"/>
                  <a:pt x="193470" y="36795"/>
                </a:cubicBezTo>
                <a:cubicBezTo>
                  <a:pt x="188207" y="36795"/>
                  <a:pt x="183665" y="38465"/>
                  <a:pt x="179844" y="41806"/>
                </a:cubicBezTo>
                <a:cubicBezTo>
                  <a:pt x="176022" y="45147"/>
                  <a:pt x="174112" y="51485"/>
                  <a:pt x="174112" y="60821"/>
                </a:cubicBezTo>
                <a:lnTo>
                  <a:pt x="174112" y="100636"/>
                </a:lnTo>
                <a:lnTo>
                  <a:pt x="161755" y="100636"/>
                </a:lnTo>
                <a:close/>
                <a:moveTo>
                  <a:pt x="287237" y="73864"/>
                </a:moveTo>
                <a:lnTo>
                  <a:pt x="299388" y="75512"/>
                </a:lnTo>
                <a:cubicBezTo>
                  <a:pt x="298061" y="83887"/>
                  <a:pt x="294663" y="90442"/>
                  <a:pt x="289194" y="95179"/>
                </a:cubicBezTo>
                <a:cubicBezTo>
                  <a:pt x="283725" y="99916"/>
                  <a:pt x="277009" y="102284"/>
                  <a:pt x="269046" y="102284"/>
                </a:cubicBezTo>
                <a:cubicBezTo>
                  <a:pt x="259069" y="102284"/>
                  <a:pt x="251049" y="99023"/>
                  <a:pt x="244985" y="92502"/>
                </a:cubicBezTo>
                <a:cubicBezTo>
                  <a:pt x="238921" y="85980"/>
                  <a:pt x="235889" y="76633"/>
                  <a:pt x="235889" y="64460"/>
                </a:cubicBezTo>
                <a:cubicBezTo>
                  <a:pt x="235889" y="56588"/>
                  <a:pt x="237194" y="49700"/>
                  <a:pt x="239802" y="43797"/>
                </a:cubicBezTo>
                <a:cubicBezTo>
                  <a:pt x="242411" y="37893"/>
                  <a:pt x="246381" y="33465"/>
                  <a:pt x="251712" y="30514"/>
                </a:cubicBezTo>
                <a:cubicBezTo>
                  <a:pt x="257044" y="27562"/>
                  <a:pt x="262845" y="26086"/>
                  <a:pt x="269114" y="26086"/>
                </a:cubicBezTo>
                <a:cubicBezTo>
                  <a:pt x="277032" y="26086"/>
                  <a:pt x="283507" y="28077"/>
                  <a:pt x="288542" y="32058"/>
                </a:cubicBezTo>
                <a:cubicBezTo>
                  <a:pt x="293576" y="36038"/>
                  <a:pt x="296802" y="41690"/>
                  <a:pt x="298221" y="49014"/>
                </a:cubicBezTo>
                <a:lnTo>
                  <a:pt x="286208" y="50936"/>
                </a:lnTo>
                <a:cubicBezTo>
                  <a:pt x="285063" y="46062"/>
                  <a:pt x="283038" y="42395"/>
                  <a:pt x="280132" y="39935"/>
                </a:cubicBezTo>
                <a:cubicBezTo>
                  <a:pt x="277226" y="37476"/>
                  <a:pt x="273714" y="36246"/>
                  <a:pt x="269595" y="36246"/>
                </a:cubicBezTo>
                <a:cubicBezTo>
                  <a:pt x="263371" y="36246"/>
                  <a:pt x="258314" y="38477"/>
                  <a:pt x="254424" y="42939"/>
                </a:cubicBezTo>
                <a:cubicBezTo>
                  <a:pt x="250534" y="47401"/>
                  <a:pt x="248589" y="54460"/>
                  <a:pt x="248589" y="64116"/>
                </a:cubicBezTo>
                <a:cubicBezTo>
                  <a:pt x="248589" y="73910"/>
                  <a:pt x="250465" y="81026"/>
                  <a:pt x="254218" y="85465"/>
                </a:cubicBezTo>
                <a:cubicBezTo>
                  <a:pt x="257971" y="89905"/>
                  <a:pt x="262868" y="92124"/>
                  <a:pt x="268908" y="92124"/>
                </a:cubicBezTo>
                <a:cubicBezTo>
                  <a:pt x="273760" y="92124"/>
                  <a:pt x="277810" y="90631"/>
                  <a:pt x="281059" y="87645"/>
                </a:cubicBezTo>
                <a:cubicBezTo>
                  <a:pt x="284308" y="84659"/>
                  <a:pt x="286368" y="80065"/>
                  <a:pt x="287237" y="73864"/>
                </a:cubicBezTo>
                <a:close/>
                <a:moveTo>
                  <a:pt x="336937" y="89584"/>
                </a:moveTo>
                <a:lnTo>
                  <a:pt x="338722" y="100499"/>
                </a:lnTo>
                <a:cubicBezTo>
                  <a:pt x="335244" y="101231"/>
                  <a:pt x="332132" y="101598"/>
                  <a:pt x="329386" y="101598"/>
                </a:cubicBezTo>
                <a:cubicBezTo>
                  <a:pt x="324901" y="101598"/>
                  <a:pt x="321423" y="100888"/>
                  <a:pt x="318952" y="99469"/>
                </a:cubicBezTo>
                <a:cubicBezTo>
                  <a:pt x="316481" y="98051"/>
                  <a:pt x="314742" y="96186"/>
                  <a:pt x="313735" y="93875"/>
                </a:cubicBezTo>
                <a:cubicBezTo>
                  <a:pt x="312728" y="91564"/>
                  <a:pt x="312224" y="86701"/>
                  <a:pt x="312224" y="79287"/>
                </a:cubicBezTo>
                <a:lnTo>
                  <a:pt x="312224" y="37344"/>
                </a:lnTo>
                <a:lnTo>
                  <a:pt x="303163" y="37344"/>
                </a:lnTo>
                <a:lnTo>
                  <a:pt x="303163" y="27733"/>
                </a:lnTo>
                <a:lnTo>
                  <a:pt x="312224" y="27733"/>
                </a:lnTo>
                <a:lnTo>
                  <a:pt x="312224" y="9679"/>
                </a:lnTo>
                <a:lnTo>
                  <a:pt x="324512" y="2265"/>
                </a:lnTo>
                <a:lnTo>
                  <a:pt x="324512" y="27733"/>
                </a:lnTo>
                <a:lnTo>
                  <a:pt x="336937" y="27733"/>
                </a:lnTo>
                <a:lnTo>
                  <a:pt x="336937" y="37344"/>
                </a:lnTo>
                <a:lnTo>
                  <a:pt x="324512" y="37344"/>
                </a:lnTo>
                <a:lnTo>
                  <a:pt x="324512" y="79974"/>
                </a:lnTo>
                <a:cubicBezTo>
                  <a:pt x="324512" y="83498"/>
                  <a:pt x="324730" y="85763"/>
                  <a:pt x="325164" y="86770"/>
                </a:cubicBezTo>
                <a:cubicBezTo>
                  <a:pt x="325599" y="87777"/>
                  <a:pt x="326309" y="88577"/>
                  <a:pt x="327292" y="89172"/>
                </a:cubicBezTo>
                <a:cubicBezTo>
                  <a:pt x="328276" y="89767"/>
                  <a:pt x="329684" y="90065"/>
                  <a:pt x="331514" y="90065"/>
                </a:cubicBezTo>
                <a:cubicBezTo>
                  <a:pt x="332887" y="90065"/>
                  <a:pt x="334695" y="89905"/>
                  <a:pt x="336937" y="89584"/>
                </a:cubicBezTo>
                <a:close/>
                <a:moveTo>
                  <a:pt x="349276" y="14141"/>
                </a:moveTo>
                <a:lnTo>
                  <a:pt x="349276" y="0"/>
                </a:lnTo>
                <a:lnTo>
                  <a:pt x="361632" y="0"/>
                </a:lnTo>
                <a:lnTo>
                  <a:pt x="361632" y="14141"/>
                </a:lnTo>
                <a:lnTo>
                  <a:pt x="349276" y="14141"/>
                </a:lnTo>
                <a:moveTo>
                  <a:pt x="349276" y="100636"/>
                </a:moveTo>
                <a:lnTo>
                  <a:pt x="349276" y="27733"/>
                </a:lnTo>
                <a:lnTo>
                  <a:pt x="361632" y="27733"/>
                </a:lnTo>
                <a:lnTo>
                  <a:pt x="361632" y="100636"/>
                </a:lnTo>
                <a:lnTo>
                  <a:pt x="349276" y="100636"/>
                </a:lnTo>
                <a:close/>
                <a:moveTo>
                  <a:pt x="375655" y="64185"/>
                </a:moveTo>
                <a:cubicBezTo>
                  <a:pt x="375655" y="50684"/>
                  <a:pt x="379407" y="40685"/>
                  <a:pt x="386913" y="34186"/>
                </a:cubicBezTo>
                <a:cubicBezTo>
                  <a:pt x="393182" y="28786"/>
                  <a:pt x="400825" y="26086"/>
                  <a:pt x="409841" y="26086"/>
                </a:cubicBezTo>
                <a:cubicBezTo>
                  <a:pt x="419863" y="26086"/>
                  <a:pt x="428055" y="29369"/>
                  <a:pt x="434416" y="35937"/>
                </a:cubicBezTo>
                <a:cubicBezTo>
                  <a:pt x="440778" y="42504"/>
                  <a:pt x="443958" y="51577"/>
                  <a:pt x="443958" y="63155"/>
                </a:cubicBezTo>
                <a:cubicBezTo>
                  <a:pt x="443958" y="72537"/>
                  <a:pt x="442551" y="79917"/>
                  <a:pt x="439736" y="85294"/>
                </a:cubicBezTo>
                <a:cubicBezTo>
                  <a:pt x="436922" y="90671"/>
                  <a:pt x="432826" y="94847"/>
                  <a:pt x="427449" y="97822"/>
                </a:cubicBezTo>
                <a:cubicBezTo>
                  <a:pt x="422071" y="100797"/>
                  <a:pt x="416202" y="102284"/>
                  <a:pt x="409841" y="102284"/>
                </a:cubicBezTo>
                <a:cubicBezTo>
                  <a:pt x="399635" y="102284"/>
                  <a:pt x="391386" y="99012"/>
                  <a:pt x="385093" y="92467"/>
                </a:cubicBezTo>
                <a:cubicBezTo>
                  <a:pt x="378801" y="85923"/>
                  <a:pt x="375655" y="76496"/>
                  <a:pt x="375655" y="64185"/>
                </a:cubicBezTo>
                <a:moveTo>
                  <a:pt x="388354" y="64219"/>
                </a:moveTo>
                <a:cubicBezTo>
                  <a:pt x="388354" y="73544"/>
                  <a:pt x="390391" y="80526"/>
                  <a:pt x="394464" y="85165"/>
                </a:cubicBezTo>
                <a:cubicBezTo>
                  <a:pt x="398537" y="89805"/>
                  <a:pt x="403663" y="92124"/>
                  <a:pt x="409841" y="92124"/>
                </a:cubicBezTo>
                <a:cubicBezTo>
                  <a:pt x="415973" y="92124"/>
                  <a:pt x="421076" y="89793"/>
                  <a:pt x="425149" y="85131"/>
                </a:cubicBezTo>
                <a:cubicBezTo>
                  <a:pt x="429222" y="80469"/>
                  <a:pt x="431259" y="73361"/>
                  <a:pt x="431259" y="63807"/>
                </a:cubicBezTo>
                <a:cubicBezTo>
                  <a:pt x="431259" y="54803"/>
                  <a:pt x="429211" y="47981"/>
                  <a:pt x="425115" y="43342"/>
                </a:cubicBezTo>
                <a:cubicBezTo>
                  <a:pt x="421019" y="38703"/>
                  <a:pt x="415927" y="36383"/>
                  <a:pt x="409841" y="36383"/>
                </a:cubicBezTo>
                <a:cubicBezTo>
                  <a:pt x="403663" y="36383"/>
                  <a:pt x="398537" y="38691"/>
                  <a:pt x="394464" y="43308"/>
                </a:cubicBezTo>
                <a:cubicBezTo>
                  <a:pt x="390391" y="47924"/>
                  <a:pt x="388354" y="54895"/>
                  <a:pt x="388354" y="64219"/>
                </a:cubicBezTo>
                <a:close/>
                <a:moveTo>
                  <a:pt x="458164" y="100636"/>
                </a:moveTo>
                <a:lnTo>
                  <a:pt x="458164" y="27733"/>
                </a:lnTo>
                <a:lnTo>
                  <a:pt x="469284" y="27733"/>
                </a:lnTo>
                <a:lnTo>
                  <a:pt x="469284" y="38099"/>
                </a:lnTo>
                <a:cubicBezTo>
                  <a:pt x="474639" y="30090"/>
                  <a:pt x="482373" y="26086"/>
                  <a:pt x="492487" y="26086"/>
                </a:cubicBezTo>
                <a:cubicBezTo>
                  <a:pt x="496881" y="26086"/>
                  <a:pt x="500919" y="26875"/>
                  <a:pt x="504603" y="28454"/>
                </a:cubicBezTo>
                <a:cubicBezTo>
                  <a:pt x="508287" y="30033"/>
                  <a:pt x="511045" y="32104"/>
                  <a:pt x="512875" y="34667"/>
                </a:cubicBezTo>
                <a:cubicBezTo>
                  <a:pt x="514706" y="37230"/>
                  <a:pt x="515987" y="40273"/>
                  <a:pt x="516719" y="43797"/>
                </a:cubicBezTo>
                <a:cubicBezTo>
                  <a:pt x="517177" y="46085"/>
                  <a:pt x="517406" y="50089"/>
                  <a:pt x="517406" y="55810"/>
                </a:cubicBezTo>
                <a:lnTo>
                  <a:pt x="517406" y="100636"/>
                </a:lnTo>
                <a:lnTo>
                  <a:pt x="505050" y="100636"/>
                </a:lnTo>
                <a:lnTo>
                  <a:pt x="505050" y="56291"/>
                </a:lnTo>
                <a:cubicBezTo>
                  <a:pt x="505050" y="51256"/>
                  <a:pt x="504569" y="47492"/>
                  <a:pt x="503608" y="44998"/>
                </a:cubicBezTo>
                <a:cubicBezTo>
                  <a:pt x="502647" y="42504"/>
                  <a:pt x="500942" y="40513"/>
                  <a:pt x="498494" y="39026"/>
                </a:cubicBezTo>
                <a:cubicBezTo>
                  <a:pt x="496045" y="37538"/>
                  <a:pt x="493174" y="36795"/>
                  <a:pt x="489879" y="36795"/>
                </a:cubicBezTo>
                <a:cubicBezTo>
                  <a:pt x="484616" y="36795"/>
                  <a:pt x="480073" y="38465"/>
                  <a:pt x="476252" y="41806"/>
                </a:cubicBezTo>
                <a:cubicBezTo>
                  <a:pt x="472431" y="45147"/>
                  <a:pt x="470520" y="51485"/>
                  <a:pt x="470520" y="60821"/>
                </a:cubicBezTo>
                <a:lnTo>
                  <a:pt x="470520" y="100636"/>
                </a:lnTo>
                <a:lnTo>
                  <a:pt x="458164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SearchCode">
            <a:extLst xmlns:a="http://schemas.openxmlformats.org/drawingml/2006/main">
              <a:ext uri="{FF2B5EF4-FFF2-40B4-BE49-F238E27FC236}">
                <a16:creationId xmlns:a16="http://schemas.microsoft.com/office/drawing/2014/main" id="{D9510DB8-6057-4A9C-A279-48BE604E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268" y="3292673"/>
            <a:ext cx="807060" cy="104069"/>
          </a:xfrm>
          <a:custGeom xmlns:a="http://schemas.openxmlformats.org/drawingml/2006/main">
            <a:pathLst>
              <a:path w="807060" h="104069">
                <a:moveTo>
                  <a:pt x="0" y="70020"/>
                </a:moveTo>
                <a:lnTo>
                  <a:pt x="12562" y="68922"/>
                </a:lnTo>
                <a:cubicBezTo>
                  <a:pt x="13157" y="73956"/>
                  <a:pt x="14542" y="78086"/>
                  <a:pt x="16716" y="81312"/>
                </a:cubicBezTo>
                <a:cubicBezTo>
                  <a:pt x="18889" y="84539"/>
                  <a:pt x="22265" y="87147"/>
                  <a:pt x="26841" y="89138"/>
                </a:cubicBezTo>
                <a:cubicBezTo>
                  <a:pt x="31417" y="91129"/>
                  <a:pt x="36566" y="92124"/>
                  <a:pt x="42287" y="92124"/>
                </a:cubicBezTo>
                <a:cubicBezTo>
                  <a:pt x="47366" y="92124"/>
                  <a:pt x="51851" y="91369"/>
                  <a:pt x="55741" y="89859"/>
                </a:cubicBezTo>
                <a:cubicBezTo>
                  <a:pt x="59631" y="88349"/>
                  <a:pt x="62526" y="86278"/>
                  <a:pt x="64425" y="83646"/>
                </a:cubicBezTo>
                <a:cubicBezTo>
                  <a:pt x="66324" y="81015"/>
                  <a:pt x="67274" y="78150"/>
                  <a:pt x="67274" y="75053"/>
                </a:cubicBezTo>
                <a:cubicBezTo>
                  <a:pt x="67274" y="71909"/>
                  <a:pt x="66359" y="69165"/>
                  <a:pt x="64528" y="66819"/>
                </a:cubicBezTo>
                <a:cubicBezTo>
                  <a:pt x="62698" y="64472"/>
                  <a:pt x="59677" y="62499"/>
                  <a:pt x="55467" y="60901"/>
                </a:cubicBezTo>
                <a:cubicBezTo>
                  <a:pt x="52767" y="59851"/>
                  <a:pt x="46794" y="58219"/>
                  <a:pt x="37550" y="56005"/>
                </a:cubicBezTo>
                <a:cubicBezTo>
                  <a:pt x="28305" y="53791"/>
                  <a:pt x="21830" y="51698"/>
                  <a:pt x="18123" y="49726"/>
                </a:cubicBezTo>
                <a:cubicBezTo>
                  <a:pt x="13318" y="47205"/>
                  <a:pt x="9736" y="44076"/>
                  <a:pt x="7380" y="40339"/>
                </a:cubicBezTo>
                <a:cubicBezTo>
                  <a:pt x="5023" y="36602"/>
                  <a:pt x="3844" y="32418"/>
                  <a:pt x="3844" y="27787"/>
                </a:cubicBezTo>
                <a:cubicBezTo>
                  <a:pt x="3844" y="22697"/>
                  <a:pt x="5286" y="17940"/>
                  <a:pt x="8169" y="13515"/>
                </a:cubicBezTo>
                <a:cubicBezTo>
                  <a:pt x="11052" y="9090"/>
                  <a:pt x="15263" y="5731"/>
                  <a:pt x="20800" y="3439"/>
                </a:cubicBezTo>
                <a:cubicBezTo>
                  <a:pt x="26338" y="1146"/>
                  <a:pt x="32493" y="0"/>
                  <a:pt x="39266" y="0"/>
                </a:cubicBezTo>
                <a:cubicBezTo>
                  <a:pt x="46726" y="0"/>
                  <a:pt x="53304" y="1201"/>
                  <a:pt x="59002" y="3604"/>
                </a:cubicBezTo>
                <a:cubicBezTo>
                  <a:pt x="64700" y="6007"/>
                  <a:pt x="69082" y="9542"/>
                  <a:pt x="72148" y="14210"/>
                </a:cubicBezTo>
                <a:cubicBezTo>
                  <a:pt x="75214" y="18878"/>
                  <a:pt x="76862" y="24164"/>
                  <a:pt x="77091" y="30067"/>
                </a:cubicBezTo>
                <a:lnTo>
                  <a:pt x="64322" y="31028"/>
                </a:lnTo>
                <a:cubicBezTo>
                  <a:pt x="63636" y="24734"/>
                  <a:pt x="61313" y="19981"/>
                  <a:pt x="57355" y="16767"/>
                </a:cubicBezTo>
                <a:cubicBezTo>
                  <a:pt x="53396" y="13552"/>
                  <a:pt x="47549" y="11945"/>
                  <a:pt x="39815" y="11945"/>
                </a:cubicBezTo>
                <a:cubicBezTo>
                  <a:pt x="31761" y="11945"/>
                  <a:pt x="25891" y="13417"/>
                  <a:pt x="22207" y="16362"/>
                </a:cubicBezTo>
                <a:cubicBezTo>
                  <a:pt x="18523" y="19305"/>
                  <a:pt x="16681" y="22854"/>
                  <a:pt x="16681" y="27008"/>
                </a:cubicBezTo>
                <a:cubicBezTo>
                  <a:pt x="16681" y="30614"/>
                  <a:pt x="17986" y="33581"/>
                  <a:pt x="20594" y="35909"/>
                </a:cubicBezTo>
                <a:cubicBezTo>
                  <a:pt x="23157" y="38237"/>
                  <a:pt x="29850" y="40623"/>
                  <a:pt x="40673" y="43065"/>
                </a:cubicBezTo>
                <a:cubicBezTo>
                  <a:pt x="51497" y="45507"/>
                  <a:pt x="58922" y="47640"/>
                  <a:pt x="62949" y="49467"/>
                </a:cubicBezTo>
                <a:cubicBezTo>
                  <a:pt x="68807" y="52162"/>
                  <a:pt x="73132" y="55577"/>
                  <a:pt x="75924" y="59710"/>
                </a:cubicBezTo>
                <a:cubicBezTo>
                  <a:pt x="78715" y="63843"/>
                  <a:pt x="80111" y="68604"/>
                  <a:pt x="80111" y="73993"/>
                </a:cubicBezTo>
                <a:cubicBezTo>
                  <a:pt x="80111" y="79337"/>
                  <a:pt x="78578" y="84373"/>
                  <a:pt x="75512" y="89099"/>
                </a:cubicBezTo>
                <a:cubicBezTo>
                  <a:pt x="72445" y="93826"/>
                  <a:pt x="68041" y="97503"/>
                  <a:pt x="62297" y="100130"/>
                </a:cubicBezTo>
                <a:cubicBezTo>
                  <a:pt x="56554" y="102756"/>
                  <a:pt x="50089" y="104069"/>
                  <a:pt x="42904" y="104069"/>
                </a:cubicBezTo>
                <a:cubicBezTo>
                  <a:pt x="33797" y="104069"/>
                  <a:pt x="26166" y="102742"/>
                  <a:pt x="20011" y="100087"/>
                </a:cubicBezTo>
                <a:cubicBezTo>
                  <a:pt x="13855" y="97433"/>
                  <a:pt x="9027" y="93440"/>
                  <a:pt x="5526" y="88108"/>
                </a:cubicBezTo>
                <a:cubicBezTo>
                  <a:pt x="2025" y="82777"/>
                  <a:pt x="183" y="76747"/>
                  <a:pt x="0" y="70020"/>
                </a:cubicBezTo>
                <a:close/>
                <a:moveTo>
                  <a:pt x="146584" y="78807"/>
                </a:moveTo>
                <a:lnTo>
                  <a:pt x="159353" y="80454"/>
                </a:lnTo>
                <a:cubicBezTo>
                  <a:pt x="157339" y="87935"/>
                  <a:pt x="153609" y="93742"/>
                  <a:pt x="148163" y="97873"/>
                </a:cubicBezTo>
                <a:cubicBezTo>
                  <a:pt x="142717" y="102004"/>
                  <a:pt x="135761" y="104069"/>
                  <a:pt x="127294" y="104069"/>
                </a:cubicBezTo>
                <a:cubicBezTo>
                  <a:pt x="116631" y="104069"/>
                  <a:pt x="108176" y="100785"/>
                  <a:pt x="101929" y="94218"/>
                </a:cubicBezTo>
                <a:cubicBezTo>
                  <a:pt x="95682" y="87651"/>
                  <a:pt x="92559" y="78441"/>
                  <a:pt x="92559" y="66588"/>
                </a:cubicBezTo>
                <a:cubicBezTo>
                  <a:pt x="92559" y="54323"/>
                  <a:pt x="95717" y="44804"/>
                  <a:pt x="102032" y="38030"/>
                </a:cubicBezTo>
                <a:cubicBezTo>
                  <a:pt x="108348" y="31257"/>
                  <a:pt x="116540" y="27871"/>
                  <a:pt x="126608" y="27871"/>
                </a:cubicBezTo>
                <a:cubicBezTo>
                  <a:pt x="136356" y="27871"/>
                  <a:pt x="144319" y="31184"/>
                  <a:pt x="150497" y="37809"/>
                </a:cubicBezTo>
                <a:cubicBezTo>
                  <a:pt x="156675" y="44434"/>
                  <a:pt x="159764" y="53754"/>
                  <a:pt x="159764" y="65770"/>
                </a:cubicBezTo>
                <a:cubicBezTo>
                  <a:pt x="159764" y="66501"/>
                  <a:pt x="159742" y="67597"/>
                  <a:pt x="159696" y="69059"/>
                </a:cubicBezTo>
                <a:lnTo>
                  <a:pt x="105327" y="69059"/>
                </a:lnTo>
                <a:cubicBezTo>
                  <a:pt x="105785" y="77091"/>
                  <a:pt x="108050" y="83240"/>
                  <a:pt x="112123" y="87508"/>
                </a:cubicBezTo>
                <a:cubicBezTo>
                  <a:pt x="116196" y="91775"/>
                  <a:pt x="121276" y="93909"/>
                  <a:pt x="127363" y="93909"/>
                </a:cubicBezTo>
                <a:cubicBezTo>
                  <a:pt x="131894" y="93909"/>
                  <a:pt x="135761" y="92708"/>
                  <a:pt x="138964" y="90307"/>
                </a:cubicBezTo>
                <a:cubicBezTo>
                  <a:pt x="142168" y="87905"/>
                  <a:pt x="144708" y="84071"/>
                  <a:pt x="146584" y="78807"/>
                </a:cubicBezTo>
                <a:moveTo>
                  <a:pt x="106014" y="58899"/>
                </a:moveTo>
                <a:lnTo>
                  <a:pt x="146721" y="58899"/>
                </a:lnTo>
                <a:cubicBezTo>
                  <a:pt x="146172" y="52787"/>
                  <a:pt x="144616" y="48202"/>
                  <a:pt x="142053" y="45146"/>
                </a:cubicBezTo>
                <a:cubicBezTo>
                  <a:pt x="138118" y="40402"/>
                  <a:pt x="133015" y="38030"/>
                  <a:pt x="126745" y="38030"/>
                </a:cubicBezTo>
                <a:cubicBezTo>
                  <a:pt x="121070" y="38030"/>
                  <a:pt x="116299" y="39924"/>
                  <a:pt x="112432" y="43711"/>
                </a:cubicBezTo>
                <a:cubicBezTo>
                  <a:pt x="108565" y="47497"/>
                  <a:pt x="106426" y="52559"/>
                  <a:pt x="106014" y="58899"/>
                </a:cubicBezTo>
                <a:close/>
                <a:moveTo>
                  <a:pt x="222160" y="93223"/>
                </a:moveTo>
                <a:cubicBezTo>
                  <a:pt x="217583" y="97188"/>
                  <a:pt x="213179" y="99988"/>
                  <a:pt x="208945" y="101621"/>
                </a:cubicBezTo>
                <a:cubicBezTo>
                  <a:pt x="204712" y="103253"/>
                  <a:pt x="200170" y="104069"/>
                  <a:pt x="195319" y="104069"/>
                </a:cubicBezTo>
                <a:cubicBezTo>
                  <a:pt x="187310" y="104069"/>
                  <a:pt x="181155" y="102112"/>
                  <a:pt x="176853" y="98199"/>
                </a:cubicBezTo>
                <a:cubicBezTo>
                  <a:pt x="172551" y="94287"/>
                  <a:pt x="170400" y="89287"/>
                  <a:pt x="170400" y="83200"/>
                </a:cubicBezTo>
                <a:cubicBezTo>
                  <a:pt x="170400" y="79630"/>
                  <a:pt x="171212" y="76370"/>
                  <a:pt x="172837" y="73418"/>
                </a:cubicBezTo>
                <a:cubicBezTo>
                  <a:pt x="174462" y="70466"/>
                  <a:pt x="176590" y="68098"/>
                  <a:pt x="179221" y="66313"/>
                </a:cubicBezTo>
                <a:cubicBezTo>
                  <a:pt x="181853" y="64528"/>
                  <a:pt x="184816" y="63178"/>
                  <a:pt x="188111" y="62263"/>
                </a:cubicBezTo>
                <a:cubicBezTo>
                  <a:pt x="190537" y="61622"/>
                  <a:pt x="194198" y="61004"/>
                  <a:pt x="199095" y="60409"/>
                </a:cubicBezTo>
                <a:cubicBezTo>
                  <a:pt x="209071" y="59219"/>
                  <a:pt x="216416" y="57801"/>
                  <a:pt x="221130" y="56153"/>
                </a:cubicBezTo>
                <a:cubicBezTo>
                  <a:pt x="221176" y="54467"/>
                  <a:pt x="221199" y="53396"/>
                  <a:pt x="221199" y="52940"/>
                </a:cubicBezTo>
                <a:cubicBezTo>
                  <a:pt x="221199" y="47924"/>
                  <a:pt x="220032" y="44391"/>
                  <a:pt x="217698" y="42340"/>
                </a:cubicBezTo>
                <a:cubicBezTo>
                  <a:pt x="214540" y="39559"/>
                  <a:pt x="209849" y="38168"/>
                  <a:pt x="203625" y="38168"/>
                </a:cubicBezTo>
                <a:cubicBezTo>
                  <a:pt x="197813" y="38168"/>
                  <a:pt x="193523" y="39186"/>
                  <a:pt x="190754" y="41223"/>
                </a:cubicBezTo>
                <a:cubicBezTo>
                  <a:pt x="187985" y="43259"/>
                  <a:pt x="185937" y="46863"/>
                  <a:pt x="184610" y="52034"/>
                </a:cubicBezTo>
                <a:lnTo>
                  <a:pt x="172528" y="50387"/>
                </a:lnTo>
                <a:cubicBezTo>
                  <a:pt x="173626" y="45200"/>
                  <a:pt x="175434" y="41011"/>
                  <a:pt x="177951" y="37820"/>
                </a:cubicBezTo>
                <a:cubicBezTo>
                  <a:pt x="180468" y="34630"/>
                  <a:pt x="184107" y="32174"/>
                  <a:pt x="188866" y="30454"/>
                </a:cubicBezTo>
                <a:cubicBezTo>
                  <a:pt x="193626" y="28732"/>
                  <a:pt x="199140" y="27871"/>
                  <a:pt x="205410" y="27871"/>
                </a:cubicBezTo>
                <a:cubicBezTo>
                  <a:pt x="211634" y="27871"/>
                  <a:pt x="216691" y="28606"/>
                  <a:pt x="220581" y="30076"/>
                </a:cubicBezTo>
                <a:cubicBezTo>
                  <a:pt x="224471" y="31545"/>
                  <a:pt x="227331" y="33393"/>
                  <a:pt x="229162" y="35621"/>
                </a:cubicBezTo>
                <a:cubicBezTo>
                  <a:pt x="230992" y="37848"/>
                  <a:pt x="232274" y="40661"/>
                  <a:pt x="233006" y="44061"/>
                </a:cubicBezTo>
                <a:cubicBezTo>
                  <a:pt x="233418" y="46173"/>
                  <a:pt x="233624" y="49967"/>
                  <a:pt x="233624" y="55443"/>
                </a:cubicBezTo>
                <a:lnTo>
                  <a:pt x="233624" y="71871"/>
                </a:lnTo>
                <a:cubicBezTo>
                  <a:pt x="233624" y="83325"/>
                  <a:pt x="233887" y="90580"/>
                  <a:pt x="234413" y="93634"/>
                </a:cubicBezTo>
                <a:cubicBezTo>
                  <a:pt x="234940" y="96689"/>
                  <a:pt x="235981" y="99618"/>
                  <a:pt x="237537" y="102421"/>
                </a:cubicBezTo>
                <a:lnTo>
                  <a:pt x="224631" y="102421"/>
                </a:lnTo>
                <a:cubicBezTo>
                  <a:pt x="223350" y="99800"/>
                  <a:pt x="222526" y="96734"/>
                  <a:pt x="222160" y="93223"/>
                </a:cubicBezTo>
                <a:moveTo>
                  <a:pt x="221130" y="65901"/>
                </a:moveTo>
                <a:cubicBezTo>
                  <a:pt x="216645" y="67723"/>
                  <a:pt x="209918" y="69272"/>
                  <a:pt x="200948" y="70548"/>
                </a:cubicBezTo>
                <a:cubicBezTo>
                  <a:pt x="195868" y="71276"/>
                  <a:pt x="192276" y="72095"/>
                  <a:pt x="190170" y="73006"/>
                </a:cubicBezTo>
                <a:cubicBezTo>
                  <a:pt x="188065" y="73917"/>
                  <a:pt x="186441" y="75249"/>
                  <a:pt x="185296" y="77003"/>
                </a:cubicBezTo>
                <a:cubicBezTo>
                  <a:pt x="184152" y="78756"/>
                  <a:pt x="183580" y="80703"/>
                  <a:pt x="183580" y="82844"/>
                </a:cubicBezTo>
                <a:cubicBezTo>
                  <a:pt x="183580" y="86123"/>
                  <a:pt x="184827" y="88856"/>
                  <a:pt x="187322" y="91043"/>
                </a:cubicBezTo>
                <a:cubicBezTo>
                  <a:pt x="189816" y="93228"/>
                  <a:pt x="193465" y="94321"/>
                  <a:pt x="198271" y="94321"/>
                </a:cubicBezTo>
                <a:cubicBezTo>
                  <a:pt x="203030" y="94321"/>
                  <a:pt x="207264" y="93283"/>
                  <a:pt x="210970" y="91208"/>
                </a:cubicBezTo>
                <a:cubicBezTo>
                  <a:pt x="214677" y="89132"/>
                  <a:pt x="217400" y="86295"/>
                  <a:pt x="219139" y="82698"/>
                </a:cubicBezTo>
                <a:cubicBezTo>
                  <a:pt x="220467" y="79922"/>
                  <a:pt x="221130" y="75826"/>
                  <a:pt x="221130" y="70408"/>
                </a:cubicBezTo>
                <a:lnTo>
                  <a:pt x="221130" y="65901"/>
                </a:lnTo>
                <a:close/>
                <a:moveTo>
                  <a:pt x="252361" y="102421"/>
                </a:moveTo>
                <a:lnTo>
                  <a:pt x="252361" y="29518"/>
                </a:lnTo>
                <a:lnTo>
                  <a:pt x="263482" y="29518"/>
                </a:lnTo>
                <a:lnTo>
                  <a:pt x="263482" y="40570"/>
                </a:lnTo>
                <a:cubicBezTo>
                  <a:pt x="266319" y="35399"/>
                  <a:pt x="268939" y="31989"/>
                  <a:pt x="271342" y="30342"/>
                </a:cubicBezTo>
                <a:cubicBezTo>
                  <a:pt x="273745" y="28694"/>
                  <a:pt x="276388" y="27871"/>
                  <a:pt x="279271" y="27871"/>
                </a:cubicBezTo>
                <a:cubicBezTo>
                  <a:pt x="283435" y="27871"/>
                  <a:pt x="287669" y="29198"/>
                  <a:pt x="291970" y="31852"/>
                </a:cubicBezTo>
                <a:lnTo>
                  <a:pt x="287714" y="43308"/>
                </a:lnTo>
                <a:cubicBezTo>
                  <a:pt x="284694" y="41529"/>
                  <a:pt x="281673" y="40639"/>
                  <a:pt x="278653" y="40639"/>
                </a:cubicBezTo>
                <a:cubicBezTo>
                  <a:pt x="275953" y="40639"/>
                  <a:pt x="273527" y="41451"/>
                  <a:pt x="271376" y="43076"/>
                </a:cubicBezTo>
                <a:cubicBezTo>
                  <a:pt x="269225" y="44701"/>
                  <a:pt x="267692" y="46955"/>
                  <a:pt x="266777" y="49838"/>
                </a:cubicBezTo>
                <a:cubicBezTo>
                  <a:pt x="265404" y="54231"/>
                  <a:pt x="264718" y="59036"/>
                  <a:pt x="264718" y="64254"/>
                </a:cubicBezTo>
                <a:lnTo>
                  <a:pt x="264718" y="102421"/>
                </a:lnTo>
                <a:lnTo>
                  <a:pt x="252361" y="102421"/>
                </a:lnTo>
                <a:close/>
                <a:moveTo>
                  <a:pt x="346933" y="75649"/>
                </a:moveTo>
                <a:lnTo>
                  <a:pt x="359083" y="77296"/>
                </a:lnTo>
                <a:cubicBezTo>
                  <a:pt x="357756" y="85671"/>
                  <a:pt x="354358" y="92227"/>
                  <a:pt x="348889" y="96964"/>
                </a:cubicBezTo>
                <a:cubicBezTo>
                  <a:pt x="343420" y="101700"/>
                  <a:pt x="336705" y="104069"/>
                  <a:pt x="328741" y="104069"/>
                </a:cubicBezTo>
                <a:cubicBezTo>
                  <a:pt x="318765" y="104069"/>
                  <a:pt x="310745" y="100808"/>
                  <a:pt x="304681" y="94287"/>
                </a:cubicBezTo>
                <a:cubicBezTo>
                  <a:pt x="298617" y="87765"/>
                  <a:pt x="295585" y="78418"/>
                  <a:pt x="295585" y="66244"/>
                </a:cubicBezTo>
                <a:cubicBezTo>
                  <a:pt x="295585" y="58373"/>
                  <a:pt x="296889" y="51485"/>
                  <a:pt x="299498" y="45582"/>
                </a:cubicBezTo>
                <a:cubicBezTo>
                  <a:pt x="302106" y="39678"/>
                  <a:pt x="306077" y="35250"/>
                  <a:pt x="311408" y="32298"/>
                </a:cubicBezTo>
                <a:cubicBezTo>
                  <a:pt x="316740" y="29347"/>
                  <a:pt x="322540" y="27871"/>
                  <a:pt x="328810" y="27871"/>
                </a:cubicBezTo>
                <a:cubicBezTo>
                  <a:pt x="336727" y="27871"/>
                  <a:pt x="343203" y="29861"/>
                  <a:pt x="348237" y="33843"/>
                </a:cubicBezTo>
                <a:cubicBezTo>
                  <a:pt x="353271" y="37823"/>
                  <a:pt x="356498" y="43475"/>
                  <a:pt x="357916" y="50799"/>
                </a:cubicBezTo>
                <a:lnTo>
                  <a:pt x="345903" y="52721"/>
                </a:lnTo>
                <a:cubicBezTo>
                  <a:pt x="344759" y="47847"/>
                  <a:pt x="342734" y="44180"/>
                  <a:pt x="339828" y="41720"/>
                </a:cubicBezTo>
                <a:cubicBezTo>
                  <a:pt x="336922" y="39260"/>
                  <a:pt x="333409" y="38030"/>
                  <a:pt x="329291" y="38030"/>
                </a:cubicBezTo>
                <a:cubicBezTo>
                  <a:pt x="323067" y="38030"/>
                  <a:pt x="318010" y="40261"/>
                  <a:pt x="314120" y="44723"/>
                </a:cubicBezTo>
                <a:cubicBezTo>
                  <a:pt x="310230" y="49186"/>
                  <a:pt x="308285" y="56245"/>
                  <a:pt x="308285" y="65901"/>
                </a:cubicBezTo>
                <a:cubicBezTo>
                  <a:pt x="308285" y="75695"/>
                  <a:pt x="310161" y="82811"/>
                  <a:pt x="313914" y="87250"/>
                </a:cubicBezTo>
                <a:cubicBezTo>
                  <a:pt x="317666" y="91689"/>
                  <a:pt x="322563" y="93909"/>
                  <a:pt x="328604" y="93909"/>
                </a:cubicBezTo>
                <a:cubicBezTo>
                  <a:pt x="333455" y="93909"/>
                  <a:pt x="337505" y="92416"/>
                  <a:pt x="340755" y="89430"/>
                </a:cubicBezTo>
                <a:cubicBezTo>
                  <a:pt x="344004" y="86444"/>
                  <a:pt x="346063" y="81850"/>
                  <a:pt x="346933" y="75649"/>
                </a:cubicBezTo>
                <a:close/>
                <a:moveTo>
                  <a:pt x="369656" y="102421"/>
                </a:moveTo>
                <a:lnTo>
                  <a:pt x="369656" y="1785"/>
                </a:lnTo>
                <a:lnTo>
                  <a:pt x="382012" y="1785"/>
                </a:lnTo>
                <a:lnTo>
                  <a:pt x="382012" y="37957"/>
                </a:lnTo>
                <a:cubicBezTo>
                  <a:pt x="387779" y="31233"/>
                  <a:pt x="395055" y="27871"/>
                  <a:pt x="403842" y="27871"/>
                </a:cubicBezTo>
                <a:cubicBezTo>
                  <a:pt x="409242" y="27871"/>
                  <a:pt x="413933" y="28935"/>
                  <a:pt x="417915" y="31063"/>
                </a:cubicBezTo>
                <a:cubicBezTo>
                  <a:pt x="421896" y="33191"/>
                  <a:pt x="424745" y="36131"/>
                  <a:pt x="426461" y="39884"/>
                </a:cubicBezTo>
                <a:cubicBezTo>
                  <a:pt x="428177" y="43637"/>
                  <a:pt x="429036" y="49083"/>
                  <a:pt x="429036" y="56222"/>
                </a:cubicBezTo>
                <a:lnTo>
                  <a:pt x="429036" y="102421"/>
                </a:lnTo>
                <a:lnTo>
                  <a:pt x="416679" y="102421"/>
                </a:lnTo>
                <a:lnTo>
                  <a:pt x="416679" y="56271"/>
                </a:lnTo>
                <a:cubicBezTo>
                  <a:pt x="416679" y="50100"/>
                  <a:pt x="415340" y="45609"/>
                  <a:pt x="412663" y="42797"/>
                </a:cubicBezTo>
                <a:cubicBezTo>
                  <a:pt x="409986" y="39985"/>
                  <a:pt x="406199" y="38580"/>
                  <a:pt x="401302" y="38580"/>
                </a:cubicBezTo>
                <a:cubicBezTo>
                  <a:pt x="397641" y="38580"/>
                  <a:pt x="394197" y="39528"/>
                  <a:pt x="390971" y="41426"/>
                </a:cubicBezTo>
                <a:cubicBezTo>
                  <a:pt x="387744" y="43323"/>
                  <a:pt x="385445" y="45894"/>
                  <a:pt x="384072" y="49141"/>
                </a:cubicBezTo>
                <a:cubicBezTo>
                  <a:pt x="382699" y="52385"/>
                  <a:pt x="382012" y="56865"/>
                  <a:pt x="382012" y="62580"/>
                </a:cubicBezTo>
                <a:lnTo>
                  <a:pt x="382012" y="102421"/>
                </a:lnTo>
                <a:lnTo>
                  <a:pt x="369656" y="102421"/>
                </a:lnTo>
                <a:close/>
                <a:moveTo>
                  <a:pt x="560196" y="67068"/>
                </a:moveTo>
                <a:lnTo>
                  <a:pt x="573514" y="70432"/>
                </a:lnTo>
                <a:cubicBezTo>
                  <a:pt x="570722" y="81370"/>
                  <a:pt x="565699" y="89710"/>
                  <a:pt x="558446" y="95454"/>
                </a:cubicBezTo>
                <a:cubicBezTo>
                  <a:pt x="551192" y="101197"/>
                  <a:pt x="542325" y="104069"/>
                  <a:pt x="531845" y="104069"/>
                </a:cubicBezTo>
                <a:cubicBezTo>
                  <a:pt x="520999" y="104069"/>
                  <a:pt x="512178" y="101861"/>
                  <a:pt x="505382" y="97444"/>
                </a:cubicBezTo>
                <a:cubicBezTo>
                  <a:pt x="498586" y="93028"/>
                  <a:pt x="493414" y="86632"/>
                  <a:pt x="489867" y="78258"/>
                </a:cubicBezTo>
                <a:cubicBezTo>
                  <a:pt x="486321" y="69883"/>
                  <a:pt x="484547" y="60890"/>
                  <a:pt x="484547" y="51279"/>
                </a:cubicBezTo>
                <a:cubicBezTo>
                  <a:pt x="484547" y="40799"/>
                  <a:pt x="486549" y="31658"/>
                  <a:pt x="490554" y="23855"/>
                </a:cubicBezTo>
                <a:cubicBezTo>
                  <a:pt x="494558" y="16052"/>
                  <a:pt x="500256" y="10125"/>
                  <a:pt x="507647" y="6075"/>
                </a:cubicBezTo>
                <a:cubicBezTo>
                  <a:pt x="515038" y="2025"/>
                  <a:pt x="523173" y="0"/>
                  <a:pt x="532051" y="0"/>
                </a:cubicBezTo>
                <a:cubicBezTo>
                  <a:pt x="542119" y="0"/>
                  <a:pt x="550586" y="2563"/>
                  <a:pt x="557450" y="7688"/>
                </a:cubicBezTo>
                <a:cubicBezTo>
                  <a:pt x="564315" y="12814"/>
                  <a:pt x="569097" y="20022"/>
                  <a:pt x="571798" y="29312"/>
                </a:cubicBezTo>
                <a:lnTo>
                  <a:pt x="558686" y="32401"/>
                </a:lnTo>
                <a:cubicBezTo>
                  <a:pt x="556352" y="25079"/>
                  <a:pt x="552965" y="19747"/>
                  <a:pt x="548526" y="16407"/>
                </a:cubicBezTo>
                <a:cubicBezTo>
                  <a:pt x="544087" y="13066"/>
                  <a:pt x="538504" y="11395"/>
                  <a:pt x="531776" y="11395"/>
                </a:cubicBezTo>
                <a:cubicBezTo>
                  <a:pt x="524042" y="11395"/>
                  <a:pt x="517578" y="13249"/>
                  <a:pt x="512384" y="16956"/>
                </a:cubicBezTo>
                <a:cubicBezTo>
                  <a:pt x="507189" y="20663"/>
                  <a:pt x="503540" y="25640"/>
                  <a:pt x="501434" y="31887"/>
                </a:cubicBezTo>
                <a:cubicBezTo>
                  <a:pt x="499329" y="38133"/>
                  <a:pt x="498277" y="44575"/>
                  <a:pt x="498277" y="51211"/>
                </a:cubicBezTo>
                <a:cubicBezTo>
                  <a:pt x="498277" y="59769"/>
                  <a:pt x="499524" y="67240"/>
                  <a:pt x="502018" y="73624"/>
                </a:cubicBezTo>
                <a:cubicBezTo>
                  <a:pt x="504512" y="80008"/>
                  <a:pt x="508391" y="84779"/>
                  <a:pt x="513654" y="87937"/>
                </a:cubicBezTo>
                <a:cubicBezTo>
                  <a:pt x="518916" y="91095"/>
                  <a:pt x="524614" y="92673"/>
                  <a:pt x="530747" y="92673"/>
                </a:cubicBezTo>
                <a:cubicBezTo>
                  <a:pt x="538206" y="92673"/>
                  <a:pt x="544522" y="90522"/>
                  <a:pt x="549693" y="86221"/>
                </a:cubicBezTo>
                <a:cubicBezTo>
                  <a:pt x="554865" y="81919"/>
                  <a:pt x="558366" y="75535"/>
                  <a:pt x="560196" y="67068"/>
                </a:cubicBezTo>
                <a:close/>
                <a:moveTo>
                  <a:pt x="583554" y="65970"/>
                </a:moveTo>
                <a:cubicBezTo>
                  <a:pt x="583554" y="52469"/>
                  <a:pt x="587307" y="42470"/>
                  <a:pt x="594813" y="35971"/>
                </a:cubicBezTo>
                <a:cubicBezTo>
                  <a:pt x="601082" y="30571"/>
                  <a:pt x="608725" y="27871"/>
                  <a:pt x="617741" y="27871"/>
                </a:cubicBezTo>
                <a:cubicBezTo>
                  <a:pt x="627763" y="27871"/>
                  <a:pt x="635955" y="31154"/>
                  <a:pt x="642316" y="37722"/>
                </a:cubicBezTo>
                <a:cubicBezTo>
                  <a:pt x="648678" y="44289"/>
                  <a:pt x="651858" y="53362"/>
                  <a:pt x="651858" y="64940"/>
                </a:cubicBezTo>
                <a:cubicBezTo>
                  <a:pt x="651858" y="74322"/>
                  <a:pt x="650451" y="81701"/>
                  <a:pt x="647636" y="87079"/>
                </a:cubicBezTo>
                <a:cubicBezTo>
                  <a:pt x="644822" y="92456"/>
                  <a:pt x="640726" y="96632"/>
                  <a:pt x="635349" y="99607"/>
                </a:cubicBezTo>
                <a:cubicBezTo>
                  <a:pt x="629971" y="102581"/>
                  <a:pt x="624102" y="104069"/>
                  <a:pt x="617741" y="104069"/>
                </a:cubicBezTo>
                <a:cubicBezTo>
                  <a:pt x="607535" y="104069"/>
                  <a:pt x="599286" y="100797"/>
                  <a:pt x="592993" y="94252"/>
                </a:cubicBezTo>
                <a:cubicBezTo>
                  <a:pt x="586701" y="87708"/>
                  <a:pt x="583554" y="78280"/>
                  <a:pt x="583554" y="65970"/>
                </a:cubicBezTo>
                <a:moveTo>
                  <a:pt x="596254" y="66004"/>
                </a:moveTo>
                <a:cubicBezTo>
                  <a:pt x="596254" y="75329"/>
                  <a:pt x="598291" y="82311"/>
                  <a:pt x="602364" y="86950"/>
                </a:cubicBezTo>
                <a:cubicBezTo>
                  <a:pt x="606437" y="91589"/>
                  <a:pt x="611562" y="93909"/>
                  <a:pt x="617741" y="93909"/>
                </a:cubicBezTo>
                <a:cubicBezTo>
                  <a:pt x="623873" y="93909"/>
                  <a:pt x="628976" y="91578"/>
                  <a:pt x="633049" y="86916"/>
                </a:cubicBezTo>
                <a:cubicBezTo>
                  <a:pt x="637122" y="82253"/>
                  <a:pt x="639159" y="75146"/>
                  <a:pt x="639159" y="65592"/>
                </a:cubicBezTo>
                <a:cubicBezTo>
                  <a:pt x="639159" y="56588"/>
                  <a:pt x="637111" y="49766"/>
                  <a:pt x="633015" y="45127"/>
                </a:cubicBezTo>
                <a:cubicBezTo>
                  <a:pt x="628919" y="40487"/>
                  <a:pt x="623827" y="38168"/>
                  <a:pt x="617741" y="38168"/>
                </a:cubicBezTo>
                <a:cubicBezTo>
                  <a:pt x="611562" y="38168"/>
                  <a:pt x="606437" y="40476"/>
                  <a:pt x="602364" y="45092"/>
                </a:cubicBezTo>
                <a:cubicBezTo>
                  <a:pt x="598291" y="49709"/>
                  <a:pt x="596254" y="56680"/>
                  <a:pt x="596254" y="66004"/>
                </a:cubicBezTo>
                <a:close/>
                <a:moveTo>
                  <a:pt x="713361" y="102421"/>
                </a:moveTo>
                <a:lnTo>
                  <a:pt x="713361" y="93223"/>
                </a:lnTo>
                <a:cubicBezTo>
                  <a:pt x="708739" y="100453"/>
                  <a:pt x="701943" y="104069"/>
                  <a:pt x="692973" y="104069"/>
                </a:cubicBezTo>
                <a:cubicBezTo>
                  <a:pt x="687161" y="104069"/>
                  <a:pt x="681818" y="102467"/>
                  <a:pt x="676944" y="99264"/>
                </a:cubicBezTo>
                <a:cubicBezTo>
                  <a:pt x="672070" y="96060"/>
                  <a:pt x="668295" y="91586"/>
                  <a:pt x="665617" y="85843"/>
                </a:cubicBezTo>
                <a:cubicBezTo>
                  <a:pt x="662940" y="80100"/>
                  <a:pt x="661602" y="73498"/>
                  <a:pt x="661602" y="66038"/>
                </a:cubicBezTo>
                <a:cubicBezTo>
                  <a:pt x="661602" y="58762"/>
                  <a:pt x="662814" y="52160"/>
                  <a:pt x="665240" y="46234"/>
                </a:cubicBezTo>
                <a:cubicBezTo>
                  <a:pt x="667665" y="40307"/>
                  <a:pt x="671304" y="35765"/>
                  <a:pt x="676155" y="32607"/>
                </a:cubicBezTo>
                <a:cubicBezTo>
                  <a:pt x="681006" y="29450"/>
                  <a:pt x="686429" y="27871"/>
                  <a:pt x="692424" y="27871"/>
                </a:cubicBezTo>
                <a:cubicBezTo>
                  <a:pt x="696817" y="27871"/>
                  <a:pt x="700730" y="28804"/>
                  <a:pt x="704163" y="30670"/>
                </a:cubicBezTo>
                <a:cubicBezTo>
                  <a:pt x="707595" y="32535"/>
                  <a:pt x="710387" y="34965"/>
                  <a:pt x="712538" y="37960"/>
                </a:cubicBezTo>
                <a:lnTo>
                  <a:pt x="712538" y="1785"/>
                </a:lnTo>
                <a:lnTo>
                  <a:pt x="724825" y="1785"/>
                </a:lnTo>
                <a:lnTo>
                  <a:pt x="724825" y="102421"/>
                </a:lnTo>
                <a:lnTo>
                  <a:pt x="713361" y="102421"/>
                </a:lnTo>
                <a:moveTo>
                  <a:pt x="674301" y="66073"/>
                </a:moveTo>
                <a:cubicBezTo>
                  <a:pt x="674301" y="75397"/>
                  <a:pt x="676269" y="82368"/>
                  <a:pt x="680205" y="86984"/>
                </a:cubicBezTo>
                <a:cubicBezTo>
                  <a:pt x="684141" y="91601"/>
                  <a:pt x="688786" y="93909"/>
                  <a:pt x="694140" y="93909"/>
                </a:cubicBezTo>
                <a:cubicBezTo>
                  <a:pt x="699540" y="93909"/>
                  <a:pt x="704128" y="91704"/>
                  <a:pt x="707904" y="87293"/>
                </a:cubicBezTo>
                <a:cubicBezTo>
                  <a:pt x="711679" y="82883"/>
                  <a:pt x="713567" y="76152"/>
                  <a:pt x="713567" y="67100"/>
                </a:cubicBezTo>
                <a:cubicBezTo>
                  <a:pt x="713567" y="57136"/>
                  <a:pt x="711645" y="49823"/>
                  <a:pt x="707801" y="45161"/>
                </a:cubicBezTo>
                <a:cubicBezTo>
                  <a:pt x="703957" y="40499"/>
                  <a:pt x="699220" y="38168"/>
                  <a:pt x="693591" y="38168"/>
                </a:cubicBezTo>
                <a:cubicBezTo>
                  <a:pt x="688099" y="38168"/>
                  <a:pt x="683511" y="40407"/>
                  <a:pt x="679827" y="44887"/>
                </a:cubicBezTo>
                <a:cubicBezTo>
                  <a:pt x="676143" y="49366"/>
                  <a:pt x="674301" y="56428"/>
                  <a:pt x="674301" y="66073"/>
                </a:cubicBezTo>
                <a:close/>
                <a:moveTo>
                  <a:pt x="793880" y="78807"/>
                </a:moveTo>
                <a:lnTo>
                  <a:pt x="806648" y="80454"/>
                </a:lnTo>
                <a:cubicBezTo>
                  <a:pt x="804634" y="87935"/>
                  <a:pt x="800905" y="93742"/>
                  <a:pt x="795459" y="97873"/>
                </a:cubicBezTo>
                <a:cubicBezTo>
                  <a:pt x="790013" y="102004"/>
                  <a:pt x="783056" y="104069"/>
                  <a:pt x="774590" y="104069"/>
                </a:cubicBezTo>
                <a:cubicBezTo>
                  <a:pt x="763927" y="104069"/>
                  <a:pt x="755472" y="100785"/>
                  <a:pt x="749225" y="94218"/>
                </a:cubicBezTo>
                <a:cubicBezTo>
                  <a:pt x="742978" y="87651"/>
                  <a:pt x="739854" y="78441"/>
                  <a:pt x="739854" y="66588"/>
                </a:cubicBezTo>
                <a:cubicBezTo>
                  <a:pt x="739854" y="54323"/>
                  <a:pt x="743012" y="44804"/>
                  <a:pt x="749328" y="38030"/>
                </a:cubicBezTo>
                <a:cubicBezTo>
                  <a:pt x="755643" y="31257"/>
                  <a:pt x="763835" y="27871"/>
                  <a:pt x="773903" y="27871"/>
                </a:cubicBezTo>
                <a:cubicBezTo>
                  <a:pt x="783651" y="27871"/>
                  <a:pt x="791614" y="31184"/>
                  <a:pt x="797793" y="37809"/>
                </a:cubicBezTo>
                <a:cubicBezTo>
                  <a:pt x="803971" y="44434"/>
                  <a:pt x="807060" y="53754"/>
                  <a:pt x="807060" y="65770"/>
                </a:cubicBezTo>
                <a:cubicBezTo>
                  <a:pt x="807060" y="66501"/>
                  <a:pt x="807037" y="67597"/>
                  <a:pt x="806991" y="69059"/>
                </a:cubicBezTo>
                <a:lnTo>
                  <a:pt x="752623" y="69059"/>
                </a:lnTo>
                <a:cubicBezTo>
                  <a:pt x="753080" y="77091"/>
                  <a:pt x="755346" y="83240"/>
                  <a:pt x="759419" y="87508"/>
                </a:cubicBezTo>
                <a:cubicBezTo>
                  <a:pt x="763492" y="91775"/>
                  <a:pt x="768572" y="93909"/>
                  <a:pt x="774658" y="93909"/>
                </a:cubicBezTo>
                <a:cubicBezTo>
                  <a:pt x="779189" y="93909"/>
                  <a:pt x="783056" y="92708"/>
                  <a:pt x="786260" y="90307"/>
                </a:cubicBezTo>
                <a:cubicBezTo>
                  <a:pt x="789463" y="87905"/>
                  <a:pt x="792003" y="84071"/>
                  <a:pt x="793880" y="78807"/>
                </a:cubicBezTo>
                <a:moveTo>
                  <a:pt x="753309" y="58899"/>
                </a:moveTo>
                <a:lnTo>
                  <a:pt x="794017" y="58899"/>
                </a:lnTo>
                <a:cubicBezTo>
                  <a:pt x="793468" y="52787"/>
                  <a:pt x="791912" y="48202"/>
                  <a:pt x="789349" y="45146"/>
                </a:cubicBezTo>
                <a:cubicBezTo>
                  <a:pt x="785413" y="40402"/>
                  <a:pt x="780310" y="38030"/>
                  <a:pt x="774041" y="38030"/>
                </a:cubicBezTo>
                <a:cubicBezTo>
                  <a:pt x="768366" y="38030"/>
                  <a:pt x="763595" y="39924"/>
                  <a:pt x="759728" y="43711"/>
                </a:cubicBezTo>
                <a:cubicBezTo>
                  <a:pt x="755861" y="47497"/>
                  <a:pt x="753721" y="52559"/>
                  <a:pt x="753309" y="588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831a7d7474423"/>
          <a:stretch xmlns:a="http://schemas.openxmlformats.org/drawingml/2006/main"/>
        </p:blipFill>
        <p:spPr>
          <a:xfrm xmlns:a="http://schemas.openxmlformats.org/drawingml/2006/main">
            <a:off x="9583458" y="2376749"/>
            <a:ext cx="276984" cy="276984"/>
          </a:xfrm>
          <a:prstGeom xmlns:a="http://schemas.openxmlformats.org/drawingml/2006/main" prst="rect">
            <a:avLst/>
          </a:prstGeom>
        </p:spPr>
      </p:pic>
      <p:pic>
        <p:nvPicPr>
          <p:cNvPr id="4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c6d3616f44000"/>
          <a:stretch xmlns:a="http://schemas.openxmlformats.org/drawingml/2006/main"/>
        </p:blipFill>
        <p:spPr>
          <a:xfrm xmlns:a="http://schemas.openxmlformats.org/drawingml/2006/main">
            <a:off x="9570570" y="3203881"/>
            <a:ext cx="276984" cy="276984"/>
          </a:xfrm>
          <a:prstGeom xmlns:a="http://schemas.openxmlformats.org/drawingml/2006/main" prst="rect">
            <a:avLst/>
          </a:prstGeom>
        </p:spPr>
      </p:pic>
      <p:sp>
        <p:nvSpPr>
          <p:cNvPr id="222" name="Text gitapply">
            <a:extLst xmlns:a="http://schemas.openxmlformats.org/drawingml/2006/main">
              <a:ext uri="{FF2B5EF4-FFF2-40B4-BE49-F238E27FC236}">
                <a16:creationId xmlns:a16="http://schemas.microsoft.com/office/drawing/2014/main" id="{4DFC1EA0-3628-471E-B8DA-9655A47F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476" y="4287953"/>
            <a:ext cx="516758" cy="130292"/>
          </a:xfrm>
          <a:custGeom xmlns:a="http://schemas.openxmlformats.org/drawingml/2006/main">
            <a:pathLst>
              <a:path w="516758" h="130292">
                <a:moveTo>
                  <a:pt x="2471" y="106677"/>
                </a:moveTo>
                <a:lnTo>
                  <a:pt x="14485" y="108325"/>
                </a:lnTo>
                <a:cubicBezTo>
                  <a:pt x="14988" y="112076"/>
                  <a:pt x="16384" y="114808"/>
                  <a:pt x="18672" y="116522"/>
                </a:cubicBezTo>
                <a:cubicBezTo>
                  <a:pt x="21738" y="118837"/>
                  <a:pt x="25926" y="119995"/>
                  <a:pt x="31234" y="119995"/>
                </a:cubicBezTo>
                <a:cubicBezTo>
                  <a:pt x="36955" y="119995"/>
                  <a:pt x="41371" y="118848"/>
                  <a:pt x="44483" y="116554"/>
                </a:cubicBezTo>
                <a:cubicBezTo>
                  <a:pt x="47595" y="114260"/>
                  <a:pt x="49700" y="111049"/>
                  <a:pt x="50799" y="106922"/>
                </a:cubicBezTo>
                <a:cubicBezTo>
                  <a:pt x="51439" y="104398"/>
                  <a:pt x="51737" y="99099"/>
                  <a:pt x="51691" y="91026"/>
                </a:cubicBezTo>
                <a:cubicBezTo>
                  <a:pt x="46291" y="97433"/>
                  <a:pt x="39564" y="100636"/>
                  <a:pt x="31509" y="100636"/>
                </a:cubicBezTo>
                <a:cubicBezTo>
                  <a:pt x="21487" y="100636"/>
                  <a:pt x="13729" y="97021"/>
                  <a:pt x="8238" y="89790"/>
                </a:cubicBezTo>
                <a:cubicBezTo>
                  <a:pt x="2746" y="82559"/>
                  <a:pt x="0" y="73887"/>
                  <a:pt x="0" y="63773"/>
                </a:cubicBezTo>
                <a:cubicBezTo>
                  <a:pt x="0" y="56817"/>
                  <a:pt x="1259" y="50398"/>
                  <a:pt x="3776" y="44518"/>
                </a:cubicBezTo>
                <a:cubicBezTo>
                  <a:pt x="6293" y="38637"/>
                  <a:pt x="9942" y="34095"/>
                  <a:pt x="14725" y="30891"/>
                </a:cubicBezTo>
                <a:cubicBezTo>
                  <a:pt x="19507" y="27688"/>
                  <a:pt x="25125" y="26086"/>
                  <a:pt x="31578" y="26086"/>
                </a:cubicBezTo>
                <a:cubicBezTo>
                  <a:pt x="40181" y="26086"/>
                  <a:pt x="47275" y="29610"/>
                  <a:pt x="52858" y="36657"/>
                </a:cubicBezTo>
                <a:lnTo>
                  <a:pt x="52858" y="27733"/>
                </a:lnTo>
                <a:lnTo>
                  <a:pt x="64254" y="27733"/>
                </a:lnTo>
                <a:lnTo>
                  <a:pt x="64254" y="90794"/>
                </a:lnTo>
                <a:cubicBezTo>
                  <a:pt x="64254" y="102151"/>
                  <a:pt x="63098" y="110199"/>
                  <a:pt x="60787" y="114939"/>
                </a:cubicBezTo>
                <a:cubicBezTo>
                  <a:pt x="58476" y="119678"/>
                  <a:pt x="54815" y="123422"/>
                  <a:pt x="49803" y="126169"/>
                </a:cubicBezTo>
                <a:cubicBezTo>
                  <a:pt x="44792" y="128918"/>
                  <a:pt x="38625" y="130292"/>
                  <a:pt x="31303" y="130292"/>
                </a:cubicBezTo>
                <a:cubicBezTo>
                  <a:pt x="22608" y="130292"/>
                  <a:pt x="15583" y="128330"/>
                  <a:pt x="10228" y="124405"/>
                </a:cubicBezTo>
                <a:cubicBezTo>
                  <a:pt x="4874" y="120481"/>
                  <a:pt x="2288" y="114572"/>
                  <a:pt x="2471" y="106677"/>
                </a:cubicBezTo>
                <a:moveTo>
                  <a:pt x="12700" y="62883"/>
                </a:moveTo>
                <a:cubicBezTo>
                  <a:pt x="12700" y="72423"/>
                  <a:pt x="14599" y="79385"/>
                  <a:pt x="18397" y="83766"/>
                </a:cubicBezTo>
                <a:cubicBezTo>
                  <a:pt x="22196" y="88148"/>
                  <a:pt x="26955" y="90339"/>
                  <a:pt x="32676" y="90339"/>
                </a:cubicBezTo>
                <a:cubicBezTo>
                  <a:pt x="38351" y="90339"/>
                  <a:pt x="43110" y="88160"/>
                  <a:pt x="46955" y="83801"/>
                </a:cubicBezTo>
                <a:cubicBezTo>
                  <a:pt x="50799" y="79442"/>
                  <a:pt x="52721" y="72606"/>
                  <a:pt x="52721" y="63293"/>
                </a:cubicBezTo>
                <a:cubicBezTo>
                  <a:pt x="52721" y="54391"/>
                  <a:pt x="50742" y="47681"/>
                  <a:pt x="46783" y="43162"/>
                </a:cubicBezTo>
                <a:cubicBezTo>
                  <a:pt x="42824" y="38643"/>
                  <a:pt x="38053" y="36383"/>
                  <a:pt x="32470" y="36383"/>
                </a:cubicBezTo>
                <a:cubicBezTo>
                  <a:pt x="26978" y="36383"/>
                  <a:pt x="22310" y="38608"/>
                  <a:pt x="18466" y="43059"/>
                </a:cubicBezTo>
                <a:cubicBezTo>
                  <a:pt x="14622" y="47509"/>
                  <a:pt x="12700" y="54117"/>
                  <a:pt x="12700" y="62883"/>
                </a:cubicBezTo>
                <a:close/>
                <a:moveTo>
                  <a:pt x="82715" y="14141"/>
                </a:moveTo>
                <a:lnTo>
                  <a:pt x="82715" y="0"/>
                </a:lnTo>
                <a:lnTo>
                  <a:pt x="95071" y="0"/>
                </a:lnTo>
                <a:lnTo>
                  <a:pt x="95071" y="14141"/>
                </a:lnTo>
                <a:lnTo>
                  <a:pt x="82715" y="14141"/>
                </a:lnTo>
                <a:moveTo>
                  <a:pt x="82715" y="100636"/>
                </a:moveTo>
                <a:lnTo>
                  <a:pt x="82715" y="27733"/>
                </a:lnTo>
                <a:lnTo>
                  <a:pt x="95071" y="27733"/>
                </a:lnTo>
                <a:lnTo>
                  <a:pt x="95071" y="100636"/>
                </a:lnTo>
                <a:lnTo>
                  <a:pt x="82715" y="100636"/>
                </a:lnTo>
                <a:close/>
                <a:moveTo>
                  <a:pt x="140671" y="89584"/>
                </a:moveTo>
                <a:lnTo>
                  <a:pt x="142456" y="100499"/>
                </a:lnTo>
                <a:cubicBezTo>
                  <a:pt x="138978" y="101231"/>
                  <a:pt x="135866" y="101598"/>
                  <a:pt x="133120" y="101598"/>
                </a:cubicBezTo>
                <a:cubicBezTo>
                  <a:pt x="128635" y="101598"/>
                  <a:pt x="125157" y="100888"/>
                  <a:pt x="122686" y="99469"/>
                </a:cubicBezTo>
                <a:cubicBezTo>
                  <a:pt x="120215" y="98051"/>
                  <a:pt x="118476" y="96186"/>
                  <a:pt x="117469" y="93875"/>
                </a:cubicBezTo>
                <a:cubicBezTo>
                  <a:pt x="116462" y="91564"/>
                  <a:pt x="115958" y="86701"/>
                  <a:pt x="115958" y="79287"/>
                </a:cubicBezTo>
                <a:lnTo>
                  <a:pt x="115958" y="37344"/>
                </a:lnTo>
                <a:lnTo>
                  <a:pt x="106897" y="37344"/>
                </a:lnTo>
                <a:lnTo>
                  <a:pt x="106897" y="27733"/>
                </a:lnTo>
                <a:lnTo>
                  <a:pt x="115958" y="27733"/>
                </a:lnTo>
                <a:lnTo>
                  <a:pt x="115958" y="9679"/>
                </a:lnTo>
                <a:lnTo>
                  <a:pt x="128246" y="2265"/>
                </a:lnTo>
                <a:lnTo>
                  <a:pt x="128246" y="27733"/>
                </a:lnTo>
                <a:lnTo>
                  <a:pt x="140671" y="27733"/>
                </a:lnTo>
                <a:lnTo>
                  <a:pt x="140671" y="37344"/>
                </a:lnTo>
                <a:lnTo>
                  <a:pt x="128246" y="37344"/>
                </a:lnTo>
                <a:lnTo>
                  <a:pt x="128246" y="79974"/>
                </a:lnTo>
                <a:cubicBezTo>
                  <a:pt x="128246" y="83498"/>
                  <a:pt x="128464" y="85763"/>
                  <a:pt x="128898" y="86770"/>
                </a:cubicBezTo>
                <a:cubicBezTo>
                  <a:pt x="129333" y="87777"/>
                  <a:pt x="130043" y="88577"/>
                  <a:pt x="131026" y="89172"/>
                </a:cubicBezTo>
                <a:cubicBezTo>
                  <a:pt x="132010" y="89767"/>
                  <a:pt x="133418" y="90065"/>
                  <a:pt x="135248" y="90065"/>
                </a:cubicBezTo>
                <a:cubicBezTo>
                  <a:pt x="136621" y="90065"/>
                  <a:pt x="138429" y="89905"/>
                  <a:pt x="140671" y="89584"/>
                </a:cubicBezTo>
                <a:close/>
                <a:moveTo>
                  <a:pt x="239761" y="91438"/>
                </a:moveTo>
                <a:cubicBezTo>
                  <a:pt x="235185" y="95404"/>
                  <a:pt x="230780" y="98203"/>
                  <a:pt x="226546" y="99836"/>
                </a:cubicBezTo>
                <a:cubicBezTo>
                  <a:pt x="222313" y="101468"/>
                  <a:pt x="217771" y="102284"/>
                  <a:pt x="212920" y="102284"/>
                </a:cubicBezTo>
                <a:cubicBezTo>
                  <a:pt x="204911" y="102284"/>
                  <a:pt x="198756" y="100328"/>
                  <a:pt x="194454" y="96415"/>
                </a:cubicBezTo>
                <a:cubicBezTo>
                  <a:pt x="190152" y="92502"/>
                  <a:pt x="188001" y="87502"/>
                  <a:pt x="188001" y="81415"/>
                </a:cubicBezTo>
                <a:cubicBezTo>
                  <a:pt x="188001" y="77846"/>
                  <a:pt x="188813" y="74585"/>
                  <a:pt x="190438" y="71633"/>
                </a:cubicBezTo>
                <a:cubicBezTo>
                  <a:pt x="192063" y="68681"/>
                  <a:pt x="194191" y="66313"/>
                  <a:pt x="196822" y="64528"/>
                </a:cubicBezTo>
                <a:cubicBezTo>
                  <a:pt x="199454" y="62743"/>
                  <a:pt x="202417" y="61393"/>
                  <a:pt x="205712" y="60478"/>
                </a:cubicBezTo>
                <a:cubicBezTo>
                  <a:pt x="208138" y="59837"/>
                  <a:pt x="211799" y="59219"/>
                  <a:pt x="216696" y="58625"/>
                </a:cubicBezTo>
                <a:cubicBezTo>
                  <a:pt x="226672" y="57435"/>
                  <a:pt x="234018" y="56016"/>
                  <a:pt x="238731" y="54368"/>
                </a:cubicBezTo>
                <a:cubicBezTo>
                  <a:pt x="238777" y="52682"/>
                  <a:pt x="238800" y="51611"/>
                  <a:pt x="238800" y="51155"/>
                </a:cubicBezTo>
                <a:cubicBezTo>
                  <a:pt x="238800" y="46139"/>
                  <a:pt x="237633" y="42606"/>
                  <a:pt x="235299" y="40555"/>
                </a:cubicBezTo>
                <a:cubicBezTo>
                  <a:pt x="232141" y="37774"/>
                  <a:pt x="227450" y="36383"/>
                  <a:pt x="221226" y="36383"/>
                </a:cubicBezTo>
                <a:cubicBezTo>
                  <a:pt x="215414" y="36383"/>
                  <a:pt x="211124" y="37401"/>
                  <a:pt x="208355" y="39438"/>
                </a:cubicBezTo>
                <a:cubicBezTo>
                  <a:pt x="205586" y="41474"/>
                  <a:pt x="203538" y="45078"/>
                  <a:pt x="202211" y="50250"/>
                </a:cubicBezTo>
                <a:lnTo>
                  <a:pt x="190129" y="48602"/>
                </a:lnTo>
                <a:cubicBezTo>
                  <a:pt x="191228" y="43415"/>
                  <a:pt x="193035" y="39226"/>
                  <a:pt x="195552" y="36035"/>
                </a:cubicBezTo>
                <a:cubicBezTo>
                  <a:pt x="198069" y="32845"/>
                  <a:pt x="201708" y="30389"/>
                  <a:pt x="206467" y="28669"/>
                </a:cubicBezTo>
                <a:cubicBezTo>
                  <a:pt x="211227" y="26947"/>
                  <a:pt x="216741" y="26086"/>
                  <a:pt x="223011" y="26086"/>
                </a:cubicBezTo>
                <a:cubicBezTo>
                  <a:pt x="229235" y="26086"/>
                  <a:pt x="234292" y="26821"/>
                  <a:pt x="238182" y="28291"/>
                </a:cubicBezTo>
                <a:cubicBezTo>
                  <a:pt x="242072" y="29760"/>
                  <a:pt x="244932" y="31608"/>
                  <a:pt x="246763" y="33837"/>
                </a:cubicBezTo>
                <a:cubicBezTo>
                  <a:pt x="248594" y="36063"/>
                  <a:pt x="249875" y="38876"/>
                  <a:pt x="250607" y="42276"/>
                </a:cubicBezTo>
                <a:cubicBezTo>
                  <a:pt x="251019" y="44388"/>
                  <a:pt x="251225" y="48182"/>
                  <a:pt x="251225" y="53658"/>
                </a:cubicBezTo>
                <a:lnTo>
                  <a:pt x="251225" y="70086"/>
                </a:lnTo>
                <a:cubicBezTo>
                  <a:pt x="251225" y="81540"/>
                  <a:pt x="251488" y="88795"/>
                  <a:pt x="252014" y="91850"/>
                </a:cubicBezTo>
                <a:cubicBezTo>
                  <a:pt x="252541" y="94904"/>
                  <a:pt x="253582" y="97833"/>
                  <a:pt x="255138" y="100636"/>
                </a:cubicBezTo>
                <a:lnTo>
                  <a:pt x="242232" y="100636"/>
                </a:lnTo>
                <a:cubicBezTo>
                  <a:pt x="240951" y="98015"/>
                  <a:pt x="240127" y="94949"/>
                  <a:pt x="239761" y="91438"/>
                </a:cubicBezTo>
                <a:moveTo>
                  <a:pt x="238731" y="64116"/>
                </a:moveTo>
                <a:cubicBezTo>
                  <a:pt x="234246" y="65938"/>
                  <a:pt x="227519" y="67487"/>
                  <a:pt x="218549" y="68763"/>
                </a:cubicBezTo>
                <a:cubicBezTo>
                  <a:pt x="213469" y="69491"/>
                  <a:pt x="209877" y="70310"/>
                  <a:pt x="207772" y="71221"/>
                </a:cubicBezTo>
                <a:cubicBezTo>
                  <a:pt x="205666" y="72132"/>
                  <a:pt x="204042" y="73464"/>
                  <a:pt x="202898" y="75218"/>
                </a:cubicBezTo>
                <a:cubicBezTo>
                  <a:pt x="201753" y="76971"/>
                  <a:pt x="201181" y="78918"/>
                  <a:pt x="201181" y="81059"/>
                </a:cubicBezTo>
                <a:cubicBezTo>
                  <a:pt x="201181" y="84339"/>
                  <a:pt x="202428" y="87072"/>
                  <a:pt x="204923" y="89258"/>
                </a:cubicBezTo>
                <a:cubicBezTo>
                  <a:pt x="207417" y="91443"/>
                  <a:pt x="211067" y="92536"/>
                  <a:pt x="215872" y="92536"/>
                </a:cubicBezTo>
                <a:cubicBezTo>
                  <a:pt x="220631" y="92536"/>
                  <a:pt x="224865" y="91499"/>
                  <a:pt x="228572" y="89423"/>
                </a:cubicBezTo>
                <a:cubicBezTo>
                  <a:pt x="232278" y="87347"/>
                  <a:pt x="235001" y="84510"/>
                  <a:pt x="236741" y="80913"/>
                </a:cubicBezTo>
                <a:cubicBezTo>
                  <a:pt x="238068" y="78137"/>
                  <a:pt x="238731" y="74041"/>
                  <a:pt x="238731" y="68623"/>
                </a:cubicBezTo>
                <a:lnTo>
                  <a:pt x="238731" y="64116"/>
                </a:lnTo>
                <a:close/>
                <a:moveTo>
                  <a:pt x="270098" y="128644"/>
                </a:moveTo>
                <a:lnTo>
                  <a:pt x="270098" y="27733"/>
                </a:lnTo>
                <a:lnTo>
                  <a:pt x="281356" y="27733"/>
                </a:lnTo>
                <a:lnTo>
                  <a:pt x="281356" y="37273"/>
                </a:lnTo>
                <a:cubicBezTo>
                  <a:pt x="284011" y="33543"/>
                  <a:pt x="287008" y="30747"/>
                  <a:pt x="290349" y="28883"/>
                </a:cubicBezTo>
                <a:cubicBezTo>
                  <a:pt x="293690" y="27018"/>
                  <a:pt x="297740" y="26086"/>
                  <a:pt x="302500" y="26086"/>
                </a:cubicBezTo>
                <a:cubicBezTo>
                  <a:pt x="308724" y="26086"/>
                  <a:pt x="314216" y="27688"/>
                  <a:pt x="318975" y="30891"/>
                </a:cubicBezTo>
                <a:cubicBezTo>
                  <a:pt x="323735" y="34095"/>
                  <a:pt x="327327" y="38614"/>
                  <a:pt x="329753" y="44449"/>
                </a:cubicBezTo>
                <a:cubicBezTo>
                  <a:pt x="332178" y="50284"/>
                  <a:pt x="333391" y="56680"/>
                  <a:pt x="333391" y="63636"/>
                </a:cubicBezTo>
                <a:cubicBezTo>
                  <a:pt x="333391" y="71095"/>
                  <a:pt x="332052" y="77811"/>
                  <a:pt x="329375" y="83784"/>
                </a:cubicBezTo>
                <a:cubicBezTo>
                  <a:pt x="326698" y="89756"/>
                  <a:pt x="322808" y="94332"/>
                  <a:pt x="317705" y="97513"/>
                </a:cubicBezTo>
                <a:cubicBezTo>
                  <a:pt x="312602" y="100694"/>
                  <a:pt x="307236" y="102284"/>
                  <a:pt x="301607" y="102284"/>
                </a:cubicBezTo>
                <a:cubicBezTo>
                  <a:pt x="297489" y="102284"/>
                  <a:pt x="293793" y="101414"/>
                  <a:pt x="290521" y="99675"/>
                </a:cubicBezTo>
                <a:cubicBezTo>
                  <a:pt x="287249" y="97936"/>
                  <a:pt x="284560" y="95740"/>
                  <a:pt x="282455" y="93085"/>
                </a:cubicBezTo>
                <a:lnTo>
                  <a:pt x="282455" y="128644"/>
                </a:lnTo>
                <a:lnTo>
                  <a:pt x="270098" y="128644"/>
                </a:lnTo>
                <a:moveTo>
                  <a:pt x="281288" y="64631"/>
                </a:moveTo>
                <a:cubicBezTo>
                  <a:pt x="281288" y="74001"/>
                  <a:pt x="283187" y="80926"/>
                  <a:pt x="286986" y="85405"/>
                </a:cubicBezTo>
                <a:cubicBezTo>
                  <a:pt x="290784" y="89885"/>
                  <a:pt x="295383" y="92124"/>
                  <a:pt x="300784" y="92124"/>
                </a:cubicBezTo>
                <a:cubicBezTo>
                  <a:pt x="306275" y="92124"/>
                  <a:pt x="310978" y="89805"/>
                  <a:pt x="314891" y="85165"/>
                </a:cubicBezTo>
                <a:cubicBezTo>
                  <a:pt x="318803" y="80526"/>
                  <a:pt x="320760" y="73338"/>
                  <a:pt x="320760" y="63601"/>
                </a:cubicBezTo>
                <a:cubicBezTo>
                  <a:pt x="320760" y="54323"/>
                  <a:pt x="318849" y="47375"/>
                  <a:pt x="315028" y="42758"/>
                </a:cubicBezTo>
                <a:cubicBezTo>
                  <a:pt x="311206" y="38142"/>
                  <a:pt x="306641" y="35834"/>
                  <a:pt x="301333" y="35834"/>
                </a:cubicBezTo>
                <a:cubicBezTo>
                  <a:pt x="296070" y="35834"/>
                  <a:pt x="291413" y="38291"/>
                  <a:pt x="287363" y="43205"/>
                </a:cubicBezTo>
                <a:cubicBezTo>
                  <a:pt x="283313" y="48119"/>
                  <a:pt x="281288" y="55261"/>
                  <a:pt x="281288" y="64631"/>
                </a:cubicBezTo>
                <a:close/>
                <a:moveTo>
                  <a:pt x="348009" y="128644"/>
                </a:moveTo>
                <a:lnTo>
                  <a:pt x="348009" y="27733"/>
                </a:lnTo>
                <a:lnTo>
                  <a:pt x="359267" y="27733"/>
                </a:lnTo>
                <a:lnTo>
                  <a:pt x="359267" y="37273"/>
                </a:lnTo>
                <a:cubicBezTo>
                  <a:pt x="361921" y="33543"/>
                  <a:pt x="364919" y="30747"/>
                  <a:pt x="368260" y="28883"/>
                </a:cubicBezTo>
                <a:cubicBezTo>
                  <a:pt x="371601" y="27018"/>
                  <a:pt x="375651" y="26086"/>
                  <a:pt x="380410" y="26086"/>
                </a:cubicBezTo>
                <a:cubicBezTo>
                  <a:pt x="386634" y="26086"/>
                  <a:pt x="392126" y="27688"/>
                  <a:pt x="396886" y="30891"/>
                </a:cubicBezTo>
                <a:cubicBezTo>
                  <a:pt x="401645" y="34095"/>
                  <a:pt x="405238" y="38614"/>
                  <a:pt x="407663" y="44449"/>
                </a:cubicBezTo>
                <a:cubicBezTo>
                  <a:pt x="410089" y="50284"/>
                  <a:pt x="411301" y="56680"/>
                  <a:pt x="411301" y="63636"/>
                </a:cubicBezTo>
                <a:cubicBezTo>
                  <a:pt x="411301" y="71095"/>
                  <a:pt x="409963" y="77811"/>
                  <a:pt x="407286" y="83784"/>
                </a:cubicBezTo>
                <a:cubicBezTo>
                  <a:pt x="404608" y="89756"/>
                  <a:pt x="400718" y="94332"/>
                  <a:pt x="395616" y="97513"/>
                </a:cubicBezTo>
                <a:cubicBezTo>
                  <a:pt x="390513" y="100694"/>
                  <a:pt x="385147" y="102284"/>
                  <a:pt x="379518" y="102284"/>
                </a:cubicBezTo>
                <a:cubicBezTo>
                  <a:pt x="375399" y="102284"/>
                  <a:pt x="371704" y="101414"/>
                  <a:pt x="368431" y="99675"/>
                </a:cubicBezTo>
                <a:cubicBezTo>
                  <a:pt x="365159" y="97936"/>
                  <a:pt x="362471" y="95740"/>
                  <a:pt x="360365" y="93085"/>
                </a:cubicBezTo>
                <a:lnTo>
                  <a:pt x="360365" y="128644"/>
                </a:lnTo>
                <a:lnTo>
                  <a:pt x="348009" y="128644"/>
                </a:lnTo>
                <a:moveTo>
                  <a:pt x="359198" y="64631"/>
                </a:moveTo>
                <a:cubicBezTo>
                  <a:pt x="359198" y="74001"/>
                  <a:pt x="361098" y="80926"/>
                  <a:pt x="364896" y="85405"/>
                </a:cubicBezTo>
                <a:cubicBezTo>
                  <a:pt x="368695" y="89885"/>
                  <a:pt x="373294" y="92124"/>
                  <a:pt x="378694" y="92124"/>
                </a:cubicBezTo>
                <a:cubicBezTo>
                  <a:pt x="384186" y="92124"/>
                  <a:pt x="388888" y="89805"/>
                  <a:pt x="392801" y="85165"/>
                </a:cubicBezTo>
                <a:cubicBezTo>
                  <a:pt x="396714" y="80526"/>
                  <a:pt x="398670" y="73338"/>
                  <a:pt x="398670" y="63601"/>
                </a:cubicBezTo>
                <a:cubicBezTo>
                  <a:pt x="398670" y="54323"/>
                  <a:pt x="396760" y="47375"/>
                  <a:pt x="392938" y="42758"/>
                </a:cubicBezTo>
                <a:cubicBezTo>
                  <a:pt x="389117" y="38142"/>
                  <a:pt x="384552" y="35834"/>
                  <a:pt x="379243" y="35834"/>
                </a:cubicBezTo>
                <a:cubicBezTo>
                  <a:pt x="373980" y="35834"/>
                  <a:pt x="369324" y="38291"/>
                  <a:pt x="365274" y="43205"/>
                </a:cubicBezTo>
                <a:cubicBezTo>
                  <a:pt x="361224" y="48119"/>
                  <a:pt x="359198" y="55261"/>
                  <a:pt x="359198" y="64631"/>
                </a:cubicBezTo>
                <a:close/>
                <a:moveTo>
                  <a:pt x="425644" y="100636"/>
                </a:moveTo>
                <a:lnTo>
                  <a:pt x="425644" y="0"/>
                </a:lnTo>
                <a:lnTo>
                  <a:pt x="438001" y="0"/>
                </a:lnTo>
                <a:lnTo>
                  <a:pt x="438001" y="100636"/>
                </a:lnTo>
                <a:lnTo>
                  <a:pt x="425644" y="100636"/>
                </a:lnTo>
                <a:close/>
                <a:moveTo>
                  <a:pt x="456417" y="128790"/>
                </a:moveTo>
                <a:lnTo>
                  <a:pt x="455044" y="117249"/>
                </a:lnTo>
                <a:cubicBezTo>
                  <a:pt x="457744" y="117981"/>
                  <a:pt x="460101" y="118347"/>
                  <a:pt x="462115" y="118347"/>
                </a:cubicBezTo>
                <a:cubicBezTo>
                  <a:pt x="464860" y="118347"/>
                  <a:pt x="467057" y="117889"/>
                  <a:pt x="468705" y="116972"/>
                </a:cubicBezTo>
                <a:cubicBezTo>
                  <a:pt x="470352" y="116056"/>
                  <a:pt x="471702" y="114772"/>
                  <a:pt x="472755" y="113122"/>
                </a:cubicBezTo>
                <a:cubicBezTo>
                  <a:pt x="473533" y="111885"/>
                  <a:pt x="474791" y="108814"/>
                  <a:pt x="476530" y="103910"/>
                </a:cubicBezTo>
                <a:cubicBezTo>
                  <a:pt x="476759" y="103222"/>
                  <a:pt x="477125" y="102214"/>
                  <a:pt x="477629" y="100885"/>
                </a:cubicBezTo>
                <a:lnTo>
                  <a:pt x="449964" y="27733"/>
                </a:lnTo>
                <a:lnTo>
                  <a:pt x="463282" y="27733"/>
                </a:lnTo>
                <a:lnTo>
                  <a:pt x="478453" y="69964"/>
                </a:lnTo>
                <a:cubicBezTo>
                  <a:pt x="480420" y="75320"/>
                  <a:pt x="482182" y="80951"/>
                  <a:pt x="483738" y="86856"/>
                </a:cubicBezTo>
                <a:cubicBezTo>
                  <a:pt x="485157" y="81168"/>
                  <a:pt x="486850" y="75625"/>
                  <a:pt x="488818" y="70228"/>
                </a:cubicBezTo>
                <a:lnTo>
                  <a:pt x="504401" y="27733"/>
                </a:lnTo>
                <a:lnTo>
                  <a:pt x="516758" y="27733"/>
                </a:lnTo>
                <a:lnTo>
                  <a:pt x="489024" y="101864"/>
                </a:lnTo>
                <a:cubicBezTo>
                  <a:pt x="486049" y="109894"/>
                  <a:pt x="483738" y="115423"/>
                  <a:pt x="482091" y="118452"/>
                </a:cubicBezTo>
                <a:cubicBezTo>
                  <a:pt x="479894" y="122537"/>
                  <a:pt x="477377" y="125531"/>
                  <a:pt x="474540" y="127435"/>
                </a:cubicBezTo>
                <a:cubicBezTo>
                  <a:pt x="471702" y="129339"/>
                  <a:pt x="468316" y="130292"/>
                  <a:pt x="464380" y="130292"/>
                </a:cubicBezTo>
                <a:cubicBezTo>
                  <a:pt x="462000" y="130292"/>
                  <a:pt x="459346" y="129791"/>
                  <a:pt x="456417" y="128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gitdiff">
            <a:extLst xmlns:a="http://schemas.openxmlformats.org/drawingml/2006/main">
              <a:ext uri="{FF2B5EF4-FFF2-40B4-BE49-F238E27FC236}">
                <a16:creationId xmlns:a16="http://schemas.microsoft.com/office/drawing/2014/main" id="{8C4475DD-82AF-4891-BACB-D14B86B1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476" y="4674683"/>
            <a:ext cx="375060" cy="131939"/>
          </a:xfrm>
          <a:custGeom xmlns:a="http://schemas.openxmlformats.org/drawingml/2006/main">
            <a:pathLst>
              <a:path w="375060" h="131939">
                <a:moveTo>
                  <a:pt x="2471" y="108325"/>
                </a:moveTo>
                <a:lnTo>
                  <a:pt x="14485" y="109972"/>
                </a:lnTo>
                <a:cubicBezTo>
                  <a:pt x="14988" y="113724"/>
                  <a:pt x="16384" y="116456"/>
                  <a:pt x="18672" y="118169"/>
                </a:cubicBezTo>
                <a:cubicBezTo>
                  <a:pt x="21738" y="120485"/>
                  <a:pt x="25926" y="121642"/>
                  <a:pt x="31234" y="121642"/>
                </a:cubicBezTo>
                <a:cubicBezTo>
                  <a:pt x="36955" y="121642"/>
                  <a:pt x="41371" y="120495"/>
                  <a:pt x="44483" y="118202"/>
                </a:cubicBezTo>
                <a:cubicBezTo>
                  <a:pt x="47595" y="115908"/>
                  <a:pt x="49700" y="112697"/>
                  <a:pt x="50799" y="108569"/>
                </a:cubicBezTo>
                <a:cubicBezTo>
                  <a:pt x="51439" y="106045"/>
                  <a:pt x="51737" y="100747"/>
                  <a:pt x="51691" y="92673"/>
                </a:cubicBezTo>
                <a:cubicBezTo>
                  <a:pt x="46291" y="99080"/>
                  <a:pt x="39564" y="102284"/>
                  <a:pt x="31509" y="102284"/>
                </a:cubicBezTo>
                <a:cubicBezTo>
                  <a:pt x="21487" y="102284"/>
                  <a:pt x="13729" y="98669"/>
                  <a:pt x="8238" y="91438"/>
                </a:cubicBezTo>
                <a:cubicBezTo>
                  <a:pt x="2746" y="84207"/>
                  <a:pt x="0" y="75535"/>
                  <a:pt x="0" y="65421"/>
                </a:cubicBezTo>
                <a:cubicBezTo>
                  <a:pt x="0" y="58464"/>
                  <a:pt x="1259" y="52046"/>
                  <a:pt x="3776" y="46165"/>
                </a:cubicBezTo>
                <a:cubicBezTo>
                  <a:pt x="6293" y="40284"/>
                  <a:pt x="9942" y="35742"/>
                  <a:pt x="14725" y="32539"/>
                </a:cubicBezTo>
                <a:cubicBezTo>
                  <a:pt x="19507" y="29335"/>
                  <a:pt x="25125" y="27733"/>
                  <a:pt x="31578" y="27733"/>
                </a:cubicBezTo>
                <a:cubicBezTo>
                  <a:pt x="40181" y="27733"/>
                  <a:pt x="47275" y="31257"/>
                  <a:pt x="52858" y="38305"/>
                </a:cubicBezTo>
                <a:lnTo>
                  <a:pt x="52858" y="29381"/>
                </a:lnTo>
                <a:lnTo>
                  <a:pt x="64254" y="29381"/>
                </a:lnTo>
                <a:lnTo>
                  <a:pt x="64254" y="92442"/>
                </a:lnTo>
                <a:cubicBezTo>
                  <a:pt x="64254" y="103799"/>
                  <a:pt x="63098" y="111847"/>
                  <a:pt x="60787" y="116586"/>
                </a:cubicBezTo>
                <a:cubicBezTo>
                  <a:pt x="58476" y="121326"/>
                  <a:pt x="54815" y="125069"/>
                  <a:pt x="49803" y="127816"/>
                </a:cubicBezTo>
                <a:cubicBezTo>
                  <a:pt x="44792" y="130565"/>
                  <a:pt x="38625" y="131939"/>
                  <a:pt x="31303" y="131939"/>
                </a:cubicBezTo>
                <a:cubicBezTo>
                  <a:pt x="22608" y="131939"/>
                  <a:pt x="15583" y="129977"/>
                  <a:pt x="10228" y="126053"/>
                </a:cubicBezTo>
                <a:cubicBezTo>
                  <a:pt x="4874" y="122129"/>
                  <a:pt x="2288" y="116219"/>
                  <a:pt x="2471" y="108325"/>
                </a:cubicBezTo>
                <a:moveTo>
                  <a:pt x="12700" y="64530"/>
                </a:moveTo>
                <a:cubicBezTo>
                  <a:pt x="12700" y="74071"/>
                  <a:pt x="14599" y="81032"/>
                  <a:pt x="18397" y="85414"/>
                </a:cubicBezTo>
                <a:cubicBezTo>
                  <a:pt x="22196" y="89796"/>
                  <a:pt x="26955" y="91987"/>
                  <a:pt x="32676" y="91987"/>
                </a:cubicBezTo>
                <a:cubicBezTo>
                  <a:pt x="38351" y="91987"/>
                  <a:pt x="43110" y="89807"/>
                  <a:pt x="46955" y="85448"/>
                </a:cubicBezTo>
                <a:cubicBezTo>
                  <a:pt x="50799" y="81089"/>
                  <a:pt x="52721" y="74253"/>
                  <a:pt x="52721" y="64940"/>
                </a:cubicBezTo>
                <a:cubicBezTo>
                  <a:pt x="52721" y="56039"/>
                  <a:pt x="50742" y="49329"/>
                  <a:pt x="46783" y="44809"/>
                </a:cubicBezTo>
                <a:cubicBezTo>
                  <a:pt x="42824" y="40290"/>
                  <a:pt x="38053" y="38030"/>
                  <a:pt x="32470" y="38030"/>
                </a:cubicBezTo>
                <a:cubicBezTo>
                  <a:pt x="26978" y="38030"/>
                  <a:pt x="22310" y="40256"/>
                  <a:pt x="18466" y="44706"/>
                </a:cubicBezTo>
                <a:cubicBezTo>
                  <a:pt x="14622" y="49157"/>
                  <a:pt x="12700" y="55765"/>
                  <a:pt x="12700" y="64530"/>
                </a:cubicBezTo>
                <a:close/>
                <a:moveTo>
                  <a:pt x="82715" y="15789"/>
                </a:moveTo>
                <a:lnTo>
                  <a:pt x="82715" y="1648"/>
                </a:lnTo>
                <a:lnTo>
                  <a:pt x="95071" y="1648"/>
                </a:lnTo>
                <a:lnTo>
                  <a:pt x="95071" y="15789"/>
                </a:lnTo>
                <a:lnTo>
                  <a:pt x="82715" y="15789"/>
                </a:lnTo>
                <a:moveTo>
                  <a:pt x="82715" y="102284"/>
                </a:moveTo>
                <a:lnTo>
                  <a:pt x="82715" y="29381"/>
                </a:lnTo>
                <a:lnTo>
                  <a:pt x="95071" y="29381"/>
                </a:lnTo>
                <a:lnTo>
                  <a:pt x="95071" y="102284"/>
                </a:lnTo>
                <a:lnTo>
                  <a:pt x="82715" y="102284"/>
                </a:lnTo>
                <a:close/>
                <a:moveTo>
                  <a:pt x="140671" y="91232"/>
                </a:moveTo>
                <a:lnTo>
                  <a:pt x="142456" y="102147"/>
                </a:lnTo>
                <a:cubicBezTo>
                  <a:pt x="138978" y="102879"/>
                  <a:pt x="135866" y="103245"/>
                  <a:pt x="133120" y="103245"/>
                </a:cubicBezTo>
                <a:cubicBezTo>
                  <a:pt x="128635" y="103245"/>
                  <a:pt x="125157" y="102536"/>
                  <a:pt x="122686" y="101117"/>
                </a:cubicBezTo>
                <a:cubicBezTo>
                  <a:pt x="120215" y="99698"/>
                  <a:pt x="118476" y="97833"/>
                  <a:pt x="117469" y="95522"/>
                </a:cubicBezTo>
                <a:cubicBezTo>
                  <a:pt x="116462" y="93211"/>
                  <a:pt x="115958" y="88349"/>
                  <a:pt x="115958" y="80935"/>
                </a:cubicBezTo>
                <a:lnTo>
                  <a:pt x="115958" y="38991"/>
                </a:lnTo>
                <a:lnTo>
                  <a:pt x="106897" y="38991"/>
                </a:lnTo>
                <a:lnTo>
                  <a:pt x="106897" y="29381"/>
                </a:lnTo>
                <a:lnTo>
                  <a:pt x="115958" y="29381"/>
                </a:lnTo>
                <a:lnTo>
                  <a:pt x="115958" y="11327"/>
                </a:lnTo>
                <a:lnTo>
                  <a:pt x="128246" y="3913"/>
                </a:lnTo>
                <a:lnTo>
                  <a:pt x="128246" y="29381"/>
                </a:lnTo>
                <a:lnTo>
                  <a:pt x="140671" y="29381"/>
                </a:lnTo>
                <a:lnTo>
                  <a:pt x="140671" y="38991"/>
                </a:lnTo>
                <a:lnTo>
                  <a:pt x="128246" y="38991"/>
                </a:lnTo>
                <a:lnTo>
                  <a:pt x="128246" y="81621"/>
                </a:lnTo>
                <a:cubicBezTo>
                  <a:pt x="128246" y="85145"/>
                  <a:pt x="128464" y="87410"/>
                  <a:pt x="128898" y="88417"/>
                </a:cubicBezTo>
                <a:cubicBezTo>
                  <a:pt x="129333" y="89424"/>
                  <a:pt x="130043" y="90225"/>
                  <a:pt x="131026" y="90820"/>
                </a:cubicBezTo>
                <a:cubicBezTo>
                  <a:pt x="132010" y="91415"/>
                  <a:pt x="133418" y="91712"/>
                  <a:pt x="135248" y="91712"/>
                </a:cubicBezTo>
                <a:cubicBezTo>
                  <a:pt x="136621" y="91712"/>
                  <a:pt x="138429" y="91552"/>
                  <a:pt x="140671" y="91232"/>
                </a:cubicBezTo>
                <a:close/>
                <a:moveTo>
                  <a:pt x="239486" y="102284"/>
                </a:moveTo>
                <a:lnTo>
                  <a:pt x="239486" y="93085"/>
                </a:lnTo>
                <a:cubicBezTo>
                  <a:pt x="234864" y="100316"/>
                  <a:pt x="228068" y="103932"/>
                  <a:pt x="219098" y="103932"/>
                </a:cubicBezTo>
                <a:cubicBezTo>
                  <a:pt x="213286" y="103932"/>
                  <a:pt x="207943" y="102330"/>
                  <a:pt x="203069" y="99126"/>
                </a:cubicBezTo>
                <a:cubicBezTo>
                  <a:pt x="198195" y="95923"/>
                  <a:pt x="194420" y="91449"/>
                  <a:pt x="191742" y="85706"/>
                </a:cubicBezTo>
                <a:cubicBezTo>
                  <a:pt x="189065" y="79962"/>
                  <a:pt x="187727" y="73361"/>
                  <a:pt x="187727" y="65901"/>
                </a:cubicBezTo>
                <a:cubicBezTo>
                  <a:pt x="187727" y="58625"/>
                  <a:pt x="188939" y="52023"/>
                  <a:pt x="191365" y="46096"/>
                </a:cubicBezTo>
                <a:cubicBezTo>
                  <a:pt x="193790" y="40170"/>
                  <a:pt x="197429" y="35628"/>
                  <a:pt x="202280" y="32470"/>
                </a:cubicBezTo>
                <a:cubicBezTo>
                  <a:pt x="207131" y="29312"/>
                  <a:pt x="212554" y="27733"/>
                  <a:pt x="218549" y="27733"/>
                </a:cubicBezTo>
                <a:cubicBezTo>
                  <a:pt x="222942" y="27733"/>
                  <a:pt x="226855" y="28667"/>
                  <a:pt x="230288" y="30533"/>
                </a:cubicBezTo>
                <a:cubicBezTo>
                  <a:pt x="233720" y="32398"/>
                  <a:pt x="236512" y="34828"/>
                  <a:pt x="238663" y="37822"/>
                </a:cubicBezTo>
                <a:lnTo>
                  <a:pt x="238663" y="1648"/>
                </a:lnTo>
                <a:lnTo>
                  <a:pt x="250950" y="1648"/>
                </a:lnTo>
                <a:lnTo>
                  <a:pt x="250950" y="102284"/>
                </a:lnTo>
                <a:lnTo>
                  <a:pt x="239486" y="102284"/>
                </a:lnTo>
                <a:moveTo>
                  <a:pt x="200426" y="65935"/>
                </a:moveTo>
                <a:cubicBezTo>
                  <a:pt x="200426" y="75260"/>
                  <a:pt x="202394" y="82230"/>
                  <a:pt x="206330" y="86847"/>
                </a:cubicBezTo>
                <a:cubicBezTo>
                  <a:pt x="210266" y="91464"/>
                  <a:pt x="214911" y="93772"/>
                  <a:pt x="220265" y="93772"/>
                </a:cubicBezTo>
                <a:cubicBezTo>
                  <a:pt x="225665" y="93772"/>
                  <a:pt x="230253" y="91566"/>
                  <a:pt x="234029" y="87156"/>
                </a:cubicBezTo>
                <a:cubicBezTo>
                  <a:pt x="237805" y="82745"/>
                  <a:pt x="239692" y="76014"/>
                  <a:pt x="239692" y="66963"/>
                </a:cubicBezTo>
                <a:cubicBezTo>
                  <a:pt x="239692" y="56999"/>
                  <a:pt x="237770" y="49686"/>
                  <a:pt x="233926" y="45024"/>
                </a:cubicBezTo>
                <a:cubicBezTo>
                  <a:pt x="230082" y="40362"/>
                  <a:pt x="225345" y="38030"/>
                  <a:pt x="219716" y="38030"/>
                </a:cubicBezTo>
                <a:cubicBezTo>
                  <a:pt x="214224" y="38030"/>
                  <a:pt x="209636" y="40270"/>
                  <a:pt x="205952" y="44749"/>
                </a:cubicBezTo>
                <a:cubicBezTo>
                  <a:pt x="202268" y="49228"/>
                  <a:pt x="200426" y="56291"/>
                  <a:pt x="200426" y="65935"/>
                </a:cubicBezTo>
                <a:close/>
                <a:moveTo>
                  <a:pt x="270167" y="15789"/>
                </a:moveTo>
                <a:lnTo>
                  <a:pt x="270167" y="1648"/>
                </a:lnTo>
                <a:lnTo>
                  <a:pt x="282523" y="1648"/>
                </a:lnTo>
                <a:lnTo>
                  <a:pt x="282523" y="15789"/>
                </a:lnTo>
                <a:lnTo>
                  <a:pt x="270167" y="15789"/>
                </a:lnTo>
                <a:moveTo>
                  <a:pt x="270167" y="102284"/>
                </a:moveTo>
                <a:lnTo>
                  <a:pt x="270167" y="29381"/>
                </a:lnTo>
                <a:lnTo>
                  <a:pt x="282523" y="29381"/>
                </a:lnTo>
                <a:lnTo>
                  <a:pt x="282523" y="102284"/>
                </a:lnTo>
                <a:lnTo>
                  <a:pt x="270167" y="102284"/>
                </a:lnTo>
                <a:close/>
                <a:moveTo>
                  <a:pt x="304097" y="102284"/>
                </a:moveTo>
                <a:lnTo>
                  <a:pt x="304097" y="38991"/>
                </a:lnTo>
                <a:lnTo>
                  <a:pt x="293182" y="38991"/>
                </a:lnTo>
                <a:lnTo>
                  <a:pt x="293182" y="29381"/>
                </a:lnTo>
                <a:lnTo>
                  <a:pt x="304097" y="29381"/>
                </a:lnTo>
                <a:lnTo>
                  <a:pt x="304097" y="21641"/>
                </a:lnTo>
                <a:cubicBezTo>
                  <a:pt x="304097" y="16756"/>
                  <a:pt x="304532" y="13126"/>
                  <a:pt x="305401" y="10752"/>
                </a:cubicBezTo>
                <a:cubicBezTo>
                  <a:pt x="306591" y="7557"/>
                  <a:pt x="308685" y="4966"/>
                  <a:pt x="311682" y="2980"/>
                </a:cubicBezTo>
                <a:cubicBezTo>
                  <a:pt x="314680" y="993"/>
                  <a:pt x="318879" y="0"/>
                  <a:pt x="324279" y="0"/>
                </a:cubicBezTo>
                <a:cubicBezTo>
                  <a:pt x="327757" y="0"/>
                  <a:pt x="331601" y="414"/>
                  <a:pt x="335812" y="1242"/>
                </a:cubicBezTo>
                <a:lnTo>
                  <a:pt x="333958" y="12078"/>
                </a:lnTo>
                <a:cubicBezTo>
                  <a:pt x="331396" y="11623"/>
                  <a:pt x="328970" y="11395"/>
                  <a:pt x="326682" y="11395"/>
                </a:cubicBezTo>
                <a:cubicBezTo>
                  <a:pt x="322929" y="11395"/>
                  <a:pt x="320275" y="12191"/>
                  <a:pt x="318719" y="13781"/>
                </a:cubicBezTo>
                <a:cubicBezTo>
                  <a:pt x="317163" y="15370"/>
                  <a:pt x="316385" y="18344"/>
                  <a:pt x="316385" y="22705"/>
                </a:cubicBezTo>
                <a:lnTo>
                  <a:pt x="316385" y="29381"/>
                </a:lnTo>
                <a:lnTo>
                  <a:pt x="330595" y="29381"/>
                </a:lnTo>
                <a:lnTo>
                  <a:pt x="330595" y="38991"/>
                </a:lnTo>
                <a:lnTo>
                  <a:pt x="316385" y="38991"/>
                </a:lnTo>
                <a:lnTo>
                  <a:pt x="316385" y="102284"/>
                </a:lnTo>
                <a:lnTo>
                  <a:pt x="304097" y="102284"/>
                </a:lnTo>
                <a:close/>
                <a:moveTo>
                  <a:pt x="343345" y="102284"/>
                </a:moveTo>
                <a:lnTo>
                  <a:pt x="343345" y="38991"/>
                </a:lnTo>
                <a:lnTo>
                  <a:pt x="332430" y="38991"/>
                </a:lnTo>
                <a:lnTo>
                  <a:pt x="332430" y="29381"/>
                </a:lnTo>
                <a:lnTo>
                  <a:pt x="343345" y="29381"/>
                </a:lnTo>
                <a:lnTo>
                  <a:pt x="343345" y="21641"/>
                </a:lnTo>
                <a:cubicBezTo>
                  <a:pt x="343345" y="16756"/>
                  <a:pt x="343779" y="13126"/>
                  <a:pt x="344649" y="10752"/>
                </a:cubicBezTo>
                <a:cubicBezTo>
                  <a:pt x="345839" y="7557"/>
                  <a:pt x="347933" y="4966"/>
                  <a:pt x="350930" y="2980"/>
                </a:cubicBezTo>
                <a:cubicBezTo>
                  <a:pt x="353928" y="993"/>
                  <a:pt x="358127" y="0"/>
                  <a:pt x="363527" y="0"/>
                </a:cubicBezTo>
                <a:cubicBezTo>
                  <a:pt x="367005" y="0"/>
                  <a:pt x="370849" y="414"/>
                  <a:pt x="375060" y="1242"/>
                </a:cubicBezTo>
                <a:lnTo>
                  <a:pt x="373206" y="12078"/>
                </a:lnTo>
                <a:cubicBezTo>
                  <a:pt x="370643" y="11623"/>
                  <a:pt x="368218" y="11395"/>
                  <a:pt x="365930" y="11395"/>
                </a:cubicBezTo>
                <a:cubicBezTo>
                  <a:pt x="362177" y="11395"/>
                  <a:pt x="359523" y="12191"/>
                  <a:pt x="357967" y="13781"/>
                </a:cubicBezTo>
                <a:cubicBezTo>
                  <a:pt x="356411" y="15370"/>
                  <a:pt x="355633" y="18344"/>
                  <a:pt x="355633" y="22705"/>
                </a:cubicBezTo>
                <a:lnTo>
                  <a:pt x="355633" y="29381"/>
                </a:lnTo>
                <a:lnTo>
                  <a:pt x="369842" y="29381"/>
                </a:lnTo>
                <a:lnTo>
                  <a:pt x="369842" y="38991"/>
                </a:lnTo>
                <a:lnTo>
                  <a:pt x="355633" y="38991"/>
                </a:lnTo>
                <a:lnTo>
                  <a:pt x="355633" y="102284"/>
                </a:lnTo>
                <a:lnTo>
                  <a:pt x="343345" y="1022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6da8a9407429e"/>
          <a:stretch xmlns:a="http://schemas.openxmlformats.org/drawingml/2006/main"/>
        </p:blipFill>
        <p:spPr>
          <a:xfrm xmlns:a="http://schemas.openxmlformats.org/drawingml/2006/main">
            <a:off x="9613579" y="4256787"/>
            <a:ext cx="222013" cy="222013"/>
          </a:xfrm>
          <a:prstGeom xmlns:a="http://schemas.openxmlformats.org/drawingml/2006/main" prst="rect">
            <a:avLst/>
          </a:prstGeom>
        </p:spPr>
      </p:pic>
      <p:pic>
        <p:nvPicPr>
          <p:cNvPr id="4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32f768c6442db"/>
          <a:stretch xmlns:a="http://schemas.openxmlformats.org/drawingml/2006/main"/>
        </p:blipFill>
        <p:spPr>
          <a:xfrm xmlns:a="http://schemas.openxmlformats.org/drawingml/2006/main">
            <a:off x="9609478" y="4619976"/>
            <a:ext cx="222013" cy="222013"/>
          </a:xfrm>
          <a:prstGeom xmlns:a="http://schemas.openxmlformats.org/drawingml/2006/main" prst="rect">
            <a:avLst/>
          </a:prstGeom>
        </p:spPr>
      </p:pic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EC092-E628-442A-A3DB-7998CDE2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081" y="281048"/>
            <a:ext cx="1231560" cy="257747"/>
          </a:xfrm>
          <a:custGeom xmlns:a="http://schemas.openxmlformats.org/drawingml/2006/main">
            <a:pathLst>
              <a:path w="1231560" h="257747">
                <a:moveTo>
                  <a:pt x="0" y="19682"/>
                </a:moveTo>
                <a:cubicBezTo>
                  <a:pt x="0" y="9314"/>
                  <a:pt x="8728" y="586"/>
                  <a:pt x="19682" y="0"/>
                </a:cubicBezTo>
                <a:lnTo>
                  <a:pt x="1211877" y="0"/>
                </a:lnTo>
                <a:cubicBezTo>
                  <a:pt x="1222597" y="586"/>
                  <a:pt x="1231325" y="9314"/>
                  <a:pt x="1231560" y="19682"/>
                </a:cubicBezTo>
                <a:lnTo>
                  <a:pt x="1231560" y="237595"/>
                </a:lnTo>
                <a:cubicBezTo>
                  <a:pt x="1231325" y="249018"/>
                  <a:pt x="1222597" y="257747"/>
                  <a:pt x="1211877" y="257278"/>
                </a:cubicBezTo>
                <a:lnTo>
                  <a:pt x="19682" y="257278"/>
                </a:lnTo>
                <a:cubicBezTo>
                  <a:pt x="8728" y="257747"/>
                  <a:pt x="0" y="249018"/>
                  <a:pt x="0" y="237595"/>
                </a:cubicBezTo>
                <a:lnTo>
                  <a:pt x="0" y="196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D6691-7CD3-4528-A7DE-9449F4A7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223" y="275776"/>
            <a:ext cx="1243041" cy="268876"/>
          </a:xfrm>
          <a:custGeom xmlns:a="http://schemas.openxmlformats.org/drawingml/2006/main">
            <a:pathLst>
              <a:path w="1243041" h="268876">
                <a:moveTo>
                  <a:pt x="1992" y="253400"/>
                </a:moveTo>
                <a:lnTo>
                  <a:pt x="3058" y="255614"/>
                </a:lnTo>
                <a:lnTo>
                  <a:pt x="4323" y="257711"/>
                </a:lnTo>
                <a:lnTo>
                  <a:pt x="5788" y="259656"/>
                </a:lnTo>
                <a:lnTo>
                  <a:pt x="7416" y="261460"/>
                </a:lnTo>
                <a:lnTo>
                  <a:pt x="9220" y="263089"/>
                </a:lnTo>
                <a:lnTo>
                  <a:pt x="11165" y="264553"/>
                </a:lnTo>
                <a:lnTo>
                  <a:pt x="13262" y="265819"/>
                </a:lnTo>
                <a:lnTo>
                  <a:pt x="15477" y="266885"/>
                </a:lnTo>
                <a:lnTo>
                  <a:pt x="17808" y="267740"/>
                </a:lnTo>
                <a:lnTo>
                  <a:pt x="20245" y="268373"/>
                </a:lnTo>
                <a:lnTo>
                  <a:pt x="22764" y="268748"/>
                </a:lnTo>
                <a:lnTo>
                  <a:pt x="25201" y="268876"/>
                </a:lnTo>
                <a:lnTo>
                  <a:pt x="1217840" y="268876"/>
                </a:lnTo>
                <a:lnTo>
                  <a:pt x="1220277" y="268748"/>
                </a:lnTo>
                <a:lnTo>
                  <a:pt x="1222796" y="268373"/>
                </a:lnTo>
                <a:lnTo>
                  <a:pt x="1225233" y="267740"/>
                </a:lnTo>
                <a:lnTo>
                  <a:pt x="1227565" y="266885"/>
                </a:lnTo>
                <a:lnTo>
                  <a:pt x="1229779" y="265819"/>
                </a:lnTo>
                <a:lnTo>
                  <a:pt x="1231876" y="264553"/>
                </a:lnTo>
                <a:lnTo>
                  <a:pt x="1233821" y="263089"/>
                </a:lnTo>
                <a:lnTo>
                  <a:pt x="1235625" y="261460"/>
                </a:lnTo>
                <a:lnTo>
                  <a:pt x="1237253" y="259656"/>
                </a:lnTo>
                <a:lnTo>
                  <a:pt x="1238718" y="257711"/>
                </a:lnTo>
                <a:lnTo>
                  <a:pt x="1239983" y="255614"/>
                </a:lnTo>
                <a:lnTo>
                  <a:pt x="1241049" y="253400"/>
                </a:lnTo>
                <a:lnTo>
                  <a:pt x="1241905" y="251069"/>
                </a:lnTo>
                <a:lnTo>
                  <a:pt x="1242537" y="248632"/>
                </a:lnTo>
                <a:lnTo>
                  <a:pt x="1242924" y="246113"/>
                </a:lnTo>
                <a:lnTo>
                  <a:pt x="1243041" y="243676"/>
                </a:lnTo>
                <a:lnTo>
                  <a:pt x="1243041" y="25201"/>
                </a:lnTo>
                <a:lnTo>
                  <a:pt x="1242924" y="22764"/>
                </a:lnTo>
                <a:lnTo>
                  <a:pt x="1242537" y="20245"/>
                </a:lnTo>
                <a:lnTo>
                  <a:pt x="1241905" y="17808"/>
                </a:lnTo>
                <a:lnTo>
                  <a:pt x="1241049" y="15477"/>
                </a:lnTo>
                <a:lnTo>
                  <a:pt x="1239983" y="13262"/>
                </a:lnTo>
                <a:lnTo>
                  <a:pt x="1238718" y="11165"/>
                </a:lnTo>
                <a:lnTo>
                  <a:pt x="1237253" y="9220"/>
                </a:lnTo>
                <a:lnTo>
                  <a:pt x="1235625" y="7416"/>
                </a:lnTo>
                <a:lnTo>
                  <a:pt x="1233821" y="5788"/>
                </a:lnTo>
                <a:lnTo>
                  <a:pt x="1231876" y="4323"/>
                </a:lnTo>
                <a:lnTo>
                  <a:pt x="1229779" y="3058"/>
                </a:lnTo>
                <a:lnTo>
                  <a:pt x="1227565" y="1992"/>
                </a:lnTo>
                <a:lnTo>
                  <a:pt x="1225233" y="1136"/>
                </a:lnTo>
                <a:lnTo>
                  <a:pt x="1222796" y="504"/>
                </a:lnTo>
                <a:lnTo>
                  <a:pt x="1220277" y="117"/>
                </a:lnTo>
                <a:lnTo>
                  <a:pt x="1217840" y="0"/>
                </a:lnTo>
                <a:lnTo>
                  <a:pt x="25201" y="0"/>
                </a:lnTo>
                <a:lnTo>
                  <a:pt x="22764" y="117"/>
                </a:lnTo>
                <a:lnTo>
                  <a:pt x="20245" y="504"/>
                </a:lnTo>
                <a:lnTo>
                  <a:pt x="17808" y="1136"/>
                </a:lnTo>
                <a:lnTo>
                  <a:pt x="15477" y="1992"/>
                </a:lnTo>
                <a:lnTo>
                  <a:pt x="13262" y="3058"/>
                </a:lnTo>
                <a:lnTo>
                  <a:pt x="11165" y="4323"/>
                </a:lnTo>
                <a:lnTo>
                  <a:pt x="9220" y="5788"/>
                </a:lnTo>
                <a:lnTo>
                  <a:pt x="7416" y="7416"/>
                </a:lnTo>
                <a:lnTo>
                  <a:pt x="5788" y="9220"/>
                </a:lnTo>
                <a:lnTo>
                  <a:pt x="4323" y="11165"/>
                </a:lnTo>
                <a:lnTo>
                  <a:pt x="3058" y="13262"/>
                </a:lnTo>
                <a:lnTo>
                  <a:pt x="1992" y="15477"/>
                </a:lnTo>
                <a:lnTo>
                  <a:pt x="1136" y="17808"/>
                </a:lnTo>
                <a:lnTo>
                  <a:pt x="504" y="20245"/>
                </a:lnTo>
                <a:lnTo>
                  <a:pt x="117" y="22764"/>
                </a:lnTo>
                <a:lnTo>
                  <a:pt x="0" y="25201"/>
                </a:lnTo>
                <a:lnTo>
                  <a:pt x="0" y="243676"/>
                </a:lnTo>
                <a:lnTo>
                  <a:pt x="117" y="246113"/>
                </a:lnTo>
                <a:lnTo>
                  <a:pt x="504" y="248632"/>
                </a:lnTo>
                <a:lnTo>
                  <a:pt x="1136" y="251069"/>
                </a:lnTo>
                <a:lnTo>
                  <a:pt x="1992" y="253400"/>
                </a:lnTo>
                <a:close/>
                <a:moveTo>
                  <a:pt x="12000" y="22593"/>
                </a:moveTo>
                <a:lnTo>
                  <a:pt x="12337" y="21281"/>
                </a:lnTo>
                <a:lnTo>
                  <a:pt x="12787" y="20050"/>
                </a:lnTo>
                <a:lnTo>
                  <a:pt x="13372" y="18837"/>
                </a:lnTo>
                <a:lnTo>
                  <a:pt x="13996" y="17808"/>
                </a:lnTo>
                <a:lnTo>
                  <a:pt x="14809" y="16713"/>
                </a:lnTo>
                <a:lnTo>
                  <a:pt x="15714" y="15714"/>
                </a:lnTo>
                <a:lnTo>
                  <a:pt x="16713" y="14809"/>
                </a:lnTo>
                <a:lnTo>
                  <a:pt x="17808" y="13996"/>
                </a:lnTo>
                <a:lnTo>
                  <a:pt x="18837" y="13372"/>
                </a:lnTo>
                <a:lnTo>
                  <a:pt x="20050" y="12787"/>
                </a:lnTo>
                <a:lnTo>
                  <a:pt x="21281" y="12337"/>
                </a:lnTo>
                <a:lnTo>
                  <a:pt x="22593" y="12000"/>
                </a:lnTo>
                <a:lnTo>
                  <a:pt x="23960" y="11793"/>
                </a:lnTo>
                <a:lnTo>
                  <a:pt x="25424" y="11716"/>
                </a:lnTo>
                <a:lnTo>
                  <a:pt x="1217617" y="11716"/>
                </a:lnTo>
                <a:lnTo>
                  <a:pt x="1219081" y="11793"/>
                </a:lnTo>
                <a:lnTo>
                  <a:pt x="1220448" y="12000"/>
                </a:lnTo>
                <a:lnTo>
                  <a:pt x="1221761" y="12337"/>
                </a:lnTo>
                <a:lnTo>
                  <a:pt x="1222992" y="12787"/>
                </a:lnTo>
                <a:lnTo>
                  <a:pt x="1224204" y="13372"/>
                </a:lnTo>
                <a:lnTo>
                  <a:pt x="1225233" y="13996"/>
                </a:lnTo>
                <a:lnTo>
                  <a:pt x="1226328" y="14809"/>
                </a:lnTo>
                <a:lnTo>
                  <a:pt x="1227327" y="15714"/>
                </a:lnTo>
                <a:lnTo>
                  <a:pt x="1228233" y="16713"/>
                </a:lnTo>
                <a:lnTo>
                  <a:pt x="1229045" y="17808"/>
                </a:lnTo>
                <a:lnTo>
                  <a:pt x="1229669" y="18837"/>
                </a:lnTo>
                <a:lnTo>
                  <a:pt x="1230254" y="20050"/>
                </a:lnTo>
                <a:lnTo>
                  <a:pt x="1230704" y="21281"/>
                </a:lnTo>
                <a:lnTo>
                  <a:pt x="1231041" y="22593"/>
                </a:lnTo>
                <a:lnTo>
                  <a:pt x="1231248" y="23960"/>
                </a:lnTo>
                <a:lnTo>
                  <a:pt x="1231325" y="25424"/>
                </a:lnTo>
                <a:lnTo>
                  <a:pt x="1231325" y="243452"/>
                </a:lnTo>
                <a:lnTo>
                  <a:pt x="1231248" y="244916"/>
                </a:lnTo>
                <a:lnTo>
                  <a:pt x="1231041" y="246284"/>
                </a:lnTo>
                <a:lnTo>
                  <a:pt x="1230704" y="247596"/>
                </a:lnTo>
                <a:lnTo>
                  <a:pt x="1230254" y="248827"/>
                </a:lnTo>
                <a:lnTo>
                  <a:pt x="1229669" y="250039"/>
                </a:lnTo>
                <a:lnTo>
                  <a:pt x="1229045" y="251068"/>
                </a:lnTo>
                <a:lnTo>
                  <a:pt x="1228233" y="252163"/>
                </a:lnTo>
                <a:lnTo>
                  <a:pt x="1227327" y="253162"/>
                </a:lnTo>
                <a:lnTo>
                  <a:pt x="1226328" y="254068"/>
                </a:lnTo>
                <a:lnTo>
                  <a:pt x="1225233" y="254881"/>
                </a:lnTo>
                <a:lnTo>
                  <a:pt x="1224204" y="255504"/>
                </a:lnTo>
                <a:lnTo>
                  <a:pt x="1222992" y="256089"/>
                </a:lnTo>
                <a:lnTo>
                  <a:pt x="1221761" y="256540"/>
                </a:lnTo>
                <a:lnTo>
                  <a:pt x="1220448" y="256876"/>
                </a:lnTo>
                <a:lnTo>
                  <a:pt x="1219081" y="257083"/>
                </a:lnTo>
                <a:lnTo>
                  <a:pt x="1217617" y="257161"/>
                </a:lnTo>
                <a:lnTo>
                  <a:pt x="25424" y="257161"/>
                </a:lnTo>
                <a:lnTo>
                  <a:pt x="23960" y="257083"/>
                </a:lnTo>
                <a:lnTo>
                  <a:pt x="22593" y="256876"/>
                </a:lnTo>
                <a:lnTo>
                  <a:pt x="21281" y="256540"/>
                </a:lnTo>
                <a:lnTo>
                  <a:pt x="20050" y="256089"/>
                </a:lnTo>
                <a:lnTo>
                  <a:pt x="18837" y="255504"/>
                </a:lnTo>
                <a:lnTo>
                  <a:pt x="17808" y="254881"/>
                </a:lnTo>
                <a:lnTo>
                  <a:pt x="16713" y="254068"/>
                </a:lnTo>
                <a:lnTo>
                  <a:pt x="15714" y="253162"/>
                </a:lnTo>
                <a:lnTo>
                  <a:pt x="14809" y="252163"/>
                </a:lnTo>
                <a:lnTo>
                  <a:pt x="13996" y="251068"/>
                </a:lnTo>
                <a:lnTo>
                  <a:pt x="13372" y="250039"/>
                </a:lnTo>
                <a:lnTo>
                  <a:pt x="12787" y="248827"/>
                </a:lnTo>
                <a:lnTo>
                  <a:pt x="12337" y="247596"/>
                </a:lnTo>
                <a:lnTo>
                  <a:pt x="12000" y="246284"/>
                </a:lnTo>
                <a:lnTo>
                  <a:pt x="11793" y="244916"/>
                </a:lnTo>
                <a:lnTo>
                  <a:pt x="11716" y="243452"/>
                </a:lnTo>
                <a:lnTo>
                  <a:pt x="11716" y="25424"/>
                </a:lnTo>
                <a:lnTo>
                  <a:pt x="11793" y="23960"/>
                </a:lnTo>
                <a:lnTo>
                  <a:pt x="12000" y="22593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issue">
            <a:extLst xmlns:a="http://schemas.openxmlformats.org/drawingml/2006/main">
              <a:ext uri="{FF2B5EF4-FFF2-40B4-BE49-F238E27FC236}">
                <a16:creationId xmlns:a16="http://schemas.microsoft.com/office/drawing/2014/main" id="{96E3215C-1C48-4365-BB89-0B712B18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444" y="358485"/>
            <a:ext cx="311603" cy="108325"/>
          </a:xfrm>
          <a:custGeom xmlns:a="http://schemas.openxmlformats.org/drawingml/2006/main">
            <a:pathLst>
              <a:path w="311603" h="108325">
                <a:moveTo>
                  <a:pt x="10366" y="15926"/>
                </a:moveTo>
                <a:cubicBezTo>
                  <a:pt x="8169" y="15926"/>
                  <a:pt x="6270" y="15148"/>
                  <a:pt x="4668" y="13592"/>
                </a:cubicBezTo>
                <a:cubicBezTo>
                  <a:pt x="3066" y="12036"/>
                  <a:pt x="2265" y="10160"/>
                  <a:pt x="2265" y="7963"/>
                </a:cubicBezTo>
                <a:cubicBezTo>
                  <a:pt x="2265" y="5766"/>
                  <a:pt x="3066" y="3890"/>
                  <a:pt x="4668" y="2334"/>
                </a:cubicBezTo>
                <a:cubicBezTo>
                  <a:pt x="6270" y="778"/>
                  <a:pt x="8169" y="0"/>
                  <a:pt x="10366" y="0"/>
                </a:cubicBezTo>
                <a:cubicBezTo>
                  <a:pt x="12562" y="0"/>
                  <a:pt x="14450" y="778"/>
                  <a:pt x="16029" y="2334"/>
                </a:cubicBezTo>
                <a:cubicBezTo>
                  <a:pt x="17608" y="3890"/>
                  <a:pt x="18397" y="5766"/>
                  <a:pt x="18397" y="7963"/>
                </a:cubicBezTo>
                <a:cubicBezTo>
                  <a:pt x="18397" y="10160"/>
                  <a:pt x="17608" y="12036"/>
                  <a:pt x="16029" y="13592"/>
                </a:cubicBezTo>
                <a:cubicBezTo>
                  <a:pt x="14450" y="15148"/>
                  <a:pt x="12562" y="15926"/>
                  <a:pt x="10366" y="15926"/>
                </a:cubicBezTo>
                <a:moveTo>
                  <a:pt x="13455" y="71706"/>
                </a:moveTo>
                <a:cubicBezTo>
                  <a:pt x="13455" y="74455"/>
                  <a:pt x="13535" y="78566"/>
                  <a:pt x="13695" y="84041"/>
                </a:cubicBezTo>
                <a:cubicBezTo>
                  <a:pt x="13855" y="89514"/>
                  <a:pt x="13935" y="93625"/>
                  <a:pt x="13935" y="96374"/>
                </a:cubicBezTo>
                <a:cubicBezTo>
                  <a:pt x="13935" y="98389"/>
                  <a:pt x="13318" y="100038"/>
                  <a:pt x="12082" y="101321"/>
                </a:cubicBezTo>
                <a:cubicBezTo>
                  <a:pt x="10846" y="102604"/>
                  <a:pt x="9222" y="103245"/>
                  <a:pt x="7208" y="103245"/>
                </a:cubicBezTo>
                <a:cubicBezTo>
                  <a:pt x="5240" y="103245"/>
                  <a:pt x="3627" y="102604"/>
                  <a:pt x="2368" y="101321"/>
                </a:cubicBezTo>
                <a:cubicBezTo>
                  <a:pt x="1110" y="100038"/>
                  <a:pt x="481" y="98389"/>
                  <a:pt x="481" y="96374"/>
                </a:cubicBezTo>
                <a:cubicBezTo>
                  <a:pt x="481" y="93625"/>
                  <a:pt x="400" y="89514"/>
                  <a:pt x="240" y="84041"/>
                </a:cubicBezTo>
                <a:cubicBezTo>
                  <a:pt x="80" y="78566"/>
                  <a:pt x="0" y="74455"/>
                  <a:pt x="0" y="71706"/>
                </a:cubicBezTo>
                <a:cubicBezTo>
                  <a:pt x="0" y="67400"/>
                  <a:pt x="229" y="62029"/>
                  <a:pt x="686" y="55593"/>
                </a:cubicBezTo>
                <a:cubicBezTo>
                  <a:pt x="1144" y="49156"/>
                  <a:pt x="1373" y="43785"/>
                  <a:pt x="1373" y="39478"/>
                </a:cubicBezTo>
                <a:cubicBezTo>
                  <a:pt x="1373" y="37418"/>
                  <a:pt x="2002" y="35746"/>
                  <a:pt x="3261" y="34463"/>
                </a:cubicBezTo>
                <a:cubicBezTo>
                  <a:pt x="4519" y="33180"/>
                  <a:pt x="6132" y="32539"/>
                  <a:pt x="8100" y="32539"/>
                </a:cubicBezTo>
                <a:cubicBezTo>
                  <a:pt x="10068" y="32539"/>
                  <a:pt x="11681" y="33180"/>
                  <a:pt x="12940" y="34463"/>
                </a:cubicBezTo>
                <a:cubicBezTo>
                  <a:pt x="14198" y="35746"/>
                  <a:pt x="14828" y="37418"/>
                  <a:pt x="14828" y="39478"/>
                </a:cubicBezTo>
                <a:cubicBezTo>
                  <a:pt x="14828" y="43785"/>
                  <a:pt x="14599" y="49156"/>
                  <a:pt x="14141" y="55593"/>
                </a:cubicBezTo>
                <a:cubicBezTo>
                  <a:pt x="13684" y="62029"/>
                  <a:pt x="13455" y="67400"/>
                  <a:pt x="13455" y="71706"/>
                </a:cubicBezTo>
                <a:close/>
                <a:moveTo>
                  <a:pt x="82839" y="49975"/>
                </a:moveTo>
                <a:cubicBezTo>
                  <a:pt x="80322" y="49975"/>
                  <a:pt x="78560" y="49134"/>
                  <a:pt x="77553" y="47452"/>
                </a:cubicBezTo>
                <a:cubicBezTo>
                  <a:pt x="76867" y="46271"/>
                  <a:pt x="76272" y="43817"/>
                  <a:pt x="75768" y="40090"/>
                </a:cubicBezTo>
                <a:cubicBezTo>
                  <a:pt x="72336" y="40958"/>
                  <a:pt x="67050" y="42558"/>
                  <a:pt x="59911" y="44889"/>
                </a:cubicBezTo>
                <a:cubicBezTo>
                  <a:pt x="52543" y="47815"/>
                  <a:pt x="48836" y="51426"/>
                  <a:pt x="48790" y="55722"/>
                </a:cubicBezTo>
                <a:cubicBezTo>
                  <a:pt x="50163" y="56225"/>
                  <a:pt x="51513" y="56592"/>
                  <a:pt x="52840" y="56820"/>
                </a:cubicBezTo>
                <a:cubicBezTo>
                  <a:pt x="63366" y="58694"/>
                  <a:pt x="71192" y="61277"/>
                  <a:pt x="76317" y="64569"/>
                </a:cubicBezTo>
                <a:cubicBezTo>
                  <a:pt x="83777" y="69370"/>
                  <a:pt x="87507" y="76320"/>
                  <a:pt x="87507" y="85418"/>
                </a:cubicBezTo>
                <a:cubicBezTo>
                  <a:pt x="87507" y="92871"/>
                  <a:pt x="84280" y="98494"/>
                  <a:pt x="77828" y="102288"/>
                </a:cubicBezTo>
                <a:cubicBezTo>
                  <a:pt x="72473" y="105397"/>
                  <a:pt x="65700" y="106952"/>
                  <a:pt x="57508" y="106952"/>
                </a:cubicBezTo>
                <a:cubicBezTo>
                  <a:pt x="51513" y="106952"/>
                  <a:pt x="45792" y="105945"/>
                  <a:pt x="40346" y="103932"/>
                </a:cubicBezTo>
                <a:cubicBezTo>
                  <a:pt x="33299" y="101369"/>
                  <a:pt x="29775" y="97799"/>
                  <a:pt x="29775" y="93223"/>
                </a:cubicBezTo>
                <a:cubicBezTo>
                  <a:pt x="29775" y="91392"/>
                  <a:pt x="30496" y="89790"/>
                  <a:pt x="31937" y="88417"/>
                </a:cubicBezTo>
                <a:cubicBezTo>
                  <a:pt x="33379" y="87044"/>
                  <a:pt x="35015" y="86358"/>
                  <a:pt x="36845" y="86358"/>
                </a:cubicBezTo>
                <a:cubicBezTo>
                  <a:pt x="38264" y="86358"/>
                  <a:pt x="40095" y="87456"/>
                  <a:pt x="42337" y="89653"/>
                </a:cubicBezTo>
                <a:cubicBezTo>
                  <a:pt x="43436" y="90706"/>
                  <a:pt x="45907" y="91575"/>
                  <a:pt x="49751" y="92262"/>
                </a:cubicBezTo>
                <a:cubicBezTo>
                  <a:pt x="52817" y="92811"/>
                  <a:pt x="55403" y="93085"/>
                  <a:pt x="57508" y="93085"/>
                </a:cubicBezTo>
                <a:cubicBezTo>
                  <a:pt x="61352" y="93085"/>
                  <a:pt x="64739" y="92628"/>
                  <a:pt x="67668" y="91714"/>
                </a:cubicBezTo>
                <a:cubicBezTo>
                  <a:pt x="71924" y="90389"/>
                  <a:pt x="74052" y="88286"/>
                  <a:pt x="74052" y="85408"/>
                </a:cubicBezTo>
                <a:cubicBezTo>
                  <a:pt x="74052" y="79191"/>
                  <a:pt x="69704" y="74985"/>
                  <a:pt x="61009" y="72792"/>
                </a:cubicBezTo>
                <a:lnTo>
                  <a:pt x="53870" y="71213"/>
                </a:lnTo>
                <a:cubicBezTo>
                  <a:pt x="47783" y="69884"/>
                  <a:pt x="43458" y="68327"/>
                  <a:pt x="40896" y="66540"/>
                </a:cubicBezTo>
                <a:cubicBezTo>
                  <a:pt x="37189" y="63976"/>
                  <a:pt x="35335" y="60108"/>
                  <a:pt x="35335" y="54935"/>
                </a:cubicBezTo>
                <a:cubicBezTo>
                  <a:pt x="35335" y="45364"/>
                  <a:pt x="39843" y="38541"/>
                  <a:pt x="48859" y="34465"/>
                </a:cubicBezTo>
                <a:cubicBezTo>
                  <a:pt x="51605" y="33229"/>
                  <a:pt x="55998" y="31754"/>
                  <a:pt x="62039" y="30037"/>
                </a:cubicBezTo>
                <a:cubicBezTo>
                  <a:pt x="68080" y="28320"/>
                  <a:pt x="72405" y="26865"/>
                  <a:pt x="75013" y="25674"/>
                </a:cubicBezTo>
                <a:cubicBezTo>
                  <a:pt x="76889" y="24850"/>
                  <a:pt x="78926" y="24438"/>
                  <a:pt x="81123" y="24438"/>
                </a:cubicBezTo>
                <a:cubicBezTo>
                  <a:pt x="83091" y="24438"/>
                  <a:pt x="84704" y="25079"/>
                  <a:pt x="85962" y="26360"/>
                </a:cubicBezTo>
                <a:cubicBezTo>
                  <a:pt x="87221" y="27642"/>
                  <a:pt x="87850" y="29312"/>
                  <a:pt x="87850" y="31372"/>
                </a:cubicBezTo>
                <a:cubicBezTo>
                  <a:pt x="87850" y="32699"/>
                  <a:pt x="88136" y="34644"/>
                  <a:pt x="88708" y="37207"/>
                </a:cubicBezTo>
                <a:cubicBezTo>
                  <a:pt x="89280" y="39769"/>
                  <a:pt x="89566" y="41714"/>
                  <a:pt x="89566" y="43042"/>
                </a:cubicBezTo>
                <a:cubicBezTo>
                  <a:pt x="89566" y="45101"/>
                  <a:pt x="88937" y="46771"/>
                  <a:pt x="87678" y="48053"/>
                </a:cubicBezTo>
                <a:cubicBezTo>
                  <a:pt x="86420" y="49334"/>
                  <a:pt x="84807" y="49975"/>
                  <a:pt x="82839" y="49975"/>
                </a:cubicBezTo>
                <a:close/>
                <a:moveTo>
                  <a:pt x="151376" y="49975"/>
                </a:moveTo>
                <a:cubicBezTo>
                  <a:pt x="148859" y="49975"/>
                  <a:pt x="147097" y="49134"/>
                  <a:pt x="146090" y="47452"/>
                </a:cubicBezTo>
                <a:cubicBezTo>
                  <a:pt x="145404" y="46271"/>
                  <a:pt x="144809" y="43817"/>
                  <a:pt x="144305" y="40090"/>
                </a:cubicBezTo>
                <a:cubicBezTo>
                  <a:pt x="140873" y="40958"/>
                  <a:pt x="135587" y="42558"/>
                  <a:pt x="128448" y="44889"/>
                </a:cubicBezTo>
                <a:cubicBezTo>
                  <a:pt x="121080" y="47815"/>
                  <a:pt x="117373" y="51426"/>
                  <a:pt x="117327" y="55722"/>
                </a:cubicBezTo>
                <a:cubicBezTo>
                  <a:pt x="118700" y="56225"/>
                  <a:pt x="120050" y="56592"/>
                  <a:pt x="121377" y="56820"/>
                </a:cubicBezTo>
                <a:cubicBezTo>
                  <a:pt x="131903" y="58694"/>
                  <a:pt x="139729" y="61277"/>
                  <a:pt x="144855" y="64569"/>
                </a:cubicBezTo>
                <a:cubicBezTo>
                  <a:pt x="152314" y="69370"/>
                  <a:pt x="156044" y="76320"/>
                  <a:pt x="156044" y="85418"/>
                </a:cubicBezTo>
                <a:cubicBezTo>
                  <a:pt x="156044" y="92871"/>
                  <a:pt x="152818" y="98494"/>
                  <a:pt x="146365" y="102288"/>
                </a:cubicBezTo>
                <a:cubicBezTo>
                  <a:pt x="141010" y="105397"/>
                  <a:pt x="134237" y="106952"/>
                  <a:pt x="126045" y="106952"/>
                </a:cubicBezTo>
                <a:cubicBezTo>
                  <a:pt x="120050" y="106952"/>
                  <a:pt x="114330" y="105945"/>
                  <a:pt x="108884" y="103932"/>
                </a:cubicBezTo>
                <a:cubicBezTo>
                  <a:pt x="101836" y="101369"/>
                  <a:pt x="98312" y="97799"/>
                  <a:pt x="98312" y="93223"/>
                </a:cubicBezTo>
                <a:cubicBezTo>
                  <a:pt x="98312" y="91392"/>
                  <a:pt x="99033" y="89790"/>
                  <a:pt x="100474" y="88417"/>
                </a:cubicBezTo>
                <a:cubicBezTo>
                  <a:pt x="101916" y="87044"/>
                  <a:pt x="103552" y="86358"/>
                  <a:pt x="105383" y="86358"/>
                </a:cubicBezTo>
                <a:cubicBezTo>
                  <a:pt x="106801" y="86358"/>
                  <a:pt x="108632" y="87456"/>
                  <a:pt x="110874" y="89653"/>
                </a:cubicBezTo>
                <a:cubicBezTo>
                  <a:pt x="111973" y="90706"/>
                  <a:pt x="114444" y="91575"/>
                  <a:pt x="118288" y="92262"/>
                </a:cubicBezTo>
                <a:cubicBezTo>
                  <a:pt x="121354" y="92811"/>
                  <a:pt x="123940" y="93085"/>
                  <a:pt x="126045" y="93085"/>
                </a:cubicBezTo>
                <a:cubicBezTo>
                  <a:pt x="129890" y="93085"/>
                  <a:pt x="133276" y="92628"/>
                  <a:pt x="136205" y="91714"/>
                </a:cubicBezTo>
                <a:cubicBezTo>
                  <a:pt x="140461" y="90389"/>
                  <a:pt x="142589" y="88286"/>
                  <a:pt x="142589" y="85408"/>
                </a:cubicBezTo>
                <a:cubicBezTo>
                  <a:pt x="142589" y="79191"/>
                  <a:pt x="138242" y="74985"/>
                  <a:pt x="129546" y="72792"/>
                </a:cubicBezTo>
                <a:lnTo>
                  <a:pt x="122407" y="71213"/>
                </a:lnTo>
                <a:cubicBezTo>
                  <a:pt x="116320" y="69884"/>
                  <a:pt x="111996" y="68327"/>
                  <a:pt x="109433" y="66540"/>
                </a:cubicBezTo>
                <a:cubicBezTo>
                  <a:pt x="105726" y="63976"/>
                  <a:pt x="103872" y="60108"/>
                  <a:pt x="103872" y="54935"/>
                </a:cubicBezTo>
                <a:cubicBezTo>
                  <a:pt x="103872" y="45364"/>
                  <a:pt x="108380" y="38541"/>
                  <a:pt x="117396" y="34465"/>
                </a:cubicBezTo>
                <a:cubicBezTo>
                  <a:pt x="120142" y="33229"/>
                  <a:pt x="124535" y="31754"/>
                  <a:pt x="130576" y="30037"/>
                </a:cubicBezTo>
                <a:cubicBezTo>
                  <a:pt x="136617" y="28320"/>
                  <a:pt x="140942" y="26865"/>
                  <a:pt x="143550" y="25674"/>
                </a:cubicBezTo>
                <a:cubicBezTo>
                  <a:pt x="145427" y="24850"/>
                  <a:pt x="147463" y="24438"/>
                  <a:pt x="149660" y="24438"/>
                </a:cubicBezTo>
                <a:cubicBezTo>
                  <a:pt x="151628" y="24438"/>
                  <a:pt x="153241" y="25079"/>
                  <a:pt x="154499" y="26360"/>
                </a:cubicBezTo>
                <a:cubicBezTo>
                  <a:pt x="155758" y="27642"/>
                  <a:pt x="156387" y="29312"/>
                  <a:pt x="156387" y="31372"/>
                </a:cubicBezTo>
                <a:cubicBezTo>
                  <a:pt x="156387" y="32699"/>
                  <a:pt x="156673" y="34644"/>
                  <a:pt x="157245" y="37207"/>
                </a:cubicBezTo>
                <a:cubicBezTo>
                  <a:pt x="157817" y="39769"/>
                  <a:pt x="158103" y="41714"/>
                  <a:pt x="158103" y="43042"/>
                </a:cubicBezTo>
                <a:cubicBezTo>
                  <a:pt x="158103" y="45101"/>
                  <a:pt x="157474" y="46771"/>
                  <a:pt x="156216" y="48053"/>
                </a:cubicBezTo>
                <a:cubicBezTo>
                  <a:pt x="154957" y="49334"/>
                  <a:pt x="153344" y="49975"/>
                  <a:pt x="151376" y="49975"/>
                </a:cubicBezTo>
                <a:close/>
                <a:moveTo>
                  <a:pt x="229592" y="62743"/>
                </a:moveTo>
                <a:cubicBezTo>
                  <a:pt x="229592" y="66038"/>
                  <a:pt x="229615" y="70981"/>
                  <a:pt x="229661" y="77571"/>
                </a:cubicBezTo>
                <a:cubicBezTo>
                  <a:pt x="229707" y="84161"/>
                  <a:pt x="229730" y="89104"/>
                  <a:pt x="229730" y="92399"/>
                </a:cubicBezTo>
                <a:cubicBezTo>
                  <a:pt x="229730" y="93406"/>
                  <a:pt x="229810" y="94939"/>
                  <a:pt x="229970" y="96998"/>
                </a:cubicBezTo>
                <a:cubicBezTo>
                  <a:pt x="230130" y="99058"/>
                  <a:pt x="230210" y="100591"/>
                  <a:pt x="230210" y="101598"/>
                </a:cubicBezTo>
                <a:cubicBezTo>
                  <a:pt x="230210" y="103565"/>
                  <a:pt x="229547" y="105179"/>
                  <a:pt x="228219" y="106437"/>
                </a:cubicBezTo>
                <a:cubicBezTo>
                  <a:pt x="226892" y="107696"/>
                  <a:pt x="225268" y="108325"/>
                  <a:pt x="223345" y="108325"/>
                </a:cubicBezTo>
                <a:cubicBezTo>
                  <a:pt x="219822" y="108325"/>
                  <a:pt x="217579" y="106151"/>
                  <a:pt x="216618" y="101803"/>
                </a:cubicBezTo>
                <a:cubicBezTo>
                  <a:pt x="210898" y="104778"/>
                  <a:pt x="204307" y="106266"/>
                  <a:pt x="196848" y="106266"/>
                </a:cubicBezTo>
                <a:cubicBezTo>
                  <a:pt x="190853" y="106266"/>
                  <a:pt x="185887" y="104938"/>
                  <a:pt x="181951" y="102284"/>
                </a:cubicBezTo>
                <a:cubicBezTo>
                  <a:pt x="177604" y="99355"/>
                  <a:pt x="175018" y="95076"/>
                  <a:pt x="174194" y="89447"/>
                </a:cubicBezTo>
                <a:cubicBezTo>
                  <a:pt x="172409" y="77319"/>
                  <a:pt x="171517" y="66519"/>
                  <a:pt x="171517" y="57046"/>
                </a:cubicBezTo>
                <a:cubicBezTo>
                  <a:pt x="171517" y="50776"/>
                  <a:pt x="172204" y="43637"/>
                  <a:pt x="173576" y="35628"/>
                </a:cubicBezTo>
                <a:cubicBezTo>
                  <a:pt x="174217" y="31646"/>
                  <a:pt x="176391" y="29655"/>
                  <a:pt x="180098" y="29655"/>
                </a:cubicBezTo>
                <a:cubicBezTo>
                  <a:pt x="182066" y="29655"/>
                  <a:pt x="183713" y="30284"/>
                  <a:pt x="185040" y="31541"/>
                </a:cubicBezTo>
                <a:cubicBezTo>
                  <a:pt x="186368" y="32798"/>
                  <a:pt x="187031" y="34410"/>
                  <a:pt x="187031" y="36376"/>
                </a:cubicBezTo>
                <a:cubicBezTo>
                  <a:pt x="187031" y="38479"/>
                  <a:pt x="186699" y="41839"/>
                  <a:pt x="186036" y="46457"/>
                </a:cubicBezTo>
                <a:cubicBezTo>
                  <a:pt x="185372" y="51073"/>
                  <a:pt x="185040" y="54593"/>
                  <a:pt x="185040" y="57016"/>
                </a:cubicBezTo>
                <a:cubicBezTo>
                  <a:pt x="185040" y="64650"/>
                  <a:pt x="185292" y="71187"/>
                  <a:pt x="185796" y="76627"/>
                </a:cubicBezTo>
                <a:cubicBezTo>
                  <a:pt x="186299" y="82067"/>
                  <a:pt x="187054" y="86433"/>
                  <a:pt x="188061" y="89724"/>
                </a:cubicBezTo>
                <a:cubicBezTo>
                  <a:pt x="189571" y="90547"/>
                  <a:pt x="191059" y="91177"/>
                  <a:pt x="192523" y="91612"/>
                </a:cubicBezTo>
                <a:cubicBezTo>
                  <a:pt x="193987" y="92045"/>
                  <a:pt x="195429" y="92262"/>
                  <a:pt x="196848" y="92262"/>
                </a:cubicBezTo>
                <a:cubicBezTo>
                  <a:pt x="202980" y="92262"/>
                  <a:pt x="209456" y="91279"/>
                  <a:pt x="216275" y="89314"/>
                </a:cubicBezTo>
                <a:lnTo>
                  <a:pt x="216206" y="75394"/>
                </a:lnTo>
                <a:lnTo>
                  <a:pt x="216069" y="62091"/>
                </a:lnTo>
                <a:cubicBezTo>
                  <a:pt x="216069" y="52216"/>
                  <a:pt x="216504" y="43644"/>
                  <a:pt x="217373" y="36376"/>
                </a:cubicBezTo>
                <a:cubicBezTo>
                  <a:pt x="217877" y="32170"/>
                  <a:pt x="220096" y="30067"/>
                  <a:pt x="224032" y="30067"/>
                </a:cubicBezTo>
                <a:cubicBezTo>
                  <a:pt x="226000" y="30067"/>
                  <a:pt x="227647" y="30708"/>
                  <a:pt x="228975" y="31989"/>
                </a:cubicBezTo>
                <a:cubicBezTo>
                  <a:pt x="230302" y="33271"/>
                  <a:pt x="230920" y="34873"/>
                  <a:pt x="230828" y="36795"/>
                </a:cubicBezTo>
                <a:lnTo>
                  <a:pt x="229592" y="62743"/>
                </a:lnTo>
                <a:close/>
                <a:moveTo>
                  <a:pt x="278858" y="105991"/>
                </a:moveTo>
                <a:cubicBezTo>
                  <a:pt x="268515" y="105991"/>
                  <a:pt x="260140" y="103403"/>
                  <a:pt x="253733" y="98227"/>
                </a:cubicBezTo>
                <a:cubicBezTo>
                  <a:pt x="246731" y="92501"/>
                  <a:pt x="243230" y="84484"/>
                  <a:pt x="243230" y="74177"/>
                </a:cubicBezTo>
                <a:cubicBezTo>
                  <a:pt x="243230" y="62269"/>
                  <a:pt x="246113" y="52283"/>
                  <a:pt x="251880" y="44222"/>
                </a:cubicBezTo>
                <a:cubicBezTo>
                  <a:pt x="258150" y="35426"/>
                  <a:pt x="266524" y="31028"/>
                  <a:pt x="277005" y="31028"/>
                </a:cubicBezTo>
                <a:cubicBezTo>
                  <a:pt x="284601" y="31028"/>
                  <a:pt x="290803" y="32310"/>
                  <a:pt x="295608" y="34873"/>
                </a:cubicBezTo>
                <a:cubicBezTo>
                  <a:pt x="301512" y="38030"/>
                  <a:pt x="304463" y="42881"/>
                  <a:pt x="304463" y="49426"/>
                </a:cubicBezTo>
                <a:cubicBezTo>
                  <a:pt x="304463" y="54002"/>
                  <a:pt x="301878" y="58167"/>
                  <a:pt x="296706" y="61920"/>
                </a:cubicBezTo>
                <a:cubicBezTo>
                  <a:pt x="294418" y="63567"/>
                  <a:pt x="289567" y="66130"/>
                  <a:pt x="282153" y="69608"/>
                </a:cubicBezTo>
                <a:lnTo>
                  <a:pt x="255930" y="82033"/>
                </a:lnTo>
                <a:cubicBezTo>
                  <a:pt x="258493" y="85832"/>
                  <a:pt x="261685" y="88692"/>
                  <a:pt x="265506" y="90614"/>
                </a:cubicBezTo>
                <a:cubicBezTo>
                  <a:pt x="269328" y="92536"/>
                  <a:pt x="273778" y="93497"/>
                  <a:pt x="278858" y="93497"/>
                </a:cubicBezTo>
                <a:cubicBezTo>
                  <a:pt x="282016" y="93497"/>
                  <a:pt x="285723" y="92902"/>
                  <a:pt x="289979" y="91712"/>
                </a:cubicBezTo>
                <a:cubicBezTo>
                  <a:pt x="295379" y="90202"/>
                  <a:pt x="298857" y="88223"/>
                  <a:pt x="300413" y="85774"/>
                </a:cubicBezTo>
                <a:cubicBezTo>
                  <a:pt x="301969" y="83326"/>
                  <a:pt x="303640" y="82102"/>
                  <a:pt x="305424" y="82102"/>
                </a:cubicBezTo>
                <a:cubicBezTo>
                  <a:pt x="307026" y="82102"/>
                  <a:pt x="308456" y="82710"/>
                  <a:pt x="309715" y="83927"/>
                </a:cubicBezTo>
                <a:cubicBezTo>
                  <a:pt x="310973" y="85143"/>
                  <a:pt x="311603" y="86554"/>
                  <a:pt x="311603" y="88160"/>
                </a:cubicBezTo>
                <a:cubicBezTo>
                  <a:pt x="311603" y="93254"/>
                  <a:pt x="307507" y="97637"/>
                  <a:pt x="299315" y="101310"/>
                </a:cubicBezTo>
                <a:cubicBezTo>
                  <a:pt x="292313" y="104431"/>
                  <a:pt x="285494" y="105991"/>
                  <a:pt x="278858" y="105991"/>
                </a:cubicBezTo>
                <a:moveTo>
                  <a:pt x="277005" y="43385"/>
                </a:moveTo>
                <a:cubicBezTo>
                  <a:pt x="271421" y="43385"/>
                  <a:pt x="266776" y="45547"/>
                  <a:pt x="263069" y="49872"/>
                </a:cubicBezTo>
                <a:cubicBezTo>
                  <a:pt x="259362" y="54197"/>
                  <a:pt x="256594" y="60707"/>
                  <a:pt x="254763" y="69402"/>
                </a:cubicBezTo>
                <a:lnTo>
                  <a:pt x="275838" y="59380"/>
                </a:lnTo>
                <a:cubicBezTo>
                  <a:pt x="284121" y="55352"/>
                  <a:pt x="290025" y="51851"/>
                  <a:pt x="293548" y="48877"/>
                </a:cubicBezTo>
                <a:cubicBezTo>
                  <a:pt x="289613" y="45215"/>
                  <a:pt x="284098" y="43385"/>
                  <a:pt x="277005" y="433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c0a64272e49b3"/>
          <a:stretch xmlns:a="http://schemas.openxmlformats.org/drawingml/2006/main"/>
        </p:blipFill>
        <p:spPr>
          <a:xfrm xmlns:a="http://schemas.openxmlformats.org/drawingml/2006/main">
            <a:off x="856055" y="2063013"/>
            <a:ext cx="242516" cy="242516"/>
          </a:xfrm>
          <a:prstGeom xmlns:a="http://schemas.openxmlformats.org/drawingml/2006/main" prst="rect">
            <a:avLst/>
          </a:prstGeom>
        </p:spPr>
      </p:pic>
      <p:pic>
        <p:nvPicPr>
          <p:cNvPr id="4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44ab757f6417a"/>
          <a:stretch xmlns:a="http://schemas.openxmlformats.org/drawingml/2006/main"/>
        </p:blipFill>
        <p:spPr>
          <a:xfrm xmlns:a="http://schemas.openxmlformats.org/drawingml/2006/main">
            <a:off x="6435095" y="2272139"/>
            <a:ext cx="243102" cy="243102"/>
          </a:xfrm>
          <a:prstGeom xmlns:a="http://schemas.openxmlformats.org/drawingml/2006/main" prst="rect">
            <a:avLst/>
          </a:prstGeom>
        </p:spPr>
      </p:pic>
      <p:pic>
        <p:nvPicPr>
          <p:cNvPr id="4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8125b2e884cc8"/>
          <a:stretch xmlns:a="http://schemas.openxmlformats.org/drawingml/2006/main"/>
        </p:blipFill>
        <p:spPr>
          <a:xfrm xmlns:a="http://schemas.openxmlformats.org/drawingml/2006/main">
            <a:off x="7227080" y="4130257"/>
            <a:ext cx="243102" cy="243102"/>
          </a:xfrm>
          <a:prstGeom xmlns:a="http://schemas.openxmlformats.org/drawingml/2006/main" prst="rect">
            <a:avLst/>
          </a:prstGeom>
        </p:spPr>
      </p:pic>
      <p:pic>
        <p:nvPicPr>
          <p:cNvPr id="4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3b2068b5040ec"/>
          <a:stretch xmlns:a="http://schemas.openxmlformats.org/drawingml/2006/main"/>
        </p:blipFill>
        <p:spPr>
          <a:xfrm xmlns:a="http://schemas.openxmlformats.org/drawingml/2006/main">
            <a:off x="6483129" y="3959207"/>
            <a:ext cx="213227" cy="213227"/>
          </a:xfrm>
          <a:prstGeom xmlns:a="http://schemas.openxmlformats.org/drawingml/2006/main" prst="rect">
            <a:avLst/>
          </a:prstGeom>
        </p:spPr>
      </p:pic>
      <p:pic>
        <p:nvPicPr>
          <p:cNvPr id="4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4bba2a8634a06"/>
          <a:stretch xmlns:a="http://schemas.openxmlformats.org/drawingml/2006/main"/>
        </p:blipFill>
        <p:spPr>
          <a:xfrm xmlns:a="http://schemas.openxmlformats.org/drawingml/2006/main">
            <a:off x="7284487" y="2461349"/>
            <a:ext cx="213227" cy="213227"/>
          </a:xfrm>
          <a:prstGeom xmlns:a="http://schemas.openxmlformats.org/drawingml/2006/main" prst="rect">
            <a:avLst/>
          </a:prstGeom>
        </p:spPr>
      </p:pic>
      <p:sp>
        <p:nvSpPr>
          <p:cNvPr id="234" name="Text Search">
            <a:extLst xmlns:a="http://schemas.openxmlformats.org/drawingml/2006/main">
              <a:ext uri="{FF2B5EF4-FFF2-40B4-BE49-F238E27FC236}">
                <a16:creationId xmlns:a16="http://schemas.microsoft.com/office/drawing/2014/main" id="{071B2285-5AC4-4CEA-B008-3438E0FA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013" y="2850403"/>
            <a:ext cx="429034" cy="104069"/>
          </a:xfrm>
          <a:custGeom xmlns:a="http://schemas.openxmlformats.org/drawingml/2006/main">
            <a:pathLst>
              <a:path w="429034" h="104069">
                <a:moveTo>
                  <a:pt x="0" y="70020"/>
                </a:moveTo>
                <a:lnTo>
                  <a:pt x="12562" y="68922"/>
                </a:lnTo>
                <a:cubicBezTo>
                  <a:pt x="13157" y="73956"/>
                  <a:pt x="14542" y="78086"/>
                  <a:pt x="16716" y="81312"/>
                </a:cubicBezTo>
                <a:cubicBezTo>
                  <a:pt x="18889" y="84539"/>
                  <a:pt x="22265" y="87147"/>
                  <a:pt x="26841" y="89138"/>
                </a:cubicBezTo>
                <a:cubicBezTo>
                  <a:pt x="31417" y="91129"/>
                  <a:pt x="36566" y="92124"/>
                  <a:pt x="42287" y="92124"/>
                </a:cubicBezTo>
                <a:cubicBezTo>
                  <a:pt x="47366" y="92124"/>
                  <a:pt x="51851" y="91369"/>
                  <a:pt x="55741" y="89859"/>
                </a:cubicBezTo>
                <a:cubicBezTo>
                  <a:pt x="59631" y="88349"/>
                  <a:pt x="62526" y="86278"/>
                  <a:pt x="64425" y="83646"/>
                </a:cubicBezTo>
                <a:cubicBezTo>
                  <a:pt x="66324" y="81015"/>
                  <a:pt x="67274" y="78150"/>
                  <a:pt x="67274" y="75053"/>
                </a:cubicBezTo>
                <a:cubicBezTo>
                  <a:pt x="67274" y="71909"/>
                  <a:pt x="66359" y="69165"/>
                  <a:pt x="64528" y="66819"/>
                </a:cubicBezTo>
                <a:cubicBezTo>
                  <a:pt x="62698" y="64472"/>
                  <a:pt x="59677" y="62499"/>
                  <a:pt x="55467" y="60901"/>
                </a:cubicBezTo>
                <a:cubicBezTo>
                  <a:pt x="52767" y="59851"/>
                  <a:pt x="46794" y="58219"/>
                  <a:pt x="37550" y="56005"/>
                </a:cubicBezTo>
                <a:cubicBezTo>
                  <a:pt x="28305" y="53791"/>
                  <a:pt x="21830" y="51698"/>
                  <a:pt x="18123" y="49726"/>
                </a:cubicBezTo>
                <a:cubicBezTo>
                  <a:pt x="13318" y="47205"/>
                  <a:pt x="9736" y="44076"/>
                  <a:pt x="7380" y="40339"/>
                </a:cubicBezTo>
                <a:cubicBezTo>
                  <a:pt x="5023" y="36602"/>
                  <a:pt x="3844" y="32418"/>
                  <a:pt x="3844" y="27787"/>
                </a:cubicBezTo>
                <a:cubicBezTo>
                  <a:pt x="3844" y="22697"/>
                  <a:pt x="5286" y="17940"/>
                  <a:pt x="8169" y="13515"/>
                </a:cubicBezTo>
                <a:cubicBezTo>
                  <a:pt x="11052" y="9090"/>
                  <a:pt x="15263" y="5731"/>
                  <a:pt x="20800" y="3439"/>
                </a:cubicBezTo>
                <a:cubicBezTo>
                  <a:pt x="26338" y="1146"/>
                  <a:pt x="32493" y="0"/>
                  <a:pt x="39266" y="0"/>
                </a:cubicBezTo>
                <a:cubicBezTo>
                  <a:pt x="46726" y="0"/>
                  <a:pt x="53304" y="1201"/>
                  <a:pt x="59002" y="3604"/>
                </a:cubicBezTo>
                <a:cubicBezTo>
                  <a:pt x="64700" y="6007"/>
                  <a:pt x="69082" y="9542"/>
                  <a:pt x="72148" y="14210"/>
                </a:cubicBezTo>
                <a:cubicBezTo>
                  <a:pt x="75214" y="18878"/>
                  <a:pt x="76862" y="24164"/>
                  <a:pt x="77091" y="30067"/>
                </a:cubicBezTo>
                <a:lnTo>
                  <a:pt x="64322" y="31028"/>
                </a:lnTo>
                <a:cubicBezTo>
                  <a:pt x="63636" y="24734"/>
                  <a:pt x="61313" y="19981"/>
                  <a:pt x="57355" y="16767"/>
                </a:cubicBezTo>
                <a:cubicBezTo>
                  <a:pt x="53396" y="13552"/>
                  <a:pt x="47549" y="11945"/>
                  <a:pt x="39815" y="11945"/>
                </a:cubicBezTo>
                <a:cubicBezTo>
                  <a:pt x="31761" y="11945"/>
                  <a:pt x="25891" y="13417"/>
                  <a:pt x="22207" y="16362"/>
                </a:cubicBezTo>
                <a:cubicBezTo>
                  <a:pt x="18523" y="19305"/>
                  <a:pt x="16681" y="22854"/>
                  <a:pt x="16681" y="27008"/>
                </a:cubicBezTo>
                <a:cubicBezTo>
                  <a:pt x="16681" y="30614"/>
                  <a:pt x="17986" y="33581"/>
                  <a:pt x="20594" y="35909"/>
                </a:cubicBezTo>
                <a:cubicBezTo>
                  <a:pt x="23157" y="38237"/>
                  <a:pt x="29850" y="40623"/>
                  <a:pt x="40673" y="43065"/>
                </a:cubicBezTo>
                <a:cubicBezTo>
                  <a:pt x="51497" y="45507"/>
                  <a:pt x="58922" y="47640"/>
                  <a:pt x="62949" y="49467"/>
                </a:cubicBezTo>
                <a:cubicBezTo>
                  <a:pt x="68807" y="52162"/>
                  <a:pt x="73132" y="55577"/>
                  <a:pt x="75924" y="59710"/>
                </a:cubicBezTo>
                <a:cubicBezTo>
                  <a:pt x="78715" y="63843"/>
                  <a:pt x="80111" y="68604"/>
                  <a:pt x="80111" y="73993"/>
                </a:cubicBezTo>
                <a:cubicBezTo>
                  <a:pt x="80111" y="79337"/>
                  <a:pt x="78578" y="84373"/>
                  <a:pt x="75512" y="89099"/>
                </a:cubicBezTo>
                <a:cubicBezTo>
                  <a:pt x="72445" y="93826"/>
                  <a:pt x="68041" y="97503"/>
                  <a:pt x="62297" y="100130"/>
                </a:cubicBezTo>
                <a:cubicBezTo>
                  <a:pt x="56554" y="102756"/>
                  <a:pt x="50089" y="104069"/>
                  <a:pt x="42904" y="104069"/>
                </a:cubicBezTo>
                <a:cubicBezTo>
                  <a:pt x="33797" y="104069"/>
                  <a:pt x="26166" y="102742"/>
                  <a:pt x="20011" y="100087"/>
                </a:cubicBezTo>
                <a:cubicBezTo>
                  <a:pt x="13855" y="97433"/>
                  <a:pt x="9027" y="93440"/>
                  <a:pt x="5526" y="88108"/>
                </a:cubicBezTo>
                <a:cubicBezTo>
                  <a:pt x="2025" y="82777"/>
                  <a:pt x="183" y="76747"/>
                  <a:pt x="0" y="70020"/>
                </a:cubicBezTo>
                <a:close/>
                <a:moveTo>
                  <a:pt x="146584" y="78807"/>
                </a:moveTo>
                <a:lnTo>
                  <a:pt x="159353" y="80454"/>
                </a:lnTo>
                <a:cubicBezTo>
                  <a:pt x="157339" y="87935"/>
                  <a:pt x="153609" y="93742"/>
                  <a:pt x="148163" y="97873"/>
                </a:cubicBezTo>
                <a:cubicBezTo>
                  <a:pt x="142717" y="102004"/>
                  <a:pt x="135761" y="104069"/>
                  <a:pt x="127294" y="104069"/>
                </a:cubicBezTo>
                <a:cubicBezTo>
                  <a:pt x="116631" y="104069"/>
                  <a:pt x="108176" y="100785"/>
                  <a:pt x="101929" y="94218"/>
                </a:cubicBezTo>
                <a:cubicBezTo>
                  <a:pt x="95682" y="87651"/>
                  <a:pt x="92559" y="78441"/>
                  <a:pt x="92559" y="66588"/>
                </a:cubicBezTo>
                <a:cubicBezTo>
                  <a:pt x="92559" y="54323"/>
                  <a:pt x="95717" y="44804"/>
                  <a:pt x="102032" y="38030"/>
                </a:cubicBezTo>
                <a:cubicBezTo>
                  <a:pt x="108348" y="31257"/>
                  <a:pt x="116540" y="27871"/>
                  <a:pt x="126608" y="27871"/>
                </a:cubicBezTo>
                <a:cubicBezTo>
                  <a:pt x="136356" y="27871"/>
                  <a:pt x="144319" y="31184"/>
                  <a:pt x="150497" y="37809"/>
                </a:cubicBezTo>
                <a:cubicBezTo>
                  <a:pt x="156675" y="44434"/>
                  <a:pt x="159764" y="53754"/>
                  <a:pt x="159764" y="65770"/>
                </a:cubicBezTo>
                <a:cubicBezTo>
                  <a:pt x="159764" y="66501"/>
                  <a:pt x="159742" y="67597"/>
                  <a:pt x="159696" y="69059"/>
                </a:cubicBezTo>
                <a:lnTo>
                  <a:pt x="105327" y="69059"/>
                </a:lnTo>
                <a:cubicBezTo>
                  <a:pt x="105785" y="77091"/>
                  <a:pt x="108050" y="83240"/>
                  <a:pt x="112123" y="87508"/>
                </a:cubicBezTo>
                <a:cubicBezTo>
                  <a:pt x="116196" y="91775"/>
                  <a:pt x="121276" y="93909"/>
                  <a:pt x="127363" y="93909"/>
                </a:cubicBezTo>
                <a:cubicBezTo>
                  <a:pt x="131894" y="93909"/>
                  <a:pt x="135761" y="92708"/>
                  <a:pt x="138964" y="90307"/>
                </a:cubicBezTo>
                <a:cubicBezTo>
                  <a:pt x="142168" y="87905"/>
                  <a:pt x="144708" y="84071"/>
                  <a:pt x="146584" y="78807"/>
                </a:cubicBezTo>
                <a:moveTo>
                  <a:pt x="106014" y="58899"/>
                </a:moveTo>
                <a:lnTo>
                  <a:pt x="146721" y="58899"/>
                </a:lnTo>
                <a:cubicBezTo>
                  <a:pt x="146172" y="52787"/>
                  <a:pt x="144616" y="48202"/>
                  <a:pt x="142053" y="45146"/>
                </a:cubicBezTo>
                <a:cubicBezTo>
                  <a:pt x="138118" y="40402"/>
                  <a:pt x="133015" y="38030"/>
                  <a:pt x="126745" y="38030"/>
                </a:cubicBezTo>
                <a:cubicBezTo>
                  <a:pt x="121070" y="38030"/>
                  <a:pt x="116299" y="39924"/>
                  <a:pt x="112432" y="43711"/>
                </a:cubicBezTo>
                <a:cubicBezTo>
                  <a:pt x="108565" y="47497"/>
                  <a:pt x="106426" y="52559"/>
                  <a:pt x="106014" y="58899"/>
                </a:cubicBezTo>
                <a:close/>
                <a:moveTo>
                  <a:pt x="222160" y="93223"/>
                </a:moveTo>
                <a:cubicBezTo>
                  <a:pt x="217583" y="97188"/>
                  <a:pt x="213179" y="99988"/>
                  <a:pt x="208945" y="101621"/>
                </a:cubicBezTo>
                <a:cubicBezTo>
                  <a:pt x="204712" y="103253"/>
                  <a:pt x="200170" y="104069"/>
                  <a:pt x="195319" y="104069"/>
                </a:cubicBezTo>
                <a:cubicBezTo>
                  <a:pt x="187310" y="104069"/>
                  <a:pt x="181155" y="102112"/>
                  <a:pt x="176853" y="98199"/>
                </a:cubicBezTo>
                <a:cubicBezTo>
                  <a:pt x="172551" y="94287"/>
                  <a:pt x="170400" y="89287"/>
                  <a:pt x="170400" y="83200"/>
                </a:cubicBezTo>
                <a:cubicBezTo>
                  <a:pt x="170400" y="79630"/>
                  <a:pt x="171212" y="76370"/>
                  <a:pt x="172837" y="73418"/>
                </a:cubicBezTo>
                <a:cubicBezTo>
                  <a:pt x="174462" y="70466"/>
                  <a:pt x="176590" y="68098"/>
                  <a:pt x="179221" y="66313"/>
                </a:cubicBezTo>
                <a:cubicBezTo>
                  <a:pt x="181853" y="64528"/>
                  <a:pt x="184816" y="63178"/>
                  <a:pt x="188111" y="62263"/>
                </a:cubicBezTo>
                <a:cubicBezTo>
                  <a:pt x="190537" y="61622"/>
                  <a:pt x="194198" y="61004"/>
                  <a:pt x="199095" y="60409"/>
                </a:cubicBezTo>
                <a:cubicBezTo>
                  <a:pt x="209071" y="59219"/>
                  <a:pt x="216416" y="57801"/>
                  <a:pt x="221130" y="56153"/>
                </a:cubicBezTo>
                <a:cubicBezTo>
                  <a:pt x="221176" y="54467"/>
                  <a:pt x="221199" y="53396"/>
                  <a:pt x="221199" y="52940"/>
                </a:cubicBezTo>
                <a:cubicBezTo>
                  <a:pt x="221199" y="47924"/>
                  <a:pt x="220032" y="44391"/>
                  <a:pt x="217698" y="42340"/>
                </a:cubicBezTo>
                <a:cubicBezTo>
                  <a:pt x="214540" y="39559"/>
                  <a:pt x="209849" y="38168"/>
                  <a:pt x="203625" y="38168"/>
                </a:cubicBezTo>
                <a:cubicBezTo>
                  <a:pt x="197813" y="38168"/>
                  <a:pt x="193523" y="39186"/>
                  <a:pt x="190754" y="41223"/>
                </a:cubicBezTo>
                <a:cubicBezTo>
                  <a:pt x="187985" y="43259"/>
                  <a:pt x="185937" y="46863"/>
                  <a:pt x="184610" y="52034"/>
                </a:cubicBezTo>
                <a:lnTo>
                  <a:pt x="172528" y="50387"/>
                </a:lnTo>
                <a:cubicBezTo>
                  <a:pt x="173626" y="45200"/>
                  <a:pt x="175434" y="41011"/>
                  <a:pt x="177951" y="37820"/>
                </a:cubicBezTo>
                <a:cubicBezTo>
                  <a:pt x="180468" y="34630"/>
                  <a:pt x="184107" y="32174"/>
                  <a:pt x="188866" y="30454"/>
                </a:cubicBezTo>
                <a:cubicBezTo>
                  <a:pt x="193626" y="28732"/>
                  <a:pt x="199140" y="27871"/>
                  <a:pt x="205410" y="27871"/>
                </a:cubicBezTo>
                <a:cubicBezTo>
                  <a:pt x="211634" y="27871"/>
                  <a:pt x="216691" y="28606"/>
                  <a:pt x="220581" y="30076"/>
                </a:cubicBezTo>
                <a:cubicBezTo>
                  <a:pt x="224471" y="31545"/>
                  <a:pt x="227331" y="33393"/>
                  <a:pt x="229162" y="35621"/>
                </a:cubicBezTo>
                <a:cubicBezTo>
                  <a:pt x="230992" y="37848"/>
                  <a:pt x="232274" y="40661"/>
                  <a:pt x="233006" y="44061"/>
                </a:cubicBezTo>
                <a:cubicBezTo>
                  <a:pt x="233418" y="46173"/>
                  <a:pt x="233624" y="49967"/>
                  <a:pt x="233624" y="55443"/>
                </a:cubicBezTo>
                <a:lnTo>
                  <a:pt x="233624" y="71871"/>
                </a:lnTo>
                <a:cubicBezTo>
                  <a:pt x="233624" y="83325"/>
                  <a:pt x="233887" y="90580"/>
                  <a:pt x="234413" y="93634"/>
                </a:cubicBezTo>
                <a:cubicBezTo>
                  <a:pt x="234940" y="96689"/>
                  <a:pt x="235981" y="99618"/>
                  <a:pt x="237537" y="102421"/>
                </a:cubicBezTo>
                <a:lnTo>
                  <a:pt x="224631" y="102421"/>
                </a:lnTo>
                <a:cubicBezTo>
                  <a:pt x="223350" y="99800"/>
                  <a:pt x="222526" y="96734"/>
                  <a:pt x="222160" y="93223"/>
                </a:cubicBezTo>
                <a:moveTo>
                  <a:pt x="221130" y="65901"/>
                </a:moveTo>
                <a:cubicBezTo>
                  <a:pt x="216645" y="67723"/>
                  <a:pt x="209918" y="69272"/>
                  <a:pt x="200948" y="70548"/>
                </a:cubicBezTo>
                <a:cubicBezTo>
                  <a:pt x="195868" y="71276"/>
                  <a:pt x="192276" y="72095"/>
                  <a:pt x="190170" y="73006"/>
                </a:cubicBezTo>
                <a:cubicBezTo>
                  <a:pt x="188065" y="73917"/>
                  <a:pt x="186441" y="75249"/>
                  <a:pt x="185296" y="77003"/>
                </a:cubicBezTo>
                <a:cubicBezTo>
                  <a:pt x="184152" y="78756"/>
                  <a:pt x="183580" y="80703"/>
                  <a:pt x="183580" y="82844"/>
                </a:cubicBezTo>
                <a:cubicBezTo>
                  <a:pt x="183580" y="86123"/>
                  <a:pt x="184827" y="88856"/>
                  <a:pt x="187322" y="91043"/>
                </a:cubicBezTo>
                <a:cubicBezTo>
                  <a:pt x="189816" y="93228"/>
                  <a:pt x="193465" y="94321"/>
                  <a:pt x="198271" y="94321"/>
                </a:cubicBezTo>
                <a:cubicBezTo>
                  <a:pt x="203030" y="94321"/>
                  <a:pt x="207264" y="93283"/>
                  <a:pt x="210970" y="91208"/>
                </a:cubicBezTo>
                <a:cubicBezTo>
                  <a:pt x="214677" y="89132"/>
                  <a:pt x="217400" y="86295"/>
                  <a:pt x="219139" y="82698"/>
                </a:cubicBezTo>
                <a:cubicBezTo>
                  <a:pt x="220467" y="79922"/>
                  <a:pt x="221130" y="75826"/>
                  <a:pt x="221130" y="70408"/>
                </a:cubicBezTo>
                <a:lnTo>
                  <a:pt x="221130" y="65901"/>
                </a:lnTo>
                <a:close/>
                <a:moveTo>
                  <a:pt x="252360" y="102421"/>
                </a:moveTo>
                <a:lnTo>
                  <a:pt x="252360" y="29518"/>
                </a:lnTo>
                <a:lnTo>
                  <a:pt x="263481" y="29518"/>
                </a:lnTo>
                <a:lnTo>
                  <a:pt x="263481" y="40570"/>
                </a:lnTo>
                <a:cubicBezTo>
                  <a:pt x="266318" y="35399"/>
                  <a:pt x="268938" y="31989"/>
                  <a:pt x="271341" y="30342"/>
                </a:cubicBezTo>
                <a:cubicBezTo>
                  <a:pt x="273744" y="28694"/>
                  <a:pt x="276386" y="27871"/>
                  <a:pt x="279270" y="27871"/>
                </a:cubicBezTo>
                <a:cubicBezTo>
                  <a:pt x="283434" y="27871"/>
                  <a:pt x="287667" y="29198"/>
                  <a:pt x="291969" y="31852"/>
                </a:cubicBezTo>
                <a:lnTo>
                  <a:pt x="287713" y="43308"/>
                </a:lnTo>
                <a:cubicBezTo>
                  <a:pt x="284693" y="41529"/>
                  <a:pt x="281672" y="40639"/>
                  <a:pt x="278652" y="40639"/>
                </a:cubicBezTo>
                <a:cubicBezTo>
                  <a:pt x="275952" y="40639"/>
                  <a:pt x="273526" y="41451"/>
                  <a:pt x="271375" y="43076"/>
                </a:cubicBezTo>
                <a:cubicBezTo>
                  <a:pt x="269224" y="44701"/>
                  <a:pt x="267691" y="46955"/>
                  <a:pt x="266776" y="49838"/>
                </a:cubicBezTo>
                <a:cubicBezTo>
                  <a:pt x="265403" y="54231"/>
                  <a:pt x="264716" y="59036"/>
                  <a:pt x="264716" y="64254"/>
                </a:cubicBezTo>
                <a:lnTo>
                  <a:pt x="264716" y="102421"/>
                </a:lnTo>
                <a:lnTo>
                  <a:pt x="252360" y="102421"/>
                </a:lnTo>
                <a:close/>
                <a:moveTo>
                  <a:pt x="346933" y="75649"/>
                </a:moveTo>
                <a:lnTo>
                  <a:pt x="359083" y="77296"/>
                </a:lnTo>
                <a:cubicBezTo>
                  <a:pt x="357756" y="85671"/>
                  <a:pt x="354358" y="92227"/>
                  <a:pt x="348889" y="96964"/>
                </a:cubicBezTo>
                <a:cubicBezTo>
                  <a:pt x="343420" y="101700"/>
                  <a:pt x="336704" y="104069"/>
                  <a:pt x="328741" y="104069"/>
                </a:cubicBezTo>
                <a:cubicBezTo>
                  <a:pt x="318765" y="104069"/>
                  <a:pt x="310744" y="100808"/>
                  <a:pt x="304680" y="94287"/>
                </a:cubicBezTo>
                <a:cubicBezTo>
                  <a:pt x="298617" y="87765"/>
                  <a:pt x="295585" y="78418"/>
                  <a:pt x="295585" y="66244"/>
                </a:cubicBezTo>
                <a:cubicBezTo>
                  <a:pt x="295585" y="58373"/>
                  <a:pt x="296889" y="51485"/>
                  <a:pt x="299498" y="45582"/>
                </a:cubicBezTo>
                <a:cubicBezTo>
                  <a:pt x="302106" y="39678"/>
                  <a:pt x="306076" y="35250"/>
                  <a:pt x="311408" y="32298"/>
                </a:cubicBezTo>
                <a:cubicBezTo>
                  <a:pt x="316739" y="29347"/>
                  <a:pt x="322540" y="27871"/>
                  <a:pt x="328810" y="27871"/>
                </a:cubicBezTo>
                <a:cubicBezTo>
                  <a:pt x="336727" y="27871"/>
                  <a:pt x="343203" y="29861"/>
                  <a:pt x="348237" y="33843"/>
                </a:cubicBezTo>
                <a:cubicBezTo>
                  <a:pt x="353271" y="37823"/>
                  <a:pt x="356497" y="43475"/>
                  <a:pt x="357916" y="50799"/>
                </a:cubicBezTo>
                <a:lnTo>
                  <a:pt x="345903" y="52721"/>
                </a:lnTo>
                <a:cubicBezTo>
                  <a:pt x="344759" y="47847"/>
                  <a:pt x="342734" y="44180"/>
                  <a:pt x="339828" y="41720"/>
                </a:cubicBezTo>
                <a:cubicBezTo>
                  <a:pt x="336922" y="39260"/>
                  <a:pt x="333409" y="38030"/>
                  <a:pt x="329290" y="38030"/>
                </a:cubicBezTo>
                <a:cubicBezTo>
                  <a:pt x="323066" y="38030"/>
                  <a:pt x="318009" y="40261"/>
                  <a:pt x="314119" y="44723"/>
                </a:cubicBezTo>
                <a:cubicBezTo>
                  <a:pt x="310229" y="49186"/>
                  <a:pt x="308284" y="56245"/>
                  <a:pt x="308284" y="65901"/>
                </a:cubicBezTo>
                <a:cubicBezTo>
                  <a:pt x="308284" y="75695"/>
                  <a:pt x="310161" y="82811"/>
                  <a:pt x="313913" y="87250"/>
                </a:cubicBezTo>
                <a:cubicBezTo>
                  <a:pt x="317666" y="91689"/>
                  <a:pt x="322563" y="93909"/>
                  <a:pt x="328604" y="93909"/>
                </a:cubicBezTo>
                <a:cubicBezTo>
                  <a:pt x="333455" y="93909"/>
                  <a:pt x="337505" y="92416"/>
                  <a:pt x="340754" y="89430"/>
                </a:cubicBezTo>
                <a:cubicBezTo>
                  <a:pt x="344004" y="86444"/>
                  <a:pt x="346063" y="81850"/>
                  <a:pt x="346933" y="75649"/>
                </a:cubicBezTo>
                <a:close/>
                <a:moveTo>
                  <a:pt x="369655" y="102421"/>
                </a:moveTo>
                <a:lnTo>
                  <a:pt x="369655" y="1785"/>
                </a:lnTo>
                <a:lnTo>
                  <a:pt x="382011" y="1785"/>
                </a:lnTo>
                <a:lnTo>
                  <a:pt x="382011" y="37957"/>
                </a:lnTo>
                <a:cubicBezTo>
                  <a:pt x="387778" y="31233"/>
                  <a:pt x="395054" y="27871"/>
                  <a:pt x="403841" y="27871"/>
                </a:cubicBezTo>
                <a:cubicBezTo>
                  <a:pt x="409241" y="27871"/>
                  <a:pt x="413932" y="28935"/>
                  <a:pt x="417914" y="31063"/>
                </a:cubicBezTo>
                <a:cubicBezTo>
                  <a:pt x="421895" y="33191"/>
                  <a:pt x="424744" y="36131"/>
                  <a:pt x="426460" y="39884"/>
                </a:cubicBezTo>
                <a:cubicBezTo>
                  <a:pt x="428176" y="43637"/>
                  <a:pt x="429034" y="49083"/>
                  <a:pt x="429034" y="56222"/>
                </a:cubicBezTo>
                <a:lnTo>
                  <a:pt x="429034" y="102421"/>
                </a:lnTo>
                <a:lnTo>
                  <a:pt x="416678" y="102421"/>
                </a:lnTo>
                <a:lnTo>
                  <a:pt x="416678" y="56271"/>
                </a:lnTo>
                <a:cubicBezTo>
                  <a:pt x="416678" y="50100"/>
                  <a:pt x="415339" y="45609"/>
                  <a:pt x="412662" y="42797"/>
                </a:cubicBezTo>
                <a:cubicBezTo>
                  <a:pt x="409985" y="39985"/>
                  <a:pt x="406198" y="38580"/>
                  <a:pt x="401301" y="38580"/>
                </a:cubicBezTo>
                <a:cubicBezTo>
                  <a:pt x="397640" y="38580"/>
                  <a:pt x="394196" y="39528"/>
                  <a:pt x="390970" y="41426"/>
                </a:cubicBezTo>
                <a:cubicBezTo>
                  <a:pt x="387743" y="43323"/>
                  <a:pt x="385444" y="45894"/>
                  <a:pt x="384071" y="49141"/>
                </a:cubicBezTo>
                <a:cubicBezTo>
                  <a:pt x="382698" y="52385"/>
                  <a:pt x="382011" y="56865"/>
                  <a:pt x="382011" y="62580"/>
                </a:cubicBezTo>
                <a:lnTo>
                  <a:pt x="382011" y="102421"/>
                </a:lnTo>
                <a:lnTo>
                  <a:pt x="369655" y="102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Func_in_class">
            <a:extLst xmlns:a="http://schemas.openxmlformats.org/drawingml/2006/main">
              <a:ext uri="{FF2B5EF4-FFF2-40B4-BE49-F238E27FC236}">
                <a16:creationId xmlns:a16="http://schemas.microsoft.com/office/drawing/2014/main" id="{315EBCCD-6546-40F0-8BDB-2BF2ECB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230" y="3020895"/>
            <a:ext cx="879887" cy="128644"/>
          </a:xfrm>
          <a:custGeom xmlns:a="http://schemas.openxmlformats.org/drawingml/2006/main">
            <a:pathLst>
              <a:path w="879887" h="128644">
                <a:moveTo>
                  <a:pt x="0" y="100636"/>
                </a:moveTo>
                <a:lnTo>
                  <a:pt x="0" y="0"/>
                </a:lnTo>
                <a:lnTo>
                  <a:pt x="67892" y="0"/>
                </a:lnTo>
                <a:lnTo>
                  <a:pt x="67892" y="11945"/>
                </a:lnTo>
                <a:lnTo>
                  <a:pt x="13318" y="11945"/>
                </a:lnTo>
                <a:lnTo>
                  <a:pt x="13318" y="42973"/>
                </a:lnTo>
                <a:lnTo>
                  <a:pt x="60547" y="42973"/>
                </a:lnTo>
                <a:lnTo>
                  <a:pt x="60547" y="54918"/>
                </a:lnTo>
                <a:lnTo>
                  <a:pt x="13318" y="54918"/>
                </a:lnTo>
                <a:lnTo>
                  <a:pt x="13318" y="100636"/>
                </a:lnTo>
                <a:lnTo>
                  <a:pt x="0" y="100636"/>
                </a:lnTo>
                <a:close/>
                <a:moveTo>
                  <a:pt x="131623" y="100636"/>
                </a:moveTo>
                <a:lnTo>
                  <a:pt x="131623" y="89861"/>
                </a:lnTo>
                <a:cubicBezTo>
                  <a:pt x="125949" y="98143"/>
                  <a:pt x="118237" y="102284"/>
                  <a:pt x="108489" y="102284"/>
                </a:cubicBezTo>
                <a:cubicBezTo>
                  <a:pt x="104188" y="102284"/>
                  <a:pt x="100172" y="101460"/>
                  <a:pt x="96442" y="99813"/>
                </a:cubicBezTo>
                <a:cubicBezTo>
                  <a:pt x="92712" y="98165"/>
                  <a:pt x="89943" y="96094"/>
                  <a:pt x="88136" y="93600"/>
                </a:cubicBezTo>
                <a:cubicBezTo>
                  <a:pt x="86328" y="91106"/>
                  <a:pt x="85058" y="88051"/>
                  <a:pt x="84326" y="84436"/>
                </a:cubicBezTo>
                <a:cubicBezTo>
                  <a:pt x="83822" y="82010"/>
                  <a:pt x="83571" y="78166"/>
                  <a:pt x="83571" y="72903"/>
                </a:cubicBezTo>
                <a:lnTo>
                  <a:pt x="83571" y="27733"/>
                </a:lnTo>
                <a:lnTo>
                  <a:pt x="95927" y="27733"/>
                </a:lnTo>
                <a:lnTo>
                  <a:pt x="95927" y="68124"/>
                </a:lnTo>
                <a:cubicBezTo>
                  <a:pt x="95927" y="74569"/>
                  <a:pt x="96179" y="78912"/>
                  <a:pt x="96682" y="81151"/>
                </a:cubicBezTo>
                <a:cubicBezTo>
                  <a:pt x="97460" y="84398"/>
                  <a:pt x="99108" y="86947"/>
                  <a:pt x="101625" y="88799"/>
                </a:cubicBezTo>
                <a:cubicBezTo>
                  <a:pt x="104142" y="90650"/>
                  <a:pt x="107254" y="91575"/>
                  <a:pt x="110961" y="91575"/>
                </a:cubicBezTo>
                <a:cubicBezTo>
                  <a:pt x="114668" y="91575"/>
                  <a:pt x="118146" y="90627"/>
                  <a:pt x="121395" y="88731"/>
                </a:cubicBezTo>
                <a:cubicBezTo>
                  <a:pt x="124644" y="86833"/>
                  <a:pt x="126944" y="84250"/>
                  <a:pt x="128294" y="80982"/>
                </a:cubicBezTo>
                <a:cubicBezTo>
                  <a:pt x="129644" y="77713"/>
                  <a:pt x="130319" y="72970"/>
                  <a:pt x="130319" y="66753"/>
                </a:cubicBezTo>
                <a:lnTo>
                  <a:pt x="130319" y="27733"/>
                </a:lnTo>
                <a:lnTo>
                  <a:pt x="142676" y="27733"/>
                </a:lnTo>
                <a:lnTo>
                  <a:pt x="142676" y="100636"/>
                </a:lnTo>
                <a:lnTo>
                  <a:pt x="131623" y="100636"/>
                </a:lnTo>
                <a:close/>
                <a:moveTo>
                  <a:pt x="161755" y="100636"/>
                </a:moveTo>
                <a:lnTo>
                  <a:pt x="161755" y="27733"/>
                </a:lnTo>
                <a:lnTo>
                  <a:pt x="172876" y="27733"/>
                </a:lnTo>
                <a:lnTo>
                  <a:pt x="172876" y="38099"/>
                </a:lnTo>
                <a:cubicBezTo>
                  <a:pt x="178230" y="30090"/>
                  <a:pt x="185964" y="26086"/>
                  <a:pt x="196078" y="26086"/>
                </a:cubicBezTo>
                <a:cubicBezTo>
                  <a:pt x="200472" y="26086"/>
                  <a:pt x="204510" y="26875"/>
                  <a:pt x="208195" y="28454"/>
                </a:cubicBezTo>
                <a:cubicBezTo>
                  <a:pt x="211879" y="30033"/>
                  <a:pt x="214636" y="32104"/>
                  <a:pt x="216467" y="34667"/>
                </a:cubicBezTo>
                <a:cubicBezTo>
                  <a:pt x="218297" y="37230"/>
                  <a:pt x="219578" y="40273"/>
                  <a:pt x="220311" y="43797"/>
                </a:cubicBezTo>
                <a:cubicBezTo>
                  <a:pt x="220768" y="46085"/>
                  <a:pt x="220997" y="50089"/>
                  <a:pt x="220997" y="55810"/>
                </a:cubicBezTo>
                <a:lnTo>
                  <a:pt x="220997" y="100636"/>
                </a:lnTo>
                <a:lnTo>
                  <a:pt x="208641" y="100636"/>
                </a:lnTo>
                <a:lnTo>
                  <a:pt x="208641" y="56291"/>
                </a:lnTo>
                <a:cubicBezTo>
                  <a:pt x="208641" y="51256"/>
                  <a:pt x="208160" y="47492"/>
                  <a:pt x="207199" y="44998"/>
                </a:cubicBezTo>
                <a:cubicBezTo>
                  <a:pt x="206238" y="42504"/>
                  <a:pt x="204533" y="40513"/>
                  <a:pt x="202085" y="39026"/>
                </a:cubicBezTo>
                <a:cubicBezTo>
                  <a:pt x="199637" y="37538"/>
                  <a:pt x="196765" y="36795"/>
                  <a:pt x="193470" y="36795"/>
                </a:cubicBezTo>
                <a:cubicBezTo>
                  <a:pt x="188207" y="36795"/>
                  <a:pt x="183665" y="38465"/>
                  <a:pt x="179843" y="41806"/>
                </a:cubicBezTo>
                <a:cubicBezTo>
                  <a:pt x="176022" y="45147"/>
                  <a:pt x="174111" y="51485"/>
                  <a:pt x="174111" y="60821"/>
                </a:cubicBezTo>
                <a:lnTo>
                  <a:pt x="174111" y="100636"/>
                </a:lnTo>
                <a:lnTo>
                  <a:pt x="161755" y="100636"/>
                </a:lnTo>
                <a:close/>
                <a:moveTo>
                  <a:pt x="287237" y="73864"/>
                </a:moveTo>
                <a:lnTo>
                  <a:pt x="299387" y="75512"/>
                </a:lnTo>
                <a:cubicBezTo>
                  <a:pt x="298060" y="83887"/>
                  <a:pt x="294662" y="90442"/>
                  <a:pt x="289193" y="95179"/>
                </a:cubicBezTo>
                <a:cubicBezTo>
                  <a:pt x="283725" y="99916"/>
                  <a:pt x="277009" y="102284"/>
                  <a:pt x="269046" y="102284"/>
                </a:cubicBezTo>
                <a:cubicBezTo>
                  <a:pt x="259069" y="102284"/>
                  <a:pt x="251049" y="99023"/>
                  <a:pt x="244985" y="92502"/>
                </a:cubicBezTo>
                <a:cubicBezTo>
                  <a:pt x="238921" y="85980"/>
                  <a:pt x="235889" y="76633"/>
                  <a:pt x="235889" y="64460"/>
                </a:cubicBezTo>
                <a:cubicBezTo>
                  <a:pt x="235889" y="56588"/>
                  <a:pt x="237193" y="49700"/>
                  <a:pt x="239802" y="43797"/>
                </a:cubicBezTo>
                <a:cubicBezTo>
                  <a:pt x="242410" y="37893"/>
                  <a:pt x="246381" y="33465"/>
                  <a:pt x="251712" y="30514"/>
                </a:cubicBezTo>
                <a:cubicBezTo>
                  <a:pt x="257044" y="27562"/>
                  <a:pt x="262844" y="26086"/>
                  <a:pt x="269114" y="26086"/>
                </a:cubicBezTo>
                <a:cubicBezTo>
                  <a:pt x="277031" y="26086"/>
                  <a:pt x="283507" y="28077"/>
                  <a:pt x="288541" y="32058"/>
                </a:cubicBezTo>
                <a:cubicBezTo>
                  <a:pt x="293575" y="36038"/>
                  <a:pt x="296802" y="41690"/>
                  <a:pt x="298220" y="49014"/>
                </a:cubicBezTo>
                <a:lnTo>
                  <a:pt x="286207" y="50936"/>
                </a:lnTo>
                <a:cubicBezTo>
                  <a:pt x="285063" y="46062"/>
                  <a:pt x="283038" y="42395"/>
                  <a:pt x="280132" y="39935"/>
                </a:cubicBezTo>
                <a:cubicBezTo>
                  <a:pt x="277226" y="37476"/>
                  <a:pt x="273714" y="36246"/>
                  <a:pt x="269595" y="36246"/>
                </a:cubicBezTo>
                <a:cubicBezTo>
                  <a:pt x="263371" y="36246"/>
                  <a:pt x="258314" y="38477"/>
                  <a:pt x="254424" y="42939"/>
                </a:cubicBezTo>
                <a:cubicBezTo>
                  <a:pt x="250534" y="47401"/>
                  <a:pt x="248589" y="54460"/>
                  <a:pt x="248589" y="64116"/>
                </a:cubicBezTo>
                <a:cubicBezTo>
                  <a:pt x="248589" y="73910"/>
                  <a:pt x="250465" y="81026"/>
                  <a:pt x="254218" y="85465"/>
                </a:cubicBezTo>
                <a:cubicBezTo>
                  <a:pt x="257970" y="89905"/>
                  <a:pt x="262867" y="92124"/>
                  <a:pt x="268908" y="92124"/>
                </a:cubicBezTo>
                <a:cubicBezTo>
                  <a:pt x="273759" y="92124"/>
                  <a:pt x="277809" y="90631"/>
                  <a:pt x="281059" y="87645"/>
                </a:cubicBezTo>
                <a:cubicBezTo>
                  <a:pt x="284308" y="84659"/>
                  <a:pt x="286367" y="80065"/>
                  <a:pt x="287237" y="73864"/>
                </a:cubicBezTo>
                <a:close/>
                <a:moveTo>
                  <a:pt x="298564" y="128644"/>
                </a:moveTo>
                <a:lnTo>
                  <a:pt x="298564" y="119720"/>
                </a:lnTo>
                <a:lnTo>
                  <a:pt x="380460" y="119720"/>
                </a:lnTo>
                <a:lnTo>
                  <a:pt x="380460" y="128644"/>
                </a:lnTo>
                <a:lnTo>
                  <a:pt x="298564" y="128644"/>
                </a:lnTo>
                <a:close/>
                <a:moveTo>
                  <a:pt x="387938" y="14141"/>
                </a:moveTo>
                <a:lnTo>
                  <a:pt x="387938" y="0"/>
                </a:lnTo>
                <a:lnTo>
                  <a:pt x="400294" y="0"/>
                </a:lnTo>
                <a:lnTo>
                  <a:pt x="400294" y="14141"/>
                </a:lnTo>
                <a:lnTo>
                  <a:pt x="387938" y="14141"/>
                </a:lnTo>
                <a:moveTo>
                  <a:pt x="387938" y="100636"/>
                </a:moveTo>
                <a:lnTo>
                  <a:pt x="387938" y="27733"/>
                </a:lnTo>
                <a:lnTo>
                  <a:pt x="400294" y="27733"/>
                </a:lnTo>
                <a:lnTo>
                  <a:pt x="400294" y="100636"/>
                </a:lnTo>
                <a:lnTo>
                  <a:pt x="387938" y="100636"/>
                </a:lnTo>
                <a:close/>
                <a:moveTo>
                  <a:pt x="418917" y="100636"/>
                </a:moveTo>
                <a:lnTo>
                  <a:pt x="418917" y="27733"/>
                </a:lnTo>
                <a:lnTo>
                  <a:pt x="430038" y="27733"/>
                </a:lnTo>
                <a:lnTo>
                  <a:pt x="430038" y="38099"/>
                </a:lnTo>
                <a:cubicBezTo>
                  <a:pt x="435392" y="30090"/>
                  <a:pt x="443126" y="26086"/>
                  <a:pt x="453240" y="26086"/>
                </a:cubicBezTo>
                <a:cubicBezTo>
                  <a:pt x="457634" y="26086"/>
                  <a:pt x="461672" y="26875"/>
                  <a:pt x="465356" y="28454"/>
                </a:cubicBezTo>
                <a:cubicBezTo>
                  <a:pt x="469040" y="30033"/>
                  <a:pt x="471798" y="32104"/>
                  <a:pt x="473628" y="34667"/>
                </a:cubicBezTo>
                <a:cubicBezTo>
                  <a:pt x="475459" y="37230"/>
                  <a:pt x="476740" y="40273"/>
                  <a:pt x="477473" y="43797"/>
                </a:cubicBezTo>
                <a:cubicBezTo>
                  <a:pt x="477930" y="46085"/>
                  <a:pt x="478159" y="50089"/>
                  <a:pt x="478159" y="55810"/>
                </a:cubicBezTo>
                <a:lnTo>
                  <a:pt x="478159" y="100636"/>
                </a:lnTo>
                <a:lnTo>
                  <a:pt x="465803" y="100636"/>
                </a:lnTo>
                <a:lnTo>
                  <a:pt x="465803" y="56291"/>
                </a:lnTo>
                <a:cubicBezTo>
                  <a:pt x="465803" y="51256"/>
                  <a:pt x="465322" y="47492"/>
                  <a:pt x="464361" y="44998"/>
                </a:cubicBezTo>
                <a:cubicBezTo>
                  <a:pt x="463400" y="42504"/>
                  <a:pt x="461695" y="40513"/>
                  <a:pt x="459247" y="39026"/>
                </a:cubicBezTo>
                <a:cubicBezTo>
                  <a:pt x="456798" y="37538"/>
                  <a:pt x="453927" y="36795"/>
                  <a:pt x="450632" y="36795"/>
                </a:cubicBezTo>
                <a:cubicBezTo>
                  <a:pt x="445369" y="36795"/>
                  <a:pt x="440827" y="38465"/>
                  <a:pt x="437005" y="41806"/>
                </a:cubicBezTo>
                <a:cubicBezTo>
                  <a:pt x="433184" y="45147"/>
                  <a:pt x="431273" y="51485"/>
                  <a:pt x="431273" y="60821"/>
                </a:cubicBezTo>
                <a:lnTo>
                  <a:pt x="431273" y="100636"/>
                </a:lnTo>
                <a:lnTo>
                  <a:pt x="418917" y="100636"/>
                </a:lnTo>
                <a:close/>
                <a:moveTo>
                  <a:pt x="485431" y="128644"/>
                </a:moveTo>
                <a:lnTo>
                  <a:pt x="485431" y="119720"/>
                </a:lnTo>
                <a:lnTo>
                  <a:pt x="567327" y="119720"/>
                </a:lnTo>
                <a:lnTo>
                  <a:pt x="567327" y="128644"/>
                </a:lnTo>
                <a:lnTo>
                  <a:pt x="485431" y="128644"/>
                </a:lnTo>
                <a:close/>
                <a:moveTo>
                  <a:pt x="622309" y="73864"/>
                </a:moveTo>
                <a:lnTo>
                  <a:pt x="634459" y="75512"/>
                </a:lnTo>
                <a:cubicBezTo>
                  <a:pt x="633132" y="83887"/>
                  <a:pt x="629734" y="90442"/>
                  <a:pt x="624265" y="95179"/>
                </a:cubicBezTo>
                <a:cubicBezTo>
                  <a:pt x="618796" y="99916"/>
                  <a:pt x="612080" y="102284"/>
                  <a:pt x="604117" y="102284"/>
                </a:cubicBezTo>
                <a:cubicBezTo>
                  <a:pt x="594140" y="102284"/>
                  <a:pt x="586120" y="99023"/>
                  <a:pt x="580056" y="92502"/>
                </a:cubicBezTo>
                <a:cubicBezTo>
                  <a:pt x="573993" y="85980"/>
                  <a:pt x="570961" y="76633"/>
                  <a:pt x="570961" y="64460"/>
                </a:cubicBezTo>
                <a:cubicBezTo>
                  <a:pt x="570961" y="56588"/>
                  <a:pt x="572265" y="49700"/>
                  <a:pt x="574873" y="43797"/>
                </a:cubicBezTo>
                <a:cubicBezTo>
                  <a:pt x="577482" y="37893"/>
                  <a:pt x="581452" y="33465"/>
                  <a:pt x="586784" y="30514"/>
                </a:cubicBezTo>
                <a:cubicBezTo>
                  <a:pt x="592115" y="27562"/>
                  <a:pt x="597916" y="26086"/>
                  <a:pt x="604186" y="26086"/>
                </a:cubicBezTo>
                <a:cubicBezTo>
                  <a:pt x="612103" y="26086"/>
                  <a:pt x="618579" y="28077"/>
                  <a:pt x="623613" y="32058"/>
                </a:cubicBezTo>
                <a:cubicBezTo>
                  <a:pt x="628647" y="36038"/>
                  <a:pt x="631873" y="41690"/>
                  <a:pt x="633292" y="49014"/>
                </a:cubicBezTo>
                <a:lnTo>
                  <a:pt x="621279" y="50936"/>
                </a:lnTo>
                <a:cubicBezTo>
                  <a:pt x="620135" y="46062"/>
                  <a:pt x="618110" y="42395"/>
                  <a:pt x="615204" y="39935"/>
                </a:cubicBezTo>
                <a:cubicBezTo>
                  <a:pt x="612298" y="37476"/>
                  <a:pt x="608785" y="36246"/>
                  <a:pt x="604666" y="36246"/>
                </a:cubicBezTo>
                <a:cubicBezTo>
                  <a:pt x="598442" y="36246"/>
                  <a:pt x="593385" y="38477"/>
                  <a:pt x="589495" y="42939"/>
                </a:cubicBezTo>
                <a:cubicBezTo>
                  <a:pt x="585605" y="47401"/>
                  <a:pt x="583660" y="54460"/>
                  <a:pt x="583660" y="64116"/>
                </a:cubicBezTo>
                <a:cubicBezTo>
                  <a:pt x="583660" y="73910"/>
                  <a:pt x="585537" y="81026"/>
                  <a:pt x="589289" y="85465"/>
                </a:cubicBezTo>
                <a:cubicBezTo>
                  <a:pt x="593042" y="89905"/>
                  <a:pt x="597939" y="92124"/>
                  <a:pt x="603980" y="92124"/>
                </a:cubicBezTo>
                <a:cubicBezTo>
                  <a:pt x="608831" y="92124"/>
                  <a:pt x="612881" y="90631"/>
                  <a:pt x="616130" y="87645"/>
                </a:cubicBezTo>
                <a:cubicBezTo>
                  <a:pt x="619380" y="84659"/>
                  <a:pt x="621439" y="80065"/>
                  <a:pt x="622309" y="73864"/>
                </a:cubicBezTo>
                <a:close/>
                <a:moveTo>
                  <a:pt x="644756" y="100636"/>
                </a:moveTo>
                <a:lnTo>
                  <a:pt x="644756" y="0"/>
                </a:lnTo>
                <a:lnTo>
                  <a:pt x="657113" y="0"/>
                </a:lnTo>
                <a:lnTo>
                  <a:pt x="657113" y="100636"/>
                </a:lnTo>
                <a:lnTo>
                  <a:pt x="644756" y="100636"/>
                </a:lnTo>
                <a:close/>
                <a:moveTo>
                  <a:pt x="723650" y="91438"/>
                </a:moveTo>
                <a:cubicBezTo>
                  <a:pt x="719074" y="95404"/>
                  <a:pt x="714669" y="98203"/>
                  <a:pt x="710436" y="99836"/>
                </a:cubicBezTo>
                <a:cubicBezTo>
                  <a:pt x="706202" y="101468"/>
                  <a:pt x="701660" y="102284"/>
                  <a:pt x="696809" y="102284"/>
                </a:cubicBezTo>
                <a:cubicBezTo>
                  <a:pt x="688800" y="102284"/>
                  <a:pt x="682645" y="100328"/>
                  <a:pt x="678343" y="96415"/>
                </a:cubicBezTo>
                <a:cubicBezTo>
                  <a:pt x="674041" y="92502"/>
                  <a:pt x="671890" y="87502"/>
                  <a:pt x="671890" y="81415"/>
                </a:cubicBezTo>
                <a:cubicBezTo>
                  <a:pt x="671890" y="77846"/>
                  <a:pt x="672703" y="74585"/>
                  <a:pt x="674327" y="71633"/>
                </a:cubicBezTo>
                <a:cubicBezTo>
                  <a:pt x="675952" y="68681"/>
                  <a:pt x="678080" y="66313"/>
                  <a:pt x="680711" y="64528"/>
                </a:cubicBezTo>
                <a:cubicBezTo>
                  <a:pt x="683343" y="62743"/>
                  <a:pt x="686306" y="61393"/>
                  <a:pt x="689601" y="60478"/>
                </a:cubicBezTo>
                <a:cubicBezTo>
                  <a:pt x="692027" y="59837"/>
                  <a:pt x="695688" y="59219"/>
                  <a:pt x="700585" y="58625"/>
                </a:cubicBezTo>
                <a:cubicBezTo>
                  <a:pt x="710561" y="57435"/>
                  <a:pt x="717907" y="56016"/>
                  <a:pt x="722620" y="54368"/>
                </a:cubicBezTo>
                <a:cubicBezTo>
                  <a:pt x="722666" y="52682"/>
                  <a:pt x="722689" y="51611"/>
                  <a:pt x="722689" y="51155"/>
                </a:cubicBezTo>
                <a:cubicBezTo>
                  <a:pt x="722689" y="46139"/>
                  <a:pt x="721522" y="42606"/>
                  <a:pt x="719188" y="40555"/>
                </a:cubicBezTo>
                <a:cubicBezTo>
                  <a:pt x="716030" y="37774"/>
                  <a:pt x="711339" y="36383"/>
                  <a:pt x="705115" y="36383"/>
                </a:cubicBezTo>
                <a:cubicBezTo>
                  <a:pt x="699303" y="36383"/>
                  <a:pt x="695013" y="37401"/>
                  <a:pt x="692244" y="39438"/>
                </a:cubicBezTo>
                <a:cubicBezTo>
                  <a:pt x="689475" y="41474"/>
                  <a:pt x="687427" y="45078"/>
                  <a:pt x="686100" y="50250"/>
                </a:cubicBezTo>
                <a:lnTo>
                  <a:pt x="674018" y="48602"/>
                </a:lnTo>
                <a:cubicBezTo>
                  <a:pt x="675117" y="43415"/>
                  <a:pt x="676924" y="39226"/>
                  <a:pt x="679441" y="36035"/>
                </a:cubicBezTo>
                <a:cubicBezTo>
                  <a:pt x="681958" y="32845"/>
                  <a:pt x="685597" y="30389"/>
                  <a:pt x="690356" y="28669"/>
                </a:cubicBezTo>
                <a:cubicBezTo>
                  <a:pt x="695116" y="26947"/>
                  <a:pt x="700630" y="26086"/>
                  <a:pt x="706900" y="26086"/>
                </a:cubicBezTo>
                <a:cubicBezTo>
                  <a:pt x="713124" y="26086"/>
                  <a:pt x="718181" y="26821"/>
                  <a:pt x="722071" y="28291"/>
                </a:cubicBezTo>
                <a:cubicBezTo>
                  <a:pt x="725961" y="29760"/>
                  <a:pt x="728821" y="31608"/>
                  <a:pt x="730652" y="33837"/>
                </a:cubicBezTo>
                <a:cubicBezTo>
                  <a:pt x="732483" y="36063"/>
                  <a:pt x="733764" y="38876"/>
                  <a:pt x="734496" y="42276"/>
                </a:cubicBezTo>
                <a:cubicBezTo>
                  <a:pt x="734908" y="44388"/>
                  <a:pt x="735114" y="48182"/>
                  <a:pt x="735114" y="53658"/>
                </a:cubicBezTo>
                <a:lnTo>
                  <a:pt x="735114" y="70086"/>
                </a:lnTo>
                <a:cubicBezTo>
                  <a:pt x="735114" y="81540"/>
                  <a:pt x="735377" y="88795"/>
                  <a:pt x="735904" y="91850"/>
                </a:cubicBezTo>
                <a:cubicBezTo>
                  <a:pt x="736430" y="94904"/>
                  <a:pt x="737471" y="97833"/>
                  <a:pt x="739027" y="100636"/>
                </a:cubicBezTo>
                <a:lnTo>
                  <a:pt x="726121" y="100636"/>
                </a:lnTo>
                <a:cubicBezTo>
                  <a:pt x="724840" y="98015"/>
                  <a:pt x="724016" y="94949"/>
                  <a:pt x="723650" y="91438"/>
                </a:cubicBezTo>
                <a:moveTo>
                  <a:pt x="722620" y="64116"/>
                </a:moveTo>
                <a:cubicBezTo>
                  <a:pt x="718135" y="65938"/>
                  <a:pt x="711408" y="67487"/>
                  <a:pt x="702438" y="68763"/>
                </a:cubicBezTo>
                <a:cubicBezTo>
                  <a:pt x="697358" y="69491"/>
                  <a:pt x="693766" y="70310"/>
                  <a:pt x="691661" y="71221"/>
                </a:cubicBezTo>
                <a:cubicBezTo>
                  <a:pt x="689555" y="72132"/>
                  <a:pt x="687931" y="73464"/>
                  <a:pt x="686787" y="75218"/>
                </a:cubicBezTo>
                <a:cubicBezTo>
                  <a:pt x="685643" y="76971"/>
                  <a:pt x="685070" y="78918"/>
                  <a:pt x="685070" y="81059"/>
                </a:cubicBezTo>
                <a:cubicBezTo>
                  <a:pt x="685070" y="84339"/>
                  <a:pt x="686318" y="87072"/>
                  <a:pt x="688812" y="89258"/>
                </a:cubicBezTo>
                <a:cubicBezTo>
                  <a:pt x="691306" y="91443"/>
                  <a:pt x="694956" y="92536"/>
                  <a:pt x="699761" y="92536"/>
                </a:cubicBezTo>
                <a:cubicBezTo>
                  <a:pt x="704520" y="92536"/>
                  <a:pt x="708754" y="91499"/>
                  <a:pt x="712461" y="89423"/>
                </a:cubicBezTo>
                <a:cubicBezTo>
                  <a:pt x="716168" y="87347"/>
                  <a:pt x="718891" y="84510"/>
                  <a:pt x="720630" y="80913"/>
                </a:cubicBezTo>
                <a:cubicBezTo>
                  <a:pt x="721957" y="78137"/>
                  <a:pt x="722620" y="74041"/>
                  <a:pt x="722620" y="68623"/>
                </a:cubicBezTo>
                <a:lnTo>
                  <a:pt x="722620" y="64116"/>
                </a:lnTo>
                <a:close/>
                <a:moveTo>
                  <a:pt x="749045" y="78807"/>
                </a:moveTo>
                <a:lnTo>
                  <a:pt x="761264" y="76885"/>
                </a:lnTo>
                <a:cubicBezTo>
                  <a:pt x="761951" y="81803"/>
                  <a:pt x="763861" y="85573"/>
                  <a:pt x="766996" y="88194"/>
                </a:cubicBezTo>
                <a:cubicBezTo>
                  <a:pt x="770131" y="90814"/>
                  <a:pt x="774513" y="92124"/>
                  <a:pt x="780142" y="92124"/>
                </a:cubicBezTo>
                <a:cubicBezTo>
                  <a:pt x="785817" y="92124"/>
                  <a:pt x="790027" y="90969"/>
                  <a:pt x="792773" y="88658"/>
                </a:cubicBezTo>
                <a:cubicBezTo>
                  <a:pt x="795519" y="86346"/>
                  <a:pt x="796892" y="83635"/>
                  <a:pt x="796892" y="80523"/>
                </a:cubicBezTo>
                <a:cubicBezTo>
                  <a:pt x="796892" y="77731"/>
                  <a:pt x="795679" y="75535"/>
                  <a:pt x="793254" y="73933"/>
                </a:cubicBezTo>
                <a:cubicBezTo>
                  <a:pt x="791560" y="72834"/>
                  <a:pt x="787350" y="71439"/>
                  <a:pt x="780622" y="69745"/>
                </a:cubicBezTo>
                <a:cubicBezTo>
                  <a:pt x="771561" y="67457"/>
                  <a:pt x="765280" y="65478"/>
                  <a:pt x="761779" y="63807"/>
                </a:cubicBezTo>
                <a:cubicBezTo>
                  <a:pt x="758278" y="62137"/>
                  <a:pt x="755624" y="59826"/>
                  <a:pt x="753816" y="56874"/>
                </a:cubicBezTo>
                <a:cubicBezTo>
                  <a:pt x="752008" y="53922"/>
                  <a:pt x="751104" y="50661"/>
                  <a:pt x="751104" y="47092"/>
                </a:cubicBezTo>
                <a:cubicBezTo>
                  <a:pt x="751104" y="43843"/>
                  <a:pt x="751848" y="40834"/>
                  <a:pt x="753335" y="38065"/>
                </a:cubicBezTo>
                <a:cubicBezTo>
                  <a:pt x="754823" y="35296"/>
                  <a:pt x="756848" y="32996"/>
                  <a:pt x="759411" y="31166"/>
                </a:cubicBezTo>
                <a:cubicBezTo>
                  <a:pt x="761333" y="29747"/>
                  <a:pt x="763953" y="28546"/>
                  <a:pt x="767271" y="27562"/>
                </a:cubicBezTo>
                <a:cubicBezTo>
                  <a:pt x="770589" y="26578"/>
                  <a:pt x="774147" y="26086"/>
                  <a:pt x="777945" y="26086"/>
                </a:cubicBezTo>
                <a:cubicBezTo>
                  <a:pt x="783666" y="26086"/>
                  <a:pt x="788689" y="26910"/>
                  <a:pt x="793013" y="28557"/>
                </a:cubicBezTo>
                <a:cubicBezTo>
                  <a:pt x="797338" y="30205"/>
                  <a:pt x="800530" y="32436"/>
                  <a:pt x="802590" y="35250"/>
                </a:cubicBezTo>
                <a:cubicBezTo>
                  <a:pt x="804649" y="38065"/>
                  <a:pt x="806068" y="41829"/>
                  <a:pt x="806846" y="46543"/>
                </a:cubicBezTo>
                <a:lnTo>
                  <a:pt x="794764" y="48190"/>
                </a:lnTo>
                <a:cubicBezTo>
                  <a:pt x="794215" y="44437"/>
                  <a:pt x="792624" y="41509"/>
                  <a:pt x="789993" y="39403"/>
                </a:cubicBezTo>
                <a:cubicBezTo>
                  <a:pt x="787361" y="37298"/>
                  <a:pt x="783643" y="36246"/>
                  <a:pt x="778838" y="36246"/>
                </a:cubicBezTo>
                <a:cubicBezTo>
                  <a:pt x="773163" y="36246"/>
                  <a:pt x="769113" y="37184"/>
                  <a:pt x="766687" y="39060"/>
                </a:cubicBezTo>
                <a:cubicBezTo>
                  <a:pt x="764262" y="40936"/>
                  <a:pt x="763049" y="43133"/>
                  <a:pt x="763049" y="45650"/>
                </a:cubicBezTo>
                <a:cubicBezTo>
                  <a:pt x="763049" y="47252"/>
                  <a:pt x="763552" y="48694"/>
                  <a:pt x="764559" y="49975"/>
                </a:cubicBezTo>
                <a:cubicBezTo>
                  <a:pt x="765566" y="51302"/>
                  <a:pt x="767145" y="52401"/>
                  <a:pt x="769296" y="53270"/>
                </a:cubicBezTo>
                <a:cubicBezTo>
                  <a:pt x="770531" y="53728"/>
                  <a:pt x="774170" y="54780"/>
                  <a:pt x="780211" y="56428"/>
                </a:cubicBezTo>
                <a:cubicBezTo>
                  <a:pt x="788952" y="58762"/>
                  <a:pt x="795050" y="60672"/>
                  <a:pt x="798505" y="62160"/>
                </a:cubicBezTo>
                <a:cubicBezTo>
                  <a:pt x="801960" y="63647"/>
                  <a:pt x="804672" y="65810"/>
                  <a:pt x="806640" y="68647"/>
                </a:cubicBezTo>
                <a:cubicBezTo>
                  <a:pt x="808608" y="71484"/>
                  <a:pt x="809592" y="75008"/>
                  <a:pt x="809592" y="79219"/>
                </a:cubicBezTo>
                <a:cubicBezTo>
                  <a:pt x="809592" y="83337"/>
                  <a:pt x="808390" y="87216"/>
                  <a:pt x="805988" y="90854"/>
                </a:cubicBezTo>
                <a:cubicBezTo>
                  <a:pt x="803585" y="94493"/>
                  <a:pt x="800118" y="97307"/>
                  <a:pt x="795588" y="99298"/>
                </a:cubicBezTo>
                <a:cubicBezTo>
                  <a:pt x="791057" y="101289"/>
                  <a:pt x="785931" y="102284"/>
                  <a:pt x="780211" y="102284"/>
                </a:cubicBezTo>
                <a:cubicBezTo>
                  <a:pt x="770737" y="102284"/>
                  <a:pt x="763518" y="100310"/>
                  <a:pt x="758552" y="96363"/>
                </a:cubicBezTo>
                <a:cubicBezTo>
                  <a:pt x="753587" y="92416"/>
                  <a:pt x="750418" y="86564"/>
                  <a:pt x="749045" y="78807"/>
                </a:cubicBezTo>
                <a:close/>
                <a:moveTo>
                  <a:pt x="819340" y="78807"/>
                </a:moveTo>
                <a:lnTo>
                  <a:pt x="831559" y="76885"/>
                </a:lnTo>
                <a:cubicBezTo>
                  <a:pt x="832246" y="81803"/>
                  <a:pt x="834157" y="85573"/>
                  <a:pt x="837291" y="88194"/>
                </a:cubicBezTo>
                <a:cubicBezTo>
                  <a:pt x="840426" y="90814"/>
                  <a:pt x="844808" y="92124"/>
                  <a:pt x="850437" y="92124"/>
                </a:cubicBezTo>
                <a:cubicBezTo>
                  <a:pt x="856112" y="92124"/>
                  <a:pt x="860322" y="90969"/>
                  <a:pt x="863068" y="88658"/>
                </a:cubicBezTo>
                <a:cubicBezTo>
                  <a:pt x="865814" y="86346"/>
                  <a:pt x="867187" y="83635"/>
                  <a:pt x="867187" y="80523"/>
                </a:cubicBezTo>
                <a:cubicBezTo>
                  <a:pt x="867187" y="77731"/>
                  <a:pt x="865974" y="75535"/>
                  <a:pt x="863549" y="73933"/>
                </a:cubicBezTo>
                <a:cubicBezTo>
                  <a:pt x="861856" y="72834"/>
                  <a:pt x="857645" y="71439"/>
                  <a:pt x="850918" y="69745"/>
                </a:cubicBezTo>
                <a:cubicBezTo>
                  <a:pt x="841856" y="67457"/>
                  <a:pt x="835575" y="65478"/>
                  <a:pt x="832074" y="63807"/>
                </a:cubicBezTo>
                <a:cubicBezTo>
                  <a:pt x="828573" y="62137"/>
                  <a:pt x="825919" y="59826"/>
                  <a:pt x="824111" y="56874"/>
                </a:cubicBezTo>
                <a:cubicBezTo>
                  <a:pt x="822303" y="53922"/>
                  <a:pt x="821400" y="50661"/>
                  <a:pt x="821400" y="47092"/>
                </a:cubicBezTo>
                <a:cubicBezTo>
                  <a:pt x="821400" y="43843"/>
                  <a:pt x="822143" y="40834"/>
                  <a:pt x="823631" y="38065"/>
                </a:cubicBezTo>
                <a:cubicBezTo>
                  <a:pt x="825118" y="35296"/>
                  <a:pt x="827143" y="32996"/>
                  <a:pt x="829706" y="31166"/>
                </a:cubicBezTo>
                <a:cubicBezTo>
                  <a:pt x="831628" y="29747"/>
                  <a:pt x="834248" y="28546"/>
                  <a:pt x="837566" y="27562"/>
                </a:cubicBezTo>
                <a:cubicBezTo>
                  <a:pt x="840884" y="26578"/>
                  <a:pt x="844442" y="26086"/>
                  <a:pt x="848241" y="26086"/>
                </a:cubicBezTo>
                <a:cubicBezTo>
                  <a:pt x="853961" y="26086"/>
                  <a:pt x="858984" y="26910"/>
                  <a:pt x="863309" y="28557"/>
                </a:cubicBezTo>
                <a:cubicBezTo>
                  <a:pt x="867633" y="30205"/>
                  <a:pt x="870825" y="32436"/>
                  <a:pt x="872885" y="35250"/>
                </a:cubicBezTo>
                <a:cubicBezTo>
                  <a:pt x="874944" y="38065"/>
                  <a:pt x="876363" y="41829"/>
                  <a:pt x="877141" y="46543"/>
                </a:cubicBezTo>
                <a:lnTo>
                  <a:pt x="865059" y="48190"/>
                </a:lnTo>
                <a:cubicBezTo>
                  <a:pt x="864510" y="44437"/>
                  <a:pt x="862920" y="41509"/>
                  <a:pt x="860288" y="39403"/>
                </a:cubicBezTo>
                <a:cubicBezTo>
                  <a:pt x="857657" y="37298"/>
                  <a:pt x="853938" y="36246"/>
                  <a:pt x="849133" y="36246"/>
                </a:cubicBezTo>
                <a:cubicBezTo>
                  <a:pt x="843458" y="36246"/>
                  <a:pt x="839408" y="37184"/>
                  <a:pt x="836983" y="39060"/>
                </a:cubicBezTo>
                <a:cubicBezTo>
                  <a:pt x="834557" y="40936"/>
                  <a:pt x="833344" y="43133"/>
                  <a:pt x="833344" y="45650"/>
                </a:cubicBezTo>
                <a:cubicBezTo>
                  <a:pt x="833344" y="47252"/>
                  <a:pt x="833848" y="48694"/>
                  <a:pt x="834854" y="49975"/>
                </a:cubicBezTo>
                <a:cubicBezTo>
                  <a:pt x="835861" y="51302"/>
                  <a:pt x="837440" y="52401"/>
                  <a:pt x="839591" y="53270"/>
                </a:cubicBezTo>
                <a:cubicBezTo>
                  <a:pt x="840827" y="53728"/>
                  <a:pt x="844465" y="54780"/>
                  <a:pt x="850506" y="56428"/>
                </a:cubicBezTo>
                <a:cubicBezTo>
                  <a:pt x="859247" y="58762"/>
                  <a:pt x="865345" y="60672"/>
                  <a:pt x="868800" y="62160"/>
                </a:cubicBezTo>
                <a:cubicBezTo>
                  <a:pt x="872256" y="63647"/>
                  <a:pt x="874967" y="65810"/>
                  <a:pt x="876935" y="68647"/>
                </a:cubicBezTo>
                <a:cubicBezTo>
                  <a:pt x="878903" y="71484"/>
                  <a:pt x="879887" y="75008"/>
                  <a:pt x="879887" y="79219"/>
                </a:cubicBezTo>
                <a:cubicBezTo>
                  <a:pt x="879887" y="83337"/>
                  <a:pt x="878686" y="87216"/>
                  <a:pt x="876283" y="90854"/>
                </a:cubicBezTo>
                <a:cubicBezTo>
                  <a:pt x="873880" y="94493"/>
                  <a:pt x="870414" y="97307"/>
                  <a:pt x="865883" y="99298"/>
                </a:cubicBezTo>
                <a:cubicBezTo>
                  <a:pt x="861352" y="101289"/>
                  <a:pt x="856227" y="102284"/>
                  <a:pt x="850506" y="102284"/>
                </a:cubicBezTo>
                <a:cubicBezTo>
                  <a:pt x="841033" y="102284"/>
                  <a:pt x="833813" y="100310"/>
                  <a:pt x="828848" y="96363"/>
                </a:cubicBezTo>
                <a:cubicBezTo>
                  <a:pt x="823882" y="92416"/>
                  <a:pt x="820713" y="86564"/>
                  <a:pt x="819340" y="788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4c7377a944830"/>
          <a:stretch xmlns:a="http://schemas.openxmlformats.org/drawingml/2006/main"/>
        </p:blipFill>
        <p:spPr>
          <a:xfrm xmlns:a="http://schemas.openxmlformats.org/drawingml/2006/main">
            <a:off x="9574085" y="2830149"/>
            <a:ext cx="276984" cy="276984"/>
          </a:xfrm>
          <a:prstGeom xmlns:a="http://schemas.openxmlformats.org/drawingml/2006/main" prst="rect">
            <a:avLst/>
          </a:prstGeom>
        </p:spPr>
      </p:pic>
      <p:pic>
        <p:nvPicPr>
          <p:cNvPr id="4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bfb5105cd411f"/>
          <a:stretch xmlns:a="http://schemas.openxmlformats.org/drawingml/2006/main"/>
        </p:blipFill>
        <p:spPr>
          <a:xfrm xmlns:a="http://schemas.openxmlformats.org/drawingml/2006/main">
            <a:off x="2928571" y="637207"/>
            <a:ext cx="242516" cy="242516"/>
          </a:xfrm>
          <a:prstGeom xmlns:a="http://schemas.openxmlformats.org/drawingml/2006/main" prst="rect">
            <a:avLst/>
          </a:prstGeom>
        </p:spPr>
      </p:pic>
      <p:pic>
        <p:nvPicPr>
          <p:cNvPr id="4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56135b3b441f0"/>
          <a:stretch xmlns:a="http://schemas.openxmlformats.org/drawingml/2006/main"/>
        </p:blipFill>
        <p:spPr>
          <a:xfrm xmlns:a="http://schemas.openxmlformats.org/drawingml/2006/main">
            <a:off x="9635253" y="433353"/>
            <a:ext cx="283521" cy="283521"/>
          </a:xfrm>
          <a:prstGeom xmlns:a="http://schemas.openxmlformats.org/drawingml/2006/main" prst="rect">
            <a:avLst/>
          </a:prstGeom>
        </p:spPr>
      </p:pic>
      <p:sp>
        <p:nvSpPr>
          <p:cNvPr id="239" name="Text Repo">
            <a:extLst xmlns:a="http://schemas.openxmlformats.org/drawingml/2006/main">
              <a:ext uri="{FF2B5EF4-FFF2-40B4-BE49-F238E27FC236}">
                <a16:creationId xmlns:a16="http://schemas.microsoft.com/office/drawing/2014/main" id="{7359DAFF-7FF8-4A3B-8475-3CE499CB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481" y="441087"/>
            <a:ext cx="319080" cy="128644"/>
          </a:xfrm>
          <a:custGeom xmlns:a="http://schemas.openxmlformats.org/drawingml/2006/main">
            <a:pathLst>
              <a:path w="319080" h="128644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7" y="86151"/>
                  <a:pt x="156488" y="91957"/>
                  <a:pt x="151042" y="96089"/>
                </a:cubicBezTo>
                <a:cubicBezTo>
                  <a:pt x="145596" y="100219"/>
                  <a:pt x="138639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8" y="76656"/>
                  <a:pt x="95438" y="64803"/>
                </a:cubicBezTo>
                <a:cubicBezTo>
                  <a:pt x="95438" y="52538"/>
                  <a:pt x="98595" y="43019"/>
                  <a:pt x="104911" y="36246"/>
                </a:cubicBezTo>
                <a:cubicBezTo>
                  <a:pt x="111226" y="29472"/>
                  <a:pt x="119418" y="26086"/>
                  <a:pt x="129486" y="26086"/>
                </a:cubicBezTo>
                <a:cubicBezTo>
                  <a:pt x="139234" y="26086"/>
                  <a:pt x="147197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4" y="67274"/>
                </a:cubicBezTo>
                <a:lnTo>
                  <a:pt x="108206" y="67274"/>
                </a:lnTo>
                <a:cubicBezTo>
                  <a:pt x="108664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2" y="92124"/>
                </a:cubicBezTo>
                <a:cubicBezTo>
                  <a:pt x="134772" y="92124"/>
                  <a:pt x="138639" y="90924"/>
                  <a:pt x="141843" y="88522"/>
                </a:cubicBezTo>
                <a:cubicBezTo>
                  <a:pt x="145046" y="86120"/>
                  <a:pt x="147586" y="82286"/>
                  <a:pt x="149463" y="77022"/>
                </a:cubicBezTo>
                <a:moveTo>
                  <a:pt x="108892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6" y="38617"/>
                  <a:pt x="135894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4" y="50774"/>
                  <a:pt x="108892" y="57114"/>
                </a:cubicBezTo>
                <a:close/>
                <a:moveTo>
                  <a:pt x="177466" y="128644"/>
                </a:moveTo>
                <a:lnTo>
                  <a:pt x="177466" y="27733"/>
                </a:lnTo>
                <a:lnTo>
                  <a:pt x="188724" y="27733"/>
                </a:lnTo>
                <a:lnTo>
                  <a:pt x="188724" y="37273"/>
                </a:lnTo>
                <a:cubicBezTo>
                  <a:pt x="191379" y="33543"/>
                  <a:pt x="194376" y="30747"/>
                  <a:pt x="197717" y="28883"/>
                </a:cubicBezTo>
                <a:cubicBezTo>
                  <a:pt x="201058" y="27018"/>
                  <a:pt x="205108" y="26086"/>
                  <a:pt x="209868" y="26086"/>
                </a:cubicBezTo>
                <a:cubicBezTo>
                  <a:pt x="216092" y="26086"/>
                  <a:pt x="221583" y="27688"/>
                  <a:pt x="226343" y="30891"/>
                </a:cubicBezTo>
                <a:cubicBezTo>
                  <a:pt x="231102" y="34095"/>
                  <a:pt x="234695" y="38614"/>
                  <a:pt x="237120" y="44449"/>
                </a:cubicBezTo>
                <a:cubicBezTo>
                  <a:pt x="239546" y="50284"/>
                  <a:pt x="240759" y="56680"/>
                  <a:pt x="240759" y="63636"/>
                </a:cubicBezTo>
                <a:cubicBezTo>
                  <a:pt x="240759" y="71095"/>
                  <a:pt x="239420" y="77811"/>
                  <a:pt x="236743" y="83784"/>
                </a:cubicBezTo>
                <a:cubicBezTo>
                  <a:pt x="234066" y="89756"/>
                  <a:pt x="230176" y="94332"/>
                  <a:pt x="225073" y="97513"/>
                </a:cubicBezTo>
                <a:cubicBezTo>
                  <a:pt x="219970" y="100694"/>
                  <a:pt x="214604" y="102284"/>
                  <a:pt x="208975" y="102284"/>
                </a:cubicBezTo>
                <a:cubicBezTo>
                  <a:pt x="204856" y="102284"/>
                  <a:pt x="201161" y="101414"/>
                  <a:pt x="197889" y="99675"/>
                </a:cubicBezTo>
                <a:cubicBezTo>
                  <a:pt x="194616" y="97936"/>
                  <a:pt x="191928" y="95740"/>
                  <a:pt x="189823" y="93085"/>
                </a:cubicBezTo>
                <a:lnTo>
                  <a:pt x="189823" y="128644"/>
                </a:lnTo>
                <a:lnTo>
                  <a:pt x="177466" y="128644"/>
                </a:lnTo>
                <a:moveTo>
                  <a:pt x="188656" y="64631"/>
                </a:moveTo>
                <a:cubicBezTo>
                  <a:pt x="188656" y="74001"/>
                  <a:pt x="190555" y="80926"/>
                  <a:pt x="194353" y="85405"/>
                </a:cubicBezTo>
                <a:cubicBezTo>
                  <a:pt x="198152" y="89885"/>
                  <a:pt x="202751" y="92124"/>
                  <a:pt x="208151" y="92124"/>
                </a:cubicBezTo>
                <a:cubicBezTo>
                  <a:pt x="213643" y="92124"/>
                  <a:pt x="218345" y="89805"/>
                  <a:pt x="222258" y="85165"/>
                </a:cubicBezTo>
                <a:cubicBezTo>
                  <a:pt x="226171" y="80526"/>
                  <a:pt x="228128" y="73338"/>
                  <a:pt x="228128" y="63601"/>
                </a:cubicBezTo>
                <a:cubicBezTo>
                  <a:pt x="228128" y="54323"/>
                  <a:pt x="226217" y="47375"/>
                  <a:pt x="222396" y="42758"/>
                </a:cubicBezTo>
                <a:cubicBezTo>
                  <a:pt x="218574" y="38142"/>
                  <a:pt x="214009" y="35834"/>
                  <a:pt x="208701" y="35834"/>
                </a:cubicBezTo>
                <a:cubicBezTo>
                  <a:pt x="203438" y="35834"/>
                  <a:pt x="198781" y="38291"/>
                  <a:pt x="194731" y="43205"/>
                </a:cubicBezTo>
                <a:cubicBezTo>
                  <a:pt x="190681" y="48119"/>
                  <a:pt x="188656" y="55261"/>
                  <a:pt x="188656" y="64631"/>
                </a:cubicBezTo>
                <a:close/>
                <a:moveTo>
                  <a:pt x="250777" y="64185"/>
                </a:moveTo>
                <a:cubicBezTo>
                  <a:pt x="250777" y="50684"/>
                  <a:pt x="254529" y="40685"/>
                  <a:pt x="262035" y="34186"/>
                </a:cubicBezTo>
                <a:cubicBezTo>
                  <a:pt x="268304" y="28786"/>
                  <a:pt x="275947" y="26086"/>
                  <a:pt x="284963" y="26086"/>
                </a:cubicBezTo>
                <a:cubicBezTo>
                  <a:pt x="294985" y="26086"/>
                  <a:pt x="303177" y="29369"/>
                  <a:pt x="309538" y="35937"/>
                </a:cubicBezTo>
                <a:cubicBezTo>
                  <a:pt x="315900" y="42504"/>
                  <a:pt x="319080" y="51577"/>
                  <a:pt x="319080" y="63155"/>
                </a:cubicBezTo>
                <a:cubicBezTo>
                  <a:pt x="319080" y="72537"/>
                  <a:pt x="317673" y="79917"/>
                  <a:pt x="314858" y="85294"/>
                </a:cubicBezTo>
                <a:cubicBezTo>
                  <a:pt x="312044" y="90671"/>
                  <a:pt x="307948" y="94847"/>
                  <a:pt x="302571" y="97822"/>
                </a:cubicBezTo>
                <a:cubicBezTo>
                  <a:pt x="297193" y="100797"/>
                  <a:pt x="291324" y="102284"/>
                  <a:pt x="284963" y="102284"/>
                </a:cubicBezTo>
                <a:cubicBezTo>
                  <a:pt x="274757" y="102284"/>
                  <a:pt x="266508" y="99012"/>
                  <a:pt x="260216" y="92467"/>
                </a:cubicBezTo>
                <a:cubicBezTo>
                  <a:pt x="253923" y="85923"/>
                  <a:pt x="250777" y="76496"/>
                  <a:pt x="250777" y="64185"/>
                </a:cubicBezTo>
                <a:moveTo>
                  <a:pt x="263476" y="64219"/>
                </a:moveTo>
                <a:cubicBezTo>
                  <a:pt x="263476" y="73544"/>
                  <a:pt x="265513" y="80526"/>
                  <a:pt x="269586" y="85165"/>
                </a:cubicBezTo>
                <a:cubicBezTo>
                  <a:pt x="273659" y="89805"/>
                  <a:pt x="278785" y="92124"/>
                  <a:pt x="284963" y="92124"/>
                </a:cubicBezTo>
                <a:cubicBezTo>
                  <a:pt x="291095" y="92124"/>
                  <a:pt x="296198" y="89793"/>
                  <a:pt x="300271" y="85131"/>
                </a:cubicBezTo>
                <a:cubicBezTo>
                  <a:pt x="304344" y="80469"/>
                  <a:pt x="306381" y="73361"/>
                  <a:pt x="306381" y="63807"/>
                </a:cubicBezTo>
                <a:cubicBezTo>
                  <a:pt x="306381" y="54803"/>
                  <a:pt x="304333" y="47981"/>
                  <a:pt x="300237" y="43342"/>
                </a:cubicBezTo>
                <a:cubicBezTo>
                  <a:pt x="296141" y="38703"/>
                  <a:pt x="291049" y="36383"/>
                  <a:pt x="284963" y="36383"/>
                </a:cubicBezTo>
                <a:cubicBezTo>
                  <a:pt x="278785" y="36383"/>
                  <a:pt x="273659" y="38691"/>
                  <a:pt x="269586" y="43308"/>
                </a:cubicBezTo>
                <a:cubicBezTo>
                  <a:pt x="265513" y="47924"/>
                  <a:pt x="263476" y="54895"/>
                  <a:pt x="263476" y="642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Structure">
            <a:extLst xmlns:a="http://schemas.openxmlformats.org/drawingml/2006/main">
              <a:ext uri="{FF2B5EF4-FFF2-40B4-BE49-F238E27FC236}">
                <a16:creationId xmlns:a16="http://schemas.microsoft.com/office/drawing/2014/main" id="{3BA84F7B-870E-481A-B01E-30EBD534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744" y="608009"/>
            <a:ext cx="558100" cy="104069"/>
          </a:xfrm>
          <a:custGeom xmlns:a="http://schemas.openxmlformats.org/drawingml/2006/main">
            <a:pathLst>
              <a:path w="558100" h="104069">
                <a:moveTo>
                  <a:pt x="0" y="70020"/>
                </a:moveTo>
                <a:lnTo>
                  <a:pt x="12562" y="68922"/>
                </a:lnTo>
                <a:cubicBezTo>
                  <a:pt x="13157" y="73956"/>
                  <a:pt x="14542" y="78086"/>
                  <a:pt x="16716" y="81312"/>
                </a:cubicBezTo>
                <a:cubicBezTo>
                  <a:pt x="18889" y="84539"/>
                  <a:pt x="22265" y="87147"/>
                  <a:pt x="26841" y="89138"/>
                </a:cubicBezTo>
                <a:cubicBezTo>
                  <a:pt x="31417" y="91129"/>
                  <a:pt x="36566" y="92124"/>
                  <a:pt x="42287" y="92124"/>
                </a:cubicBezTo>
                <a:cubicBezTo>
                  <a:pt x="47366" y="92124"/>
                  <a:pt x="51851" y="91369"/>
                  <a:pt x="55741" y="89859"/>
                </a:cubicBezTo>
                <a:cubicBezTo>
                  <a:pt x="59631" y="88349"/>
                  <a:pt x="62526" y="86278"/>
                  <a:pt x="64425" y="83646"/>
                </a:cubicBezTo>
                <a:cubicBezTo>
                  <a:pt x="66324" y="81015"/>
                  <a:pt x="67274" y="78150"/>
                  <a:pt x="67274" y="75053"/>
                </a:cubicBezTo>
                <a:cubicBezTo>
                  <a:pt x="67274" y="71909"/>
                  <a:pt x="66359" y="69165"/>
                  <a:pt x="64528" y="66819"/>
                </a:cubicBezTo>
                <a:cubicBezTo>
                  <a:pt x="62698" y="64472"/>
                  <a:pt x="59677" y="62499"/>
                  <a:pt x="55467" y="60901"/>
                </a:cubicBezTo>
                <a:cubicBezTo>
                  <a:pt x="52767" y="59851"/>
                  <a:pt x="46794" y="58219"/>
                  <a:pt x="37550" y="56005"/>
                </a:cubicBezTo>
                <a:cubicBezTo>
                  <a:pt x="28305" y="53791"/>
                  <a:pt x="21830" y="51698"/>
                  <a:pt x="18123" y="49726"/>
                </a:cubicBezTo>
                <a:cubicBezTo>
                  <a:pt x="13318" y="47205"/>
                  <a:pt x="9736" y="44076"/>
                  <a:pt x="7380" y="40339"/>
                </a:cubicBezTo>
                <a:cubicBezTo>
                  <a:pt x="5023" y="36602"/>
                  <a:pt x="3844" y="32418"/>
                  <a:pt x="3844" y="27787"/>
                </a:cubicBezTo>
                <a:cubicBezTo>
                  <a:pt x="3844" y="22697"/>
                  <a:pt x="5286" y="17940"/>
                  <a:pt x="8169" y="13515"/>
                </a:cubicBezTo>
                <a:cubicBezTo>
                  <a:pt x="11052" y="9090"/>
                  <a:pt x="15263" y="5731"/>
                  <a:pt x="20800" y="3439"/>
                </a:cubicBezTo>
                <a:cubicBezTo>
                  <a:pt x="26338" y="1146"/>
                  <a:pt x="32493" y="0"/>
                  <a:pt x="39266" y="0"/>
                </a:cubicBezTo>
                <a:cubicBezTo>
                  <a:pt x="46726" y="0"/>
                  <a:pt x="53304" y="1201"/>
                  <a:pt x="59002" y="3604"/>
                </a:cubicBezTo>
                <a:cubicBezTo>
                  <a:pt x="64700" y="6007"/>
                  <a:pt x="69082" y="9542"/>
                  <a:pt x="72148" y="14210"/>
                </a:cubicBezTo>
                <a:cubicBezTo>
                  <a:pt x="75214" y="18878"/>
                  <a:pt x="76862" y="24164"/>
                  <a:pt x="77091" y="30067"/>
                </a:cubicBezTo>
                <a:lnTo>
                  <a:pt x="64322" y="31028"/>
                </a:lnTo>
                <a:cubicBezTo>
                  <a:pt x="63636" y="24734"/>
                  <a:pt x="61313" y="19981"/>
                  <a:pt x="57355" y="16767"/>
                </a:cubicBezTo>
                <a:cubicBezTo>
                  <a:pt x="53396" y="13552"/>
                  <a:pt x="47549" y="11945"/>
                  <a:pt x="39815" y="11945"/>
                </a:cubicBezTo>
                <a:cubicBezTo>
                  <a:pt x="31761" y="11945"/>
                  <a:pt x="25891" y="13417"/>
                  <a:pt x="22207" y="16362"/>
                </a:cubicBezTo>
                <a:cubicBezTo>
                  <a:pt x="18523" y="19305"/>
                  <a:pt x="16681" y="22854"/>
                  <a:pt x="16681" y="27008"/>
                </a:cubicBezTo>
                <a:cubicBezTo>
                  <a:pt x="16681" y="30614"/>
                  <a:pt x="17986" y="33581"/>
                  <a:pt x="20594" y="35909"/>
                </a:cubicBezTo>
                <a:cubicBezTo>
                  <a:pt x="23157" y="38237"/>
                  <a:pt x="29850" y="40623"/>
                  <a:pt x="40673" y="43065"/>
                </a:cubicBezTo>
                <a:cubicBezTo>
                  <a:pt x="51497" y="45507"/>
                  <a:pt x="58922" y="47640"/>
                  <a:pt x="62949" y="49467"/>
                </a:cubicBezTo>
                <a:cubicBezTo>
                  <a:pt x="68807" y="52162"/>
                  <a:pt x="73132" y="55577"/>
                  <a:pt x="75924" y="59710"/>
                </a:cubicBezTo>
                <a:cubicBezTo>
                  <a:pt x="78715" y="63843"/>
                  <a:pt x="80111" y="68604"/>
                  <a:pt x="80111" y="73993"/>
                </a:cubicBezTo>
                <a:cubicBezTo>
                  <a:pt x="80111" y="79337"/>
                  <a:pt x="78578" y="84373"/>
                  <a:pt x="75512" y="89099"/>
                </a:cubicBezTo>
                <a:cubicBezTo>
                  <a:pt x="72445" y="93826"/>
                  <a:pt x="68041" y="97503"/>
                  <a:pt x="62297" y="100130"/>
                </a:cubicBezTo>
                <a:cubicBezTo>
                  <a:pt x="56554" y="102756"/>
                  <a:pt x="50089" y="104069"/>
                  <a:pt x="42904" y="104069"/>
                </a:cubicBezTo>
                <a:cubicBezTo>
                  <a:pt x="33797" y="104069"/>
                  <a:pt x="26166" y="102742"/>
                  <a:pt x="20011" y="100087"/>
                </a:cubicBezTo>
                <a:cubicBezTo>
                  <a:pt x="13855" y="97433"/>
                  <a:pt x="9027" y="93440"/>
                  <a:pt x="5526" y="88108"/>
                </a:cubicBezTo>
                <a:cubicBezTo>
                  <a:pt x="2025" y="82777"/>
                  <a:pt x="183" y="76747"/>
                  <a:pt x="0" y="70020"/>
                </a:cubicBezTo>
                <a:close/>
                <a:moveTo>
                  <a:pt x="123656" y="91369"/>
                </a:moveTo>
                <a:lnTo>
                  <a:pt x="125441" y="102284"/>
                </a:lnTo>
                <a:cubicBezTo>
                  <a:pt x="121963" y="103016"/>
                  <a:pt x="118851" y="103382"/>
                  <a:pt x="116105" y="103382"/>
                </a:cubicBezTo>
                <a:cubicBezTo>
                  <a:pt x="111620" y="103382"/>
                  <a:pt x="108142" y="102673"/>
                  <a:pt x="105670" y="101254"/>
                </a:cubicBezTo>
                <a:cubicBezTo>
                  <a:pt x="103199" y="99836"/>
                  <a:pt x="101460" y="97971"/>
                  <a:pt x="100453" y="95660"/>
                </a:cubicBezTo>
                <a:cubicBezTo>
                  <a:pt x="99446" y="93348"/>
                  <a:pt x="98943" y="88486"/>
                  <a:pt x="98943" y="81072"/>
                </a:cubicBezTo>
                <a:lnTo>
                  <a:pt x="98943" y="39129"/>
                </a:lnTo>
                <a:lnTo>
                  <a:pt x="89881" y="39129"/>
                </a:lnTo>
                <a:lnTo>
                  <a:pt x="89881" y="29518"/>
                </a:lnTo>
                <a:lnTo>
                  <a:pt x="98943" y="29518"/>
                </a:lnTo>
                <a:lnTo>
                  <a:pt x="98943" y="11464"/>
                </a:lnTo>
                <a:lnTo>
                  <a:pt x="111231" y="4050"/>
                </a:lnTo>
                <a:lnTo>
                  <a:pt x="111231" y="29518"/>
                </a:lnTo>
                <a:lnTo>
                  <a:pt x="123656" y="29518"/>
                </a:lnTo>
                <a:lnTo>
                  <a:pt x="123656" y="39129"/>
                </a:lnTo>
                <a:lnTo>
                  <a:pt x="111231" y="39129"/>
                </a:lnTo>
                <a:lnTo>
                  <a:pt x="111231" y="81759"/>
                </a:lnTo>
                <a:cubicBezTo>
                  <a:pt x="111231" y="85282"/>
                  <a:pt x="111448" y="87548"/>
                  <a:pt x="111883" y="88555"/>
                </a:cubicBezTo>
                <a:cubicBezTo>
                  <a:pt x="112318" y="89561"/>
                  <a:pt x="113027" y="90362"/>
                  <a:pt x="114011" y="90957"/>
                </a:cubicBezTo>
                <a:cubicBezTo>
                  <a:pt x="114995" y="91552"/>
                  <a:pt x="116402" y="91850"/>
                  <a:pt x="118233" y="91850"/>
                </a:cubicBezTo>
                <a:cubicBezTo>
                  <a:pt x="119606" y="91850"/>
                  <a:pt x="121413" y="91689"/>
                  <a:pt x="123656" y="91369"/>
                </a:cubicBezTo>
                <a:close/>
                <a:moveTo>
                  <a:pt x="135787" y="102421"/>
                </a:moveTo>
                <a:lnTo>
                  <a:pt x="135787" y="29518"/>
                </a:lnTo>
                <a:lnTo>
                  <a:pt x="146908" y="29518"/>
                </a:lnTo>
                <a:lnTo>
                  <a:pt x="146908" y="40570"/>
                </a:lnTo>
                <a:cubicBezTo>
                  <a:pt x="149746" y="35399"/>
                  <a:pt x="152366" y="31989"/>
                  <a:pt x="154768" y="30342"/>
                </a:cubicBezTo>
                <a:cubicBezTo>
                  <a:pt x="157171" y="28694"/>
                  <a:pt x="159814" y="27871"/>
                  <a:pt x="162697" y="27871"/>
                </a:cubicBezTo>
                <a:cubicBezTo>
                  <a:pt x="166862" y="27871"/>
                  <a:pt x="171095" y="29198"/>
                  <a:pt x="175397" y="31852"/>
                </a:cubicBezTo>
                <a:lnTo>
                  <a:pt x="171141" y="43308"/>
                </a:lnTo>
                <a:cubicBezTo>
                  <a:pt x="168120" y="41529"/>
                  <a:pt x="165100" y="40639"/>
                  <a:pt x="162079" y="40639"/>
                </a:cubicBezTo>
                <a:cubicBezTo>
                  <a:pt x="159379" y="40639"/>
                  <a:pt x="156954" y="41451"/>
                  <a:pt x="154803" y="43076"/>
                </a:cubicBezTo>
                <a:cubicBezTo>
                  <a:pt x="152652" y="44701"/>
                  <a:pt x="151119" y="46955"/>
                  <a:pt x="150203" y="49838"/>
                </a:cubicBezTo>
                <a:cubicBezTo>
                  <a:pt x="148830" y="54231"/>
                  <a:pt x="148144" y="59036"/>
                  <a:pt x="148144" y="64254"/>
                </a:cubicBezTo>
                <a:lnTo>
                  <a:pt x="148144" y="102421"/>
                </a:lnTo>
                <a:lnTo>
                  <a:pt x="135787" y="102421"/>
                </a:lnTo>
                <a:close/>
                <a:moveTo>
                  <a:pt x="230566" y="102421"/>
                </a:moveTo>
                <a:lnTo>
                  <a:pt x="230566" y="91646"/>
                </a:lnTo>
                <a:cubicBezTo>
                  <a:pt x="224891" y="99928"/>
                  <a:pt x="217180" y="104069"/>
                  <a:pt x="207432" y="104069"/>
                </a:cubicBezTo>
                <a:cubicBezTo>
                  <a:pt x="203130" y="104069"/>
                  <a:pt x="199115" y="103245"/>
                  <a:pt x="195385" y="101598"/>
                </a:cubicBezTo>
                <a:cubicBezTo>
                  <a:pt x="191655" y="99950"/>
                  <a:pt x="188886" y="97879"/>
                  <a:pt x="187078" y="95385"/>
                </a:cubicBezTo>
                <a:cubicBezTo>
                  <a:pt x="185271" y="92891"/>
                  <a:pt x="184001" y="89836"/>
                  <a:pt x="183269" y="86221"/>
                </a:cubicBezTo>
                <a:cubicBezTo>
                  <a:pt x="182765" y="83795"/>
                  <a:pt x="182513" y="79951"/>
                  <a:pt x="182513" y="74688"/>
                </a:cubicBezTo>
                <a:lnTo>
                  <a:pt x="182513" y="29518"/>
                </a:lnTo>
                <a:lnTo>
                  <a:pt x="194870" y="29518"/>
                </a:lnTo>
                <a:lnTo>
                  <a:pt x="194870" y="69908"/>
                </a:lnTo>
                <a:cubicBezTo>
                  <a:pt x="194870" y="76354"/>
                  <a:pt x="195122" y="80697"/>
                  <a:pt x="195625" y="82936"/>
                </a:cubicBezTo>
                <a:cubicBezTo>
                  <a:pt x="196403" y="86183"/>
                  <a:pt x="198051" y="88732"/>
                  <a:pt x="200568" y="90584"/>
                </a:cubicBezTo>
                <a:cubicBezTo>
                  <a:pt x="203085" y="92435"/>
                  <a:pt x="206197" y="93360"/>
                  <a:pt x="209904" y="93360"/>
                </a:cubicBezTo>
                <a:cubicBezTo>
                  <a:pt x="213611" y="93360"/>
                  <a:pt x="217089" y="92412"/>
                  <a:pt x="220338" y="90515"/>
                </a:cubicBezTo>
                <a:cubicBezTo>
                  <a:pt x="223587" y="88618"/>
                  <a:pt x="225887" y="86035"/>
                  <a:pt x="227237" y="82767"/>
                </a:cubicBezTo>
                <a:cubicBezTo>
                  <a:pt x="228587" y="79497"/>
                  <a:pt x="229262" y="74754"/>
                  <a:pt x="229262" y="68538"/>
                </a:cubicBezTo>
                <a:lnTo>
                  <a:pt x="229262" y="29518"/>
                </a:lnTo>
                <a:lnTo>
                  <a:pt x="241618" y="29518"/>
                </a:lnTo>
                <a:lnTo>
                  <a:pt x="241618" y="102421"/>
                </a:lnTo>
                <a:lnTo>
                  <a:pt x="230566" y="102421"/>
                </a:lnTo>
                <a:close/>
                <a:moveTo>
                  <a:pt x="308270" y="75649"/>
                </a:moveTo>
                <a:lnTo>
                  <a:pt x="320421" y="77296"/>
                </a:lnTo>
                <a:cubicBezTo>
                  <a:pt x="319093" y="85671"/>
                  <a:pt x="315695" y="92227"/>
                  <a:pt x="310227" y="96964"/>
                </a:cubicBezTo>
                <a:cubicBezTo>
                  <a:pt x="304758" y="101700"/>
                  <a:pt x="298042" y="104069"/>
                  <a:pt x="290079" y="104069"/>
                </a:cubicBezTo>
                <a:cubicBezTo>
                  <a:pt x="280102" y="104069"/>
                  <a:pt x="272082" y="100808"/>
                  <a:pt x="266018" y="94287"/>
                </a:cubicBezTo>
                <a:cubicBezTo>
                  <a:pt x="259954" y="87765"/>
                  <a:pt x="256922" y="78418"/>
                  <a:pt x="256922" y="66244"/>
                </a:cubicBezTo>
                <a:cubicBezTo>
                  <a:pt x="256922" y="58373"/>
                  <a:pt x="258226" y="51485"/>
                  <a:pt x="260835" y="45582"/>
                </a:cubicBezTo>
                <a:cubicBezTo>
                  <a:pt x="263444" y="39678"/>
                  <a:pt x="267414" y="35250"/>
                  <a:pt x="272745" y="32298"/>
                </a:cubicBezTo>
                <a:cubicBezTo>
                  <a:pt x="278077" y="29347"/>
                  <a:pt x="283878" y="27871"/>
                  <a:pt x="290147" y="27871"/>
                </a:cubicBezTo>
                <a:cubicBezTo>
                  <a:pt x="298065" y="27871"/>
                  <a:pt x="304540" y="29861"/>
                  <a:pt x="309574" y="33843"/>
                </a:cubicBezTo>
                <a:cubicBezTo>
                  <a:pt x="314609" y="37823"/>
                  <a:pt x="317835" y="43475"/>
                  <a:pt x="319254" y="50799"/>
                </a:cubicBezTo>
                <a:lnTo>
                  <a:pt x="307240" y="52721"/>
                </a:lnTo>
                <a:cubicBezTo>
                  <a:pt x="306096" y="47847"/>
                  <a:pt x="304071" y="44180"/>
                  <a:pt x="301165" y="41720"/>
                </a:cubicBezTo>
                <a:cubicBezTo>
                  <a:pt x="298259" y="39260"/>
                  <a:pt x="294747" y="38030"/>
                  <a:pt x="290628" y="38030"/>
                </a:cubicBezTo>
                <a:cubicBezTo>
                  <a:pt x="284404" y="38030"/>
                  <a:pt x="279347" y="40261"/>
                  <a:pt x="275457" y="44723"/>
                </a:cubicBezTo>
                <a:cubicBezTo>
                  <a:pt x="271567" y="49186"/>
                  <a:pt x="269622" y="56245"/>
                  <a:pt x="269622" y="65901"/>
                </a:cubicBezTo>
                <a:cubicBezTo>
                  <a:pt x="269622" y="75695"/>
                  <a:pt x="271498" y="82811"/>
                  <a:pt x="275251" y="87250"/>
                </a:cubicBezTo>
                <a:cubicBezTo>
                  <a:pt x="279004" y="91689"/>
                  <a:pt x="283900" y="93909"/>
                  <a:pt x="289941" y="93909"/>
                </a:cubicBezTo>
                <a:cubicBezTo>
                  <a:pt x="294792" y="93909"/>
                  <a:pt x="298843" y="92416"/>
                  <a:pt x="302092" y="89430"/>
                </a:cubicBezTo>
                <a:cubicBezTo>
                  <a:pt x="305341" y="86444"/>
                  <a:pt x="307401" y="81850"/>
                  <a:pt x="308270" y="75649"/>
                </a:cubicBezTo>
                <a:close/>
                <a:moveTo>
                  <a:pt x="357971" y="91369"/>
                </a:moveTo>
                <a:lnTo>
                  <a:pt x="359755" y="102284"/>
                </a:lnTo>
                <a:cubicBezTo>
                  <a:pt x="356277" y="103016"/>
                  <a:pt x="353165" y="103382"/>
                  <a:pt x="350419" y="103382"/>
                </a:cubicBezTo>
                <a:cubicBezTo>
                  <a:pt x="345934" y="103382"/>
                  <a:pt x="342456" y="102673"/>
                  <a:pt x="339985" y="101254"/>
                </a:cubicBezTo>
                <a:cubicBezTo>
                  <a:pt x="337514" y="99836"/>
                  <a:pt x="335775" y="97971"/>
                  <a:pt x="334768" y="95660"/>
                </a:cubicBezTo>
                <a:cubicBezTo>
                  <a:pt x="333761" y="93348"/>
                  <a:pt x="333258" y="88486"/>
                  <a:pt x="333258" y="81072"/>
                </a:cubicBezTo>
                <a:lnTo>
                  <a:pt x="333258" y="39129"/>
                </a:lnTo>
                <a:lnTo>
                  <a:pt x="324196" y="39129"/>
                </a:lnTo>
                <a:lnTo>
                  <a:pt x="324196" y="29518"/>
                </a:lnTo>
                <a:lnTo>
                  <a:pt x="333258" y="29518"/>
                </a:lnTo>
                <a:lnTo>
                  <a:pt x="333258" y="11464"/>
                </a:lnTo>
                <a:lnTo>
                  <a:pt x="345545" y="4050"/>
                </a:lnTo>
                <a:lnTo>
                  <a:pt x="345545" y="29518"/>
                </a:lnTo>
                <a:lnTo>
                  <a:pt x="357971" y="29518"/>
                </a:lnTo>
                <a:lnTo>
                  <a:pt x="357971" y="39129"/>
                </a:lnTo>
                <a:lnTo>
                  <a:pt x="345545" y="39129"/>
                </a:lnTo>
                <a:lnTo>
                  <a:pt x="345545" y="81759"/>
                </a:lnTo>
                <a:cubicBezTo>
                  <a:pt x="345545" y="85282"/>
                  <a:pt x="345763" y="87548"/>
                  <a:pt x="346198" y="88555"/>
                </a:cubicBezTo>
                <a:cubicBezTo>
                  <a:pt x="346632" y="89561"/>
                  <a:pt x="347342" y="90362"/>
                  <a:pt x="348326" y="90957"/>
                </a:cubicBezTo>
                <a:cubicBezTo>
                  <a:pt x="349310" y="91552"/>
                  <a:pt x="350717" y="91850"/>
                  <a:pt x="352547" y="91850"/>
                </a:cubicBezTo>
                <a:cubicBezTo>
                  <a:pt x="353920" y="91850"/>
                  <a:pt x="355728" y="91689"/>
                  <a:pt x="357971" y="91369"/>
                </a:cubicBezTo>
                <a:close/>
                <a:moveTo>
                  <a:pt x="418018" y="102421"/>
                </a:moveTo>
                <a:lnTo>
                  <a:pt x="418018" y="91646"/>
                </a:lnTo>
                <a:cubicBezTo>
                  <a:pt x="412343" y="99928"/>
                  <a:pt x="404632" y="104069"/>
                  <a:pt x="394884" y="104069"/>
                </a:cubicBezTo>
                <a:cubicBezTo>
                  <a:pt x="390582" y="104069"/>
                  <a:pt x="386567" y="103245"/>
                  <a:pt x="382837" y="101598"/>
                </a:cubicBezTo>
                <a:cubicBezTo>
                  <a:pt x="379107" y="99950"/>
                  <a:pt x="376338" y="97879"/>
                  <a:pt x="374530" y="95385"/>
                </a:cubicBezTo>
                <a:cubicBezTo>
                  <a:pt x="372723" y="92891"/>
                  <a:pt x="371453" y="89836"/>
                  <a:pt x="370721" y="86221"/>
                </a:cubicBezTo>
                <a:cubicBezTo>
                  <a:pt x="370217" y="83795"/>
                  <a:pt x="369965" y="79951"/>
                  <a:pt x="369965" y="74688"/>
                </a:cubicBezTo>
                <a:lnTo>
                  <a:pt x="369965" y="29518"/>
                </a:lnTo>
                <a:lnTo>
                  <a:pt x="382322" y="29518"/>
                </a:lnTo>
                <a:lnTo>
                  <a:pt x="382322" y="69908"/>
                </a:lnTo>
                <a:cubicBezTo>
                  <a:pt x="382322" y="76354"/>
                  <a:pt x="382574" y="80697"/>
                  <a:pt x="383077" y="82936"/>
                </a:cubicBezTo>
                <a:cubicBezTo>
                  <a:pt x="383855" y="86183"/>
                  <a:pt x="385503" y="88732"/>
                  <a:pt x="388020" y="90584"/>
                </a:cubicBezTo>
                <a:cubicBezTo>
                  <a:pt x="390537" y="92435"/>
                  <a:pt x="393649" y="93360"/>
                  <a:pt x="397356" y="93360"/>
                </a:cubicBezTo>
                <a:cubicBezTo>
                  <a:pt x="401063" y="93360"/>
                  <a:pt x="404541" y="92412"/>
                  <a:pt x="407790" y="90515"/>
                </a:cubicBezTo>
                <a:cubicBezTo>
                  <a:pt x="411039" y="88618"/>
                  <a:pt x="413339" y="86035"/>
                  <a:pt x="414689" y="82767"/>
                </a:cubicBezTo>
                <a:cubicBezTo>
                  <a:pt x="416039" y="79497"/>
                  <a:pt x="416714" y="74754"/>
                  <a:pt x="416714" y="68538"/>
                </a:cubicBezTo>
                <a:lnTo>
                  <a:pt x="416714" y="29518"/>
                </a:lnTo>
                <a:lnTo>
                  <a:pt x="429070" y="29518"/>
                </a:lnTo>
                <a:lnTo>
                  <a:pt x="429070" y="102421"/>
                </a:lnTo>
                <a:lnTo>
                  <a:pt x="418018" y="102421"/>
                </a:lnTo>
                <a:close/>
                <a:moveTo>
                  <a:pt x="448012" y="102421"/>
                </a:moveTo>
                <a:lnTo>
                  <a:pt x="448012" y="29518"/>
                </a:lnTo>
                <a:lnTo>
                  <a:pt x="459133" y="29518"/>
                </a:lnTo>
                <a:lnTo>
                  <a:pt x="459133" y="40570"/>
                </a:lnTo>
                <a:cubicBezTo>
                  <a:pt x="461971" y="35399"/>
                  <a:pt x="464591" y="31989"/>
                  <a:pt x="466993" y="30342"/>
                </a:cubicBezTo>
                <a:cubicBezTo>
                  <a:pt x="469396" y="28694"/>
                  <a:pt x="472039" y="27871"/>
                  <a:pt x="474922" y="27871"/>
                </a:cubicBezTo>
                <a:cubicBezTo>
                  <a:pt x="479087" y="27871"/>
                  <a:pt x="483320" y="29198"/>
                  <a:pt x="487622" y="31852"/>
                </a:cubicBezTo>
                <a:lnTo>
                  <a:pt x="483366" y="43308"/>
                </a:lnTo>
                <a:cubicBezTo>
                  <a:pt x="480345" y="41529"/>
                  <a:pt x="477325" y="40639"/>
                  <a:pt x="474304" y="40639"/>
                </a:cubicBezTo>
                <a:cubicBezTo>
                  <a:pt x="471604" y="40639"/>
                  <a:pt x="469179" y="41451"/>
                  <a:pt x="467028" y="43076"/>
                </a:cubicBezTo>
                <a:cubicBezTo>
                  <a:pt x="464877" y="44701"/>
                  <a:pt x="463344" y="46955"/>
                  <a:pt x="462428" y="49838"/>
                </a:cubicBezTo>
                <a:cubicBezTo>
                  <a:pt x="461055" y="54231"/>
                  <a:pt x="460369" y="59036"/>
                  <a:pt x="460369" y="64254"/>
                </a:cubicBezTo>
                <a:lnTo>
                  <a:pt x="460369" y="102421"/>
                </a:lnTo>
                <a:lnTo>
                  <a:pt x="448012" y="102421"/>
                </a:lnTo>
                <a:close/>
                <a:moveTo>
                  <a:pt x="544920" y="78807"/>
                </a:moveTo>
                <a:lnTo>
                  <a:pt x="557688" y="80454"/>
                </a:lnTo>
                <a:cubicBezTo>
                  <a:pt x="555674" y="87935"/>
                  <a:pt x="551945" y="93742"/>
                  <a:pt x="546499" y="97873"/>
                </a:cubicBezTo>
                <a:cubicBezTo>
                  <a:pt x="541053" y="102004"/>
                  <a:pt x="534096" y="104069"/>
                  <a:pt x="525630" y="104069"/>
                </a:cubicBezTo>
                <a:cubicBezTo>
                  <a:pt x="514967" y="104069"/>
                  <a:pt x="506512" y="100785"/>
                  <a:pt x="500265" y="94218"/>
                </a:cubicBezTo>
                <a:cubicBezTo>
                  <a:pt x="494018" y="87651"/>
                  <a:pt x="490895" y="78441"/>
                  <a:pt x="490895" y="66588"/>
                </a:cubicBezTo>
                <a:cubicBezTo>
                  <a:pt x="490895" y="54323"/>
                  <a:pt x="494052" y="44804"/>
                  <a:pt x="500368" y="38030"/>
                </a:cubicBezTo>
                <a:cubicBezTo>
                  <a:pt x="506683" y="31257"/>
                  <a:pt x="514875" y="27871"/>
                  <a:pt x="524943" y="27871"/>
                </a:cubicBezTo>
                <a:cubicBezTo>
                  <a:pt x="534691" y="27871"/>
                  <a:pt x="542654" y="31184"/>
                  <a:pt x="548833" y="37809"/>
                </a:cubicBezTo>
                <a:cubicBezTo>
                  <a:pt x="555011" y="44434"/>
                  <a:pt x="558100" y="53754"/>
                  <a:pt x="558100" y="65770"/>
                </a:cubicBezTo>
                <a:cubicBezTo>
                  <a:pt x="558100" y="66501"/>
                  <a:pt x="558077" y="67597"/>
                  <a:pt x="558031" y="69059"/>
                </a:cubicBezTo>
                <a:lnTo>
                  <a:pt x="503663" y="69059"/>
                </a:lnTo>
                <a:cubicBezTo>
                  <a:pt x="504120" y="77091"/>
                  <a:pt x="506386" y="83240"/>
                  <a:pt x="510459" y="87508"/>
                </a:cubicBezTo>
                <a:cubicBezTo>
                  <a:pt x="514532" y="91775"/>
                  <a:pt x="519612" y="93909"/>
                  <a:pt x="525699" y="93909"/>
                </a:cubicBezTo>
                <a:cubicBezTo>
                  <a:pt x="530229" y="93909"/>
                  <a:pt x="534096" y="92708"/>
                  <a:pt x="537300" y="90307"/>
                </a:cubicBezTo>
                <a:cubicBezTo>
                  <a:pt x="540503" y="87905"/>
                  <a:pt x="543043" y="84071"/>
                  <a:pt x="544920" y="78807"/>
                </a:cubicBezTo>
                <a:moveTo>
                  <a:pt x="504349" y="58899"/>
                </a:moveTo>
                <a:lnTo>
                  <a:pt x="545057" y="58899"/>
                </a:lnTo>
                <a:cubicBezTo>
                  <a:pt x="544508" y="52787"/>
                  <a:pt x="542952" y="48202"/>
                  <a:pt x="540389" y="45146"/>
                </a:cubicBezTo>
                <a:cubicBezTo>
                  <a:pt x="536453" y="40402"/>
                  <a:pt x="531350" y="38030"/>
                  <a:pt x="525081" y="38030"/>
                </a:cubicBezTo>
                <a:cubicBezTo>
                  <a:pt x="519406" y="38030"/>
                  <a:pt x="514635" y="39924"/>
                  <a:pt x="510768" y="43711"/>
                </a:cubicBezTo>
                <a:cubicBezTo>
                  <a:pt x="506901" y="47497"/>
                  <a:pt x="504761" y="52559"/>
                  <a:pt x="504349" y="588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Reflection">
            <a:extLst xmlns:a="http://schemas.openxmlformats.org/drawingml/2006/main">
              <a:ext uri="{FF2B5EF4-FFF2-40B4-BE49-F238E27FC236}">
                <a16:creationId xmlns:a16="http://schemas.microsoft.com/office/drawing/2014/main" id="{4BC51E73-F42E-4DA6-A0F7-FD89FEC4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132" y="3891971"/>
            <a:ext cx="502799" cy="86177"/>
          </a:xfrm>
          <a:custGeom xmlns:a="http://schemas.openxmlformats.org/drawingml/2006/main">
            <a:pathLst>
              <a:path w="502799" h="86177">
                <a:moveTo>
                  <a:pt x="0" y="84810"/>
                </a:moveTo>
                <a:lnTo>
                  <a:pt x="0" y="1366"/>
                </a:lnTo>
                <a:lnTo>
                  <a:pt x="36998" y="1366"/>
                </a:lnTo>
                <a:cubicBezTo>
                  <a:pt x="44435" y="1366"/>
                  <a:pt x="50089" y="2115"/>
                  <a:pt x="53960" y="3613"/>
                </a:cubicBezTo>
                <a:cubicBezTo>
                  <a:pt x="57831" y="5109"/>
                  <a:pt x="60923" y="7752"/>
                  <a:pt x="63238" y="11542"/>
                </a:cubicBezTo>
                <a:cubicBezTo>
                  <a:pt x="65553" y="15332"/>
                  <a:pt x="66710" y="19520"/>
                  <a:pt x="66710" y="24106"/>
                </a:cubicBezTo>
                <a:cubicBezTo>
                  <a:pt x="66710" y="30018"/>
                  <a:pt x="64794" y="35002"/>
                  <a:pt x="60961" y="39058"/>
                </a:cubicBezTo>
                <a:cubicBezTo>
                  <a:pt x="57128" y="43112"/>
                  <a:pt x="51209" y="45689"/>
                  <a:pt x="43202" y="46788"/>
                </a:cubicBezTo>
                <a:cubicBezTo>
                  <a:pt x="46124" y="48194"/>
                  <a:pt x="48344" y="49582"/>
                  <a:pt x="49862" y="50950"/>
                </a:cubicBezTo>
                <a:cubicBezTo>
                  <a:pt x="53087" y="53916"/>
                  <a:pt x="56142" y="57621"/>
                  <a:pt x="59026" y="62066"/>
                </a:cubicBezTo>
                <a:lnTo>
                  <a:pt x="73540" y="84810"/>
                </a:lnTo>
                <a:lnTo>
                  <a:pt x="59652" y="84810"/>
                </a:lnTo>
                <a:lnTo>
                  <a:pt x="48609" y="67423"/>
                </a:lnTo>
                <a:cubicBezTo>
                  <a:pt x="45384" y="62407"/>
                  <a:pt x="42728" y="58569"/>
                  <a:pt x="40641" y="55909"/>
                </a:cubicBezTo>
                <a:cubicBezTo>
                  <a:pt x="38554" y="53248"/>
                  <a:pt x="36685" y="51386"/>
                  <a:pt x="35034" y="50322"/>
                </a:cubicBezTo>
                <a:cubicBezTo>
                  <a:pt x="33383" y="49258"/>
                  <a:pt x="31704" y="48516"/>
                  <a:pt x="29997" y="48097"/>
                </a:cubicBezTo>
                <a:cubicBezTo>
                  <a:pt x="28744" y="47832"/>
                  <a:pt x="26695" y="47699"/>
                  <a:pt x="23849" y="47699"/>
                </a:cubicBezTo>
                <a:lnTo>
                  <a:pt x="11042" y="47699"/>
                </a:lnTo>
                <a:lnTo>
                  <a:pt x="11042" y="84810"/>
                </a:lnTo>
                <a:lnTo>
                  <a:pt x="0" y="84810"/>
                </a:lnTo>
                <a:moveTo>
                  <a:pt x="11042" y="38136"/>
                </a:moveTo>
                <a:lnTo>
                  <a:pt x="34778" y="38136"/>
                </a:lnTo>
                <a:cubicBezTo>
                  <a:pt x="39825" y="38136"/>
                  <a:pt x="43771" y="37616"/>
                  <a:pt x="46617" y="36575"/>
                </a:cubicBezTo>
                <a:cubicBezTo>
                  <a:pt x="49463" y="35533"/>
                  <a:pt x="51626" y="33867"/>
                  <a:pt x="53106" y="31576"/>
                </a:cubicBezTo>
                <a:cubicBezTo>
                  <a:pt x="54586" y="29285"/>
                  <a:pt x="55326" y="26795"/>
                  <a:pt x="55326" y="24106"/>
                </a:cubicBezTo>
                <a:cubicBezTo>
                  <a:pt x="55326" y="20167"/>
                  <a:pt x="53894" y="16930"/>
                  <a:pt x="51029" y="14394"/>
                </a:cubicBezTo>
                <a:cubicBezTo>
                  <a:pt x="48164" y="11856"/>
                  <a:pt x="43639" y="10587"/>
                  <a:pt x="37453" y="10587"/>
                </a:cubicBezTo>
                <a:lnTo>
                  <a:pt x="11042" y="10587"/>
                </a:lnTo>
                <a:lnTo>
                  <a:pt x="11042" y="38136"/>
                </a:lnTo>
                <a:close/>
                <a:moveTo>
                  <a:pt x="124254" y="65230"/>
                </a:moveTo>
                <a:lnTo>
                  <a:pt x="134842" y="66596"/>
                </a:lnTo>
                <a:cubicBezTo>
                  <a:pt x="133172" y="72799"/>
                  <a:pt x="130079" y="77614"/>
                  <a:pt x="125564" y="81040"/>
                </a:cubicBezTo>
                <a:cubicBezTo>
                  <a:pt x="121048" y="84464"/>
                  <a:pt x="115280" y="86177"/>
                  <a:pt x="108260" y="86177"/>
                </a:cubicBezTo>
                <a:cubicBezTo>
                  <a:pt x="99418" y="86177"/>
                  <a:pt x="92408" y="83454"/>
                  <a:pt x="87228" y="78009"/>
                </a:cubicBezTo>
                <a:cubicBezTo>
                  <a:pt x="82048" y="72563"/>
                  <a:pt x="79459" y="64926"/>
                  <a:pt x="79459" y="55098"/>
                </a:cubicBezTo>
                <a:cubicBezTo>
                  <a:pt x="79459" y="44929"/>
                  <a:pt x="82077" y="37036"/>
                  <a:pt x="87314" y="31420"/>
                </a:cubicBezTo>
                <a:cubicBezTo>
                  <a:pt x="92550" y="25804"/>
                  <a:pt x="99343" y="22996"/>
                  <a:pt x="107691" y="22996"/>
                </a:cubicBezTo>
                <a:cubicBezTo>
                  <a:pt x="115773" y="22996"/>
                  <a:pt x="122376" y="25743"/>
                  <a:pt x="127499" y="31237"/>
                </a:cubicBezTo>
                <a:cubicBezTo>
                  <a:pt x="132622" y="36729"/>
                  <a:pt x="135183" y="44457"/>
                  <a:pt x="135183" y="54421"/>
                </a:cubicBezTo>
                <a:cubicBezTo>
                  <a:pt x="135183" y="55027"/>
                  <a:pt x="135164" y="55936"/>
                  <a:pt x="135126" y="57147"/>
                </a:cubicBezTo>
                <a:lnTo>
                  <a:pt x="90046" y="57147"/>
                </a:lnTo>
                <a:cubicBezTo>
                  <a:pt x="90425" y="63807"/>
                  <a:pt x="92303" y="68906"/>
                  <a:pt x="95681" y="72445"/>
                </a:cubicBezTo>
                <a:cubicBezTo>
                  <a:pt x="99058" y="75983"/>
                  <a:pt x="103270" y="77752"/>
                  <a:pt x="108317" y="77752"/>
                </a:cubicBezTo>
                <a:cubicBezTo>
                  <a:pt x="112074" y="77752"/>
                  <a:pt x="115280" y="76757"/>
                  <a:pt x="117936" y="74766"/>
                </a:cubicBezTo>
                <a:cubicBezTo>
                  <a:pt x="120593" y="72774"/>
                  <a:pt x="122699" y="69595"/>
                  <a:pt x="124254" y="65230"/>
                </a:cubicBezTo>
                <a:moveTo>
                  <a:pt x="90615" y="48723"/>
                </a:moveTo>
                <a:lnTo>
                  <a:pt x="124368" y="48723"/>
                </a:lnTo>
                <a:cubicBezTo>
                  <a:pt x="123913" y="43655"/>
                  <a:pt x="122623" y="39854"/>
                  <a:pt x="120498" y="37320"/>
                </a:cubicBezTo>
                <a:cubicBezTo>
                  <a:pt x="117234" y="33386"/>
                  <a:pt x="113003" y="31420"/>
                  <a:pt x="107805" y="31420"/>
                </a:cubicBezTo>
                <a:cubicBezTo>
                  <a:pt x="103099" y="31420"/>
                  <a:pt x="99143" y="32990"/>
                  <a:pt x="95937" y="36130"/>
                </a:cubicBezTo>
                <a:cubicBezTo>
                  <a:pt x="92730" y="39269"/>
                  <a:pt x="90956" y="43467"/>
                  <a:pt x="90615" y="48723"/>
                </a:cubicBezTo>
                <a:close/>
                <a:moveTo>
                  <a:pt x="150344" y="84810"/>
                </a:moveTo>
                <a:lnTo>
                  <a:pt x="150344" y="32330"/>
                </a:lnTo>
                <a:lnTo>
                  <a:pt x="141293" y="32330"/>
                </a:lnTo>
                <a:lnTo>
                  <a:pt x="141293" y="24362"/>
                </a:lnTo>
                <a:lnTo>
                  <a:pt x="150344" y="24362"/>
                </a:lnTo>
                <a:lnTo>
                  <a:pt x="150344" y="17944"/>
                </a:lnTo>
                <a:cubicBezTo>
                  <a:pt x="150344" y="13893"/>
                  <a:pt x="150704" y="10884"/>
                  <a:pt x="151425" y="8915"/>
                </a:cubicBezTo>
                <a:cubicBezTo>
                  <a:pt x="152412" y="6266"/>
                  <a:pt x="154148" y="4118"/>
                  <a:pt x="156633" y="2471"/>
                </a:cubicBezTo>
                <a:cubicBezTo>
                  <a:pt x="159119" y="824"/>
                  <a:pt x="162600" y="0"/>
                  <a:pt x="167078" y="0"/>
                </a:cubicBezTo>
                <a:cubicBezTo>
                  <a:pt x="169962" y="0"/>
                  <a:pt x="173150" y="343"/>
                  <a:pt x="176641" y="1030"/>
                </a:cubicBezTo>
                <a:lnTo>
                  <a:pt x="175104" y="10014"/>
                </a:lnTo>
                <a:cubicBezTo>
                  <a:pt x="172979" y="9637"/>
                  <a:pt x="170968" y="9449"/>
                  <a:pt x="169070" y="9449"/>
                </a:cubicBezTo>
                <a:cubicBezTo>
                  <a:pt x="165959" y="9449"/>
                  <a:pt x="163758" y="10108"/>
                  <a:pt x="162468" y="11427"/>
                </a:cubicBezTo>
                <a:cubicBezTo>
                  <a:pt x="161177" y="12744"/>
                  <a:pt x="160532" y="15211"/>
                  <a:pt x="160532" y="18826"/>
                </a:cubicBezTo>
                <a:lnTo>
                  <a:pt x="160532" y="24362"/>
                </a:lnTo>
                <a:lnTo>
                  <a:pt x="172315" y="24362"/>
                </a:lnTo>
                <a:lnTo>
                  <a:pt x="172315" y="32330"/>
                </a:lnTo>
                <a:lnTo>
                  <a:pt x="160532" y="32330"/>
                </a:lnTo>
                <a:lnTo>
                  <a:pt x="160532" y="84810"/>
                </a:lnTo>
                <a:lnTo>
                  <a:pt x="150344" y="84810"/>
                </a:lnTo>
                <a:close/>
                <a:moveTo>
                  <a:pt x="180472" y="84810"/>
                </a:moveTo>
                <a:lnTo>
                  <a:pt x="180472" y="1366"/>
                </a:lnTo>
                <a:lnTo>
                  <a:pt x="190718" y="1366"/>
                </a:lnTo>
                <a:lnTo>
                  <a:pt x="190718" y="84810"/>
                </a:lnTo>
                <a:lnTo>
                  <a:pt x="180472" y="84810"/>
                </a:lnTo>
                <a:close/>
                <a:moveTo>
                  <a:pt x="247855" y="65230"/>
                </a:moveTo>
                <a:lnTo>
                  <a:pt x="258442" y="66596"/>
                </a:lnTo>
                <a:cubicBezTo>
                  <a:pt x="256773" y="72799"/>
                  <a:pt x="253680" y="77614"/>
                  <a:pt x="249164" y="81040"/>
                </a:cubicBezTo>
                <a:cubicBezTo>
                  <a:pt x="244649" y="84464"/>
                  <a:pt x="238881" y="86177"/>
                  <a:pt x="231861" y="86177"/>
                </a:cubicBezTo>
                <a:cubicBezTo>
                  <a:pt x="223019" y="86177"/>
                  <a:pt x="216009" y="83454"/>
                  <a:pt x="210829" y="78009"/>
                </a:cubicBezTo>
                <a:cubicBezTo>
                  <a:pt x="205649" y="72563"/>
                  <a:pt x="203059" y="64926"/>
                  <a:pt x="203059" y="55098"/>
                </a:cubicBezTo>
                <a:cubicBezTo>
                  <a:pt x="203059" y="44929"/>
                  <a:pt x="205678" y="37036"/>
                  <a:pt x="210914" y="31420"/>
                </a:cubicBezTo>
                <a:cubicBezTo>
                  <a:pt x="216151" y="25804"/>
                  <a:pt x="222943" y="22996"/>
                  <a:pt x="231292" y="22996"/>
                </a:cubicBezTo>
                <a:cubicBezTo>
                  <a:pt x="239374" y="22996"/>
                  <a:pt x="245977" y="25743"/>
                  <a:pt x="251100" y="31237"/>
                </a:cubicBezTo>
                <a:cubicBezTo>
                  <a:pt x="256223" y="36729"/>
                  <a:pt x="258784" y="44457"/>
                  <a:pt x="258784" y="54421"/>
                </a:cubicBezTo>
                <a:cubicBezTo>
                  <a:pt x="258784" y="55027"/>
                  <a:pt x="258765" y="55936"/>
                  <a:pt x="258727" y="57147"/>
                </a:cubicBezTo>
                <a:lnTo>
                  <a:pt x="213647" y="57147"/>
                </a:lnTo>
                <a:cubicBezTo>
                  <a:pt x="214026" y="63807"/>
                  <a:pt x="215904" y="68906"/>
                  <a:pt x="219282" y="72445"/>
                </a:cubicBezTo>
                <a:cubicBezTo>
                  <a:pt x="222659" y="75983"/>
                  <a:pt x="226871" y="77752"/>
                  <a:pt x="231918" y="77752"/>
                </a:cubicBezTo>
                <a:cubicBezTo>
                  <a:pt x="235674" y="77752"/>
                  <a:pt x="238881" y="76757"/>
                  <a:pt x="241537" y="74766"/>
                </a:cubicBezTo>
                <a:cubicBezTo>
                  <a:pt x="244193" y="72774"/>
                  <a:pt x="246300" y="69595"/>
                  <a:pt x="247855" y="65230"/>
                </a:cubicBezTo>
                <a:moveTo>
                  <a:pt x="214216" y="48723"/>
                </a:moveTo>
                <a:lnTo>
                  <a:pt x="247969" y="48723"/>
                </a:lnTo>
                <a:cubicBezTo>
                  <a:pt x="247514" y="43655"/>
                  <a:pt x="246224" y="39854"/>
                  <a:pt x="244099" y="37320"/>
                </a:cubicBezTo>
                <a:cubicBezTo>
                  <a:pt x="240835" y="33386"/>
                  <a:pt x="236604" y="31420"/>
                  <a:pt x="231406" y="31420"/>
                </a:cubicBezTo>
                <a:cubicBezTo>
                  <a:pt x="226700" y="31420"/>
                  <a:pt x="222744" y="32990"/>
                  <a:pt x="219538" y="36130"/>
                </a:cubicBezTo>
                <a:cubicBezTo>
                  <a:pt x="216331" y="39269"/>
                  <a:pt x="214557" y="43467"/>
                  <a:pt x="214216" y="48723"/>
                </a:cubicBezTo>
                <a:close/>
                <a:moveTo>
                  <a:pt x="310942" y="62612"/>
                </a:moveTo>
                <a:lnTo>
                  <a:pt x="321017" y="63978"/>
                </a:lnTo>
                <a:cubicBezTo>
                  <a:pt x="319917" y="70922"/>
                  <a:pt x="317099" y="76358"/>
                  <a:pt x="312564" y="80285"/>
                </a:cubicBezTo>
                <a:cubicBezTo>
                  <a:pt x="308030" y="84213"/>
                  <a:pt x="302461" y="86177"/>
                  <a:pt x="295858" y="86177"/>
                </a:cubicBezTo>
                <a:cubicBezTo>
                  <a:pt x="287586" y="86177"/>
                  <a:pt x="280936" y="83473"/>
                  <a:pt x="275908" y="78065"/>
                </a:cubicBezTo>
                <a:cubicBezTo>
                  <a:pt x="270880" y="72658"/>
                  <a:pt x="268366" y="64908"/>
                  <a:pt x="268366" y="54814"/>
                </a:cubicBezTo>
                <a:cubicBezTo>
                  <a:pt x="268366" y="48287"/>
                  <a:pt x="269448" y="42576"/>
                  <a:pt x="271611" y="37681"/>
                </a:cubicBezTo>
                <a:cubicBezTo>
                  <a:pt x="273774" y="32786"/>
                  <a:pt x="277065" y="29114"/>
                  <a:pt x="281486" y="26667"/>
                </a:cubicBezTo>
                <a:cubicBezTo>
                  <a:pt x="285907" y="24219"/>
                  <a:pt x="290717" y="22996"/>
                  <a:pt x="295915" y="22996"/>
                </a:cubicBezTo>
                <a:cubicBezTo>
                  <a:pt x="302480" y="22996"/>
                  <a:pt x="307850" y="24646"/>
                  <a:pt x="312024" y="27948"/>
                </a:cubicBezTo>
                <a:cubicBezTo>
                  <a:pt x="316198" y="31248"/>
                  <a:pt x="318873" y="35934"/>
                  <a:pt x="320049" y="42007"/>
                </a:cubicBezTo>
                <a:lnTo>
                  <a:pt x="310088" y="43601"/>
                </a:lnTo>
                <a:cubicBezTo>
                  <a:pt x="309140" y="39559"/>
                  <a:pt x="307461" y="36519"/>
                  <a:pt x="305051" y="34479"/>
                </a:cubicBezTo>
                <a:cubicBezTo>
                  <a:pt x="302641" y="32440"/>
                  <a:pt x="299729" y="31420"/>
                  <a:pt x="296314" y="31420"/>
                </a:cubicBezTo>
                <a:cubicBezTo>
                  <a:pt x="291153" y="31420"/>
                  <a:pt x="286960" y="33270"/>
                  <a:pt x="283735" y="36969"/>
                </a:cubicBezTo>
                <a:cubicBezTo>
                  <a:pt x="280509" y="40669"/>
                  <a:pt x="278896" y="46522"/>
                  <a:pt x="278896" y="54529"/>
                </a:cubicBezTo>
                <a:cubicBezTo>
                  <a:pt x="278896" y="62650"/>
                  <a:pt x="280452" y="68550"/>
                  <a:pt x="283564" y="72231"/>
                </a:cubicBezTo>
                <a:cubicBezTo>
                  <a:pt x="286675" y="75912"/>
                  <a:pt x="290736" y="77752"/>
                  <a:pt x="295745" y="77752"/>
                </a:cubicBezTo>
                <a:cubicBezTo>
                  <a:pt x="299767" y="77752"/>
                  <a:pt x="303125" y="76514"/>
                  <a:pt x="305819" y="74038"/>
                </a:cubicBezTo>
                <a:cubicBezTo>
                  <a:pt x="308514" y="71562"/>
                  <a:pt x="310221" y="67754"/>
                  <a:pt x="310942" y="62612"/>
                </a:cubicBezTo>
                <a:close/>
                <a:moveTo>
                  <a:pt x="352445" y="75646"/>
                </a:moveTo>
                <a:lnTo>
                  <a:pt x="353925" y="84697"/>
                </a:lnTo>
                <a:cubicBezTo>
                  <a:pt x="351041" y="85304"/>
                  <a:pt x="348461" y="85607"/>
                  <a:pt x="346184" y="85607"/>
                </a:cubicBezTo>
                <a:cubicBezTo>
                  <a:pt x="342465" y="85607"/>
                  <a:pt x="339581" y="85019"/>
                  <a:pt x="337532" y="83843"/>
                </a:cubicBezTo>
                <a:cubicBezTo>
                  <a:pt x="335483" y="82666"/>
                  <a:pt x="334041" y="81120"/>
                  <a:pt x="333206" y="79204"/>
                </a:cubicBezTo>
                <a:cubicBezTo>
                  <a:pt x="332372" y="77288"/>
                  <a:pt x="331954" y="73256"/>
                  <a:pt x="331954" y="67108"/>
                </a:cubicBezTo>
                <a:lnTo>
                  <a:pt x="331954" y="32330"/>
                </a:lnTo>
                <a:lnTo>
                  <a:pt x="324441" y="32330"/>
                </a:lnTo>
                <a:lnTo>
                  <a:pt x="324441" y="24362"/>
                </a:lnTo>
                <a:lnTo>
                  <a:pt x="331954" y="24362"/>
                </a:lnTo>
                <a:lnTo>
                  <a:pt x="331954" y="9392"/>
                </a:lnTo>
                <a:lnTo>
                  <a:pt x="342143" y="3244"/>
                </a:lnTo>
                <a:lnTo>
                  <a:pt x="342143" y="24362"/>
                </a:lnTo>
                <a:lnTo>
                  <a:pt x="352445" y="24362"/>
                </a:lnTo>
                <a:lnTo>
                  <a:pt x="352445" y="32330"/>
                </a:lnTo>
                <a:lnTo>
                  <a:pt x="342143" y="32330"/>
                </a:lnTo>
                <a:lnTo>
                  <a:pt x="342143" y="67678"/>
                </a:lnTo>
                <a:cubicBezTo>
                  <a:pt x="342143" y="70600"/>
                  <a:pt x="342323" y="72478"/>
                  <a:pt x="342684" y="73313"/>
                </a:cubicBezTo>
                <a:cubicBezTo>
                  <a:pt x="343044" y="74148"/>
                  <a:pt x="343632" y="74812"/>
                  <a:pt x="344448" y="75305"/>
                </a:cubicBezTo>
                <a:cubicBezTo>
                  <a:pt x="345264" y="75798"/>
                  <a:pt x="346431" y="76045"/>
                  <a:pt x="347949" y="76045"/>
                </a:cubicBezTo>
                <a:cubicBezTo>
                  <a:pt x="349087" y="76045"/>
                  <a:pt x="350586" y="75912"/>
                  <a:pt x="352445" y="75646"/>
                </a:cubicBezTo>
                <a:close/>
                <a:moveTo>
                  <a:pt x="362937" y="13092"/>
                </a:moveTo>
                <a:lnTo>
                  <a:pt x="362937" y="1366"/>
                </a:lnTo>
                <a:lnTo>
                  <a:pt x="373182" y="1366"/>
                </a:lnTo>
                <a:lnTo>
                  <a:pt x="373182" y="13092"/>
                </a:lnTo>
                <a:lnTo>
                  <a:pt x="362937" y="13092"/>
                </a:lnTo>
                <a:moveTo>
                  <a:pt x="362937" y="84810"/>
                </a:moveTo>
                <a:lnTo>
                  <a:pt x="362937" y="24362"/>
                </a:lnTo>
                <a:lnTo>
                  <a:pt x="373182" y="24362"/>
                </a:lnTo>
                <a:lnTo>
                  <a:pt x="373182" y="84810"/>
                </a:lnTo>
                <a:lnTo>
                  <a:pt x="362937" y="84810"/>
                </a:lnTo>
                <a:close/>
                <a:moveTo>
                  <a:pt x="384841" y="54586"/>
                </a:moveTo>
                <a:cubicBezTo>
                  <a:pt x="384841" y="43392"/>
                  <a:pt x="387953" y="35101"/>
                  <a:pt x="394176" y="29712"/>
                </a:cubicBezTo>
                <a:cubicBezTo>
                  <a:pt x="399374" y="25234"/>
                  <a:pt x="405712" y="22996"/>
                  <a:pt x="413187" y="22996"/>
                </a:cubicBezTo>
                <a:cubicBezTo>
                  <a:pt x="421497" y="22996"/>
                  <a:pt x="428290" y="25718"/>
                  <a:pt x="433564" y="31164"/>
                </a:cubicBezTo>
                <a:cubicBezTo>
                  <a:pt x="438839" y="36609"/>
                  <a:pt x="441476" y="44132"/>
                  <a:pt x="441476" y="53732"/>
                </a:cubicBezTo>
                <a:cubicBezTo>
                  <a:pt x="441476" y="61511"/>
                  <a:pt x="440309" y="67630"/>
                  <a:pt x="437976" y="72089"/>
                </a:cubicBezTo>
                <a:cubicBezTo>
                  <a:pt x="435642" y="76548"/>
                  <a:pt x="432246" y="80010"/>
                  <a:pt x="427787" y="82477"/>
                </a:cubicBezTo>
                <a:cubicBezTo>
                  <a:pt x="423328" y="84943"/>
                  <a:pt x="418462" y="86177"/>
                  <a:pt x="413187" y="86177"/>
                </a:cubicBezTo>
                <a:cubicBezTo>
                  <a:pt x="404725" y="86177"/>
                  <a:pt x="397885" y="83463"/>
                  <a:pt x="392667" y="78037"/>
                </a:cubicBezTo>
                <a:cubicBezTo>
                  <a:pt x="387450" y="72611"/>
                  <a:pt x="384841" y="64794"/>
                  <a:pt x="384841" y="54586"/>
                </a:cubicBezTo>
                <a:moveTo>
                  <a:pt x="395371" y="54615"/>
                </a:moveTo>
                <a:cubicBezTo>
                  <a:pt x="395371" y="62346"/>
                  <a:pt x="397060" y="68135"/>
                  <a:pt x="400437" y="71982"/>
                </a:cubicBezTo>
                <a:cubicBezTo>
                  <a:pt x="403814" y="75829"/>
                  <a:pt x="408064" y="77752"/>
                  <a:pt x="413187" y="77752"/>
                </a:cubicBezTo>
                <a:cubicBezTo>
                  <a:pt x="418272" y="77752"/>
                  <a:pt x="422503" y="75820"/>
                  <a:pt x="425880" y="71954"/>
                </a:cubicBezTo>
                <a:cubicBezTo>
                  <a:pt x="429257" y="68088"/>
                  <a:pt x="430946" y="62194"/>
                  <a:pt x="430946" y="54273"/>
                </a:cubicBezTo>
                <a:cubicBezTo>
                  <a:pt x="430946" y="46807"/>
                  <a:pt x="429248" y="41151"/>
                  <a:pt x="425852" y="37304"/>
                </a:cubicBezTo>
                <a:cubicBezTo>
                  <a:pt x="422455" y="33457"/>
                  <a:pt x="418234" y="31534"/>
                  <a:pt x="413187" y="31534"/>
                </a:cubicBezTo>
                <a:cubicBezTo>
                  <a:pt x="408064" y="31534"/>
                  <a:pt x="403814" y="33447"/>
                  <a:pt x="400437" y="37275"/>
                </a:cubicBezTo>
                <a:cubicBezTo>
                  <a:pt x="397060" y="41103"/>
                  <a:pt x="395371" y="46883"/>
                  <a:pt x="395371" y="54615"/>
                </a:cubicBezTo>
                <a:close/>
                <a:moveTo>
                  <a:pt x="453677" y="84810"/>
                </a:moveTo>
                <a:lnTo>
                  <a:pt x="453677" y="24362"/>
                </a:lnTo>
                <a:lnTo>
                  <a:pt x="462898" y="24362"/>
                </a:lnTo>
                <a:lnTo>
                  <a:pt x="462898" y="32957"/>
                </a:lnTo>
                <a:cubicBezTo>
                  <a:pt x="467338" y="26316"/>
                  <a:pt x="473751" y="22996"/>
                  <a:pt x="482137" y="22996"/>
                </a:cubicBezTo>
                <a:cubicBezTo>
                  <a:pt x="485780" y="22996"/>
                  <a:pt x="489129" y="23650"/>
                  <a:pt x="492183" y="24959"/>
                </a:cubicBezTo>
                <a:cubicBezTo>
                  <a:pt x="495238" y="26268"/>
                  <a:pt x="497524" y="27986"/>
                  <a:pt x="499042" y="30111"/>
                </a:cubicBezTo>
                <a:cubicBezTo>
                  <a:pt x="500560" y="32236"/>
                  <a:pt x="501622" y="34759"/>
                  <a:pt x="502230" y="37681"/>
                </a:cubicBezTo>
                <a:cubicBezTo>
                  <a:pt x="502609" y="39578"/>
                  <a:pt x="502799" y="42899"/>
                  <a:pt x="502799" y="47642"/>
                </a:cubicBezTo>
                <a:lnTo>
                  <a:pt x="502799" y="84810"/>
                </a:lnTo>
                <a:lnTo>
                  <a:pt x="492553" y="84810"/>
                </a:lnTo>
                <a:lnTo>
                  <a:pt x="492553" y="48040"/>
                </a:lnTo>
                <a:cubicBezTo>
                  <a:pt x="492553" y="43866"/>
                  <a:pt x="492155" y="40745"/>
                  <a:pt x="491358" y="38677"/>
                </a:cubicBezTo>
                <a:cubicBezTo>
                  <a:pt x="490561" y="36609"/>
                  <a:pt x="489147" y="34958"/>
                  <a:pt x="487117" y="33725"/>
                </a:cubicBezTo>
                <a:cubicBezTo>
                  <a:pt x="485087" y="32492"/>
                  <a:pt x="482706" y="31875"/>
                  <a:pt x="479974" y="31875"/>
                </a:cubicBezTo>
                <a:cubicBezTo>
                  <a:pt x="475610" y="31875"/>
                  <a:pt x="471844" y="33260"/>
                  <a:pt x="468675" y="36030"/>
                </a:cubicBezTo>
                <a:cubicBezTo>
                  <a:pt x="465507" y="38800"/>
                  <a:pt x="463923" y="44056"/>
                  <a:pt x="463923" y="51797"/>
                </a:cubicBezTo>
                <a:lnTo>
                  <a:pt x="463923" y="84810"/>
                </a:lnTo>
                <a:lnTo>
                  <a:pt x="453677" y="84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Reflection&amp;">
            <a:extLst xmlns:a="http://schemas.openxmlformats.org/drawingml/2006/main">
              <a:ext uri="{FF2B5EF4-FFF2-40B4-BE49-F238E27FC236}">
                <a16:creationId xmlns:a16="http://schemas.microsoft.com/office/drawing/2014/main" id="{07B4890B-D263-4054-898E-4B90875B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452" y="2227748"/>
            <a:ext cx="618896" cy="86746"/>
          </a:xfrm>
          <a:custGeom xmlns:a="http://schemas.openxmlformats.org/drawingml/2006/main">
            <a:pathLst>
              <a:path w="618896" h="86746">
                <a:moveTo>
                  <a:pt x="0" y="84810"/>
                </a:moveTo>
                <a:lnTo>
                  <a:pt x="0" y="1366"/>
                </a:lnTo>
                <a:lnTo>
                  <a:pt x="36998" y="1366"/>
                </a:lnTo>
                <a:cubicBezTo>
                  <a:pt x="44435" y="1366"/>
                  <a:pt x="50089" y="2115"/>
                  <a:pt x="53960" y="3613"/>
                </a:cubicBezTo>
                <a:cubicBezTo>
                  <a:pt x="57831" y="5109"/>
                  <a:pt x="60923" y="7752"/>
                  <a:pt x="63238" y="11542"/>
                </a:cubicBezTo>
                <a:cubicBezTo>
                  <a:pt x="65553" y="15332"/>
                  <a:pt x="66710" y="19520"/>
                  <a:pt x="66710" y="24106"/>
                </a:cubicBezTo>
                <a:cubicBezTo>
                  <a:pt x="66710" y="30018"/>
                  <a:pt x="64794" y="35002"/>
                  <a:pt x="60961" y="39058"/>
                </a:cubicBezTo>
                <a:cubicBezTo>
                  <a:pt x="57128" y="43112"/>
                  <a:pt x="51209" y="45689"/>
                  <a:pt x="43202" y="46788"/>
                </a:cubicBezTo>
                <a:cubicBezTo>
                  <a:pt x="46124" y="48194"/>
                  <a:pt x="48344" y="49582"/>
                  <a:pt x="49862" y="50950"/>
                </a:cubicBezTo>
                <a:cubicBezTo>
                  <a:pt x="53087" y="53916"/>
                  <a:pt x="56142" y="57621"/>
                  <a:pt x="59026" y="62066"/>
                </a:cubicBezTo>
                <a:lnTo>
                  <a:pt x="73540" y="84810"/>
                </a:lnTo>
                <a:lnTo>
                  <a:pt x="59652" y="84810"/>
                </a:lnTo>
                <a:lnTo>
                  <a:pt x="48609" y="67423"/>
                </a:lnTo>
                <a:cubicBezTo>
                  <a:pt x="45384" y="62407"/>
                  <a:pt x="42728" y="58569"/>
                  <a:pt x="40641" y="55909"/>
                </a:cubicBezTo>
                <a:cubicBezTo>
                  <a:pt x="38554" y="53248"/>
                  <a:pt x="36685" y="51386"/>
                  <a:pt x="35034" y="50322"/>
                </a:cubicBezTo>
                <a:cubicBezTo>
                  <a:pt x="33383" y="49258"/>
                  <a:pt x="31704" y="48516"/>
                  <a:pt x="29997" y="48097"/>
                </a:cubicBezTo>
                <a:cubicBezTo>
                  <a:pt x="28744" y="47832"/>
                  <a:pt x="26695" y="47699"/>
                  <a:pt x="23849" y="47699"/>
                </a:cubicBezTo>
                <a:lnTo>
                  <a:pt x="11042" y="47699"/>
                </a:lnTo>
                <a:lnTo>
                  <a:pt x="11042" y="84810"/>
                </a:lnTo>
                <a:lnTo>
                  <a:pt x="0" y="84810"/>
                </a:lnTo>
                <a:moveTo>
                  <a:pt x="11042" y="38136"/>
                </a:moveTo>
                <a:lnTo>
                  <a:pt x="34778" y="38136"/>
                </a:lnTo>
                <a:cubicBezTo>
                  <a:pt x="39825" y="38136"/>
                  <a:pt x="43771" y="37616"/>
                  <a:pt x="46617" y="36575"/>
                </a:cubicBezTo>
                <a:cubicBezTo>
                  <a:pt x="49463" y="35533"/>
                  <a:pt x="51626" y="33867"/>
                  <a:pt x="53106" y="31576"/>
                </a:cubicBezTo>
                <a:cubicBezTo>
                  <a:pt x="54586" y="29285"/>
                  <a:pt x="55326" y="26795"/>
                  <a:pt x="55326" y="24106"/>
                </a:cubicBezTo>
                <a:cubicBezTo>
                  <a:pt x="55326" y="20167"/>
                  <a:pt x="53894" y="16930"/>
                  <a:pt x="51029" y="14394"/>
                </a:cubicBezTo>
                <a:cubicBezTo>
                  <a:pt x="48164" y="11856"/>
                  <a:pt x="43639" y="10587"/>
                  <a:pt x="37453" y="10587"/>
                </a:cubicBezTo>
                <a:lnTo>
                  <a:pt x="11042" y="10587"/>
                </a:lnTo>
                <a:lnTo>
                  <a:pt x="11042" y="38136"/>
                </a:lnTo>
                <a:close/>
                <a:moveTo>
                  <a:pt x="124254" y="65230"/>
                </a:moveTo>
                <a:lnTo>
                  <a:pt x="134841" y="66596"/>
                </a:lnTo>
                <a:cubicBezTo>
                  <a:pt x="133172" y="72799"/>
                  <a:pt x="130079" y="77614"/>
                  <a:pt x="125563" y="81040"/>
                </a:cubicBezTo>
                <a:cubicBezTo>
                  <a:pt x="121048" y="84464"/>
                  <a:pt x="115280" y="86177"/>
                  <a:pt x="108260" y="86177"/>
                </a:cubicBezTo>
                <a:cubicBezTo>
                  <a:pt x="99418" y="86177"/>
                  <a:pt x="92408" y="83454"/>
                  <a:pt x="87228" y="78009"/>
                </a:cubicBezTo>
                <a:cubicBezTo>
                  <a:pt x="82048" y="72563"/>
                  <a:pt x="79458" y="64926"/>
                  <a:pt x="79458" y="55098"/>
                </a:cubicBezTo>
                <a:cubicBezTo>
                  <a:pt x="79458" y="44929"/>
                  <a:pt x="82077" y="37036"/>
                  <a:pt x="87313" y="31420"/>
                </a:cubicBezTo>
                <a:cubicBezTo>
                  <a:pt x="92550" y="25804"/>
                  <a:pt x="99342" y="22996"/>
                  <a:pt x="107691" y="22996"/>
                </a:cubicBezTo>
                <a:cubicBezTo>
                  <a:pt x="115773" y="22996"/>
                  <a:pt x="122376" y="25743"/>
                  <a:pt x="127499" y="31237"/>
                </a:cubicBezTo>
                <a:cubicBezTo>
                  <a:pt x="132621" y="36729"/>
                  <a:pt x="135183" y="44457"/>
                  <a:pt x="135183" y="54421"/>
                </a:cubicBezTo>
                <a:cubicBezTo>
                  <a:pt x="135183" y="55027"/>
                  <a:pt x="135164" y="55936"/>
                  <a:pt x="135126" y="57147"/>
                </a:cubicBezTo>
                <a:lnTo>
                  <a:pt x="90045" y="57147"/>
                </a:lnTo>
                <a:cubicBezTo>
                  <a:pt x="90425" y="63807"/>
                  <a:pt x="92303" y="68906"/>
                  <a:pt x="95680" y="72445"/>
                </a:cubicBezTo>
                <a:cubicBezTo>
                  <a:pt x="99058" y="75983"/>
                  <a:pt x="103270" y="77752"/>
                  <a:pt x="108317" y="77752"/>
                </a:cubicBezTo>
                <a:cubicBezTo>
                  <a:pt x="112073" y="77752"/>
                  <a:pt x="115280" y="76757"/>
                  <a:pt x="117936" y="74766"/>
                </a:cubicBezTo>
                <a:cubicBezTo>
                  <a:pt x="120592" y="72774"/>
                  <a:pt x="122698" y="69595"/>
                  <a:pt x="124254" y="65230"/>
                </a:cubicBezTo>
                <a:moveTo>
                  <a:pt x="90615" y="48723"/>
                </a:moveTo>
                <a:lnTo>
                  <a:pt x="124368" y="48723"/>
                </a:lnTo>
                <a:cubicBezTo>
                  <a:pt x="123913" y="43655"/>
                  <a:pt x="122622" y="39854"/>
                  <a:pt x="120497" y="37320"/>
                </a:cubicBezTo>
                <a:cubicBezTo>
                  <a:pt x="117234" y="33386"/>
                  <a:pt x="113003" y="31420"/>
                  <a:pt x="107804" y="31420"/>
                </a:cubicBezTo>
                <a:cubicBezTo>
                  <a:pt x="103099" y="31420"/>
                  <a:pt x="99143" y="32990"/>
                  <a:pt x="95937" y="36130"/>
                </a:cubicBezTo>
                <a:cubicBezTo>
                  <a:pt x="92730" y="39269"/>
                  <a:pt x="90956" y="43467"/>
                  <a:pt x="90615" y="48723"/>
                </a:cubicBezTo>
                <a:close/>
                <a:moveTo>
                  <a:pt x="150343" y="84810"/>
                </a:moveTo>
                <a:lnTo>
                  <a:pt x="150343" y="32330"/>
                </a:lnTo>
                <a:lnTo>
                  <a:pt x="141293" y="32330"/>
                </a:lnTo>
                <a:lnTo>
                  <a:pt x="141293" y="24362"/>
                </a:lnTo>
                <a:lnTo>
                  <a:pt x="150343" y="24362"/>
                </a:lnTo>
                <a:lnTo>
                  <a:pt x="150343" y="17944"/>
                </a:lnTo>
                <a:cubicBezTo>
                  <a:pt x="150343" y="13893"/>
                  <a:pt x="150704" y="10884"/>
                  <a:pt x="151425" y="8915"/>
                </a:cubicBezTo>
                <a:cubicBezTo>
                  <a:pt x="152411" y="6266"/>
                  <a:pt x="154147" y="4118"/>
                  <a:pt x="156633" y="2471"/>
                </a:cubicBezTo>
                <a:cubicBezTo>
                  <a:pt x="159118" y="824"/>
                  <a:pt x="162600" y="0"/>
                  <a:pt x="167078" y="0"/>
                </a:cubicBezTo>
                <a:cubicBezTo>
                  <a:pt x="169962" y="0"/>
                  <a:pt x="173149" y="343"/>
                  <a:pt x="176640" y="1030"/>
                </a:cubicBezTo>
                <a:lnTo>
                  <a:pt x="175103" y="10014"/>
                </a:lnTo>
                <a:cubicBezTo>
                  <a:pt x="172978" y="9637"/>
                  <a:pt x="170967" y="9449"/>
                  <a:pt x="169070" y="9449"/>
                </a:cubicBezTo>
                <a:cubicBezTo>
                  <a:pt x="165958" y="9449"/>
                  <a:pt x="163757" y="10108"/>
                  <a:pt x="162467" y="11427"/>
                </a:cubicBezTo>
                <a:cubicBezTo>
                  <a:pt x="161177" y="12744"/>
                  <a:pt x="160532" y="15211"/>
                  <a:pt x="160532" y="18826"/>
                </a:cubicBezTo>
                <a:lnTo>
                  <a:pt x="160532" y="24362"/>
                </a:lnTo>
                <a:lnTo>
                  <a:pt x="172314" y="24362"/>
                </a:lnTo>
                <a:lnTo>
                  <a:pt x="172314" y="32330"/>
                </a:lnTo>
                <a:lnTo>
                  <a:pt x="160532" y="32330"/>
                </a:lnTo>
                <a:lnTo>
                  <a:pt x="160532" y="84810"/>
                </a:lnTo>
                <a:lnTo>
                  <a:pt x="150343" y="84810"/>
                </a:lnTo>
                <a:close/>
                <a:moveTo>
                  <a:pt x="180472" y="84810"/>
                </a:moveTo>
                <a:lnTo>
                  <a:pt x="180472" y="1366"/>
                </a:lnTo>
                <a:lnTo>
                  <a:pt x="190718" y="1366"/>
                </a:lnTo>
                <a:lnTo>
                  <a:pt x="190718" y="84810"/>
                </a:lnTo>
                <a:lnTo>
                  <a:pt x="180472" y="84810"/>
                </a:lnTo>
                <a:close/>
                <a:moveTo>
                  <a:pt x="247855" y="65230"/>
                </a:moveTo>
                <a:lnTo>
                  <a:pt x="258442" y="66596"/>
                </a:lnTo>
                <a:cubicBezTo>
                  <a:pt x="256773" y="72799"/>
                  <a:pt x="253680" y="77614"/>
                  <a:pt x="249164" y="81040"/>
                </a:cubicBezTo>
                <a:cubicBezTo>
                  <a:pt x="244649" y="84464"/>
                  <a:pt x="238881" y="86177"/>
                  <a:pt x="231861" y="86177"/>
                </a:cubicBezTo>
                <a:cubicBezTo>
                  <a:pt x="223019" y="86177"/>
                  <a:pt x="216009" y="83454"/>
                  <a:pt x="210829" y="78009"/>
                </a:cubicBezTo>
                <a:cubicBezTo>
                  <a:pt x="205649" y="72563"/>
                  <a:pt x="203059" y="64926"/>
                  <a:pt x="203059" y="55098"/>
                </a:cubicBezTo>
                <a:cubicBezTo>
                  <a:pt x="203059" y="44929"/>
                  <a:pt x="205678" y="37036"/>
                  <a:pt x="210914" y="31420"/>
                </a:cubicBezTo>
                <a:cubicBezTo>
                  <a:pt x="216151" y="25804"/>
                  <a:pt x="222943" y="22996"/>
                  <a:pt x="231292" y="22996"/>
                </a:cubicBezTo>
                <a:cubicBezTo>
                  <a:pt x="239374" y="22996"/>
                  <a:pt x="245977" y="25743"/>
                  <a:pt x="251100" y="31237"/>
                </a:cubicBezTo>
                <a:cubicBezTo>
                  <a:pt x="256223" y="36729"/>
                  <a:pt x="258784" y="44457"/>
                  <a:pt x="258784" y="54421"/>
                </a:cubicBezTo>
                <a:cubicBezTo>
                  <a:pt x="258784" y="55027"/>
                  <a:pt x="258765" y="55936"/>
                  <a:pt x="258727" y="57147"/>
                </a:cubicBezTo>
                <a:lnTo>
                  <a:pt x="213647" y="57147"/>
                </a:lnTo>
                <a:cubicBezTo>
                  <a:pt x="214026" y="63807"/>
                  <a:pt x="215904" y="68906"/>
                  <a:pt x="219282" y="72445"/>
                </a:cubicBezTo>
                <a:cubicBezTo>
                  <a:pt x="222659" y="75983"/>
                  <a:pt x="226871" y="77752"/>
                  <a:pt x="231918" y="77752"/>
                </a:cubicBezTo>
                <a:cubicBezTo>
                  <a:pt x="235674" y="77752"/>
                  <a:pt x="238881" y="76757"/>
                  <a:pt x="241537" y="74766"/>
                </a:cubicBezTo>
                <a:cubicBezTo>
                  <a:pt x="244193" y="72774"/>
                  <a:pt x="246300" y="69595"/>
                  <a:pt x="247855" y="65230"/>
                </a:cubicBezTo>
                <a:moveTo>
                  <a:pt x="214216" y="48723"/>
                </a:moveTo>
                <a:lnTo>
                  <a:pt x="247969" y="48723"/>
                </a:lnTo>
                <a:cubicBezTo>
                  <a:pt x="247514" y="43655"/>
                  <a:pt x="246224" y="39854"/>
                  <a:pt x="244099" y="37320"/>
                </a:cubicBezTo>
                <a:cubicBezTo>
                  <a:pt x="240835" y="33386"/>
                  <a:pt x="236604" y="31420"/>
                  <a:pt x="231406" y="31420"/>
                </a:cubicBezTo>
                <a:cubicBezTo>
                  <a:pt x="226700" y="31420"/>
                  <a:pt x="222744" y="32990"/>
                  <a:pt x="219538" y="36130"/>
                </a:cubicBezTo>
                <a:cubicBezTo>
                  <a:pt x="216331" y="39269"/>
                  <a:pt x="214557" y="43467"/>
                  <a:pt x="214216" y="48723"/>
                </a:cubicBezTo>
                <a:close/>
                <a:moveTo>
                  <a:pt x="310942" y="62612"/>
                </a:moveTo>
                <a:lnTo>
                  <a:pt x="321017" y="63978"/>
                </a:lnTo>
                <a:cubicBezTo>
                  <a:pt x="319917" y="70922"/>
                  <a:pt x="317099" y="76358"/>
                  <a:pt x="312564" y="80285"/>
                </a:cubicBezTo>
                <a:cubicBezTo>
                  <a:pt x="308030" y="84213"/>
                  <a:pt x="302461" y="86177"/>
                  <a:pt x="295858" y="86177"/>
                </a:cubicBezTo>
                <a:cubicBezTo>
                  <a:pt x="287586" y="86177"/>
                  <a:pt x="280936" y="83473"/>
                  <a:pt x="275908" y="78065"/>
                </a:cubicBezTo>
                <a:cubicBezTo>
                  <a:pt x="270880" y="72658"/>
                  <a:pt x="268366" y="64908"/>
                  <a:pt x="268366" y="54814"/>
                </a:cubicBezTo>
                <a:cubicBezTo>
                  <a:pt x="268366" y="48287"/>
                  <a:pt x="269448" y="42576"/>
                  <a:pt x="271611" y="37681"/>
                </a:cubicBezTo>
                <a:cubicBezTo>
                  <a:pt x="273774" y="32786"/>
                  <a:pt x="277065" y="29114"/>
                  <a:pt x="281486" y="26667"/>
                </a:cubicBezTo>
                <a:cubicBezTo>
                  <a:pt x="285907" y="24219"/>
                  <a:pt x="290717" y="22996"/>
                  <a:pt x="295915" y="22996"/>
                </a:cubicBezTo>
                <a:cubicBezTo>
                  <a:pt x="302480" y="22996"/>
                  <a:pt x="307850" y="24646"/>
                  <a:pt x="312024" y="27948"/>
                </a:cubicBezTo>
                <a:cubicBezTo>
                  <a:pt x="316198" y="31248"/>
                  <a:pt x="318873" y="35934"/>
                  <a:pt x="320049" y="42007"/>
                </a:cubicBezTo>
                <a:lnTo>
                  <a:pt x="310088" y="43601"/>
                </a:lnTo>
                <a:cubicBezTo>
                  <a:pt x="309140" y="39559"/>
                  <a:pt x="307461" y="36519"/>
                  <a:pt x="305051" y="34479"/>
                </a:cubicBezTo>
                <a:cubicBezTo>
                  <a:pt x="302641" y="32440"/>
                  <a:pt x="299729" y="31420"/>
                  <a:pt x="296314" y="31420"/>
                </a:cubicBezTo>
                <a:cubicBezTo>
                  <a:pt x="291153" y="31420"/>
                  <a:pt x="286960" y="33270"/>
                  <a:pt x="283735" y="36969"/>
                </a:cubicBezTo>
                <a:cubicBezTo>
                  <a:pt x="280509" y="40669"/>
                  <a:pt x="278896" y="46522"/>
                  <a:pt x="278896" y="54529"/>
                </a:cubicBezTo>
                <a:cubicBezTo>
                  <a:pt x="278896" y="62650"/>
                  <a:pt x="280452" y="68550"/>
                  <a:pt x="283564" y="72231"/>
                </a:cubicBezTo>
                <a:cubicBezTo>
                  <a:pt x="286675" y="75912"/>
                  <a:pt x="290736" y="77752"/>
                  <a:pt x="295745" y="77752"/>
                </a:cubicBezTo>
                <a:cubicBezTo>
                  <a:pt x="299767" y="77752"/>
                  <a:pt x="303125" y="76514"/>
                  <a:pt x="305819" y="74038"/>
                </a:cubicBezTo>
                <a:cubicBezTo>
                  <a:pt x="308514" y="71562"/>
                  <a:pt x="310221" y="67754"/>
                  <a:pt x="310942" y="62612"/>
                </a:cubicBezTo>
                <a:close/>
                <a:moveTo>
                  <a:pt x="352445" y="75646"/>
                </a:moveTo>
                <a:lnTo>
                  <a:pt x="353925" y="84697"/>
                </a:lnTo>
                <a:cubicBezTo>
                  <a:pt x="351041" y="85304"/>
                  <a:pt x="348460" y="85607"/>
                  <a:pt x="346184" y="85607"/>
                </a:cubicBezTo>
                <a:cubicBezTo>
                  <a:pt x="342465" y="85607"/>
                  <a:pt x="339581" y="85019"/>
                  <a:pt x="337532" y="83843"/>
                </a:cubicBezTo>
                <a:cubicBezTo>
                  <a:pt x="335483" y="82666"/>
                  <a:pt x="334041" y="81120"/>
                  <a:pt x="333206" y="79204"/>
                </a:cubicBezTo>
                <a:cubicBezTo>
                  <a:pt x="332371" y="77288"/>
                  <a:pt x="331954" y="73256"/>
                  <a:pt x="331954" y="67108"/>
                </a:cubicBezTo>
                <a:lnTo>
                  <a:pt x="331954" y="32330"/>
                </a:lnTo>
                <a:lnTo>
                  <a:pt x="324440" y="32330"/>
                </a:lnTo>
                <a:lnTo>
                  <a:pt x="324440" y="24362"/>
                </a:lnTo>
                <a:lnTo>
                  <a:pt x="331954" y="24362"/>
                </a:lnTo>
                <a:lnTo>
                  <a:pt x="331954" y="9392"/>
                </a:lnTo>
                <a:lnTo>
                  <a:pt x="342142" y="3244"/>
                </a:lnTo>
                <a:lnTo>
                  <a:pt x="342142" y="24362"/>
                </a:lnTo>
                <a:lnTo>
                  <a:pt x="352445" y="24362"/>
                </a:lnTo>
                <a:lnTo>
                  <a:pt x="352445" y="32330"/>
                </a:lnTo>
                <a:lnTo>
                  <a:pt x="342142" y="32330"/>
                </a:lnTo>
                <a:lnTo>
                  <a:pt x="342142" y="67678"/>
                </a:lnTo>
                <a:cubicBezTo>
                  <a:pt x="342142" y="70600"/>
                  <a:pt x="342322" y="72478"/>
                  <a:pt x="342683" y="73313"/>
                </a:cubicBezTo>
                <a:cubicBezTo>
                  <a:pt x="343043" y="74148"/>
                  <a:pt x="343632" y="74812"/>
                  <a:pt x="344447" y="75305"/>
                </a:cubicBezTo>
                <a:cubicBezTo>
                  <a:pt x="345263" y="75798"/>
                  <a:pt x="346430" y="76045"/>
                  <a:pt x="347948" y="76045"/>
                </a:cubicBezTo>
                <a:cubicBezTo>
                  <a:pt x="349086" y="76045"/>
                  <a:pt x="350585" y="75912"/>
                  <a:pt x="352445" y="75646"/>
                </a:cubicBezTo>
                <a:close/>
                <a:moveTo>
                  <a:pt x="362936" y="13092"/>
                </a:moveTo>
                <a:lnTo>
                  <a:pt x="362936" y="1366"/>
                </a:lnTo>
                <a:lnTo>
                  <a:pt x="373182" y="1366"/>
                </a:lnTo>
                <a:lnTo>
                  <a:pt x="373182" y="13092"/>
                </a:lnTo>
                <a:lnTo>
                  <a:pt x="362936" y="13092"/>
                </a:lnTo>
                <a:moveTo>
                  <a:pt x="362936" y="84810"/>
                </a:moveTo>
                <a:lnTo>
                  <a:pt x="362936" y="24362"/>
                </a:lnTo>
                <a:lnTo>
                  <a:pt x="373182" y="24362"/>
                </a:lnTo>
                <a:lnTo>
                  <a:pt x="373182" y="84810"/>
                </a:lnTo>
                <a:lnTo>
                  <a:pt x="362936" y="84810"/>
                </a:lnTo>
                <a:close/>
                <a:moveTo>
                  <a:pt x="384840" y="54586"/>
                </a:moveTo>
                <a:cubicBezTo>
                  <a:pt x="384840" y="43392"/>
                  <a:pt x="387952" y="35101"/>
                  <a:pt x="394175" y="29712"/>
                </a:cubicBezTo>
                <a:cubicBezTo>
                  <a:pt x="399374" y="25234"/>
                  <a:pt x="405711" y="22996"/>
                  <a:pt x="413186" y="22996"/>
                </a:cubicBezTo>
                <a:cubicBezTo>
                  <a:pt x="421497" y="22996"/>
                  <a:pt x="428289" y="25718"/>
                  <a:pt x="433564" y="31164"/>
                </a:cubicBezTo>
                <a:cubicBezTo>
                  <a:pt x="438838" y="36609"/>
                  <a:pt x="441476" y="44132"/>
                  <a:pt x="441476" y="53732"/>
                </a:cubicBezTo>
                <a:cubicBezTo>
                  <a:pt x="441476" y="61511"/>
                  <a:pt x="440309" y="67630"/>
                  <a:pt x="437975" y="72089"/>
                </a:cubicBezTo>
                <a:cubicBezTo>
                  <a:pt x="435641" y="76548"/>
                  <a:pt x="432245" y="80010"/>
                  <a:pt x="427786" y="82477"/>
                </a:cubicBezTo>
                <a:cubicBezTo>
                  <a:pt x="423328" y="84943"/>
                  <a:pt x="418461" y="86177"/>
                  <a:pt x="413186" y="86177"/>
                </a:cubicBezTo>
                <a:cubicBezTo>
                  <a:pt x="404724" y="86177"/>
                  <a:pt x="397884" y="83463"/>
                  <a:pt x="392667" y="78037"/>
                </a:cubicBezTo>
                <a:cubicBezTo>
                  <a:pt x="387449" y="72611"/>
                  <a:pt x="384840" y="64794"/>
                  <a:pt x="384840" y="54586"/>
                </a:cubicBezTo>
                <a:moveTo>
                  <a:pt x="395371" y="54615"/>
                </a:moveTo>
                <a:cubicBezTo>
                  <a:pt x="395371" y="62346"/>
                  <a:pt x="397059" y="68135"/>
                  <a:pt x="400436" y="71982"/>
                </a:cubicBezTo>
                <a:cubicBezTo>
                  <a:pt x="403814" y="75829"/>
                  <a:pt x="408064" y="77752"/>
                  <a:pt x="413186" y="77752"/>
                </a:cubicBezTo>
                <a:cubicBezTo>
                  <a:pt x="418271" y="77752"/>
                  <a:pt x="422502" y="75820"/>
                  <a:pt x="425880" y="71954"/>
                </a:cubicBezTo>
                <a:cubicBezTo>
                  <a:pt x="429257" y="68088"/>
                  <a:pt x="430945" y="62194"/>
                  <a:pt x="430945" y="54273"/>
                </a:cubicBezTo>
                <a:cubicBezTo>
                  <a:pt x="430945" y="46807"/>
                  <a:pt x="429247" y="41151"/>
                  <a:pt x="425851" y="37304"/>
                </a:cubicBezTo>
                <a:cubicBezTo>
                  <a:pt x="422455" y="33457"/>
                  <a:pt x="418233" y="31534"/>
                  <a:pt x="413186" y="31534"/>
                </a:cubicBezTo>
                <a:cubicBezTo>
                  <a:pt x="408064" y="31534"/>
                  <a:pt x="403814" y="33447"/>
                  <a:pt x="400436" y="37275"/>
                </a:cubicBezTo>
                <a:cubicBezTo>
                  <a:pt x="397059" y="41103"/>
                  <a:pt x="395371" y="46883"/>
                  <a:pt x="395371" y="54615"/>
                </a:cubicBezTo>
                <a:close/>
                <a:moveTo>
                  <a:pt x="453676" y="84810"/>
                </a:moveTo>
                <a:lnTo>
                  <a:pt x="453676" y="24362"/>
                </a:lnTo>
                <a:lnTo>
                  <a:pt x="462897" y="24362"/>
                </a:lnTo>
                <a:lnTo>
                  <a:pt x="462897" y="32957"/>
                </a:lnTo>
                <a:cubicBezTo>
                  <a:pt x="467337" y="26316"/>
                  <a:pt x="473750" y="22996"/>
                  <a:pt x="482136" y="22996"/>
                </a:cubicBezTo>
                <a:cubicBezTo>
                  <a:pt x="485779" y="22996"/>
                  <a:pt x="489128" y="23650"/>
                  <a:pt x="492183" y="24959"/>
                </a:cubicBezTo>
                <a:cubicBezTo>
                  <a:pt x="495237" y="26268"/>
                  <a:pt x="497524" y="27986"/>
                  <a:pt x="499041" y="30111"/>
                </a:cubicBezTo>
                <a:cubicBezTo>
                  <a:pt x="500559" y="32236"/>
                  <a:pt x="501622" y="34759"/>
                  <a:pt x="502229" y="37681"/>
                </a:cubicBezTo>
                <a:cubicBezTo>
                  <a:pt x="502608" y="39578"/>
                  <a:pt x="502798" y="42899"/>
                  <a:pt x="502798" y="47642"/>
                </a:cubicBezTo>
                <a:lnTo>
                  <a:pt x="502798" y="84810"/>
                </a:lnTo>
                <a:lnTo>
                  <a:pt x="492553" y="84810"/>
                </a:lnTo>
                <a:lnTo>
                  <a:pt x="492553" y="48040"/>
                </a:lnTo>
                <a:cubicBezTo>
                  <a:pt x="492553" y="43866"/>
                  <a:pt x="492154" y="40745"/>
                  <a:pt x="491357" y="38677"/>
                </a:cubicBezTo>
                <a:cubicBezTo>
                  <a:pt x="490560" y="36609"/>
                  <a:pt x="489147" y="34958"/>
                  <a:pt x="487117" y="33725"/>
                </a:cubicBezTo>
                <a:cubicBezTo>
                  <a:pt x="485087" y="32492"/>
                  <a:pt x="482705" y="31875"/>
                  <a:pt x="479973" y="31875"/>
                </a:cubicBezTo>
                <a:cubicBezTo>
                  <a:pt x="475609" y="31875"/>
                  <a:pt x="471843" y="33260"/>
                  <a:pt x="468675" y="36030"/>
                </a:cubicBezTo>
                <a:cubicBezTo>
                  <a:pt x="465506" y="38800"/>
                  <a:pt x="463922" y="44056"/>
                  <a:pt x="463922" y="51797"/>
                </a:cubicBezTo>
                <a:lnTo>
                  <a:pt x="463922" y="84810"/>
                </a:lnTo>
                <a:lnTo>
                  <a:pt x="453676" y="84810"/>
                </a:lnTo>
                <a:close/>
                <a:moveTo>
                  <a:pt x="599201" y="74986"/>
                </a:moveTo>
                <a:cubicBezTo>
                  <a:pt x="595824" y="78717"/>
                  <a:pt x="592143" y="81515"/>
                  <a:pt x="588159" y="83380"/>
                </a:cubicBezTo>
                <a:cubicBezTo>
                  <a:pt x="584175" y="85244"/>
                  <a:pt x="579868" y="86177"/>
                  <a:pt x="575238" y="86177"/>
                </a:cubicBezTo>
                <a:cubicBezTo>
                  <a:pt x="566700" y="86177"/>
                  <a:pt x="559927" y="83296"/>
                  <a:pt x="554918" y="77535"/>
                </a:cubicBezTo>
                <a:cubicBezTo>
                  <a:pt x="550858" y="72835"/>
                  <a:pt x="548827" y="67585"/>
                  <a:pt x="548827" y="61786"/>
                </a:cubicBezTo>
                <a:cubicBezTo>
                  <a:pt x="548827" y="56632"/>
                  <a:pt x="550488" y="51979"/>
                  <a:pt x="553808" y="47829"/>
                </a:cubicBezTo>
                <a:cubicBezTo>
                  <a:pt x="557128" y="43678"/>
                  <a:pt x="562090" y="40030"/>
                  <a:pt x="568692" y="36884"/>
                </a:cubicBezTo>
                <a:cubicBezTo>
                  <a:pt x="564936" y="32565"/>
                  <a:pt x="562431" y="29061"/>
                  <a:pt x="561179" y="26372"/>
                </a:cubicBezTo>
                <a:cubicBezTo>
                  <a:pt x="559927" y="23681"/>
                  <a:pt x="559301" y="21085"/>
                  <a:pt x="559301" y="18584"/>
                </a:cubicBezTo>
                <a:cubicBezTo>
                  <a:pt x="559301" y="13582"/>
                  <a:pt x="561264" y="9235"/>
                  <a:pt x="565192" y="5541"/>
                </a:cubicBezTo>
                <a:cubicBezTo>
                  <a:pt x="569119" y="1847"/>
                  <a:pt x="574062" y="0"/>
                  <a:pt x="580019" y="0"/>
                </a:cubicBezTo>
                <a:cubicBezTo>
                  <a:pt x="585711" y="0"/>
                  <a:pt x="590369" y="1746"/>
                  <a:pt x="593993" y="5238"/>
                </a:cubicBezTo>
                <a:cubicBezTo>
                  <a:pt x="597617" y="8729"/>
                  <a:pt x="599429" y="12923"/>
                  <a:pt x="599429" y="17819"/>
                </a:cubicBezTo>
                <a:cubicBezTo>
                  <a:pt x="599429" y="25753"/>
                  <a:pt x="594173" y="32528"/>
                  <a:pt x="583662" y="38145"/>
                </a:cubicBezTo>
                <a:lnTo>
                  <a:pt x="598632" y="57158"/>
                </a:lnTo>
                <a:cubicBezTo>
                  <a:pt x="600340" y="53819"/>
                  <a:pt x="601668" y="49948"/>
                  <a:pt x="602617" y="45547"/>
                </a:cubicBezTo>
                <a:lnTo>
                  <a:pt x="613261" y="47823"/>
                </a:lnTo>
                <a:cubicBezTo>
                  <a:pt x="611439" y="55108"/>
                  <a:pt x="608973" y="61100"/>
                  <a:pt x="605861" y="65801"/>
                </a:cubicBezTo>
                <a:cubicBezTo>
                  <a:pt x="609694" y="70886"/>
                  <a:pt x="614038" y="75154"/>
                  <a:pt x="618896" y="78606"/>
                </a:cubicBezTo>
                <a:lnTo>
                  <a:pt x="612008" y="86746"/>
                </a:lnTo>
                <a:cubicBezTo>
                  <a:pt x="607872" y="84094"/>
                  <a:pt x="603603" y="80174"/>
                  <a:pt x="599201" y="74986"/>
                </a:cubicBezTo>
                <a:moveTo>
                  <a:pt x="578369" y="31566"/>
                </a:moveTo>
                <a:cubicBezTo>
                  <a:pt x="582809" y="28944"/>
                  <a:pt x="585683" y="26645"/>
                  <a:pt x="586992" y="24669"/>
                </a:cubicBezTo>
                <a:cubicBezTo>
                  <a:pt x="588301" y="22693"/>
                  <a:pt x="588956" y="20508"/>
                  <a:pt x="588956" y="18115"/>
                </a:cubicBezTo>
                <a:cubicBezTo>
                  <a:pt x="588956" y="15264"/>
                  <a:pt x="588055" y="12936"/>
                  <a:pt x="586252" y="11131"/>
                </a:cubicBezTo>
                <a:cubicBezTo>
                  <a:pt x="584450" y="9327"/>
                  <a:pt x="582201" y="8424"/>
                  <a:pt x="579507" y="8424"/>
                </a:cubicBezTo>
                <a:cubicBezTo>
                  <a:pt x="576737" y="8424"/>
                  <a:pt x="574432" y="9317"/>
                  <a:pt x="572591" y="11103"/>
                </a:cubicBezTo>
                <a:cubicBezTo>
                  <a:pt x="570751" y="12889"/>
                  <a:pt x="569831" y="15074"/>
                  <a:pt x="569831" y="17658"/>
                </a:cubicBezTo>
                <a:cubicBezTo>
                  <a:pt x="569831" y="18950"/>
                  <a:pt x="570163" y="20309"/>
                  <a:pt x="570827" y="21734"/>
                </a:cubicBezTo>
                <a:cubicBezTo>
                  <a:pt x="571491" y="23159"/>
                  <a:pt x="572487" y="24669"/>
                  <a:pt x="573815" y="26265"/>
                </a:cubicBezTo>
                <a:lnTo>
                  <a:pt x="578369" y="31566"/>
                </a:lnTo>
                <a:moveTo>
                  <a:pt x="592769" y="66902"/>
                </a:moveTo>
                <a:lnTo>
                  <a:pt x="573986" y="43558"/>
                </a:lnTo>
                <a:cubicBezTo>
                  <a:pt x="568446" y="46852"/>
                  <a:pt x="564708" y="49910"/>
                  <a:pt x="562773" y="52731"/>
                </a:cubicBezTo>
                <a:cubicBezTo>
                  <a:pt x="560837" y="55552"/>
                  <a:pt x="559870" y="58345"/>
                  <a:pt x="559870" y="61109"/>
                </a:cubicBezTo>
                <a:cubicBezTo>
                  <a:pt x="559870" y="64479"/>
                  <a:pt x="561217" y="67982"/>
                  <a:pt x="563911" y="71618"/>
                </a:cubicBezTo>
                <a:cubicBezTo>
                  <a:pt x="566605" y="75252"/>
                  <a:pt x="570419" y="77069"/>
                  <a:pt x="575352" y="77069"/>
                </a:cubicBezTo>
                <a:cubicBezTo>
                  <a:pt x="578426" y="77069"/>
                  <a:pt x="581604" y="76124"/>
                  <a:pt x="584886" y="74232"/>
                </a:cubicBezTo>
                <a:cubicBezTo>
                  <a:pt x="588168" y="72341"/>
                  <a:pt x="590796" y="69897"/>
                  <a:pt x="592769" y="669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92376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2026-09-05T15:26:51.7140000Z</dcterms:created>
  <dcterms:modified xsi:type="dcterms:W3CDTF">2026-09-05T15:26:51.7140000Z</dcterms:modified>
</coreProperties>
</file>